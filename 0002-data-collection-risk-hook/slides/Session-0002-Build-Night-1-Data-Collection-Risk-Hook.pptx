
<file path=[Content_Types].xml><?xml version="1.0" encoding="utf-8"?>
<Types xmlns="http://schemas.openxmlformats.org/package/2006/content-types">
  <Default Extension="fntdata" ContentType="application/x-fontdata"/>
  <Default Extension="jpg" ContentType="image/jpeg"/>
  <Default Extension="png" ContentType="image/png"/>
  <Default Extension="rels" ContentType="application/vnd.openxmlformats-package.relationships+xml"/>
  <Default Extension="xml" ContentType="application/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slideLayouts/slideLayout4.xml" ContentType="application/vnd.openxmlformats-officedocument.presentationml.slideLayout+xml"/>
  <Override PartName="/ppt/slideLayouts/slideLayout40.xml" ContentType="application/vnd.openxmlformats-officedocument.presentationml.slideLayout+xml"/>
  <Override PartName="/ppt/slideLayouts/slideLayout41.xml" ContentType="application/vnd.openxmlformats-officedocument.presentationml.slideLayout+xml"/>
  <Override PartName="/ppt/slideLayouts/slideLayout42.xml" ContentType="application/vnd.openxmlformats-officedocument.presentationml.slideLayout+xml"/>
  <Override PartName="/ppt/slideLayouts/slideLayout43.xml" ContentType="application/vnd.openxmlformats-officedocument.presentationml.slideLayout+xml"/>
  <Override PartName="/ppt/slideLayouts/slideLayout44.xml" ContentType="application/vnd.openxmlformats-officedocument.presentationml.slideLayout+xml"/>
  <Override PartName="/ppt/slideLayouts/slideLayout45.xml" ContentType="application/vnd.openxmlformats-officedocument.presentationml.slideLayout+xml"/>
  <Override PartName="/ppt/slideLayouts/slideLayout46.xml" ContentType="application/vnd.openxmlformats-officedocument.presentationml.slideLayout+xml"/>
  <Override PartName="/ppt/slideLayouts/slideLayout47.xml" ContentType="application/vnd.openxmlformats-officedocument.presentationml.slideLayout+xml"/>
  <Override PartName="/ppt/slideLayouts/slideLayout48.xml" ContentType="application/vnd.openxmlformats-officedocument.presentationml.slideLayout+xml"/>
  <Override PartName="/ppt/slideLayouts/slideLayout49.xml" ContentType="application/vnd.openxmlformats-officedocument.presentationml.slideLayout+xml"/>
  <Override PartName="/ppt/slideLayouts/slideLayout5.xml" ContentType="application/vnd.openxmlformats-officedocument.presentationml.slideLayout+xml"/>
  <Override PartName="/ppt/slideLayouts/slideLayout50.xml" ContentType="application/vnd.openxmlformats-officedocument.presentationml.slideLayout+xml"/>
  <Override PartName="/ppt/slideLayouts/slideLayout51.xml" ContentType="application/vnd.openxmlformats-officedocument.presentationml.slideLayout+xml"/>
  <Override PartName="/ppt/slideLayouts/slideLayout52.xml" ContentType="application/vnd.openxmlformats-officedocument.presentationml.slideLayout+xml"/>
  <Override PartName="/ppt/slideLayouts/slideLayout53.xml" ContentType="application/vnd.openxmlformats-officedocument.presentationml.slideLayout+xml"/>
  <Override PartName="/ppt/slideLayouts/slideLayout54.xml" ContentType="application/vnd.openxmlformats-officedocument.presentationml.slideLayout+xml"/>
  <Override PartName="/ppt/slideLayouts/slideLayout55.xml" ContentType="application/vnd.openxmlformats-officedocument.presentationml.slideLayout+xml"/>
  <Override PartName="/ppt/slideLayouts/slideLayout56.xml" ContentType="application/vnd.openxmlformats-officedocument.presentationml.slideLayout+xml"/>
  <Override PartName="/ppt/slideLayouts/slideLayout57.xml" ContentType="application/vnd.openxmlformats-officedocument.presentationml.slideLayout+xml"/>
  <Override PartName="/ppt/slideLayouts/slideLayout58.xml" ContentType="application/vnd.openxmlformats-officedocument.presentationml.slideLayout+xml"/>
  <Override PartName="/ppt/slideLayouts/slideLayout59.xml" ContentType="application/vnd.openxmlformats-officedocument.presentationml.slideLayout+xml"/>
  <Override PartName="/ppt/slideLayouts/slideLayout6.xml" ContentType="application/vnd.openxmlformats-officedocument.presentationml.slideLayout+xml"/>
  <Override PartName="/ppt/slideLayouts/slideLayout60.xml" ContentType="application/vnd.openxmlformats-officedocument.presentationml.slideLayout+xml"/>
  <Override PartName="/ppt/slideLayouts/slideLayout61.xml" ContentType="application/vnd.openxmlformats-officedocument.presentationml.slideLayout+xml"/>
  <Override PartName="/ppt/slideLayouts/slideLayout62.xml" ContentType="application/vnd.openxmlformats-officedocument.presentationml.slideLayout+xml"/>
  <Override PartName="/ppt/slideLayouts/slideLayout63.xml" ContentType="application/vnd.openxmlformats-officedocument.presentationml.slideLayout+xml"/>
  <Override PartName="/ppt/slideLayouts/slideLayout64.xml" ContentType="application/vnd.openxmlformats-officedocument.presentationml.slideLayout+xml"/>
  <Override PartName="/ppt/slideLayouts/slideLayout65.xml" ContentType="application/vnd.openxmlformats-officedocument.presentationml.slideLayout+xml"/>
  <Override PartName="/ppt/slideLayouts/slideLayout66.xml" ContentType="application/vnd.openxmlformats-officedocument.presentationml.slideLayout+xml"/>
  <Override PartName="/ppt/slideLayouts/slideLayout67.xml" ContentType="application/vnd.openxmlformats-officedocument.presentationml.slideLayout+xml"/>
  <Override PartName="/ppt/slideLayouts/slideLayout68.xml" ContentType="application/vnd.openxmlformats-officedocument.presentationml.slideLayout+xml"/>
  <Override PartName="/ppt/slideLayouts/slideLayout69.xml" ContentType="application/vnd.openxmlformats-officedocument.presentationml.slideLayout+xml"/>
  <Override PartName="/ppt/slideLayouts/slideLayout7.xml" ContentType="application/vnd.openxmlformats-officedocument.presentationml.slideLayout+xml"/>
  <Override PartName="/ppt/slideLayouts/slideLayout70.xml" ContentType="application/vnd.openxmlformats-officedocument.presentationml.slideLayout+xml"/>
  <Override PartName="/ppt/slideLayouts/slideLayout71.xml" ContentType="application/vnd.openxmlformats-officedocument.presentationml.slideLayout+xml"/>
  <Override PartName="/ppt/slideLayouts/slideLayout72.xml" ContentType="application/vnd.openxmlformats-officedocument.presentationml.slideLayout+xml"/>
  <Override PartName="/ppt/slideLayouts/slideLayout73.xml" ContentType="application/vnd.openxmlformats-officedocument.presentationml.slideLayout+xml"/>
  <Override PartName="/ppt/slideLayouts/slideLayout74.xml" ContentType="application/vnd.openxmlformats-officedocument.presentationml.slideLayout+xml"/>
  <Override PartName="/ppt/slideLayouts/slideLayout75.xml" ContentType="application/vnd.openxmlformats-officedocument.presentationml.slideLayout+xml"/>
  <Override PartName="/ppt/slideLayouts/slideLayout76.xml" ContentType="application/vnd.openxmlformats-officedocument.presentationml.slideLayout+xml"/>
  <Override PartName="/ppt/slideLayouts/slideLayout77.xml" ContentType="application/vnd.openxmlformats-officedocument.presentationml.slideLayout+xml"/>
  <Override PartName="/ppt/slideLayouts/slideLayout78.xml" ContentType="application/vnd.openxmlformats-officedocument.presentationml.slideLayout+xml"/>
  <Override PartName="/ppt/slideLayouts/slideLayout79.xml" ContentType="application/vnd.openxmlformats-officedocument.presentationml.slideLayout+xml"/>
  <Override PartName="/ppt/slideLayouts/slideLayout8.xml" ContentType="application/vnd.openxmlformats-officedocument.presentationml.slideLayout+xml"/>
  <Override PartName="/ppt/slideLayouts/slideLayout80.xml" ContentType="application/vnd.openxmlformats-officedocument.presentationml.slideLayout+xml"/>
  <Override PartName="/ppt/slideLayouts/slideLayout81.xml" ContentType="application/vnd.openxmlformats-officedocument.presentationml.slideLayout+xml"/>
  <Override PartName="/ppt/slideLayouts/slideLayout82.xml" ContentType="application/vnd.openxmlformats-officedocument.presentationml.slideLayout+xml"/>
  <Override PartName="/ppt/slideLayouts/slideLayout83.xml" ContentType="application/vnd.openxmlformats-officedocument.presentationml.slideLayout+xml"/>
  <Override PartName="/ppt/slideLayouts/slideLayout84.xml" ContentType="application/vnd.openxmlformats-officedocument.presentationml.slideLayout+xml"/>
  <Override PartName="/ppt/slideLayouts/slideLayout85.xml" ContentType="application/vnd.openxmlformats-officedocument.presentationml.slideLayout+xml"/>
  <Override PartName="/ppt/slideLayouts/slideLayout86.xml" ContentType="application/vnd.openxmlformats-officedocument.presentationml.slideLayout+xml"/>
  <Override PartName="/ppt/slideLayouts/slideLayout87.xml" ContentType="application/vnd.openxmlformats-officedocument.presentationml.slideLayout+xml"/>
  <Override PartName="/ppt/slideLayouts/slideLayout88.xml" ContentType="application/vnd.openxmlformats-officedocument.presentationml.slideLayout+xml"/>
  <Override PartName="/ppt/slideLayouts/slideLayout89.xml" ContentType="application/vnd.openxmlformats-officedocument.presentationml.slideLayout+xml"/>
  <Override PartName="/ppt/slideLayouts/slideLayout9.xml" ContentType="application/vnd.openxmlformats-officedocument.presentationml.slideLayout+xml"/>
  <Override PartName="/ppt/slideLayouts/slideLayout90.xml" ContentType="application/vnd.openxmlformats-officedocument.presentationml.slideLayout+xml"/>
  <Override PartName="/ppt/slideLayouts/slideLayout91.xml" ContentType="application/vnd.openxmlformats-officedocument.presentationml.slideLayout+xml"/>
  <Override PartName="/ppt/slideLayouts/slideLayout92.xml" ContentType="application/vnd.openxmlformats-officedocument.presentationml.slideLayout+xml"/>
  <Override PartName="/ppt/slideLayouts/slideLayout93.xml" ContentType="application/vnd.openxmlformats-officedocument.presentationml.slideLayout+xml"/>
  <Override PartName="/ppt/slideLayouts/slideLayout94.xml" ContentType="application/vnd.openxmlformats-officedocument.presentationml.slideLayout+xml"/>
  <Override PartName="/ppt/slideLayouts/slideLayout95.xml" ContentType="application/vnd.openxmlformats-officedocument.presentationml.slideLayout+xml"/>
  <Override PartName="/ppt/slideLayouts/slideLayout96.xml" ContentType="application/vnd.openxmlformats-officedocument.presentationml.slideLayout+xml"/>
  <Override PartName="/ppt/slideLayouts/slideLayout97.xml" ContentType="application/vnd.openxmlformats-officedocument.presentationml.slideLayout+xml"/>
  <Override PartName="/ppt/slideLayouts/slideLayout98.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theme/theme4.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746" r:id="rId4"/>
    <p:sldMasterId id="2147483747" r:id="rId5"/>
    <p:sldMasterId id="2147483748" r:id="rId6"/>
  </p:sldMasterIdLst>
  <p:notesMasterIdLst>
    <p:notesMasterId r:id="rId7"/>
  </p:notesMasterIdLst>
  <p:sldIdLst>
    <p:sldId id="256" r:id="rId46"/>
    <p:sldId id="257" r:id="rId47"/>
    <p:sldId id="258" r:id="rId48"/>
    <p:sldId id="259" r:id="rId49"/>
    <p:sldId id="260" r:id="rId50"/>
    <p:sldId id="261" r:id="rId51"/>
    <p:sldId id="262" r:id="rId52"/>
    <p:sldId id="263" r:id="rId53"/>
    <p:sldId id="264" r:id="rId54"/>
    <p:sldId id="265" r:id="rId55"/>
    <p:sldId id="266" r:id="rId56"/>
    <p:sldId id="267" r:id="rId57"/>
    <p:sldId id="268" r:id="rId58"/>
    <p:sldId id="269" r:id="rId59"/>
    <p:sldId id="270" r:id="rId60"/>
    <p:sldId id="271" r:id="rId61"/>
    <p:sldId id="272" r:id="rId62"/>
    <p:sldId id="273" r:id="rId63"/>
    <p:sldId id="274" r:id="rId64"/>
    <p:sldId id="275" r:id="rId65"/>
    <p:sldId id="276" r:id="rId66"/>
    <p:sldId id="277" r:id="rId67"/>
    <p:sldId id="278" r:id="rId68"/>
    <p:sldId id="279" r:id="rId69"/>
  </p:sldIdLst>
  <p:sldSz cy="5143500" cx="9144000"/>
  <p:notesSz cx="6858000" cy="9144000"/>
  <p:embeddedFontLst>
    <p:embeddedFont>
      <p:font typeface="Space Mono"/>
      <p:regular r:id="rId119"/>
      <p:bold r:id="rId120"/>
      <p:italic r:id="rId121"/>
      <p:boldItalic r:id="rId122"/>
    </p:embeddedFont>
    <p:embeddedFont>
      <p:font typeface="Source Code Pro Light"/>
      <p:regular r:id="rId123"/>
      <p:bold r:id="rId124"/>
      <p:italic r:id="rId125"/>
      <p:boldItalic r:id="rId126"/>
    </p:embeddedFont>
    <p:embeddedFont>
      <p:font typeface="Inter SemiBold"/>
      <p:regular r:id="rId127"/>
      <p:bold r:id="rId128"/>
      <p:italic r:id="rId129"/>
      <p:boldItalic r:id="rId130"/>
    </p:embeddedFont>
    <p:embeddedFont>
      <p:font typeface="Source Code Pro ExtraLight"/>
      <p:regular r:id="rId131"/>
      <p:bold r:id="rId132"/>
      <p:italic r:id="rId133"/>
      <p:boldItalic r:id="rId134"/>
    </p:embeddedFont>
    <p:embeddedFont>
      <p:font typeface="Inter"/>
      <p:regular r:id="rId135"/>
      <p:bold r:id="rId136"/>
      <p:italic r:id="rId137"/>
      <p:boldItalic r:id="rId138"/>
    </p:embeddedFont>
    <p:embeddedFont>
      <p:font typeface="Source Code Pro"/>
      <p:regular r:id="rId139"/>
      <p:bold r:id="rId140"/>
      <p:italic r:id="rId141"/>
      <p:boldItalic r:id="rId142"/>
    </p:embeddedFont>
    <p:embeddedFont>
      <p:font typeface="Inter ExtraBold"/>
      <p:bold r:id="rId143"/>
      <p:boldItalic r:id="rId144"/>
    </p:embeddedFont>
    <p:embeddedFont>
      <p:font typeface="Helvetica Neue"/>
      <p:regular r:id="rId145"/>
      <p:bold r:id="rId146"/>
      <p:italic r:id="rId147"/>
      <p:boldItalic r:id="rId148"/>
    </p:embeddedFont>
    <p:embeddedFont>
      <p:font typeface="Helvetica Neue Light"/>
      <p:regular r:id="rId149"/>
      <p:bold r:id="rId150"/>
      <p:italic r:id="rId151"/>
      <p:boldItalic r:id="rId152"/>
    </p:embeddedFont>
    <p:embeddedFont>
      <p:font typeface="Inter Medium"/>
      <p:regular r:id="rId153"/>
      <p:bold r:id="rId154"/>
      <p:italic r:id="rId155"/>
      <p:boldItalic r:id="rId156"/>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162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1620" orient="horz"/>
        <p:guide pos="2880"/>
      </p:guideLst>
    </p:cSldViewPr>
  </p:slideViewPr>
</p:viewPr>
</file>

<file path=ppt/_rels/presentation.xml.rels><?xml version='1.0' encoding='UTF-8' standalone='yes'?>
<Relationships xmlns="http://schemas.openxmlformats.org/package/2006/relationships"><Relationship Id="rId1" Type="http://schemas.openxmlformats.org/officeDocument/2006/relationships/theme" Target="theme/theme2.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slideMaster" Target="slideMasters/slideMaster1.xml"/><Relationship Id="rId5" Type="http://schemas.openxmlformats.org/officeDocument/2006/relationships/slideMaster" Target="slideMasters/slideMaster2.xml"/><Relationship Id="rId6" Type="http://schemas.openxmlformats.org/officeDocument/2006/relationships/slideMaster" Target="slideMasters/slideMaster3.xml"/><Relationship Id="rId7" Type="http://schemas.openxmlformats.org/officeDocument/2006/relationships/notesMaster" Target="notesMasters/notesMaster1.xml"/><Relationship Id="rId46" Type="http://schemas.openxmlformats.org/officeDocument/2006/relationships/slide" Target="slides/slide1.xml"/><Relationship Id="rId47" Type="http://schemas.openxmlformats.org/officeDocument/2006/relationships/slide" Target="slides/slide2.xml"/><Relationship Id="rId48" Type="http://schemas.openxmlformats.org/officeDocument/2006/relationships/slide" Target="slides/slide3.xml"/><Relationship Id="rId49" Type="http://schemas.openxmlformats.org/officeDocument/2006/relationships/slide" Target="slides/slide4.xml"/><Relationship Id="rId50" Type="http://schemas.openxmlformats.org/officeDocument/2006/relationships/slide" Target="slides/slide5.xml"/><Relationship Id="rId51" Type="http://schemas.openxmlformats.org/officeDocument/2006/relationships/slide" Target="slides/slide6.xml"/><Relationship Id="rId52" Type="http://schemas.openxmlformats.org/officeDocument/2006/relationships/slide" Target="slides/slide7.xml"/><Relationship Id="rId53" Type="http://schemas.openxmlformats.org/officeDocument/2006/relationships/slide" Target="slides/slide8.xml"/><Relationship Id="rId54" Type="http://schemas.openxmlformats.org/officeDocument/2006/relationships/slide" Target="slides/slide9.xml"/><Relationship Id="rId55" Type="http://schemas.openxmlformats.org/officeDocument/2006/relationships/slide" Target="slides/slide10.xml"/><Relationship Id="rId56" Type="http://schemas.openxmlformats.org/officeDocument/2006/relationships/slide" Target="slides/slide11.xml"/><Relationship Id="rId57" Type="http://schemas.openxmlformats.org/officeDocument/2006/relationships/slide" Target="slides/slide12.xml"/><Relationship Id="rId58" Type="http://schemas.openxmlformats.org/officeDocument/2006/relationships/slide" Target="slides/slide13.xml"/><Relationship Id="rId59" Type="http://schemas.openxmlformats.org/officeDocument/2006/relationships/slide" Target="slides/slide14.xml"/><Relationship Id="rId60" Type="http://schemas.openxmlformats.org/officeDocument/2006/relationships/slide" Target="slides/slide15.xml"/><Relationship Id="rId61" Type="http://schemas.openxmlformats.org/officeDocument/2006/relationships/slide" Target="slides/slide16.xml"/><Relationship Id="rId62" Type="http://schemas.openxmlformats.org/officeDocument/2006/relationships/slide" Target="slides/slide17.xml"/><Relationship Id="rId63" Type="http://schemas.openxmlformats.org/officeDocument/2006/relationships/slide" Target="slides/slide18.xml"/><Relationship Id="rId64" Type="http://schemas.openxmlformats.org/officeDocument/2006/relationships/slide" Target="slides/slide19.xml"/><Relationship Id="rId65" Type="http://schemas.openxmlformats.org/officeDocument/2006/relationships/slide" Target="slides/slide20.xml"/><Relationship Id="rId66" Type="http://schemas.openxmlformats.org/officeDocument/2006/relationships/slide" Target="slides/slide21.xml"/><Relationship Id="rId67" Type="http://schemas.openxmlformats.org/officeDocument/2006/relationships/slide" Target="slides/slide22.xml"/><Relationship Id="rId68" Type="http://schemas.openxmlformats.org/officeDocument/2006/relationships/slide" Target="slides/slide23.xml"/><Relationship Id="rId69" Type="http://schemas.openxmlformats.org/officeDocument/2006/relationships/slide" Target="slides/slide24.xml"/><Relationship Id="rId119" Type="http://schemas.openxmlformats.org/officeDocument/2006/relationships/font" Target="fonts/SpaceMono-regular.fntdata"/><Relationship Id="rId120" Type="http://schemas.openxmlformats.org/officeDocument/2006/relationships/font" Target="fonts/SpaceMono-bold.fntdata"/><Relationship Id="rId121" Type="http://schemas.openxmlformats.org/officeDocument/2006/relationships/font" Target="fonts/SpaceMono-italic.fntdata"/><Relationship Id="rId122" Type="http://schemas.openxmlformats.org/officeDocument/2006/relationships/font" Target="fonts/SpaceMono-boldItalic.fntdata"/><Relationship Id="rId123" Type="http://schemas.openxmlformats.org/officeDocument/2006/relationships/font" Target="fonts/SourceCodeProLight-regular.fntdata"/><Relationship Id="rId124" Type="http://schemas.openxmlformats.org/officeDocument/2006/relationships/font" Target="fonts/SourceCodeProLight-bold.fntdata"/><Relationship Id="rId125" Type="http://schemas.openxmlformats.org/officeDocument/2006/relationships/font" Target="fonts/SourceCodeProLight-italic.fntdata"/><Relationship Id="rId126" Type="http://schemas.openxmlformats.org/officeDocument/2006/relationships/font" Target="fonts/SourceCodeProLight-boldItalic.fntdata"/><Relationship Id="rId127" Type="http://schemas.openxmlformats.org/officeDocument/2006/relationships/font" Target="fonts/InterSemiBold-regular.fntdata"/><Relationship Id="rId128" Type="http://schemas.openxmlformats.org/officeDocument/2006/relationships/font" Target="fonts/InterSemiBold-bold.fntdata"/><Relationship Id="rId129" Type="http://schemas.openxmlformats.org/officeDocument/2006/relationships/font" Target="fonts/InterSemiBold-italic.fntdata"/><Relationship Id="rId130" Type="http://schemas.openxmlformats.org/officeDocument/2006/relationships/font" Target="fonts/InterSemiBold-boldItalic.fntdata"/><Relationship Id="rId131" Type="http://schemas.openxmlformats.org/officeDocument/2006/relationships/font" Target="fonts/SourceCodeProExtraLight-regular.fntdata"/><Relationship Id="rId132" Type="http://schemas.openxmlformats.org/officeDocument/2006/relationships/font" Target="fonts/SourceCodeProExtraLight-bold.fntdata"/><Relationship Id="rId133" Type="http://schemas.openxmlformats.org/officeDocument/2006/relationships/font" Target="fonts/SourceCodeProExtraLight-italic.fntdata"/><Relationship Id="rId134" Type="http://schemas.openxmlformats.org/officeDocument/2006/relationships/font" Target="fonts/SourceCodeProExtraLight-boldItalic.fntdata"/><Relationship Id="rId135" Type="http://schemas.openxmlformats.org/officeDocument/2006/relationships/font" Target="fonts/Inter-regular.fntdata"/><Relationship Id="rId136" Type="http://schemas.openxmlformats.org/officeDocument/2006/relationships/font" Target="fonts/Inter-bold.fntdata"/><Relationship Id="rId137" Type="http://schemas.openxmlformats.org/officeDocument/2006/relationships/font" Target="fonts/Inter-italic.fntdata"/><Relationship Id="rId138" Type="http://schemas.openxmlformats.org/officeDocument/2006/relationships/font" Target="fonts/Inter-boldItalic.fntdata"/><Relationship Id="rId139" Type="http://schemas.openxmlformats.org/officeDocument/2006/relationships/font" Target="fonts/SourceCodePro-regular.fntdata"/><Relationship Id="rId140" Type="http://schemas.openxmlformats.org/officeDocument/2006/relationships/font" Target="fonts/SourceCodePro-bold.fntdata"/><Relationship Id="rId141" Type="http://schemas.openxmlformats.org/officeDocument/2006/relationships/font" Target="fonts/SourceCodePro-italic.fntdata"/><Relationship Id="rId142" Type="http://schemas.openxmlformats.org/officeDocument/2006/relationships/font" Target="fonts/SourceCodePro-boldItalic.fntdata"/><Relationship Id="rId143" Type="http://schemas.openxmlformats.org/officeDocument/2006/relationships/font" Target="fonts/InterExtraBold-bold.fntdata"/><Relationship Id="rId144" Type="http://schemas.openxmlformats.org/officeDocument/2006/relationships/font" Target="fonts/InterExtraBold-boldItalic.fntdata"/><Relationship Id="rId145" Type="http://schemas.openxmlformats.org/officeDocument/2006/relationships/font" Target="fonts/HelveticaNeue-regular.fntdata"/><Relationship Id="rId146" Type="http://schemas.openxmlformats.org/officeDocument/2006/relationships/font" Target="fonts/HelveticaNeue-bold.fntdata"/><Relationship Id="rId147" Type="http://schemas.openxmlformats.org/officeDocument/2006/relationships/font" Target="fonts/HelveticaNeue-italic.fntdata"/><Relationship Id="rId148" Type="http://schemas.openxmlformats.org/officeDocument/2006/relationships/font" Target="fonts/HelveticaNeue-boldItalic.fntdata"/><Relationship Id="rId149" Type="http://schemas.openxmlformats.org/officeDocument/2006/relationships/font" Target="fonts/HelveticaNeueLight-regular.fntdata"/><Relationship Id="rId150" Type="http://schemas.openxmlformats.org/officeDocument/2006/relationships/font" Target="fonts/HelveticaNeueLight-bold.fntdata"/><Relationship Id="rId151" Type="http://schemas.openxmlformats.org/officeDocument/2006/relationships/font" Target="fonts/HelveticaNeueLight-italic.fntdata"/><Relationship Id="rId152" Type="http://schemas.openxmlformats.org/officeDocument/2006/relationships/font" Target="fonts/HelveticaNeueLight-boldItalic.fntdata"/><Relationship Id="rId153" Type="http://schemas.openxmlformats.org/officeDocument/2006/relationships/font" Target="fonts/InterMedium-regular.fntdata"/><Relationship Id="rId154" Type="http://schemas.openxmlformats.org/officeDocument/2006/relationships/font" Target="fonts/InterMedium-bold.fntdata"/><Relationship Id="rId155" Type="http://schemas.openxmlformats.org/officeDocument/2006/relationships/font" Target="fonts/InterMedium-italic.fntdata"/><Relationship Id="rId156" Type="http://schemas.openxmlformats.org/officeDocument/2006/relationships/font" Target="fonts/InterMedium-boldItalic.fntdata"/></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4.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[18:00] Welcome, thanks for coming. I'm Travis. Tonight is a build night, so the plan is: a short talk, a few demos where you guess the answer first, and then most of the time you build. Tonight's topic is data collection and a risk hook. If you haven't run the setup yet, no stress, we'll sort it at the start of the mission.</a:t>
            </a:r>
          </a:p>
        </p:txBody>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[18:02] Quick progress circle. Workshop 1, on the 13th, we picked a trading bot and built a first one. Tonight is the first build night: we look at what data an agent actually needs, and how to stop it doing something silly. Next Tuesday, the twenty-seventh, is build night 2: data bars and change alerts. Go round the room: one line each, what did you build or try since Workshop 1, and is anything stuck? Then the question for tonight, on the slide: which data would hurt your agent most if it went stale? Keep that in your head. We come back to it at the end.</a:t>
            </a:r>
          </a:p>
        </p:txBody>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[18:10] Here is the shape of the night. Ten minutes of talk, twenty minutes of demos, twenty minutes of guided mission where we all do the same small thing, then fifty minutes of free build on whatever you want. Last ten minutes: show and tell and push. The demos are not me talking at you. Before each one I'll ask you to predict the result. Be wrong out loud, it's more useful.</a:t>
            </a:r>
          </a:p>
        </p:txBody>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[18:12] Same agent in both cards. Left, it gets a price that is one second old. Right, it gets a price that is four minutes old. The agent says the same thing: buy a small size. It doesn't know the second price is old. It sounds just as confident. The numbers here are illustrative, not a market quote. The point: a smart agent doesn't fix bad data. It just acts on it with confidence. So we are going to spend tonight on the data, and on a guard.</a:t>
            </a:r>
          </a:p>
        </p:txBody>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[18:13] Four kinds of data. I'll add one at a time and the picture stays in place. First, venue price. That's what you can actually trade at, right now. On Solana the easy way to ask is the Jupiter quote API: "if I sell one SOL, how many USDC do I get?" Jupiter routes across the pools, so the answer already includes fees and routing. No key needed. How it goes bad: it moves every second, and one venue is not the market. In the code this is the jupiterQuote collector.</a:t>
            </a:r>
          </a:p>
        </p:txBody>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[18:14] Second: oracle price. An oracle is a reference price that sits on chain, so programs can read it. We use Pyth. Reading its price account gives you three things: the price, a confidence band (how unsure it is), and when it was published. How it goes bad: it can be old, or the band can be wide. So you check the age and the confidence before you trust it. Collector name: pythOnChain.</a:t>
            </a:r>
          </a:p>
        </p:txBody>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[18:15] Third: ordering. What happened in which slot. A slot is the chain's clock, roughly 0.4 seconds each. If you read a price at slot N and another price at slot N plus nine, they are not from the same moment. In our snapshot you can see this as postedSlot and currentSlot for the Pyth price: how many slots ago was it posted. A mismatch here looks like a trade opportunity but it is just two different times.</a:t>
            </a:r>
          </a:p>
        </p:txBody>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[18:16] Fourth: inventory. What you hold right now. Token balances. Two classic failures. One, an old balance: you think you have the SOL, the last trade didn't go through. Two, the wrong unit: SOL is counted in lamports, one SOL is a billion lamports. Mix up the unit and your size is wildly off, up to a billion times. Tonight we won't connect a wallet. Inventory shows up as a number we pass in to the risk hook. All writes in this series are devnet only. Pause here and ask: which of these four have you used in your project?</a:t>
            </a:r>
          </a:p>
        </p:txBody>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[18:17] Now the guard. A risk hook is plain code that sits between the agent's idea and any action. No AI in it. It looks at the order and the data and either says yes, or says no and tells you why. Four rules in our sample: a max order size, 1,000 USD; a max gap between the price you are about to trade at and the oracle, 50 basis points; a max age for the oracle, 60 seconds; and a unit sanity check. One basis point is one hundredth of a percent. The point of "say why": when the agent is rejected, you can read the reason and fix the cause. The hook is the same function whether the idea came from a rule, a model or a student at 3am.</a:t>
            </a:r>
          </a:p>
        </p:txBody>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[18:18] Real numbers. SOL against USDC from three places: a Jupiter quote, the Pyth oracle, and the Orca pool. Look at the gaps in basis points. These are small, but they are not zero, and that gap is what a lot of strategies are trying to catch. Read the source line: these come from recorded data, with the capture date on the slide. Then the safety line, read it out: reads use public mainnet data; every write is devnet only; no real funds, no seed phrases. Nobody needs a wallet tonight.</a:t>
            </a:r>
          </a:p>
        </p:txBody>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[18:19] And this is what a collector looks like. It's short. It calls the public Jupiter quote API, no key, and turns the answer into a number. Note the comment about decimals: USDC has six decimals, so we divide by a million. That one line is the wrong-unit failure from slide 8, handled. If anything fails, it throws a clear error. Rate limited? It says so. It doesn't make up a price. You'll read the other two collectors in the repo.</a:t>
            </a:r>
          </a:p>
        </p:txBody>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[18:20] Demo one. First, predict. Do the three prices agree? How many basis points apart? Put a number on it, shout it out. Then I run the command. Default is recorded data, so it works without wifi. I'll run it live only if the network is behaving. Then open the price gap demo: scrub along the time axis and watch the gap open and close. Ask: is the gap ever big enough to matter after costs? We'll answer that in demo four. If the run fails: use the recorded flag, nothing else changes. Then flip the switch to Live: watch the slot number tick up and a new Jupiter, Pyth and Orca point land every five seconds. The prices move, the gaps stay small. If it hangs or shows the rate-limit pill, it has already gone back to Recorded; carry on from there.</a:t>
            </a:r>
          </a:p>
        </p:txBody>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[18:26] Demo two. Before I run: here is a list of orders, from small to large. Which ones will the hook let through? Which rule stops each one that doesn't? Let people guess. Then run it. A 250 USD buy passes. A 5,000 USD buy is rejected by max notional, and it says exactly that. In the lab demo, drag the max notional slider and watch orders flip. Ask: who would raise the limit, and what could go wrong? Same fallback: recorded data, same decisions every run. Then switch to Live and look at the top row: a 250 USD order priced at the live Jupiter quote, checked against the live oracle and its age, with the rule that fired. Drag max oracle gap down to 1 bps and watch that live row flip to rejected.</a:t>
            </a:r>
          </a:p>
        </p:txBody>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[18:31] Demo three. Strategies, the map. Seven families: cross-venue arbitrage, oracle versus pool basis, market making, trend, mean reversion, perpetual carry, and liquidations or events. Next to each, the data it needs. Click one in the demo and the data layers light up. Notice how many need more than one kind of data, and that most need ordering. Tell them the honest bit: most edges vanish after costs and latency. A strategy that looks good on a chart is only the start. We have five sample strategies in the repo, on recorded data, as examples to read. They are simulated and are not advice. Switch to Live and a signal box applies each sample strategy's entry rule to the live prices. Arbitrage needs an 8 bps gap and basis needs 4. Most of the time it says no trade, which is the honest picture.</a:t>
            </a:r>
          </a:p>
        </p:txBody>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[18:36] Demo four, the one I care about most. Fees and slippage. Move the sliders and watch gross turn into net. Predict first: at 5 basis points of fee and 2 of slippage, which strategy keeps its result? Then drag. Many of them shrink a lot. Some flip negative. That is the honest picture. Results are simulated, on recorded data, not advice. Your mission in a second is to do this yourself in code. Then switch to Live: the strip under the sliders shows the live Jupiter versus Orca gap next to the cost line. The gap sits far to the left of it. That is the whole lesson in one picture, and it is labelled live, not part of the simulation.</a:t>
            </a:r>
          </a:p>
        </p:txBody>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[19:22] These same demos are live online, so you can open them on your own laptop right now. Scan the code or type the short address. Everything runs in your browser from recorded data, so nothing to install. Move the sliders, break the limits, and see what changes. You can come back to them any time this week.</a:t>
            </a:r>
          </a:p>
        </p:txBody>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[18:40] Mission, twenty minutes, everyone together. One: run the sample code on recorded data. Two: before you look at the output, predict what the risk hook will do. Three: change one thing, either one risk limit, or add fees and slippage to a strategy. Four: chart the result, before and after. The finish line is one chart with a before and an after. If you don't have a coding agent, you can still do it: hand edit the number in the limits file, rerun, and compare. I'll walk around; hands up if stuck.</a:t>
            </a:r>
          </a:p>
        </p:txBody>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[19:00] Now free build for about fifty minutes. Five ideas if you don't have your own. Beginner: compare two prices and flag the gap; make the project run fully offline. Standard: test one strategy family from the map with fees and slippage; write a new risk rule. Advanced: add a data source. If you have your own project from Workshop 1, bring the risk hook into it, that's a great use of the time. Show-and-tell at 19:50, so have something to show, even if small.</a:t>
            </a:r>
          </a:p>
        </p:txBody>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[19:50] Three things. One bad input beats a smart agent. Four kinds of data: venue, oracle, ordering, inventory. And the risk hook is plain code that can say no and say why. Back to the question from the start: which data would hurt your strategy most if it went stale? Two or three answers from the room. And: what did costs do to your sample strategy?</a:t>
            </a:r>
          </a:p>
        </p:txBody>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[19:55] If you want to keep going after tonight. Beginner: change a limit and watch which orders flip. Standard: run a second strategy from the map with honest costs and compare the charts. Advanced: add a new pool or venue collector, or a staleness check that fires on old oracle data. Everything stays on recorded data or devnet.</a:t>
            </a:r>
          </a:p>
        </p:txBody>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[19:57] Share back. Tonight: push your branch to your own repo. Thursday the twenty-ninth: bring your chart, we start with those. Any time: send your repo link to the leads. We use it for our reporting. Thank you. See you Tuesday for build night 2.</a:t>
            </a:r>
          </a:p>
        </p:txBody>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[19:53] Here's the code. The repo link and the folder name go up here, and the QR goes straight to tonight's folder, so scan it now. Everything from every session lives in one repo, one folder per session. Two commands, from the demo slash code folder: npm install, then npm run demo with the recorded flag. That's it. Nothing else is needed: no keys, no AI credits, no wallet. Node is the only requirement. The slides are in the same folder under slides. If you haven't cloned it yet, do it now before you leave.</a:t>
            </a:r>
          </a:p>
        </p:txBody>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[19:58] If you want to talk trading, Solana or this series, here is how to reach me. LinkedIn on the left, Telegram on the right. Scan now, or take a photo of the slide.</a:t>
            </a:r>
          </a:p>
        </p:txBody>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[20:00] That's it for tonight. Push your branch before you leave, keep building if you want to, and bring your chart next Thursday, the twenty-ninth, when we look at bars and change alerts. Thanks for coming. If you have questions or want help setting up, find me or Emma, or message us on Telegram.</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 Id="rId3" Type="http://schemas.openxmlformats.org/officeDocument/2006/relationships/image" Target="../media/image4.pn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14.png"/><Relationship Id="rId4" Type="http://schemas.openxmlformats.org/officeDocument/2006/relationships/image" Target="../media/image24.pn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2.png"/><Relationship Id="rId3" Type="http://schemas.openxmlformats.org/officeDocument/2006/relationships/image" Target="../media/image3.png"/><Relationship Id="rId4" Type="http://schemas.openxmlformats.org/officeDocument/2006/relationships/image" Target="../media/image4.pn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5.pn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pn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png"/><Relationship Id="rId3" Type="http://schemas.openxmlformats.org/officeDocument/2006/relationships/image" Target="../media/image13.png"/><Relationship Id="rId4" Type="http://schemas.openxmlformats.org/officeDocument/2006/relationships/image" Target="../media/image3.png"/><Relationship Id="rId5" Type="http://schemas.openxmlformats.org/officeDocument/2006/relationships/image" Target="../media/image4.pn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 Id="rId3" Type="http://schemas.openxmlformats.org/officeDocument/2006/relationships/image" Target="../media/image4.png"/></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 Id="rId3" Type="http://schemas.openxmlformats.org/officeDocument/2006/relationships/image" Target="../media/image4.png"/></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 Id="rId3" Type="http://schemas.openxmlformats.org/officeDocument/2006/relationships/image" Target="../media/image4.png"/></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 Id="rId3" Type="http://schemas.openxmlformats.org/officeDocument/2006/relationships/image" Target="../media/image4.png"/></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png"/><Relationship Id="rId3" Type="http://schemas.openxmlformats.org/officeDocument/2006/relationships/image" Target="../media/image3.png"/><Relationship Id="rId4" Type="http://schemas.openxmlformats.org/officeDocument/2006/relationships/image" Target="../media/image4.png"/></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0.png"/><Relationship Id="rId3" Type="http://schemas.openxmlformats.org/officeDocument/2006/relationships/image" Target="../media/image4.pn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94.png"/><Relationship Id="rId3" Type="http://schemas.openxmlformats.org/officeDocument/2006/relationships/image" Target="../media/image11.png"/><Relationship Id="rId4" Type="http://schemas.openxmlformats.org/officeDocument/2006/relationships/image" Target="../media/image18.png"/><Relationship Id="rId5" Type="http://schemas.openxmlformats.org/officeDocument/2006/relationships/image" Target="../media/image9.png"/></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04.png"/><Relationship Id="rId3" Type="http://schemas.openxmlformats.org/officeDocument/2006/relationships/image" Target="../media/image17.png"/><Relationship Id="rId4" Type="http://schemas.openxmlformats.org/officeDocument/2006/relationships/image" Target="../media/image18.png"/><Relationship Id="rId5" Type="http://schemas.openxmlformats.org/officeDocument/2006/relationships/image" Target="../media/image9.png"/></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9.png"/><Relationship Id="rId3" Type="http://schemas.openxmlformats.org/officeDocument/2006/relationships/image" Target="../media/image19.png"/></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0.png"/><Relationship Id="rId3" Type="http://schemas.openxmlformats.org/officeDocument/2006/relationships/image" Target="../media/image1.png"/><Relationship Id="rId4" Type="http://schemas.openxmlformats.org/officeDocument/2006/relationships/image" Target="../media/image19.png"/></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 Id="rId3" Type="http://schemas.openxmlformats.org/officeDocument/2006/relationships/image" Target="../media/image20.png"/><Relationship Id="rId4" Type="http://schemas.openxmlformats.org/officeDocument/2006/relationships/image" Target="../media/image18.png"/></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 Id="rId3" Type="http://schemas.openxmlformats.org/officeDocument/2006/relationships/image" Target="../media/image20.png"/><Relationship Id="rId4" Type="http://schemas.openxmlformats.org/officeDocument/2006/relationships/image" Target="../media/image18.png"/></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52.png"/><Relationship Id="rId3" Type="http://schemas.openxmlformats.org/officeDocument/2006/relationships/image" Target="../media/image18.png"/></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9.png"/></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3.png"/><Relationship Id="rId3" Type="http://schemas.openxmlformats.org/officeDocument/2006/relationships/image" Target="../media/image19.png"/></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9.png"/><Relationship Id="rId3" Type="http://schemas.openxmlformats.org/officeDocument/2006/relationships/image" Target="../media/image19.png"/><Relationship Id="rId4" Type="http://schemas.openxmlformats.org/officeDocument/2006/relationships/image" Target="../media/image22.png"/></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9.png"/><Relationship Id="rId3" Type="http://schemas.openxmlformats.org/officeDocument/2006/relationships/image" Target="../media/image19.png"/></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9.png"/><Relationship Id="rId3" Type="http://schemas.openxmlformats.org/officeDocument/2006/relationships/image" Target="../media/image19.png"/></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2.png"/><Relationship Id="rId3" Type="http://schemas.openxmlformats.org/officeDocument/2006/relationships/image" Target="../media/image9.png"/><Relationship Id="rId4" Type="http://schemas.openxmlformats.org/officeDocument/2006/relationships/image" Target="../media/image19.png"/></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1.png"/><Relationship Id="rId3" Type="http://schemas.openxmlformats.org/officeDocument/2006/relationships/image" Target="../media/image22.png"/><Relationship Id="rId4" Type="http://schemas.openxmlformats.org/officeDocument/2006/relationships/image" Target="../media/image9.png"/><Relationship Id="rId5" Type="http://schemas.openxmlformats.org/officeDocument/2006/relationships/image" Target="../media/image19.png"/></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7.png"/><Relationship Id="rId3" Type="http://schemas.openxmlformats.org/officeDocument/2006/relationships/image" Target="../media/image33.png"/><Relationship Id="rId4" Type="http://schemas.openxmlformats.org/officeDocument/2006/relationships/image" Target="../media/image9.png"/><Relationship Id="rId5" Type="http://schemas.openxmlformats.org/officeDocument/2006/relationships/image" Target="../media/image19.png"/></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9.png"/></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86.png"/><Relationship Id="rId3" Type="http://schemas.openxmlformats.org/officeDocument/2006/relationships/image" Target="../media/image9.png"/><Relationship Id="rId4" Type="http://schemas.openxmlformats.org/officeDocument/2006/relationships/image" Target="../media/image18.png"/></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93.png"/><Relationship Id="rId3" Type="http://schemas.openxmlformats.org/officeDocument/2006/relationships/image" Target="../media/image9.png"/><Relationship Id="rId4" Type="http://schemas.openxmlformats.org/officeDocument/2006/relationships/image" Target="../media/image18.png"/></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78.png"/><Relationship Id="rId3" Type="http://schemas.openxmlformats.org/officeDocument/2006/relationships/image" Target="../media/image9.png"/><Relationship Id="rId4" Type="http://schemas.openxmlformats.org/officeDocument/2006/relationships/image" Target="../media/image19.png"/></Relationships>
</file>

<file path=ppt/slideLayouts/_rels/slideLayout4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79.png"/><Relationship Id="rId3" Type="http://schemas.openxmlformats.org/officeDocument/2006/relationships/image" Target="../media/image9.png"/><Relationship Id="rId4" Type="http://schemas.openxmlformats.org/officeDocument/2006/relationships/image" Target="../media/image19.png"/></Relationships>
</file>

<file path=ppt/slideLayouts/_rels/slideLayout4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95.png"/><Relationship Id="rId3" Type="http://schemas.openxmlformats.org/officeDocument/2006/relationships/image" Target="../media/image9.png"/><Relationship Id="rId4" Type="http://schemas.openxmlformats.org/officeDocument/2006/relationships/image" Target="../media/image19.png"/></Relationships>
</file>

<file path=ppt/slideLayouts/_rels/slideLayout4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07.png"/><Relationship Id="rId3" Type="http://schemas.openxmlformats.org/officeDocument/2006/relationships/image" Target="../media/image9.png"/><Relationship Id="rId4" Type="http://schemas.openxmlformats.org/officeDocument/2006/relationships/image" Target="../media/image19.png"/></Relationships>
</file>

<file path=ppt/slideLayouts/_rels/slideLayout4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9.png"/><Relationship Id="rId3" Type="http://schemas.openxmlformats.org/officeDocument/2006/relationships/image" Target="../media/image19.png"/></Relationships>
</file>

<file path=ppt/slideLayouts/_rels/slideLayout5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6.png"/><Relationship Id="rId3" Type="http://schemas.openxmlformats.org/officeDocument/2006/relationships/image" Target="../media/image30.png"/><Relationship Id="rId4" Type="http://schemas.openxmlformats.org/officeDocument/2006/relationships/image" Target="../media/image28.png"/><Relationship Id="rId5" Type="http://schemas.openxmlformats.org/officeDocument/2006/relationships/image" Target="../media/image29.png"/><Relationship Id="rId6" Type="http://schemas.openxmlformats.org/officeDocument/2006/relationships/image" Target="../media/image9.png"/><Relationship Id="rId7" Type="http://schemas.openxmlformats.org/officeDocument/2006/relationships/image" Target="../media/image19.png"/></Relationships>
</file>

<file path=ppt/slideLayouts/_rels/slideLayout5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9.png"/></Relationships>
</file>

<file path=ppt/slideLayouts/_rels/slideLayout5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9.png"/></Relationships>
</file>

<file path=ppt/slideLayouts/_rels/slideLayout5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9.png"/><Relationship Id="rId3" Type="http://schemas.openxmlformats.org/officeDocument/2006/relationships/image" Target="../media/image34.png"/></Relationships>
</file>

<file path=ppt/slideLayouts/_rels/slideLayout5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9.png"/></Relationships>
</file>

<file path=ppt/slideLayouts/_rels/slideLayout5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9.png"/></Relationships>
</file>

<file path=ppt/slideLayouts/_rels/slideLayout5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9.png"/></Relationships>
</file>

<file path=ppt/slideLayouts/_rels/slideLayout5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9.png"/></Relationships>
</file>

<file path=ppt/slideLayouts/_rels/slideLayout5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9.png"/></Relationships>
</file>

<file path=ppt/slideLayouts/_rels/slideLayout5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1.png"/><Relationship Id="rId3" Type="http://schemas.openxmlformats.org/officeDocument/2006/relationships/image" Target="../media/image19.png"/></Relationships>
</file>

<file path=ppt/slideLayouts/_rels/slideLayout6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2.png"/><Relationship Id="rId3" Type="http://schemas.openxmlformats.org/officeDocument/2006/relationships/image" Target="../media/image19.png"/></Relationships>
</file>

<file path=ppt/slideLayouts/_rels/slideLayout6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52.png"/></Relationships>
</file>

<file path=ppt/slideLayouts/_rels/slideLayout6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8.png"/><Relationship Id="rId3" Type="http://schemas.openxmlformats.org/officeDocument/2006/relationships/image" Target="../media/image36.png"/><Relationship Id="rId4" Type="http://schemas.openxmlformats.org/officeDocument/2006/relationships/image" Target="../media/image35.png"/><Relationship Id="rId5" Type="http://schemas.openxmlformats.org/officeDocument/2006/relationships/image" Target="../media/image37.png"/><Relationship Id="rId6" Type="http://schemas.openxmlformats.org/officeDocument/2006/relationships/image" Target="../media/image49.png"/><Relationship Id="rId7" Type="http://schemas.openxmlformats.org/officeDocument/2006/relationships/image" Target="../media/image43.png"/><Relationship Id="rId8" Type="http://schemas.openxmlformats.org/officeDocument/2006/relationships/image" Target="../media/image47.png"/><Relationship Id="rId9" Type="http://schemas.openxmlformats.org/officeDocument/2006/relationships/image" Target="../media/image44.png"/><Relationship Id="rId10" Type="http://schemas.openxmlformats.org/officeDocument/2006/relationships/image" Target="../media/image46.png"/><Relationship Id="rId11" Type="http://schemas.openxmlformats.org/officeDocument/2006/relationships/image" Target="../media/image40.png"/><Relationship Id="rId12" Type="http://schemas.openxmlformats.org/officeDocument/2006/relationships/image" Target="../media/image42.png"/><Relationship Id="rId13" Type="http://schemas.openxmlformats.org/officeDocument/2006/relationships/image" Target="../media/image39.png"/><Relationship Id="rId14" Type="http://schemas.openxmlformats.org/officeDocument/2006/relationships/image" Target="../media/image41.png"/><Relationship Id="rId15" Type="http://schemas.openxmlformats.org/officeDocument/2006/relationships/image" Target="../media/image55.png"/><Relationship Id="rId16" Type="http://schemas.openxmlformats.org/officeDocument/2006/relationships/image" Target="../media/image51.png"/><Relationship Id="rId17" Type="http://schemas.openxmlformats.org/officeDocument/2006/relationships/image" Target="../media/image45.png"/><Relationship Id="rId18" Type="http://schemas.openxmlformats.org/officeDocument/2006/relationships/image" Target="../media/image60.png"/><Relationship Id="rId19" Type="http://schemas.openxmlformats.org/officeDocument/2006/relationships/image" Target="../media/image50.png"/><Relationship Id="rId20" Type="http://schemas.openxmlformats.org/officeDocument/2006/relationships/image" Target="../media/image53.png"/><Relationship Id="rId21" Type="http://schemas.openxmlformats.org/officeDocument/2006/relationships/image" Target="../media/image54.png"/><Relationship Id="rId22" Type="http://schemas.openxmlformats.org/officeDocument/2006/relationships/image" Target="../media/image48.png"/><Relationship Id="rId23" Type="http://schemas.openxmlformats.org/officeDocument/2006/relationships/image" Target="../media/image56.png"/><Relationship Id="rId24" Type="http://schemas.openxmlformats.org/officeDocument/2006/relationships/image" Target="../media/image58.png"/><Relationship Id="rId25" Type="http://schemas.openxmlformats.org/officeDocument/2006/relationships/image" Target="../media/image65.png"/><Relationship Id="rId26" Type="http://schemas.openxmlformats.org/officeDocument/2006/relationships/image" Target="../media/image64.png"/><Relationship Id="rId27" Type="http://schemas.openxmlformats.org/officeDocument/2006/relationships/image" Target="../media/image62.png"/><Relationship Id="rId28" Type="http://schemas.openxmlformats.org/officeDocument/2006/relationships/image" Target="../media/image57.png"/><Relationship Id="rId29" Type="http://schemas.openxmlformats.org/officeDocument/2006/relationships/image" Target="../media/image59.png"/><Relationship Id="rId30" Type="http://schemas.openxmlformats.org/officeDocument/2006/relationships/image" Target="../media/image77.png"/><Relationship Id="rId31" Type="http://schemas.openxmlformats.org/officeDocument/2006/relationships/image" Target="../media/image71.png"/><Relationship Id="rId32" Type="http://schemas.openxmlformats.org/officeDocument/2006/relationships/image" Target="../media/image63.png"/><Relationship Id="rId33" Type="http://schemas.openxmlformats.org/officeDocument/2006/relationships/image" Target="../media/image75.png"/></Relationships>
</file>

<file path=ppt/slideLayouts/_rels/slideLayout6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 Id="rId3" Type="http://schemas.openxmlformats.org/officeDocument/2006/relationships/image" Target="../media/image4.png"/></Relationships>
</file>

<file path=ppt/slideLayouts/_rels/slideLayout6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85.png"/></Relationships>
</file>

<file path=ppt/slideLayouts/_rels/slideLayout6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7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71.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66.png"/></Relationships>
</file>

<file path=ppt/slideLayouts/_rels/slideLayout72.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85.png"/></Relationships>
</file>

<file path=ppt/slideLayouts/_rels/slideLayout7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74.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73.png"/></Relationships>
</file>

<file path=ppt/slideLayouts/_rels/slideLayout7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76.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8.png"/><Relationship Id="rId3" Type="http://schemas.openxmlformats.org/officeDocument/2006/relationships/image" Target="../media/image13.png"/><Relationship Id="rId4" Type="http://schemas.openxmlformats.org/officeDocument/2006/relationships/image" Target="../media/image3.png"/><Relationship Id="rId5" Type="http://schemas.openxmlformats.org/officeDocument/2006/relationships/image" Target="../media/image4.png"/></Relationships>
</file>

<file path=ppt/slideLayouts/_rels/slideLayout77.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7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7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80.png"/></Relationships>
</file>

<file path=ppt/slideLayouts/_rels/slideLayout80.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92.png"/></Relationships>
</file>

<file path=ppt/slideLayouts/_rels/slideLayout81.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82.png"/></Relationships>
</file>

<file path=ppt/slideLayouts/_rels/slideLayout82.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83.png"/></Relationships>
</file>

<file path=ppt/slideLayouts/_rels/slideLayout83.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90.png"/></Relationships>
</file>

<file path=ppt/slideLayouts/_rels/slideLayout84.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8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8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87.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8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89.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9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9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92.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9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94.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9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9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97.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3.png"/><Relationship Id="rId3" Type="http://schemas.openxmlformats.org/officeDocument/2006/relationships/image" Target="../media/image4.png"/></Relationships>
</file>

<file path=ppt/slideLayouts/_rels/slideLayout98.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4.png"/></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9" name="Shape 9"/>
        <p:cNvGrpSpPr/>
        <p:nvPr/>
      </p:nvGrpSpPr>
      <p:grpSpPr>
        <a:xfrm>
          <a:off x="0" y="0"/>
          <a:ext cx="0" cy="0"/>
          <a:chOff x="0" y="0"/>
          <a:chExt cx="0" cy="0"/>
        </a:xfrm>
      </p:grpSpPr>
      <p:sp>
        <p:nvSpPr>
          <p:cNvPr id="10" name="Google Shape;10;p2"/>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algn="ctr">
              <a:spcBef>
                <a:spcPts val="0"/>
              </a:spcBef>
              <a:spcAft>
                <a:spcPts val="0"/>
              </a:spcAft>
              <a:buSzPts val="5200"/>
              <a:buNone/>
              <a:defRPr sz="5200"/>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p:txBody>
      </p:sp>
      <p:sp>
        <p:nvSpPr>
          <p:cNvPr id="11" name="Google Shape;11;p2"/>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p:txBody>
      </p:sp>
      <p:sp>
        <p:nvSpPr>
          <p:cNvPr id="12" name="Google Shape;12;p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13" name="Shape 13"/>
        <p:cNvGrpSpPr/>
        <p:nvPr/>
      </p:nvGrpSpPr>
      <p:grpSpPr>
        <a:xfrm>
          <a:off x="0" y="0"/>
          <a:ext cx="0" cy="0"/>
          <a:chOff x="0" y="0"/>
          <a:chExt cx="0" cy="0"/>
        </a:xfrm>
      </p:grpSpPr>
      <p:sp>
        <p:nvSpPr>
          <p:cNvPr id="14" name="Google Shape;14;p3"/>
          <p:cNvSpPr txBox="1"/>
          <p:nvPr>
            <p:ph type="title"/>
          </p:nvPr>
        </p:nvSpPr>
        <p:spPr>
          <a:xfrm>
            <a:off x="311700" y="2150850"/>
            <a:ext cx="8520600" cy="841800"/>
          </a:xfrm>
          <a:prstGeom prst="rect">
            <a:avLst/>
          </a:prstGeom>
        </p:spPr>
        <p:txBody>
          <a:bodyPr anchorCtr="0" anchor="ctr" bIns="91425" lIns="91425" spcFirstLastPara="1" rIns="91425" wrap="square" tIns="91425">
            <a:normAutofit/>
          </a:bodyPr>
          <a:lstStyle>
            <a:lvl1pPr lvl="0" algn="ctr">
              <a:spcBef>
                <a:spcPts val="0"/>
              </a:spcBef>
              <a:spcAft>
                <a:spcPts val="0"/>
              </a:spcAft>
              <a:buSzPts val="3600"/>
              <a:buNone/>
              <a:defRPr sz="36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p:txBody>
      </p:sp>
      <p:sp>
        <p:nvSpPr>
          <p:cNvPr id="15" name="Google Shape;15;p3"/>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6" name="Shape 16"/>
        <p:cNvGrpSpPr/>
        <p:nvPr/>
      </p:nvGrpSpPr>
      <p:grpSpPr>
        <a:xfrm>
          <a:off x="0" y="0"/>
          <a:ext cx="0" cy="0"/>
          <a:chOff x="0" y="0"/>
          <a:chExt cx="0" cy="0"/>
        </a:xfrm>
      </p:grpSpPr>
      <p:sp>
        <p:nvSpPr>
          <p:cNvPr id="17" name="Google Shape;17;p4"/>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18" name="Google Shape;18;p4"/>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19" name="Google Shape;19;p4"/>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20" name="Shape 20"/>
        <p:cNvGrpSpPr/>
        <p:nvPr/>
      </p:nvGrpSpPr>
      <p:grpSpPr>
        <a:xfrm>
          <a:off x="0" y="0"/>
          <a:ext cx="0" cy="0"/>
          <a:chOff x="0" y="0"/>
          <a:chExt cx="0" cy="0"/>
        </a:xfrm>
      </p:grpSpPr>
      <p:sp>
        <p:nvSpPr>
          <p:cNvPr id="21" name="Google Shape;21;p5"/>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2" name="Google Shape;22;p5"/>
          <p:cNvSpPr txBox="1"/>
          <p:nvPr>
            <p:ph idx="1" type="body"/>
          </p:nvPr>
        </p:nvSpPr>
        <p:spPr>
          <a:xfrm>
            <a:off x="3117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3" name="Google Shape;23;p5"/>
          <p:cNvSpPr txBox="1"/>
          <p:nvPr>
            <p:ph idx="2" type="body"/>
          </p:nvPr>
        </p:nvSpPr>
        <p:spPr>
          <a:xfrm>
            <a:off x="48324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4" name="Google Shape;24;p5"/>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25" name="Shape 25"/>
        <p:cNvGrpSpPr/>
        <p:nvPr/>
      </p:nvGrpSpPr>
      <p:grpSpPr>
        <a:xfrm>
          <a:off x="0" y="0"/>
          <a:ext cx="0" cy="0"/>
          <a:chOff x="0" y="0"/>
          <a:chExt cx="0" cy="0"/>
        </a:xfrm>
      </p:grpSpPr>
      <p:sp>
        <p:nvSpPr>
          <p:cNvPr id="26" name="Google Shape;26;p6"/>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7" name="Google Shape;27;p6"/>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 text">
  <p:cSld name="ONE_COLUMN_TEXT">
    <p:spTree>
      <p:nvGrpSpPr>
        <p:cNvPr id="28" name="Shape 28"/>
        <p:cNvGrpSpPr/>
        <p:nvPr/>
      </p:nvGrpSpPr>
      <p:grpSpPr>
        <a:xfrm>
          <a:off x="0" y="0"/>
          <a:ext cx="0" cy="0"/>
          <a:chOff x="0" y="0"/>
          <a:chExt cx="0" cy="0"/>
        </a:xfrm>
      </p:grpSpPr>
      <p:sp>
        <p:nvSpPr>
          <p:cNvPr id="29" name="Google Shape;29;p7"/>
          <p:cNvSpPr txBox="1"/>
          <p:nvPr>
            <p:ph type="title"/>
          </p:nvPr>
        </p:nvSpPr>
        <p:spPr>
          <a:xfrm>
            <a:off x="311700" y="555600"/>
            <a:ext cx="2808000" cy="755700"/>
          </a:xfrm>
          <a:prstGeom prst="rect">
            <a:avLst/>
          </a:prstGeom>
        </p:spPr>
        <p:txBody>
          <a:bodyPr anchorCtr="0" anchor="b" bIns="91425" lIns="91425" spcFirstLastPara="1" rIns="91425" wrap="square" tIns="91425">
            <a:normAutofit/>
          </a:bodyPr>
          <a:lstStyle>
            <a:lvl1pPr lvl="0">
              <a:spcBef>
                <a:spcPts val="0"/>
              </a:spcBef>
              <a:spcAft>
                <a:spcPts val="0"/>
              </a:spcAft>
              <a:buSzPts val="2400"/>
              <a:buNone/>
              <a:defRPr sz="2400"/>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p:txBody>
      </p:sp>
      <p:sp>
        <p:nvSpPr>
          <p:cNvPr id="30" name="Google Shape;30;p7"/>
          <p:cNvSpPr txBox="1"/>
          <p:nvPr>
            <p:ph idx="1" type="body"/>
          </p:nvPr>
        </p:nvSpPr>
        <p:spPr>
          <a:xfrm>
            <a:off x="311700" y="1389600"/>
            <a:ext cx="2808000" cy="3179400"/>
          </a:xfrm>
          <a:prstGeom prst="rect">
            <a:avLst/>
          </a:prstGeom>
        </p:spPr>
        <p:txBody>
          <a:bodyPr anchorCtr="0" anchor="t" bIns="91425" lIns="91425" spcFirstLastPara="1" rIns="91425" wrap="square" tIns="91425">
            <a:normAutofit/>
          </a:bodyPr>
          <a:lstStyle>
            <a:lvl1pPr indent="-304800" lvl="0" marL="457200">
              <a:spcBef>
                <a:spcPts val="0"/>
              </a:spcBef>
              <a:spcAft>
                <a:spcPts val="0"/>
              </a:spcAft>
              <a:buSzPts val="1200"/>
              <a:buChar char="●"/>
              <a:defRPr sz="12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31" name="Google Shape;31;p7"/>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Main point">
  <p:cSld name="MAIN_POINT">
    <p:spTree>
      <p:nvGrpSpPr>
        <p:cNvPr id="32" name="Shape 32"/>
        <p:cNvGrpSpPr/>
        <p:nvPr/>
      </p:nvGrpSpPr>
      <p:grpSpPr>
        <a:xfrm>
          <a:off x="0" y="0"/>
          <a:ext cx="0" cy="0"/>
          <a:chOff x="0" y="0"/>
          <a:chExt cx="0" cy="0"/>
        </a:xfrm>
      </p:grpSpPr>
      <p:sp>
        <p:nvSpPr>
          <p:cNvPr id="33" name="Google Shape;33;p8"/>
          <p:cNvSpPr txBox="1"/>
          <p:nvPr>
            <p:ph type="title"/>
          </p:nvPr>
        </p:nvSpPr>
        <p:spPr>
          <a:xfrm>
            <a:off x="490250" y="450150"/>
            <a:ext cx="6367800" cy="4090800"/>
          </a:xfrm>
          <a:prstGeom prst="rect">
            <a:avLst/>
          </a:prstGeom>
        </p:spPr>
        <p:txBody>
          <a:bodyPr anchorCtr="0" anchor="ctr" bIns="91425" lIns="91425" spcFirstLastPara="1" rIns="91425" wrap="square" tIns="91425">
            <a:normAutofit/>
          </a:bodyPr>
          <a:lstStyle>
            <a:lvl1pPr lvl="0">
              <a:spcBef>
                <a:spcPts val="0"/>
              </a:spcBef>
              <a:spcAft>
                <a:spcPts val="0"/>
              </a:spcAft>
              <a:buSzPts val="4800"/>
              <a:buNone/>
              <a:defRPr sz="4800"/>
            </a:lvl1pPr>
            <a:lvl2pPr lvl="1">
              <a:spcBef>
                <a:spcPts val="0"/>
              </a:spcBef>
              <a:spcAft>
                <a:spcPts val="0"/>
              </a:spcAft>
              <a:buSzPts val="4800"/>
              <a:buNone/>
              <a:defRPr sz="4800"/>
            </a:lvl2pPr>
            <a:lvl3pPr lvl="2">
              <a:spcBef>
                <a:spcPts val="0"/>
              </a:spcBef>
              <a:spcAft>
                <a:spcPts val="0"/>
              </a:spcAft>
              <a:buSzPts val="4800"/>
              <a:buNone/>
              <a:defRPr sz="4800"/>
            </a:lvl3pPr>
            <a:lvl4pPr lvl="3">
              <a:spcBef>
                <a:spcPts val="0"/>
              </a:spcBef>
              <a:spcAft>
                <a:spcPts val="0"/>
              </a:spcAft>
              <a:buSzPts val="4800"/>
              <a:buNone/>
              <a:defRPr sz="4800"/>
            </a:lvl4pPr>
            <a:lvl5pPr lvl="4">
              <a:spcBef>
                <a:spcPts val="0"/>
              </a:spcBef>
              <a:spcAft>
                <a:spcPts val="0"/>
              </a:spcAft>
              <a:buSzPts val="4800"/>
              <a:buNone/>
              <a:defRPr sz="4800"/>
            </a:lvl5pPr>
            <a:lvl6pPr lvl="5">
              <a:spcBef>
                <a:spcPts val="0"/>
              </a:spcBef>
              <a:spcAft>
                <a:spcPts val="0"/>
              </a:spcAft>
              <a:buSzPts val="4800"/>
              <a:buNone/>
              <a:defRPr sz="4800"/>
            </a:lvl6pPr>
            <a:lvl7pPr lvl="6">
              <a:spcBef>
                <a:spcPts val="0"/>
              </a:spcBef>
              <a:spcAft>
                <a:spcPts val="0"/>
              </a:spcAft>
              <a:buSzPts val="4800"/>
              <a:buNone/>
              <a:defRPr sz="4800"/>
            </a:lvl7pPr>
            <a:lvl8pPr lvl="7">
              <a:spcBef>
                <a:spcPts val="0"/>
              </a:spcBef>
              <a:spcAft>
                <a:spcPts val="0"/>
              </a:spcAft>
              <a:buSzPts val="4800"/>
              <a:buNone/>
              <a:defRPr sz="4800"/>
            </a:lvl8pPr>
            <a:lvl9pPr lvl="8">
              <a:spcBef>
                <a:spcPts val="0"/>
              </a:spcBef>
              <a:spcAft>
                <a:spcPts val="0"/>
              </a:spcAft>
              <a:buSzPts val="4800"/>
              <a:buNone/>
              <a:defRPr sz="4800"/>
            </a:lvl9pPr>
          </a:lstStyle>
          <a:p/>
        </p:txBody>
      </p:sp>
      <p:sp>
        <p:nvSpPr>
          <p:cNvPr id="34" name="Google Shape;34;p8"/>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35" name="Shape 35"/>
        <p:cNvGrpSpPr/>
        <p:nvPr/>
      </p:nvGrpSpPr>
      <p:grpSpPr>
        <a:xfrm>
          <a:off x="0" y="0"/>
          <a:ext cx="0" cy="0"/>
          <a:chOff x="0" y="0"/>
          <a:chExt cx="0" cy="0"/>
        </a:xfrm>
      </p:grpSpPr>
      <p:sp>
        <p:nvSpPr>
          <p:cNvPr id="36" name="Google Shape;36;p9"/>
          <p:cNvSpPr/>
          <p:nvPr/>
        </p:nvSpPr>
        <p:spPr>
          <a:xfrm>
            <a:off x="4572000" y="-125"/>
            <a:ext cx="4572000" cy="5143500"/>
          </a:xfrm>
          <a:prstGeom prst="rect">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 name="Google Shape;37;p9"/>
          <p:cNvSpPr txBox="1"/>
          <p:nvPr>
            <p:ph type="title"/>
          </p:nvPr>
        </p:nvSpPr>
        <p:spPr>
          <a:xfrm>
            <a:off x="265500" y="1233175"/>
            <a:ext cx="4045200" cy="1482300"/>
          </a:xfrm>
          <a:prstGeom prst="rect">
            <a:avLst/>
          </a:prstGeom>
        </p:spPr>
        <p:txBody>
          <a:bodyPr anchorCtr="0" anchor="b" bIns="91425" lIns="91425" spcFirstLastPara="1" rIns="91425" wrap="square" tIns="91425">
            <a:normAutofit/>
          </a:bodyPr>
          <a:lstStyle>
            <a:lvl1pPr lvl="0" algn="ctr">
              <a:spcBef>
                <a:spcPts val="0"/>
              </a:spcBef>
              <a:spcAft>
                <a:spcPts val="0"/>
              </a:spcAft>
              <a:buSzPts val="4200"/>
              <a:buNone/>
              <a:defRPr sz="4200"/>
            </a:lvl1pPr>
            <a:lvl2pPr lvl="1" algn="ctr">
              <a:spcBef>
                <a:spcPts val="0"/>
              </a:spcBef>
              <a:spcAft>
                <a:spcPts val="0"/>
              </a:spcAft>
              <a:buSzPts val="4200"/>
              <a:buNone/>
              <a:defRPr sz="4200"/>
            </a:lvl2pPr>
            <a:lvl3pPr lvl="2" algn="ctr">
              <a:spcBef>
                <a:spcPts val="0"/>
              </a:spcBef>
              <a:spcAft>
                <a:spcPts val="0"/>
              </a:spcAft>
              <a:buSzPts val="4200"/>
              <a:buNone/>
              <a:defRPr sz="4200"/>
            </a:lvl3pPr>
            <a:lvl4pPr lvl="3" algn="ctr">
              <a:spcBef>
                <a:spcPts val="0"/>
              </a:spcBef>
              <a:spcAft>
                <a:spcPts val="0"/>
              </a:spcAft>
              <a:buSzPts val="4200"/>
              <a:buNone/>
              <a:defRPr sz="4200"/>
            </a:lvl4pPr>
            <a:lvl5pPr lvl="4" algn="ctr">
              <a:spcBef>
                <a:spcPts val="0"/>
              </a:spcBef>
              <a:spcAft>
                <a:spcPts val="0"/>
              </a:spcAft>
              <a:buSzPts val="4200"/>
              <a:buNone/>
              <a:defRPr sz="4200"/>
            </a:lvl5pPr>
            <a:lvl6pPr lvl="5" algn="ctr">
              <a:spcBef>
                <a:spcPts val="0"/>
              </a:spcBef>
              <a:spcAft>
                <a:spcPts val="0"/>
              </a:spcAft>
              <a:buSzPts val="4200"/>
              <a:buNone/>
              <a:defRPr sz="4200"/>
            </a:lvl6pPr>
            <a:lvl7pPr lvl="6" algn="ctr">
              <a:spcBef>
                <a:spcPts val="0"/>
              </a:spcBef>
              <a:spcAft>
                <a:spcPts val="0"/>
              </a:spcAft>
              <a:buSzPts val="4200"/>
              <a:buNone/>
              <a:defRPr sz="4200"/>
            </a:lvl7pPr>
            <a:lvl8pPr lvl="7" algn="ctr">
              <a:spcBef>
                <a:spcPts val="0"/>
              </a:spcBef>
              <a:spcAft>
                <a:spcPts val="0"/>
              </a:spcAft>
              <a:buSzPts val="4200"/>
              <a:buNone/>
              <a:defRPr sz="4200"/>
            </a:lvl8pPr>
            <a:lvl9pPr lvl="8" algn="ctr">
              <a:spcBef>
                <a:spcPts val="0"/>
              </a:spcBef>
              <a:spcAft>
                <a:spcPts val="0"/>
              </a:spcAft>
              <a:buSzPts val="4200"/>
              <a:buNone/>
              <a:defRPr sz="4200"/>
            </a:lvl9pPr>
          </a:lstStyle>
          <a:p/>
        </p:txBody>
      </p:sp>
      <p:sp>
        <p:nvSpPr>
          <p:cNvPr id="38" name="Google Shape;38;p9"/>
          <p:cNvSpPr txBox="1"/>
          <p:nvPr>
            <p:ph idx="1" type="subTitle"/>
          </p:nvPr>
        </p:nvSpPr>
        <p:spPr>
          <a:xfrm>
            <a:off x="265500" y="2803075"/>
            <a:ext cx="4045200" cy="12351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p:txBody>
      </p:sp>
      <p:sp>
        <p:nvSpPr>
          <p:cNvPr id="39" name="Google Shape;39;p9"/>
          <p:cNvSpPr txBox="1"/>
          <p:nvPr>
            <p:ph idx="2" type="body"/>
          </p:nvPr>
        </p:nvSpPr>
        <p:spPr>
          <a:xfrm>
            <a:off x="4939500" y="724075"/>
            <a:ext cx="3837000" cy="3695100"/>
          </a:xfrm>
          <a:prstGeom prst="rect">
            <a:avLst/>
          </a:prstGeom>
        </p:spPr>
        <p:txBody>
          <a:bodyPr anchorCtr="0" anchor="ctr"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40" name="Google Shape;40;p9"/>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41" name="Shape 41"/>
        <p:cNvGrpSpPr/>
        <p:nvPr/>
      </p:nvGrpSpPr>
      <p:grpSpPr>
        <a:xfrm>
          <a:off x="0" y="0"/>
          <a:ext cx="0" cy="0"/>
          <a:chOff x="0" y="0"/>
          <a:chExt cx="0" cy="0"/>
        </a:xfrm>
      </p:grpSpPr>
      <p:sp>
        <p:nvSpPr>
          <p:cNvPr id="42" name="Google Shape;42;p10"/>
          <p:cNvSpPr txBox="1"/>
          <p:nvPr>
            <p:ph idx="1" type="body"/>
          </p:nvPr>
        </p:nvSpPr>
        <p:spPr>
          <a:xfrm>
            <a:off x="311700" y="4230575"/>
            <a:ext cx="5998800" cy="605100"/>
          </a:xfrm>
          <a:prstGeom prst="rect">
            <a:avLst/>
          </a:prstGeom>
        </p:spPr>
        <p:txBody>
          <a:bodyPr anchorCtr="0" anchor="ctr" bIns="91425" lIns="91425" spcFirstLastPara="1" rIns="91425" wrap="square" tIns="91425">
            <a:normAutofit/>
          </a:bodyPr>
          <a:lstStyle>
            <a:lvl1pPr indent="-228600" lvl="0" marL="457200">
              <a:lnSpc>
                <a:spcPct val="100000"/>
              </a:lnSpc>
              <a:spcBef>
                <a:spcPts val="0"/>
              </a:spcBef>
              <a:spcAft>
                <a:spcPts val="0"/>
              </a:spcAft>
              <a:buSzPts val="1800"/>
              <a:buNone/>
              <a:defRPr/>
            </a:lvl1pPr>
          </a:lstStyle>
          <a:p/>
        </p:txBody>
      </p:sp>
      <p:sp>
        <p:nvSpPr>
          <p:cNvPr id="43" name="Google Shape;43;p10"/>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spTree>
      <p:nvGrpSpPr>
        <p:cNvPr id="44" name="Shape 44"/>
        <p:cNvGrpSpPr/>
        <p:nvPr/>
      </p:nvGrpSpPr>
      <p:grpSpPr>
        <a:xfrm>
          <a:off x="0" y="0"/>
          <a:ext cx="0" cy="0"/>
          <a:chOff x="0" y="0"/>
          <a:chExt cx="0" cy="0"/>
        </a:xfrm>
      </p:grpSpPr>
      <p:sp>
        <p:nvSpPr>
          <p:cNvPr id="45" name="Google Shape;45;p11"/>
          <p:cNvSpPr txBox="1"/>
          <p:nvPr>
            <p:ph hasCustomPrompt="1" type="title"/>
          </p:nvPr>
        </p:nvSpPr>
        <p:spPr>
          <a:xfrm>
            <a:off x="311700" y="1106125"/>
            <a:ext cx="8520600" cy="1963500"/>
          </a:xfrm>
          <a:prstGeom prst="rect">
            <a:avLst/>
          </a:prstGeom>
        </p:spPr>
        <p:txBody>
          <a:bodyPr anchorCtr="0" anchor="b" bIns="91425" lIns="91425" spcFirstLastPara="1" rIns="91425" wrap="square" tIns="91425">
            <a:normAutofit/>
          </a:bodyPr>
          <a:lstStyle>
            <a:lvl1pPr lvl="0" algn="ctr">
              <a:spcBef>
                <a:spcPts val="0"/>
              </a:spcBef>
              <a:spcAft>
                <a:spcPts val="0"/>
              </a:spcAft>
              <a:buSzPts val="12000"/>
              <a:buNone/>
              <a:defRPr sz="12000"/>
            </a:lvl1pPr>
            <a:lvl2pPr lvl="1" algn="ctr">
              <a:spcBef>
                <a:spcPts val="0"/>
              </a:spcBef>
              <a:spcAft>
                <a:spcPts val="0"/>
              </a:spcAft>
              <a:buSzPts val="12000"/>
              <a:buNone/>
              <a:defRPr sz="12000"/>
            </a:lvl2pPr>
            <a:lvl3pPr lvl="2" algn="ctr">
              <a:spcBef>
                <a:spcPts val="0"/>
              </a:spcBef>
              <a:spcAft>
                <a:spcPts val="0"/>
              </a:spcAft>
              <a:buSzPts val="12000"/>
              <a:buNone/>
              <a:defRPr sz="12000"/>
            </a:lvl3pPr>
            <a:lvl4pPr lvl="3" algn="ctr">
              <a:spcBef>
                <a:spcPts val="0"/>
              </a:spcBef>
              <a:spcAft>
                <a:spcPts val="0"/>
              </a:spcAft>
              <a:buSzPts val="12000"/>
              <a:buNone/>
              <a:defRPr sz="12000"/>
            </a:lvl4pPr>
            <a:lvl5pPr lvl="4" algn="ctr">
              <a:spcBef>
                <a:spcPts val="0"/>
              </a:spcBef>
              <a:spcAft>
                <a:spcPts val="0"/>
              </a:spcAft>
              <a:buSzPts val="12000"/>
              <a:buNone/>
              <a:defRPr sz="12000"/>
            </a:lvl5pPr>
            <a:lvl6pPr lvl="5" algn="ctr">
              <a:spcBef>
                <a:spcPts val="0"/>
              </a:spcBef>
              <a:spcAft>
                <a:spcPts val="0"/>
              </a:spcAft>
              <a:buSzPts val="12000"/>
              <a:buNone/>
              <a:defRPr sz="12000"/>
            </a:lvl6pPr>
            <a:lvl7pPr lvl="6" algn="ctr">
              <a:spcBef>
                <a:spcPts val="0"/>
              </a:spcBef>
              <a:spcAft>
                <a:spcPts val="0"/>
              </a:spcAft>
              <a:buSzPts val="12000"/>
              <a:buNone/>
              <a:defRPr sz="12000"/>
            </a:lvl7pPr>
            <a:lvl8pPr lvl="7" algn="ctr">
              <a:spcBef>
                <a:spcPts val="0"/>
              </a:spcBef>
              <a:spcAft>
                <a:spcPts val="0"/>
              </a:spcAft>
              <a:buSzPts val="12000"/>
              <a:buNone/>
              <a:defRPr sz="12000"/>
            </a:lvl8pPr>
            <a:lvl9pPr lvl="8" algn="ctr">
              <a:spcBef>
                <a:spcPts val="0"/>
              </a:spcBef>
              <a:spcAft>
                <a:spcPts val="0"/>
              </a:spcAft>
              <a:buSzPts val="12000"/>
              <a:buNone/>
              <a:defRPr sz="12000"/>
            </a:lvl9pPr>
          </a:lstStyle>
          <a:p>
            <a:r>
              <a:t>xx%</a:t>
            </a:r>
          </a:p>
        </p:txBody>
      </p:sp>
      <p:sp>
        <p:nvSpPr>
          <p:cNvPr id="46" name="Google Shape;46;p11"/>
          <p:cNvSpPr txBox="1"/>
          <p:nvPr>
            <p:ph idx="1" type="body"/>
          </p:nvPr>
        </p:nvSpPr>
        <p:spPr>
          <a:xfrm>
            <a:off x="311700" y="3152225"/>
            <a:ext cx="8520600" cy="1300800"/>
          </a:xfrm>
          <a:prstGeom prst="rect">
            <a:avLst/>
          </a:prstGeom>
        </p:spPr>
        <p:txBody>
          <a:bodyPr anchorCtr="0" anchor="t" bIns="91425" lIns="91425" spcFirstLastPara="1" rIns="91425" wrap="square" tIns="91425">
            <a:normAutofit/>
          </a:bodyPr>
          <a:lstStyle>
            <a:lvl1pPr indent="-342900" lvl="0" marL="457200" algn="ctr">
              <a:spcBef>
                <a:spcPts val="0"/>
              </a:spcBef>
              <a:spcAft>
                <a:spcPts val="0"/>
              </a:spcAft>
              <a:buSzPts val="1800"/>
              <a:buChar char="●"/>
              <a:defRPr/>
            </a:lvl1pPr>
            <a:lvl2pPr indent="-317500" lvl="1" marL="914400" algn="ctr">
              <a:spcBef>
                <a:spcPts val="0"/>
              </a:spcBef>
              <a:spcAft>
                <a:spcPts val="0"/>
              </a:spcAft>
              <a:buSzPts val="1400"/>
              <a:buChar char="○"/>
              <a:defRPr/>
            </a:lvl2pPr>
            <a:lvl3pPr indent="-317500" lvl="2" marL="1371600" algn="ctr">
              <a:spcBef>
                <a:spcPts val="0"/>
              </a:spcBef>
              <a:spcAft>
                <a:spcPts val="0"/>
              </a:spcAft>
              <a:buSzPts val="1400"/>
              <a:buChar char="■"/>
              <a:defRPr/>
            </a:lvl3pPr>
            <a:lvl4pPr indent="-317500" lvl="3" marL="1828800" algn="ctr">
              <a:spcBef>
                <a:spcPts val="0"/>
              </a:spcBef>
              <a:spcAft>
                <a:spcPts val="0"/>
              </a:spcAft>
              <a:buSzPts val="1400"/>
              <a:buChar char="●"/>
              <a:defRPr/>
            </a:lvl4pPr>
            <a:lvl5pPr indent="-317500" lvl="4" marL="2286000" algn="ctr">
              <a:spcBef>
                <a:spcPts val="0"/>
              </a:spcBef>
              <a:spcAft>
                <a:spcPts val="0"/>
              </a:spcAft>
              <a:buSzPts val="1400"/>
              <a:buChar char="○"/>
              <a:defRPr/>
            </a:lvl5pPr>
            <a:lvl6pPr indent="-317500" lvl="5" marL="2743200" algn="ctr">
              <a:spcBef>
                <a:spcPts val="0"/>
              </a:spcBef>
              <a:spcAft>
                <a:spcPts val="0"/>
              </a:spcAft>
              <a:buSzPts val="1400"/>
              <a:buChar char="■"/>
              <a:defRPr/>
            </a:lvl6pPr>
            <a:lvl7pPr indent="-317500" lvl="6" marL="3200400" algn="ctr">
              <a:spcBef>
                <a:spcPts val="0"/>
              </a:spcBef>
              <a:spcAft>
                <a:spcPts val="0"/>
              </a:spcAft>
              <a:buSzPts val="1400"/>
              <a:buChar char="●"/>
              <a:defRPr/>
            </a:lvl7pPr>
            <a:lvl8pPr indent="-317500" lvl="7" marL="3657600" algn="ctr">
              <a:spcBef>
                <a:spcPts val="0"/>
              </a:spcBef>
              <a:spcAft>
                <a:spcPts val="0"/>
              </a:spcAft>
              <a:buSzPts val="1400"/>
              <a:buChar char="○"/>
              <a:defRPr/>
            </a:lvl8pPr>
            <a:lvl9pPr indent="-317500" lvl="8" marL="4114800" algn="ctr">
              <a:spcBef>
                <a:spcPts val="0"/>
              </a:spcBef>
              <a:spcAft>
                <a:spcPts val="0"/>
              </a:spcAft>
              <a:buSzPts val="1400"/>
              <a:buChar char="■"/>
              <a:defRPr/>
            </a:lvl9pPr>
          </a:lstStyle>
          <a:p/>
        </p:txBody>
      </p:sp>
      <p:sp>
        <p:nvSpPr>
          <p:cNvPr id="47" name="Google Shape;47;p11"/>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48" name="Shape 48"/>
        <p:cNvGrpSpPr/>
        <p:nvPr/>
      </p:nvGrpSpPr>
      <p:grpSpPr>
        <a:xfrm>
          <a:off x="0" y="0"/>
          <a:ext cx="0" cy="0"/>
          <a:chOff x="0" y="0"/>
          <a:chExt cx="0" cy="0"/>
        </a:xfrm>
      </p:grpSpPr>
      <p:sp>
        <p:nvSpPr>
          <p:cNvPr id="49" name="Google Shape;49;p1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3)">
  <p:cSld name="TITLE_2_1">
    <p:bg>
      <p:bgPr>
        <a:solidFill>
          <a:schemeClr val="dk1"/>
        </a:solidFill>
      </p:bgPr>
    </p:bg>
    <p:spTree>
      <p:nvGrpSpPr>
        <p:cNvPr id="50" name="Shape 50"/>
        <p:cNvGrpSpPr/>
        <p:nvPr/>
      </p:nvGrpSpPr>
      <p:grpSpPr>
        <a:xfrm>
          <a:off x="0" y="0"/>
          <a:ext cx="0" cy="0"/>
          <a:chOff x="0" y="0"/>
          <a:chExt cx="0" cy="0"/>
        </a:xfrm>
      </p:grpSpPr>
      <p:sp>
        <p:nvSpPr>
          <p:cNvPr id="51" name="Google Shape;51;p13"/>
          <p:cNvSpPr txBox="1"/>
          <p:nvPr>
            <p:ph type="ctrTitle"/>
          </p:nvPr>
        </p:nvSpPr>
        <p:spPr>
          <a:xfrm>
            <a:off x="574500" y="904600"/>
            <a:ext cx="7995000" cy="2453700"/>
          </a:xfrm>
          <a:prstGeom prst="rect">
            <a:avLst/>
          </a:prstGeom>
        </p:spPr>
        <p:txBody>
          <a:bodyPr anchorCtr="0" anchor="t" bIns="91425" lIns="91425" spcFirstLastPara="1" rIns="91425" wrap="square" tIns="91425">
            <a:normAutofit/>
          </a:bodyPr>
          <a:lstStyle>
            <a:lvl1pPr lvl="0" rtl="0">
              <a:lnSpc>
                <a:spcPct val="85000"/>
              </a:lnSpc>
              <a:spcBef>
                <a:spcPts val="0"/>
              </a:spcBef>
              <a:spcAft>
                <a:spcPts val="0"/>
              </a:spcAft>
              <a:buClr>
                <a:schemeClr val="lt1"/>
              </a:buClr>
              <a:buSzPts val="10500"/>
              <a:buNone/>
              <a:defRPr b="1" sz="10500">
                <a:solidFill>
                  <a:schemeClr val="lt1"/>
                </a:solidFill>
              </a:defRPr>
            </a:lvl1pPr>
            <a:lvl2pPr lvl="1" rtl="0" algn="ctr">
              <a:spcBef>
                <a:spcPts val="0"/>
              </a:spcBef>
              <a:spcAft>
                <a:spcPts val="0"/>
              </a:spcAft>
              <a:buSzPts val="10500"/>
              <a:buFont typeface="Inter"/>
              <a:buNone/>
              <a:defRPr sz="10500">
                <a:latin typeface="Inter"/>
                <a:ea typeface="Inter"/>
                <a:cs typeface="Inter"/>
                <a:sym typeface="Inter"/>
              </a:defRPr>
            </a:lvl2pPr>
            <a:lvl3pPr lvl="2" rtl="0" algn="ctr">
              <a:spcBef>
                <a:spcPts val="0"/>
              </a:spcBef>
              <a:spcAft>
                <a:spcPts val="0"/>
              </a:spcAft>
              <a:buSzPts val="10500"/>
              <a:buFont typeface="Inter"/>
              <a:buNone/>
              <a:defRPr sz="10500">
                <a:latin typeface="Inter"/>
                <a:ea typeface="Inter"/>
                <a:cs typeface="Inter"/>
                <a:sym typeface="Inter"/>
              </a:defRPr>
            </a:lvl3pPr>
            <a:lvl4pPr lvl="3" rtl="0" algn="ctr">
              <a:spcBef>
                <a:spcPts val="0"/>
              </a:spcBef>
              <a:spcAft>
                <a:spcPts val="0"/>
              </a:spcAft>
              <a:buSzPts val="10500"/>
              <a:buFont typeface="Inter"/>
              <a:buNone/>
              <a:defRPr sz="10500">
                <a:latin typeface="Inter"/>
                <a:ea typeface="Inter"/>
                <a:cs typeface="Inter"/>
                <a:sym typeface="Inter"/>
              </a:defRPr>
            </a:lvl4pPr>
            <a:lvl5pPr lvl="4" rtl="0" algn="ctr">
              <a:spcBef>
                <a:spcPts val="0"/>
              </a:spcBef>
              <a:spcAft>
                <a:spcPts val="0"/>
              </a:spcAft>
              <a:buSzPts val="10500"/>
              <a:buFont typeface="Inter"/>
              <a:buNone/>
              <a:defRPr sz="10500">
                <a:latin typeface="Inter"/>
                <a:ea typeface="Inter"/>
                <a:cs typeface="Inter"/>
                <a:sym typeface="Inter"/>
              </a:defRPr>
            </a:lvl5pPr>
            <a:lvl6pPr lvl="5" rtl="0" algn="ctr">
              <a:spcBef>
                <a:spcPts val="0"/>
              </a:spcBef>
              <a:spcAft>
                <a:spcPts val="0"/>
              </a:spcAft>
              <a:buSzPts val="10500"/>
              <a:buFont typeface="Inter"/>
              <a:buNone/>
              <a:defRPr sz="10500">
                <a:latin typeface="Inter"/>
                <a:ea typeface="Inter"/>
                <a:cs typeface="Inter"/>
                <a:sym typeface="Inter"/>
              </a:defRPr>
            </a:lvl6pPr>
            <a:lvl7pPr lvl="6" rtl="0" algn="ctr">
              <a:spcBef>
                <a:spcPts val="0"/>
              </a:spcBef>
              <a:spcAft>
                <a:spcPts val="0"/>
              </a:spcAft>
              <a:buSzPts val="10500"/>
              <a:buFont typeface="Inter"/>
              <a:buNone/>
              <a:defRPr sz="10500">
                <a:latin typeface="Inter"/>
                <a:ea typeface="Inter"/>
                <a:cs typeface="Inter"/>
                <a:sym typeface="Inter"/>
              </a:defRPr>
            </a:lvl7pPr>
            <a:lvl8pPr lvl="7" rtl="0" algn="ctr">
              <a:spcBef>
                <a:spcPts val="0"/>
              </a:spcBef>
              <a:spcAft>
                <a:spcPts val="0"/>
              </a:spcAft>
              <a:buSzPts val="10500"/>
              <a:buFont typeface="Inter"/>
              <a:buNone/>
              <a:defRPr sz="10500">
                <a:latin typeface="Inter"/>
                <a:ea typeface="Inter"/>
                <a:cs typeface="Inter"/>
                <a:sym typeface="Inter"/>
              </a:defRPr>
            </a:lvl8pPr>
            <a:lvl9pPr lvl="8" rtl="0" algn="ctr">
              <a:spcBef>
                <a:spcPts val="0"/>
              </a:spcBef>
              <a:spcAft>
                <a:spcPts val="0"/>
              </a:spcAft>
              <a:buSzPts val="10500"/>
              <a:buFont typeface="Inter"/>
              <a:buNone/>
              <a:defRPr sz="10500">
                <a:latin typeface="Inter"/>
                <a:ea typeface="Inter"/>
                <a:cs typeface="Inter"/>
                <a:sym typeface="Inter"/>
              </a:defRPr>
            </a:lvl9pPr>
          </a:lstStyle>
          <a:p/>
        </p:txBody>
      </p:sp>
      <p:sp>
        <p:nvSpPr>
          <p:cNvPr id="52" name="Google Shape;52;p13"/>
          <p:cNvSpPr txBox="1"/>
          <p:nvPr>
            <p:ph idx="1" type="subTitle"/>
          </p:nvPr>
        </p:nvSpPr>
        <p:spPr>
          <a:xfrm>
            <a:off x="574500" y="3381025"/>
            <a:ext cx="3211500" cy="628500"/>
          </a:xfrm>
          <a:prstGeom prst="rect">
            <a:avLst/>
          </a:prstGeom>
        </p:spPr>
        <p:txBody>
          <a:bodyPr anchorCtr="0" anchor="b" bIns="91425" lIns="91425" spcFirstLastPara="1" rIns="91425" wrap="square" tIns="91425">
            <a:normAutofit/>
          </a:bodyPr>
          <a:lstStyle>
            <a:lvl1pPr lvl="0" rtl="0">
              <a:lnSpc>
                <a:spcPct val="100000"/>
              </a:lnSpc>
              <a:spcBef>
                <a:spcPts val="0"/>
              </a:spcBef>
              <a:spcAft>
                <a:spcPts val="0"/>
              </a:spcAft>
              <a:buClr>
                <a:schemeClr val="lt1"/>
              </a:buClr>
              <a:buSzPts val="1400"/>
              <a:buFont typeface="Inter"/>
              <a:buNone/>
              <a:defRPr sz="1400">
                <a:solidFill>
                  <a:schemeClr val="lt1"/>
                </a:solidFill>
                <a:latin typeface="Inter"/>
                <a:ea typeface="Inter"/>
                <a:cs typeface="Inter"/>
                <a:sym typeface="Inter"/>
              </a:defRPr>
            </a:lvl1pPr>
            <a:lvl2pPr lvl="1" rtl="0" algn="ctr">
              <a:lnSpc>
                <a:spcPct val="100000"/>
              </a:lnSpc>
              <a:spcBef>
                <a:spcPts val="0"/>
              </a:spcBef>
              <a:spcAft>
                <a:spcPts val="0"/>
              </a:spcAft>
              <a:buSzPts val="2800"/>
              <a:buFont typeface="Inter"/>
              <a:buNone/>
              <a:defRPr sz="2800">
                <a:latin typeface="Inter"/>
                <a:ea typeface="Inter"/>
                <a:cs typeface="Inter"/>
                <a:sym typeface="Inter"/>
              </a:defRPr>
            </a:lvl2pPr>
            <a:lvl3pPr lvl="2" rtl="0" algn="ctr">
              <a:lnSpc>
                <a:spcPct val="100000"/>
              </a:lnSpc>
              <a:spcBef>
                <a:spcPts val="0"/>
              </a:spcBef>
              <a:spcAft>
                <a:spcPts val="0"/>
              </a:spcAft>
              <a:buSzPts val="2800"/>
              <a:buFont typeface="Inter"/>
              <a:buNone/>
              <a:defRPr sz="2800">
                <a:latin typeface="Inter"/>
                <a:ea typeface="Inter"/>
                <a:cs typeface="Inter"/>
                <a:sym typeface="Inter"/>
              </a:defRPr>
            </a:lvl3pPr>
            <a:lvl4pPr lvl="3" rtl="0" algn="ctr">
              <a:lnSpc>
                <a:spcPct val="100000"/>
              </a:lnSpc>
              <a:spcBef>
                <a:spcPts val="0"/>
              </a:spcBef>
              <a:spcAft>
                <a:spcPts val="0"/>
              </a:spcAft>
              <a:buSzPts val="2800"/>
              <a:buFont typeface="Inter"/>
              <a:buNone/>
              <a:defRPr sz="2800">
                <a:latin typeface="Inter"/>
                <a:ea typeface="Inter"/>
                <a:cs typeface="Inter"/>
                <a:sym typeface="Inter"/>
              </a:defRPr>
            </a:lvl4pPr>
            <a:lvl5pPr lvl="4" rtl="0" algn="ctr">
              <a:lnSpc>
                <a:spcPct val="100000"/>
              </a:lnSpc>
              <a:spcBef>
                <a:spcPts val="0"/>
              </a:spcBef>
              <a:spcAft>
                <a:spcPts val="0"/>
              </a:spcAft>
              <a:buSzPts val="2800"/>
              <a:buFont typeface="Inter"/>
              <a:buNone/>
              <a:defRPr sz="2800">
                <a:latin typeface="Inter"/>
                <a:ea typeface="Inter"/>
                <a:cs typeface="Inter"/>
                <a:sym typeface="Inter"/>
              </a:defRPr>
            </a:lvl5pPr>
            <a:lvl6pPr lvl="5" rtl="0" algn="ctr">
              <a:lnSpc>
                <a:spcPct val="100000"/>
              </a:lnSpc>
              <a:spcBef>
                <a:spcPts val="0"/>
              </a:spcBef>
              <a:spcAft>
                <a:spcPts val="0"/>
              </a:spcAft>
              <a:buSzPts val="2800"/>
              <a:buFont typeface="Inter"/>
              <a:buNone/>
              <a:defRPr sz="2800">
                <a:latin typeface="Inter"/>
                <a:ea typeface="Inter"/>
                <a:cs typeface="Inter"/>
                <a:sym typeface="Inter"/>
              </a:defRPr>
            </a:lvl6pPr>
            <a:lvl7pPr lvl="6" rtl="0" algn="ctr">
              <a:lnSpc>
                <a:spcPct val="100000"/>
              </a:lnSpc>
              <a:spcBef>
                <a:spcPts val="0"/>
              </a:spcBef>
              <a:spcAft>
                <a:spcPts val="0"/>
              </a:spcAft>
              <a:buSzPts val="2800"/>
              <a:buFont typeface="Inter"/>
              <a:buNone/>
              <a:defRPr sz="2800">
                <a:latin typeface="Inter"/>
                <a:ea typeface="Inter"/>
                <a:cs typeface="Inter"/>
                <a:sym typeface="Inter"/>
              </a:defRPr>
            </a:lvl7pPr>
            <a:lvl8pPr lvl="7" rtl="0" algn="ctr">
              <a:lnSpc>
                <a:spcPct val="100000"/>
              </a:lnSpc>
              <a:spcBef>
                <a:spcPts val="0"/>
              </a:spcBef>
              <a:spcAft>
                <a:spcPts val="0"/>
              </a:spcAft>
              <a:buSzPts val="2800"/>
              <a:buFont typeface="Inter"/>
              <a:buNone/>
              <a:defRPr sz="2800">
                <a:latin typeface="Inter"/>
                <a:ea typeface="Inter"/>
                <a:cs typeface="Inter"/>
                <a:sym typeface="Inter"/>
              </a:defRPr>
            </a:lvl8pPr>
            <a:lvl9pPr lvl="8" rtl="0" algn="ctr">
              <a:lnSpc>
                <a:spcPct val="100000"/>
              </a:lnSpc>
              <a:spcBef>
                <a:spcPts val="0"/>
              </a:spcBef>
              <a:spcAft>
                <a:spcPts val="0"/>
              </a:spcAft>
              <a:buSzPts val="2800"/>
              <a:buFont typeface="Inter"/>
              <a:buNone/>
              <a:defRPr sz="2800">
                <a:latin typeface="Inter"/>
                <a:ea typeface="Inter"/>
                <a:cs typeface="Inter"/>
                <a:sym typeface="Inter"/>
              </a:defRPr>
            </a:lvl9pPr>
          </a:lstStyle>
          <a:p/>
        </p:txBody>
      </p:sp>
      <p:sp>
        <p:nvSpPr>
          <p:cNvPr id="53" name="Google Shape;53;p13"/>
          <p:cNvSpPr txBox="1"/>
          <p:nvPr>
            <p:ph idx="2" type="subTitle"/>
          </p:nvPr>
        </p:nvSpPr>
        <p:spPr>
          <a:xfrm>
            <a:off x="574500" y="525175"/>
            <a:ext cx="7995000" cy="356700"/>
          </a:xfrm>
          <a:prstGeom prst="rect">
            <a:avLst/>
          </a:prstGeom>
        </p:spPr>
        <p:txBody>
          <a:bodyPr anchorCtr="0" anchor="ctr" bIns="91425" lIns="91425" spcFirstLastPara="1" rIns="91425" wrap="square" tIns="91425">
            <a:normAutofit/>
          </a:bodyPr>
          <a:lstStyle>
            <a:lvl1pPr lvl="0" rtl="0">
              <a:lnSpc>
                <a:spcPct val="100000"/>
              </a:lnSpc>
              <a:spcBef>
                <a:spcPts val="0"/>
              </a:spcBef>
              <a:spcAft>
                <a:spcPts val="0"/>
              </a:spcAft>
              <a:buClr>
                <a:schemeClr val="lt1"/>
              </a:buClr>
              <a:buSzPts val="1200"/>
              <a:buFont typeface="Space Mono"/>
              <a:buNone/>
              <a:defRPr sz="1200">
                <a:solidFill>
                  <a:schemeClr val="lt1"/>
                </a:solidFill>
                <a:latin typeface="Space Mono"/>
                <a:ea typeface="Space Mono"/>
                <a:cs typeface="Space Mono"/>
                <a:sym typeface="Space Mono"/>
              </a:defRPr>
            </a:lvl1pPr>
            <a:lvl2pPr lvl="1" rtl="0" algn="r">
              <a:lnSpc>
                <a:spcPct val="100000"/>
              </a:lnSpc>
              <a:spcBef>
                <a:spcPts val="0"/>
              </a:spcBef>
              <a:spcAft>
                <a:spcPts val="0"/>
              </a:spcAft>
              <a:buSzPts val="2800"/>
              <a:buFont typeface="Space Mono"/>
              <a:buNone/>
              <a:defRPr sz="2800">
                <a:latin typeface="Space Mono"/>
                <a:ea typeface="Space Mono"/>
                <a:cs typeface="Space Mono"/>
                <a:sym typeface="Space Mono"/>
              </a:defRPr>
            </a:lvl2pPr>
            <a:lvl3pPr lvl="2" rtl="0" algn="r">
              <a:lnSpc>
                <a:spcPct val="100000"/>
              </a:lnSpc>
              <a:spcBef>
                <a:spcPts val="0"/>
              </a:spcBef>
              <a:spcAft>
                <a:spcPts val="0"/>
              </a:spcAft>
              <a:buSzPts val="2800"/>
              <a:buFont typeface="Space Mono"/>
              <a:buNone/>
              <a:defRPr sz="2800">
                <a:latin typeface="Space Mono"/>
                <a:ea typeface="Space Mono"/>
                <a:cs typeface="Space Mono"/>
                <a:sym typeface="Space Mono"/>
              </a:defRPr>
            </a:lvl3pPr>
            <a:lvl4pPr lvl="3" rtl="0" algn="r">
              <a:lnSpc>
                <a:spcPct val="100000"/>
              </a:lnSpc>
              <a:spcBef>
                <a:spcPts val="0"/>
              </a:spcBef>
              <a:spcAft>
                <a:spcPts val="0"/>
              </a:spcAft>
              <a:buSzPts val="2800"/>
              <a:buFont typeface="Space Mono"/>
              <a:buNone/>
              <a:defRPr sz="2800">
                <a:latin typeface="Space Mono"/>
                <a:ea typeface="Space Mono"/>
                <a:cs typeface="Space Mono"/>
                <a:sym typeface="Space Mono"/>
              </a:defRPr>
            </a:lvl4pPr>
            <a:lvl5pPr lvl="4" rtl="0" algn="r">
              <a:lnSpc>
                <a:spcPct val="100000"/>
              </a:lnSpc>
              <a:spcBef>
                <a:spcPts val="0"/>
              </a:spcBef>
              <a:spcAft>
                <a:spcPts val="0"/>
              </a:spcAft>
              <a:buSzPts val="2800"/>
              <a:buFont typeface="Space Mono"/>
              <a:buNone/>
              <a:defRPr sz="2800">
                <a:latin typeface="Space Mono"/>
                <a:ea typeface="Space Mono"/>
                <a:cs typeface="Space Mono"/>
                <a:sym typeface="Space Mono"/>
              </a:defRPr>
            </a:lvl5pPr>
            <a:lvl6pPr lvl="5" rtl="0" algn="r">
              <a:lnSpc>
                <a:spcPct val="100000"/>
              </a:lnSpc>
              <a:spcBef>
                <a:spcPts val="0"/>
              </a:spcBef>
              <a:spcAft>
                <a:spcPts val="0"/>
              </a:spcAft>
              <a:buSzPts val="2800"/>
              <a:buFont typeface="Space Mono"/>
              <a:buNone/>
              <a:defRPr sz="2800">
                <a:latin typeface="Space Mono"/>
                <a:ea typeface="Space Mono"/>
                <a:cs typeface="Space Mono"/>
                <a:sym typeface="Space Mono"/>
              </a:defRPr>
            </a:lvl6pPr>
            <a:lvl7pPr lvl="6" rtl="0" algn="r">
              <a:lnSpc>
                <a:spcPct val="100000"/>
              </a:lnSpc>
              <a:spcBef>
                <a:spcPts val="0"/>
              </a:spcBef>
              <a:spcAft>
                <a:spcPts val="0"/>
              </a:spcAft>
              <a:buSzPts val="2800"/>
              <a:buFont typeface="Space Mono"/>
              <a:buNone/>
              <a:defRPr sz="2800">
                <a:latin typeface="Space Mono"/>
                <a:ea typeface="Space Mono"/>
                <a:cs typeface="Space Mono"/>
                <a:sym typeface="Space Mono"/>
              </a:defRPr>
            </a:lvl7pPr>
            <a:lvl8pPr lvl="7" rtl="0" algn="r">
              <a:lnSpc>
                <a:spcPct val="100000"/>
              </a:lnSpc>
              <a:spcBef>
                <a:spcPts val="0"/>
              </a:spcBef>
              <a:spcAft>
                <a:spcPts val="0"/>
              </a:spcAft>
              <a:buSzPts val="2800"/>
              <a:buFont typeface="Space Mono"/>
              <a:buNone/>
              <a:defRPr sz="2800">
                <a:latin typeface="Space Mono"/>
                <a:ea typeface="Space Mono"/>
                <a:cs typeface="Space Mono"/>
                <a:sym typeface="Space Mono"/>
              </a:defRPr>
            </a:lvl8pPr>
            <a:lvl9pPr lvl="8" rtl="0" algn="r">
              <a:lnSpc>
                <a:spcPct val="100000"/>
              </a:lnSpc>
              <a:spcBef>
                <a:spcPts val="0"/>
              </a:spcBef>
              <a:spcAft>
                <a:spcPts val="0"/>
              </a:spcAft>
              <a:buSzPts val="2800"/>
              <a:buFont typeface="Space Mono"/>
              <a:buNone/>
              <a:defRPr sz="2800">
                <a:latin typeface="Space Mono"/>
                <a:ea typeface="Space Mono"/>
                <a:cs typeface="Space Mono"/>
                <a:sym typeface="Space Mono"/>
              </a:defRPr>
            </a:lvl9pPr>
          </a:lstStyle>
          <a:p/>
        </p:txBody>
      </p:sp>
      <p:pic>
        <p:nvPicPr>
          <p:cNvPr id="54" name="Google Shape;54;p13"/>
          <p:cNvPicPr preferRelativeResize="0"/>
          <p:nvPr/>
        </p:nvPicPr>
        <p:blipFill>
          <a:blip r:embed="rId2">
            <a:alphaModFix/>
          </a:blip>
          <a:stretch>
            <a:fillRect/>
          </a:stretch>
        </p:blipFill>
        <p:spPr>
          <a:xfrm>
            <a:off x="-762396" y="0"/>
            <a:ext cx="548700" cy="2288640"/>
          </a:xfrm>
          <a:prstGeom prst="rect">
            <a:avLst/>
          </a:prstGeom>
          <a:noFill/>
          <a:ln>
            <a:noFill/>
          </a:ln>
        </p:spPr>
      </p:pic>
      <p:pic>
        <p:nvPicPr>
          <p:cNvPr id="55" name="Google Shape;55;p13"/>
          <p:cNvPicPr preferRelativeResize="0"/>
          <p:nvPr/>
        </p:nvPicPr>
        <p:blipFill>
          <a:blip r:embed="rId3">
            <a:alphaModFix/>
          </a:blip>
          <a:stretch>
            <a:fillRect/>
          </a:stretch>
        </p:blipFill>
        <p:spPr>
          <a:xfrm>
            <a:off x="736976" y="4258999"/>
            <a:ext cx="1986800" cy="298025"/>
          </a:xfrm>
          <a:prstGeom prst="rect">
            <a:avLst/>
          </a:prstGeom>
          <a:noFill/>
          <a:ln>
            <a:noFill/>
          </a:ln>
        </p:spPr>
      </p:pic>
      <p:sp>
        <p:nvSpPr>
          <p:cNvPr id="56" name="Google Shape;56;p13"/>
          <p:cNvSpPr txBox="1"/>
          <p:nvPr>
            <p:ph idx="3" type="subTitle"/>
          </p:nvPr>
        </p:nvSpPr>
        <p:spPr>
          <a:xfrm>
            <a:off x="5783250" y="4292200"/>
            <a:ext cx="2786400" cy="356700"/>
          </a:xfrm>
          <a:prstGeom prst="rect">
            <a:avLst/>
          </a:prstGeom>
        </p:spPr>
        <p:txBody>
          <a:bodyPr anchorCtr="0" anchor="ctr" bIns="91425" lIns="91425" spcFirstLastPara="1" rIns="91425" wrap="square" tIns="91425">
            <a:normAutofit/>
          </a:bodyPr>
          <a:lstStyle>
            <a:lvl1pPr lvl="0" rtl="0" algn="r">
              <a:lnSpc>
                <a:spcPct val="100000"/>
              </a:lnSpc>
              <a:spcBef>
                <a:spcPts val="0"/>
              </a:spcBef>
              <a:spcAft>
                <a:spcPts val="0"/>
              </a:spcAft>
              <a:buClr>
                <a:schemeClr val="lt1"/>
              </a:buClr>
              <a:buSzPts val="1200"/>
              <a:buFont typeface="Space Mono"/>
              <a:buNone/>
              <a:defRPr sz="1200">
                <a:solidFill>
                  <a:schemeClr val="lt1"/>
                </a:solidFill>
                <a:latin typeface="Space Mono"/>
                <a:ea typeface="Space Mono"/>
                <a:cs typeface="Space Mono"/>
                <a:sym typeface="Space Mono"/>
              </a:defRPr>
            </a:lvl1pPr>
            <a:lvl2pPr lvl="1" rtl="0" algn="r">
              <a:lnSpc>
                <a:spcPct val="100000"/>
              </a:lnSpc>
              <a:spcBef>
                <a:spcPts val="0"/>
              </a:spcBef>
              <a:spcAft>
                <a:spcPts val="0"/>
              </a:spcAft>
              <a:buSzPts val="2800"/>
              <a:buFont typeface="Space Mono"/>
              <a:buNone/>
              <a:defRPr sz="2800">
                <a:latin typeface="Space Mono"/>
                <a:ea typeface="Space Mono"/>
                <a:cs typeface="Space Mono"/>
                <a:sym typeface="Space Mono"/>
              </a:defRPr>
            </a:lvl2pPr>
            <a:lvl3pPr lvl="2" rtl="0" algn="r">
              <a:lnSpc>
                <a:spcPct val="100000"/>
              </a:lnSpc>
              <a:spcBef>
                <a:spcPts val="0"/>
              </a:spcBef>
              <a:spcAft>
                <a:spcPts val="0"/>
              </a:spcAft>
              <a:buSzPts val="2800"/>
              <a:buFont typeface="Space Mono"/>
              <a:buNone/>
              <a:defRPr sz="2800">
                <a:latin typeface="Space Mono"/>
                <a:ea typeface="Space Mono"/>
                <a:cs typeface="Space Mono"/>
                <a:sym typeface="Space Mono"/>
              </a:defRPr>
            </a:lvl3pPr>
            <a:lvl4pPr lvl="3" rtl="0" algn="r">
              <a:lnSpc>
                <a:spcPct val="100000"/>
              </a:lnSpc>
              <a:spcBef>
                <a:spcPts val="0"/>
              </a:spcBef>
              <a:spcAft>
                <a:spcPts val="0"/>
              </a:spcAft>
              <a:buSzPts val="2800"/>
              <a:buFont typeface="Space Mono"/>
              <a:buNone/>
              <a:defRPr sz="2800">
                <a:latin typeface="Space Mono"/>
                <a:ea typeface="Space Mono"/>
                <a:cs typeface="Space Mono"/>
                <a:sym typeface="Space Mono"/>
              </a:defRPr>
            </a:lvl4pPr>
            <a:lvl5pPr lvl="4" rtl="0" algn="r">
              <a:lnSpc>
                <a:spcPct val="100000"/>
              </a:lnSpc>
              <a:spcBef>
                <a:spcPts val="0"/>
              </a:spcBef>
              <a:spcAft>
                <a:spcPts val="0"/>
              </a:spcAft>
              <a:buSzPts val="2800"/>
              <a:buFont typeface="Space Mono"/>
              <a:buNone/>
              <a:defRPr sz="2800">
                <a:latin typeface="Space Mono"/>
                <a:ea typeface="Space Mono"/>
                <a:cs typeface="Space Mono"/>
                <a:sym typeface="Space Mono"/>
              </a:defRPr>
            </a:lvl5pPr>
            <a:lvl6pPr lvl="5" rtl="0" algn="r">
              <a:lnSpc>
                <a:spcPct val="100000"/>
              </a:lnSpc>
              <a:spcBef>
                <a:spcPts val="0"/>
              </a:spcBef>
              <a:spcAft>
                <a:spcPts val="0"/>
              </a:spcAft>
              <a:buSzPts val="2800"/>
              <a:buFont typeface="Space Mono"/>
              <a:buNone/>
              <a:defRPr sz="2800">
                <a:latin typeface="Space Mono"/>
                <a:ea typeface="Space Mono"/>
                <a:cs typeface="Space Mono"/>
                <a:sym typeface="Space Mono"/>
              </a:defRPr>
            </a:lvl6pPr>
            <a:lvl7pPr lvl="6" rtl="0" algn="r">
              <a:lnSpc>
                <a:spcPct val="100000"/>
              </a:lnSpc>
              <a:spcBef>
                <a:spcPts val="0"/>
              </a:spcBef>
              <a:spcAft>
                <a:spcPts val="0"/>
              </a:spcAft>
              <a:buSzPts val="2800"/>
              <a:buFont typeface="Space Mono"/>
              <a:buNone/>
              <a:defRPr sz="2800">
                <a:latin typeface="Space Mono"/>
                <a:ea typeface="Space Mono"/>
                <a:cs typeface="Space Mono"/>
                <a:sym typeface="Space Mono"/>
              </a:defRPr>
            </a:lvl7pPr>
            <a:lvl8pPr lvl="7" rtl="0" algn="r">
              <a:lnSpc>
                <a:spcPct val="100000"/>
              </a:lnSpc>
              <a:spcBef>
                <a:spcPts val="0"/>
              </a:spcBef>
              <a:spcAft>
                <a:spcPts val="0"/>
              </a:spcAft>
              <a:buSzPts val="2800"/>
              <a:buFont typeface="Space Mono"/>
              <a:buNone/>
              <a:defRPr sz="2800">
                <a:latin typeface="Space Mono"/>
                <a:ea typeface="Space Mono"/>
                <a:cs typeface="Space Mono"/>
                <a:sym typeface="Space Mono"/>
              </a:defRPr>
            </a:lvl8pPr>
            <a:lvl9pPr lvl="8" rtl="0" algn="r">
              <a:lnSpc>
                <a:spcPct val="100000"/>
              </a:lnSpc>
              <a:spcBef>
                <a:spcPts val="0"/>
              </a:spcBef>
              <a:spcAft>
                <a:spcPts val="0"/>
              </a:spcAft>
              <a:buSzPts val="2800"/>
              <a:buFont typeface="Space Mono"/>
              <a:buNone/>
              <a:defRPr sz="2800">
                <a:latin typeface="Space Mono"/>
                <a:ea typeface="Space Mono"/>
                <a:cs typeface="Space Mono"/>
                <a:sym typeface="Space Mono"/>
              </a:defRPr>
            </a:lvl9pPr>
          </a:lstStyle>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OC (1)">
  <p:cSld name="TITLE_1_1">
    <p:bg>
      <p:bgPr>
        <a:solidFill>
          <a:schemeClr val="dk1"/>
        </a:solidFill>
      </p:bgPr>
    </p:bg>
    <p:spTree>
      <p:nvGrpSpPr>
        <p:cNvPr id="57" name="Shape 57"/>
        <p:cNvGrpSpPr/>
        <p:nvPr/>
      </p:nvGrpSpPr>
      <p:grpSpPr>
        <a:xfrm>
          <a:off x="0" y="0"/>
          <a:ext cx="0" cy="0"/>
          <a:chOff x="0" y="0"/>
          <a:chExt cx="0" cy="0"/>
        </a:xfrm>
      </p:grpSpPr>
      <p:pic>
        <p:nvPicPr>
          <p:cNvPr id="58" name="Google Shape;58;p14"/>
          <p:cNvPicPr preferRelativeResize="0"/>
          <p:nvPr/>
        </p:nvPicPr>
        <p:blipFill>
          <a:blip r:embed="rId2">
            <a:alphaModFix/>
          </a:blip>
          <a:stretch>
            <a:fillRect/>
          </a:stretch>
        </p:blipFill>
        <p:spPr>
          <a:xfrm>
            <a:off x="0" y="0"/>
            <a:ext cx="2286000" cy="5143500"/>
          </a:xfrm>
          <a:prstGeom prst="rect">
            <a:avLst/>
          </a:prstGeom>
          <a:noFill/>
          <a:ln>
            <a:noFill/>
          </a:ln>
        </p:spPr>
      </p:pic>
      <p:sp>
        <p:nvSpPr>
          <p:cNvPr id="59" name="Google Shape;59;p14"/>
          <p:cNvSpPr txBox="1"/>
          <p:nvPr>
            <p:ph idx="1" type="subTitle"/>
          </p:nvPr>
        </p:nvSpPr>
        <p:spPr>
          <a:xfrm>
            <a:off x="2868200" y="996200"/>
            <a:ext cx="1718100" cy="580500"/>
          </a:xfrm>
          <a:prstGeom prst="rect">
            <a:avLst/>
          </a:prstGeom>
        </p:spPr>
        <p:txBody>
          <a:bodyPr anchorCtr="0" anchor="t" bIns="91425" lIns="91425" spcFirstLastPara="1" rIns="91425" wrap="square" tIns="91425">
            <a:normAutofit/>
          </a:bodyPr>
          <a:lstStyle>
            <a:lvl1pPr lvl="0" rtl="0">
              <a:lnSpc>
                <a:spcPct val="100000"/>
              </a:lnSpc>
              <a:spcBef>
                <a:spcPts val="0"/>
              </a:spcBef>
              <a:spcAft>
                <a:spcPts val="0"/>
              </a:spcAft>
              <a:buClr>
                <a:schemeClr val="lt1"/>
              </a:buClr>
              <a:buSzPts val="1400"/>
              <a:buNone/>
              <a:defRPr sz="1400">
                <a:solidFill>
                  <a:schemeClr val="lt1"/>
                </a:solidFill>
              </a:defRPr>
            </a:lvl1pPr>
            <a:lvl2pPr lvl="1" rtl="0">
              <a:lnSpc>
                <a:spcPct val="100000"/>
              </a:lnSpc>
              <a:spcBef>
                <a:spcPts val="0"/>
              </a:spcBef>
              <a:spcAft>
                <a:spcPts val="0"/>
              </a:spcAft>
              <a:buSzPts val="1400"/>
              <a:buNone/>
              <a:defRPr/>
            </a:lvl2pPr>
            <a:lvl3pPr lvl="2" rtl="0">
              <a:lnSpc>
                <a:spcPct val="100000"/>
              </a:lnSpc>
              <a:spcBef>
                <a:spcPts val="0"/>
              </a:spcBef>
              <a:spcAft>
                <a:spcPts val="0"/>
              </a:spcAft>
              <a:buSzPts val="1400"/>
              <a:buNone/>
              <a:defRPr/>
            </a:lvl3pPr>
            <a:lvl4pPr lvl="3" rtl="0">
              <a:lnSpc>
                <a:spcPct val="100000"/>
              </a:lnSpc>
              <a:spcBef>
                <a:spcPts val="0"/>
              </a:spcBef>
              <a:spcAft>
                <a:spcPts val="0"/>
              </a:spcAft>
              <a:buSzPts val="1400"/>
              <a:buNone/>
              <a:defRPr/>
            </a:lvl4pPr>
            <a:lvl5pPr lvl="4" rtl="0">
              <a:lnSpc>
                <a:spcPct val="100000"/>
              </a:lnSpc>
              <a:spcBef>
                <a:spcPts val="0"/>
              </a:spcBef>
              <a:spcAft>
                <a:spcPts val="0"/>
              </a:spcAft>
              <a:buSzPts val="1400"/>
              <a:buNone/>
              <a:defRPr/>
            </a:lvl5pPr>
            <a:lvl6pPr lvl="5" rtl="0">
              <a:lnSpc>
                <a:spcPct val="100000"/>
              </a:lnSpc>
              <a:spcBef>
                <a:spcPts val="0"/>
              </a:spcBef>
              <a:spcAft>
                <a:spcPts val="0"/>
              </a:spcAft>
              <a:buSzPts val="1400"/>
              <a:buNone/>
              <a:defRPr/>
            </a:lvl6pPr>
            <a:lvl7pPr lvl="6" rtl="0">
              <a:lnSpc>
                <a:spcPct val="100000"/>
              </a:lnSpc>
              <a:spcBef>
                <a:spcPts val="0"/>
              </a:spcBef>
              <a:spcAft>
                <a:spcPts val="0"/>
              </a:spcAft>
              <a:buSzPts val="1400"/>
              <a:buNone/>
              <a:defRPr/>
            </a:lvl7pPr>
            <a:lvl8pPr lvl="7" rtl="0">
              <a:lnSpc>
                <a:spcPct val="100000"/>
              </a:lnSpc>
              <a:spcBef>
                <a:spcPts val="0"/>
              </a:spcBef>
              <a:spcAft>
                <a:spcPts val="0"/>
              </a:spcAft>
              <a:buSzPts val="1400"/>
              <a:buNone/>
              <a:defRPr/>
            </a:lvl8pPr>
            <a:lvl9pPr lvl="8" rtl="0">
              <a:lnSpc>
                <a:spcPct val="100000"/>
              </a:lnSpc>
              <a:spcBef>
                <a:spcPts val="0"/>
              </a:spcBef>
              <a:spcAft>
                <a:spcPts val="0"/>
              </a:spcAft>
              <a:buSzPts val="1400"/>
              <a:buNone/>
              <a:defRPr/>
            </a:lvl9pPr>
          </a:lstStyle>
          <a:p/>
        </p:txBody>
      </p:sp>
      <p:pic>
        <p:nvPicPr>
          <p:cNvPr id="60" name="Google Shape;60;p14"/>
          <p:cNvPicPr preferRelativeResize="0"/>
          <p:nvPr/>
        </p:nvPicPr>
        <p:blipFill>
          <a:blip r:embed="rId3">
            <a:alphaModFix/>
          </a:blip>
          <a:stretch>
            <a:fillRect/>
          </a:stretch>
        </p:blipFill>
        <p:spPr>
          <a:xfrm>
            <a:off x="-1092126" y="0"/>
            <a:ext cx="852650" cy="2590802"/>
          </a:xfrm>
          <a:prstGeom prst="rect">
            <a:avLst/>
          </a:prstGeom>
          <a:noFill/>
          <a:ln>
            <a:noFill/>
          </a:ln>
        </p:spPr>
      </p:pic>
      <p:sp>
        <p:nvSpPr>
          <p:cNvPr id="61" name="Google Shape;61;p14"/>
          <p:cNvSpPr txBox="1"/>
          <p:nvPr>
            <p:ph idx="2" type="subTitle"/>
          </p:nvPr>
        </p:nvSpPr>
        <p:spPr>
          <a:xfrm>
            <a:off x="296425" y="443350"/>
            <a:ext cx="1586400" cy="1393500"/>
          </a:xfrm>
          <a:prstGeom prst="rect">
            <a:avLst/>
          </a:prstGeom>
        </p:spPr>
        <p:txBody>
          <a:bodyPr anchorCtr="0" anchor="t" bIns="91425" lIns="91425" spcFirstLastPara="1" rIns="91425" wrap="square" tIns="91425">
            <a:normAutofit/>
          </a:bodyPr>
          <a:lstStyle>
            <a:lvl1pPr lvl="0" rtl="0">
              <a:lnSpc>
                <a:spcPct val="100000"/>
              </a:lnSpc>
              <a:spcBef>
                <a:spcPts val="0"/>
              </a:spcBef>
              <a:spcAft>
                <a:spcPts val="0"/>
              </a:spcAft>
              <a:buClr>
                <a:schemeClr val="dk1"/>
              </a:buClr>
              <a:buSzPts val="1800"/>
              <a:buFont typeface="Space Mono"/>
              <a:buNone/>
              <a:defRPr>
                <a:solidFill>
                  <a:schemeClr val="dk1"/>
                </a:solidFill>
                <a:latin typeface="Space Mono"/>
                <a:ea typeface="Space Mono"/>
                <a:cs typeface="Space Mono"/>
                <a:sym typeface="Space Mono"/>
              </a:defRPr>
            </a:lvl1pPr>
            <a:lvl2pPr lvl="1" rtl="0" algn="ctr">
              <a:lnSpc>
                <a:spcPct val="100000"/>
              </a:lnSpc>
              <a:spcBef>
                <a:spcPts val="0"/>
              </a:spcBef>
              <a:spcAft>
                <a:spcPts val="0"/>
              </a:spcAft>
              <a:buSzPts val="2800"/>
              <a:buFont typeface="Inter"/>
              <a:buNone/>
              <a:defRPr sz="2800">
                <a:latin typeface="Inter"/>
                <a:ea typeface="Inter"/>
                <a:cs typeface="Inter"/>
                <a:sym typeface="Inter"/>
              </a:defRPr>
            </a:lvl2pPr>
            <a:lvl3pPr lvl="2" rtl="0" algn="ctr">
              <a:lnSpc>
                <a:spcPct val="100000"/>
              </a:lnSpc>
              <a:spcBef>
                <a:spcPts val="0"/>
              </a:spcBef>
              <a:spcAft>
                <a:spcPts val="0"/>
              </a:spcAft>
              <a:buSzPts val="2800"/>
              <a:buFont typeface="Inter"/>
              <a:buNone/>
              <a:defRPr sz="2800">
                <a:latin typeface="Inter"/>
                <a:ea typeface="Inter"/>
                <a:cs typeface="Inter"/>
                <a:sym typeface="Inter"/>
              </a:defRPr>
            </a:lvl3pPr>
            <a:lvl4pPr lvl="3" rtl="0" algn="ctr">
              <a:lnSpc>
                <a:spcPct val="100000"/>
              </a:lnSpc>
              <a:spcBef>
                <a:spcPts val="0"/>
              </a:spcBef>
              <a:spcAft>
                <a:spcPts val="0"/>
              </a:spcAft>
              <a:buSzPts val="2800"/>
              <a:buFont typeface="Inter"/>
              <a:buNone/>
              <a:defRPr sz="2800">
                <a:latin typeface="Inter"/>
                <a:ea typeface="Inter"/>
                <a:cs typeface="Inter"/>
                <a:sym typeface="Inter"/>
              </a:defRPr>
            </a:lvl4pPr>
            <a:lvl5pPr lvl="4" rtl="0" algn="ctr">
              <a:lnSpc>
                <a:spcPct val="100000"/>
              </a:lnSpc>
              <a:spcBef>
                <a:spcPts val="0"/>
              </a:spcBef>
              <a:spcAft>
                <a:spcPts val="0"/>
              </a:spcAft>
              <a:buSzPts val="2800"/>
              <a:buFont typeface="Inter"/>
              <a:buNone/>
              <a:defRPr sz="2800">
                <a:latin typeface="Inter"/>
                <a:ea typeface="Inter"/>
                <a:cs typeface="Inter"/>
                <a:sym typeface="Inter"/>
              </a:defRPr>
            </a:lvl5pPr>
            <a:lvl6pPr lvl="5" rtl="0" algn="ctr">
              <a:lnSpc>
                <a:spcPct val="100000"/>
              </a:lnSpc>
              <a:spcBef>
                <a:spcPts val="0"/>
              </a:spcBef>
              <a:spcAft>
                <a:spcPts val="0"/>
              </a:spcAft>
              <a:buSzPts val="2800"/>
              <a:buFont typeface="Inter"/>
              <a:buNone/>
              <a:defRPr sz="2800">
                <a:latin typeface="Inter"/>
                <a:ea typeface="Inter"/>
                <a:cs typeface="Inter"/>
                <a:sym typeface="Inter"/>
              </a:defRPr>
            </a:lvl6pPr>
            <a:lvl7pPr lvl="6" rtl="0" algn="ctr">
              <a:lnSpc>
                <a:spcPct val="100000"/>
              </a:lnSpc>
              <a:spcBef>
                <a:spcPts val="0"/>
              </a:spcBef>
              <a:spcAft>
                <a:spcPts val="0"/>
              </a:spcAft>
              <a:buSzPts val="2800"/>
              <a:buFont typeface="Inter"/>
              <a:buNone/>
              <a:defRPr sz="2800">
                <a:latin typeface="Inter"/>
                <a:ea typeface="Inter"/>
                <a:cs typeface="Inter"/>
                <a:sym typeface="Inter"/>
              </a:defRPr>
            </a:lvl7pPr>
            <a:lvl8pPr lvl="7" rtl="0" algn="ctr">
              <a:lnSpc>
                <a:spcPct val="100000"/>
              </a:lnSpc>
              <a:spcBef>
                <a:spcPts val="0"/>
              </a:spcBef>
              <a:spcAft>
                <a:spcPts val="0"/>
              </a:spcAft>
              <a:buSzPts val="2800"/>
              <a:buFont typeface="Inter"/>
              <a:buNone/>
              <a:defRPr sz="2800">
                <a:latin typeface="Inter"/>
                <a:ea typeface="Inter"/>
                <a:cs typeface="Inter"/>
                <a:sym typeface="Inter"/>
              </a:defRPr>
            </a:lvl8pPr>
            <a:lvl9pPr lvl="8" rtl="0" algn="ctr">
              <a:lnSpc>
                <a:spcPct val="100000"/>
              </a:lnSpc>
              <a:spcBef>
                <a:spcPts val="0"/>
              </a:spcBef>
              <a:spcAft>
                <a:spcPts val="0"/>
              </a:spcAft>
              <a:buSzPts val="2800"/>
              <a:buFont typeface="Inter"/>
              <a:buNone/>
              <a:defRPr sz="2800">
                <a:latin typeface="Inter"/>
                <a:ea typeface="Inter"/>
                <a:cs typeface="Inter"/>
                <a:sym typeface="Inter"/>
              </a:defRPr>
            </a:lvl9pPr>
          </a:lstStyle>
          <a:p/>
        </p:txBody>
      </p:sp>
      <p:sp>
        <p:nvSpPr>
          <p:cNvPr id="62" name="Google Shape;62;p14"/>
          <p:cNvSpPr txBox="1"/>
          <p:nvPr>
            <p:ph idx="3" type="subTitle"/>
          </p:nvPr>
        </p:nvSpPr>
        <p:spPr>
          <a:xfrm>
            <a:off x="2868200" y="415700"/>
            <a:ext cx="1718100" cy="580500"/>
          </a:xfrm>
          <a:prstGeom prst="rect">
            <a:avLst/>
          </a:prstGeom>
        </p:spPr>
        <p:txBody>
          <a:bodyPr anchorCtr="0" anchor="t" bIns="91425" lIns="91425" spcFirstLastPara="1" rIns="91425" wrap="square" tIns="91425">
            <a:normAutofit/>
          </a:bodyPr>
          <a:lstStyle>
            <a:lvl1pPr lvl="0" rtl="0">
              <a:lnSpc>
                <a:spcPct val="100000"/>
              </a:lnSpc>
              <a:spcBef>
                <a:spcPts val="0"/>
              </a:spcBef>
              <a:spcAft>
                <a:spcPts val="0"/>
              </a:spcAft>
              <a:buClr>
                <a:srgbClr val="2EF098"/>
              </a:buClr>
              <a:buSzPts val="4000"/>
              <a:buFont typeface="Space Mono"/>
              <a:buNone/>
              <a:defRPr sz="4000">
                <a:solidFill>
                  <a:srgbClr val="2EF098"/>
                </a:solidFill>
                <a:latin typeface="Space Mono"/>
                <a:ea typeface="Space Mono"/>
                <a:cs typeface="Space Mono"/>
                <a:sym typeface="Space Mono"/>
              </a:defRPr>
            </a:lvl1pPr>
            <a:lvl2pPr lvl="1" rtl="0">
              <a:lnSpc>
                <a:spcPct val="100000"/>
              </a:lnSpc>
              <a:spcBef>
                <a:spcPts val="0"/>
              </a:spcBef>
              <a:spcAft>
                <a:spcPts val="0"/>
              </a:spcAft>
              <a:buSzPts val="1400"/>
              <a:buFont typeface="Space Mono"/>
              <a:buNone/>
              <a:defRPr>
                <a:latin typeface="Space Mono"/>
                <a:ea typeface="Space Mono"/>
                <a:cs typeface="Space Mono"/>
                <a:sym typeface="Space Mono"/>
              </a:defRPr>
            </a:lvl2pPr>
            <a:lvl3pPr lvl="2" rtl="0">
              <a:lnSpc>
                <a:spcPct val="100000"/>
              </a:lnSpc>
              <a:spcBef>
                <a:spcPts val="0"/>
              </a:spcBef>
              <a:spcAft>
                <a:spcPts val="0"/>
              </a:spcAft>
              <a:buSzPts val="1400"/>
              <a:buFont typeface="Space Mono"/>
              <a:buNone/>
              <a:defRPr>
                <a:latin typeface="Space Mono"/>
                <a:ea typeface="Space Mono"/>
                <a:cs typeface="Space Mono"/>
                <a:sym typeface="Space Mono"/>
              </a:defRPr>
            </a:lvl3pPr>
            <a:lvl4pPr lvl="3" rtl="0">
              <a:lnSpc>
                <a:spcPct val="100000"/>
              </a:lnSpc>
              <a:spcBef>
                <a:spcPts val="0"/>
              </a:spcBef>
              <a:spcAft>
                <a:spcPts val="0"/>
              </a:spcAft>
              <a:buSzPts val="1400"/>
              <a:buFont typeface="Space Mono"/>
              <a:buNone/>
              <a:defRPr>
                <a:latin typeface="Space Mono"/>
                <a:ea typeface="Space Mono"/>
                <a:cs typeface="Space Mono"/>
                <a:sym typeface="Space Mono"/>
              </a:defRPr>
            </a:lvl4pPr>
            <a:lvl5pPr lvl="4" rtl="0">
              <a:lnSpc>
                <a:spcPct val="100000"/>
              </a:lnSpc>
              <a:spcBef>
                <a:spcPts val="0"/>
              </a:spcBef>
              <a:spcAft>
                <a:spcPts val="0"/>
              </a:spcAft>
              <a:buSzPts val="1400"/>
              <a:buFont typeface="Space Mono"/>
              <a:buNone/>
              <a:defRPr>
                <a:latin typeface="Space Mono"/>
                <a:ea typeface="Space Mono"/>
                <a:cs typeface="Space Mono"/>
                <a:sym typeface="Space Mono"/>
              </a:defRPr>
            </a:lvl5pPr>
            <a:lvl6pPr lvl="5" rtl="0">
              <a:lnSpc>
                <a:spcPct val="100000"/>
              </a:lnSpc>
              <a:spcBef>
                <a:spcPts val="0"/>
              </a:spcBef>
              <a:spcAft>
                <a:spcPts val="0"/>
              </a:spcAft>
              <a:buSzPts val="1400"/>
              <a:buFont typeface="Space Mono"/>
              <a:buNone/>
              <a:defRPr>
                <a:latin typeface="Space Mono"/>
                <a:ea typeface="Space Mono"/>
                <a:cs typeface="Space Mono"/>
                <a:sym typeface="Space Mono"/>
              </a:defRPr>
            </a:lvl6pPr>
            <a:lvl7pPr lvl="6" rtl="0">
              <a:lnSpc>
                <a:spcPct val="100000"/>
              </a:lnSpc>
              <a:spcBef>
                <a:spcPts val="0"/>
              </a:spcBef>
              <a:spcAft>
                <a:spcPts val="0"/>
              </a:spcAft>
              <a:buSzPts val="1400"/>
              <a:buFont typeface="Space Mono"/>
              <a:buNone/>
              <a:defRPr>
                <a:latin typeface="Space Mono"/>
                <a:ea typeface="Space Mono"/>
                <a:cs typeface="Space Mono"/>
                <a:sym typeface="Space Mono"/>
              </a:defRPr>
            </a:lvl7pPr>
            <a:lvl8pPr lvl="7" rtl="0">
              <a:lnSpc>
                <a:spcPct val="100000"/>
              </a:lnSpc>
              <a:spcBef>
                <a:spcPts val="0"/>
              </a:spcBef>
              <a:spcAft>
                <a:spcPts val="0"/>
              </a:spcAft>
              <a:buSzPts val="1400"/>
              <a:buFont typeface="Space Mono"/>
              <a:buNone/>
              <a:defRPr>
                <a:latin typeface="Space Mono"/>
                <a:ea typeface="Space Mono"/>
                <a:cs typeface="Space Mono"/>
                <a:sym typeface="Space Mono"/>
              </a:defRPr>
            </a:lvl8pPr>
            <a:lvl9pPr lvl="8" rtl="0">
              <a:lnSpc>
                <a:spcPct val="100000"/>
              </a:lnSpc>
              <a:spcBef>
                <a:spcPts val="0"/>
              </a:spcBef>
              <a:spcAft>
                <a:spcPts val="0"/>
              </a:spcAft>
              <a:buSzPts val="1400"/>
              <a:buFont typeface="Space Mono"/>
              <a:buNone/>
              <a:defRPr>
                <a:latin typeface="Space Mono"/>
                <a:ea typeface="Space Mono"/>
                <a:cs typeface="Space Mono"/>
                <a:sym typeface="Space Mono"/>
              </a:defRPr>
            </a:lvl9pPr>
          </a:lstStyle>
          <a:p/>
        </p:txBody>
      </p:sp>
      <p:sp>
        <p:nvSpPr>
          <p:cNvPr id="63" name="Google Shape;63;p14"/>
          <p:cNvSpPr txBox="1"/>
          <p:nvPr>
            <p:ph idx="4" type="subTitle"/>
          </p:nvPr>
        </p:nvSpPr>
        <p:spPr>
          <a:xfrm>
            <a:off x="4862017" y="996200"/>
            <a:ext cx="1718100" cy="580500"/>
          </a:xfrm>
          <a:prstGeom prst="rect">
            <a:avLst/>
          </a:prstGeom>
        </p:spPr>
        <p:txBody>
          <a:bodyPr anchorCtr="0" anchor="t" bIns="91425" lIns="91425" spcFirstLastPara="1" rIns="91425" wrap="square" tIns="91425">
            <a:normAutofit/>
          </a:bodyPr>
          <a:lstStyle>
            <a:lvl1pPr lvl="0" rtl="0">
              <a:lnSpc>
                <a:spcPct val="100000"/>
              </a:lnSpc>
              <a:spcBef>
                <a:spcPts val="0"/>
              </a:spcBef>
              <a:spcAft>
                <a:spcPts val="0"/>
              </a:spcAft>
              <a:buClr>
                <a:schemeClr val="lt1"/>
              </a:buClr>
              <a:buSzPts val="1400"/>
              <a:buNone/>
              <a:defRPr sz="1400">
                <a:solidFill>
                  <a:schemeClr val="lt1"/>
                </a:solidFill>
              </a:defRPr>
            </a:lvl1pPr>
            <a:lvl2pPr lvl="1" rtl="0">
              <a:lnSpc>
                <a:spcPct val="100000"/>
              </a:lnSpc>
              <a:spcBef>
                <a:spcPts val="0"/>
              </a:spcBef>
              <a:spcAft>
                <a:spcPts val="0"/>
              </a:spcAft>
              <a:buSzPts val="1400"/>
              <a:buNone/>
              <a:defRPr/>
            </a:lvl2pPr>
            <a:lvl3pPr lvl="2" rtl="0">
              <a:lnSpc>
                <a:spcPct val="100000"/>
              </a:lnSpc>
              <a:spcBef>
                <a:spcPts val="0"/>
              </a:spcBef>
              <a:spcAft>
                <a:spcPts val="0"/>
              </a:spcAft>
              <a:buSzPts val="1400"/>
              <a:buNone/>
              <a:defRPr/>
            </a:lvl3pPr>
            <a:lvl4pPr lvl="3" rtl="0">
              <a:lnSpc>
                <a:spcPct val="100000"/>
              </a:lnSpc>
              <a:spcBef>
                <a:spcPts val="0"/>
              </a:spcBef>
              <a:spcAft>
                <a:spcPts val="0"/>
              </a:spcAft>
              <a:buSzPts val="1400"/>
              <a:buNone/>
              <a:defRPr/>
            </a:lvl4pPr>
            <a:lvl5pPr lvl="4" rtl="0">
              <a:lnSpc>
                <a:spcPct val="100000"/>
              </a:lnSpc>
              <a:spcBef>
                <a:spcPts val="0"/>
              </a:spcBef>
              <a:spcAft>
                <a:spcPts val="0"/>
              </a:spcAft>
              <a:buSzPts val="1400"/>
              <a:buNone/>
              <a:defRPr/>
            </a:lvl5pPr>
            <a:lvl6pPr lvl="5" rtl="0">
              <a:lnSpc>
                <a:spcPct val="100000"/>
              </a:lnSpc>
              <a:spcBef>
                <a:spcPts val="0"/>
              </a:spcBef>
              <a:spcAft>
                <a:spcPts val="0"/>
              </a:spcAft>
              <a:buSzPts val="1400"/>
              <a:buNone/>
              <a:defRPr/>
            </a:lvl6pPr>
            <a:lvl7pPr lvl="6" rtl="0">
              <a:lnSpc>
                <a:spcPct val="100000"/>
              </a:lnSpc>
              <a:spcBef>
                <a:spcPts val="0"/>
              </a:spcBef>
              <a:spcAft>
                <a:spcPts val="0"/>
              </a:spcAft>
              <a:buSzPts val="1400"/>
              <a:buNone/>
              <a:defRPr/>
            </a:lvl7pPr>
            <a:lvl8pPr lvl="7" rtl="0">
              <a:lnSpc>
                <a:spcPct val="100000"/>
              </a:lnSpc>
              <a:spcBef>
                <a:spcPts val="0"/>
              </a:spcBef>
              <a:spcAft>
                <a:spcPts val="0"/>
              </a:spcAft>
              <a:buSzPts val="1400"/>
              <a:buNone/>
              <a:defRPr/>
            </a:lvl8pPr>
            <a:lvl9pPr lvl="8" rtl="0">
              <a:lnSpc>
                <a:spcPct val="100000"/>
              </a:lnSpc>
              <a:spcBef>
                <a:spcPts val="0"/>
              </a:spcBef>
              <a:spcAft>
                <a:spcPts val="0"/>
              </a:spcAft>
              <a:buSzPts val="1400"/>
              <a:buNone/>
              <a:defRPr/>
            </a:lvl9pPr>
          </a:lstStyle>
          <a:p/>
        </p:txBody>
      </p:sp>
      <p:sp>
        <p:nvSpPr>
          <p:cNvPr id="64" name="Google Shape;64;p14"/>
          <p:cNvSpPr txBox="1"/>
          <p:nvPr>
            <p:ph idx="5" type="subTitle"/>
          </p:nvPr>
        </p:nvSpPr>
        <p:spPr>
          <a:xfrm>
            <a:off x="4862017" y="415700"/>
            <a:ext cx="1718100" cy="580500"/>
          </a:xfrm>
          <a:prstGeom prst="rect">
            <a:avLst/>
          </a:prstGeom>
        </p:spPr>
        <p:txBody>
          <a:bodyPr anchorCtr="0" anchor="t" bIns="91425" lIns="91425" spcFirstLastPara="1" rIns="91425" wrap="square" tIns="91425">
            <a:normAutofit/>
          </a:bodyPr>
          <a:lstStyle>
            <a:lvl1pPr lvl="0" rtl="0">
              <a:lnSpc>
                <a:spcPct val="100000"/>
              </a:lnSpc>
              <a:spcBef>
                <a:spcPts val="0"/>
              </a:spcBef>
              <a:spcAft>
                <a:spcPts val="0"/>
              </a:spcAft>
              <a:buClr>
                <a:srgbClr val="2EF098"/>
              </a:buClr>
              <a:buSzPts val="4000"/>
              <a:buFont typeface="Space Mono"/>
              <a:buNone/>
              <a:defRPr sz="4000">
                <a:solidFill>
                  <a:srgbClr val="2EF098"/>
                </a:solidFill>
                <a:latin typeface="Space Mono"/>
                <a:ea typeface="Space Mono"/>
                <a:cs typeface="Space Mono"/>
                <a:sym typeface="Space Mono"/>
              </a:defRPr>
            </a:lvl1pPr>
            <a:lvl2pPr lvl="1" rtl="0">
              <a:lnSpc>
                <a:spcPct val="100000"/>
              </a:lnSpc>
              <a:spcBef>
                <a:spcPts val="0"/>
              </a:spcBef>
              <a:spcAft>
                <a:spcPts val="0"/>
              </a:spcAft>
              <a:buSzPts val="1400"/>
              <a:buFont typeface="Space Mono"/>
              <a:buNone/>
              <a:defRPr>
                <a:latin typeface="Space Mono"/>
                <a:ea typeface="Space Mono"/>
                <a:cs typeface="Space Mono"/>
                <a:sym typeface="Space Mono"/>
              </a:defRPr>
            </a:lvl2pPr>
            <a:lvl3pPr lvl="2" rtl="0">
              <a:lnSpc>
                <a:spcPct val="100000"/>
              </a:lnSpc>
              <a:spcBef>
                <a:spcPts val="0"/>
              </a:spcBef>
              <a:spcAft>
                <a:spcPts val="0"/>
              </a:spcAft>
              <a:buSzPts val="1400"/>
              <a:buFont typeface="Space Mono"/>
              <a:buNone/>
              <a:defRPr>
                <a:latin typeface="Space Mono"/>
                <a:ea typeface="Space Mono"/>
                <a:cs typeface="Space Mono"/>
                <a:sym typeface="Space Mono"/>
              </a:defRPr>
            </a:lvl3pPr>
            <a:lvl4pPr lvl="3" rtl="0">
              <a:lnSpc>
                <a:spcPct val="100000"/>
              </a:lnSpc>
              <a:spcBef>
                <a:spcPts val="0"/>
              </a:spcBef>
              <a:spcAft>
                <a:spcPts val="0"/>
              </a:spcAft>
              <a:buSzPts val="1400"/>
              <a:buFont typeface="Space Mono"/>
              <a:buNone/>
              <a:defRPr>
                <a:latin typeface="Space Mono"/>
                <a:ea typeface="Space Mono"/>
                <a:cs typeface="Space Mono"/>
                <a:sym typeface="Space Mono"/>
              </a:defRPr>
            </a:lvl4pPr>
            <a:lvl5pPr lvl="4" rtl="0">
              <a:lnSpc>
                <a:spcPct val="100000"/>
              </a:lnSpc>
              <a:spcBef>
                <a:spcPts val="0"/>
              </a:spcBef>
              <a:spcAft>
                <a:spcPts val="0"/>
              </a:spcAft>
              <a:buSzPts val="1400"/>
              <a:buFont typeface="Space Mono"/>
              <a:buNone/>
              <a:defRPr>
                <a:latin typeface="Space Mono"/>
                <a:ea typeface="Space Mono"/>
                <a:cs typeface="Space Mono"/>
                <a:sym typeface="Space Mono"/>
              </a:defRPr>
            </a:lvl5pPr>
            <a:lvl6pPr lvl="5" rtl="0">
              <a:lnSpc>
                <a:spcPct val="100000"/>
              </a:lnSpc>
              <a:spcBef>
                <a:spcPts val="0"/>
              </a:spcBef>
              <a:spcAft>
                <a:spcPts val="0"/>
              </a:spcAft>
              <a:buSzPts val="1400"/>
              <a:buFont typeface="Space Mono"/>
              <a:buNone/>
              <a:defRPr>
                <a:latin typeface="Space Mono"/>
                <a:ea typeface="Space Mono"/>
                <a:cs typeface="Space Mono"/>
                <a:sym typeface="Space Mono"/>
              </a:defRPr>
            </a:lvl6pPr>
            <a:lvl7pPr lvl="6" rtl="0">
              <a:lnSpc>
                <a:spcPct val="100000"/>
              </a:lnSpc>
              <a:spcBef>
                <a:spcPts val="0"/>
              </a:spcBef>
              <a:spcAft>
                <a:spcPts val="0"/>
              </a:spcAft>
              <a:buSzPts val="1400"/>
              <a:buFont typeface="Space Mono"/>
              <a:buNone/>
              <a:defRPr>
                <a:latin typeface="Space Mono"/>
                <a:ea typeface="Space Mono"/>
                <a:cs typeface="Space Mono"/>
                <a:sym typeface="Space Mono"/>
              </a:defRPr>
            </a:lvl7pPr>
            <a:lvl8pPr lvl="7" rtl="0">
              <a:lnSpc>
                <a:spcPct val="100000"/>
              </a:lnSpc>
              <a:spcBef>
                <a:spcPts val="0"/>
              </a:spcBef>
              <a:spcAft>
                <a:spcPts val="0"/>
              </a:spcAft>
              <a:buSzPts val="1400"/>
              <a:buFont typeface="Space Mono"/>
              <a:buNone/>
              <a:defRPr>
                <a:latin typeface="Space Mono"/>
                <a:ea typeface="Space Mono"/>
                <a:cs typeface="Space Mono"/>
                <a:sym typeface="Space Mono"/>
              </a:defRPr>
            </a:lvl8pPr>
            <a:lvl9pPr lvl="8" rtl="0">
              <a:lnSpc>
                <a:spcPct val="100000"/>
              </a:lnSpc>
              <a:spcBef>
                <a:spcPts val="0"/>
              </a:spcBef>
              <a:spcAft>
                <a:spcPts val="0"/>
              </a:spcAft>
              <a:buSzPts val="1400"/>
              <a:buFont typeface="Space Mono"/>
              <a:buNone/>
              <a:defRPr>
                <a:latin typeface="Space Mono"/>
                <a:ea typeface="Space Mono"/>
                <a:cs typeface="Space Mono"/>
                <a:sym typeface="Space Mono"/>
              </a:defRPr>
            </a:lvl9pPr>
          </a:lstStyle>
          <a:p/>
        </p:txBody>
      </p:sp>
      <p:sp>
        <p:nvSpPr>
          <p:cNvPr id="65" name="Google Shape;65;p14"/>
          <p:cNvSpPr txBox="1"/>
          <p:nvPr>
            <p:ph idx="6" type="subTitle"/>
          </p:nvPr>
        </p:nvSpPr>
        <p:spPr>
          <a:xfrm>
            <a:off x="6855834" y="996200"/>
            <a:ext cx="1718100" cy="580500"/>
          </a:xfrm>
          <a:prstGeom prst="rect">
            <a:avLst/>
          </a:prstGeom>
        </p:spPr>
        <p:txBody>
          <a:bodyPr anchorCtr="0" anchor="t" bIns="91425" lIns="91425" spcFirstLastPara="1" rIns="91425" wrap="square" tIns="91425">
            <a:normAutofit/>
          </a:bodyPr>
          <a:lstStyle>
            <a:lvl1pPr lvl="0" rtl="0">
              <a:lnSpc>
                <a:spcPct val="100000"/>
              </a:lnSpc>
              <a:spcBef>
                <a:spcPts val="0"/>
              </a:spcBef>
              <a:spcAft>
                <a:spcPts val="0"/>
              </a:spcAft>
              <a:buClr>
                <a:schemeClr val="lt1"/>
              </a:buClr>
              <a:buSzPts val="1400"/>
              <a:buNone/>
              <a:defRPr sz="1400">
                <a:solidFill>
                  <a:schemeClr val="lt1"/>
                </a:solidFill>
              </a:defRPr>
            </a:lvl1pPr>
            <a:lvl2pPr lvl="1" rtl="0">
              <a:lnSpc>
                <a:spcPct val="100000"/>
              </a:lnSpc>
              <a:spcBef>
                <a:spcPts val="0"/>
              </a:spcBef>
              <a:spcAft>
                <a:spcPts val="0"/>
              </a:spcAft>
              <a:buSzPts val="1400"/>
              <a:buNone/>
              <a:defRPr/>
            </a:lvl2pPr>
            <a:lvl3pPr lvl="2" rtl="0">
              <a:lnSpc>
                <a:spcPct val="100000"/>
              </a:lnSpc>
              <a:spcBef>
                <a:spcPts val="0"/>
              </a:spcBef>
              <a:spcAft>
                <a:spcPts val="0"/>
              </a:spcAft>
              <a:buSzPts val="1400"/>
              <a:buNone/>
              <a:defRPr/>
            </a:lvl3pPr>
            <a:lvl4pPr lvl="3" rtl="0">
              <a:lnSpc>
                <a:spcPct val="100000"/>
              </a:lnSpc>
              <a:spcBef>
                <a:spcPts val="0"/>
              </a:spcBef>
              <a:spcAft>
                <a:spcPts val="0"/>
              </a:spcAft>
              <a:buSzPts val="1400"/>
              <a:buNone/>
              <a:defRPr/>
            </a:lvl4pPr>
            <a:lvl5pPr lvl="4" rtl="0">
              <a:lnSpc>
                <a:spcPct val="100000"/>
              </a:lnSpc>
              <a:spcBef>
                <a:spcPts val="0"/>
              </a:spcBef>
              <a:spcAft>
                <a:spcPts val="0"/>
              </a:spcAft>
              <a:buSzPts val="1400"/>
              <a:buNone/>
              <a:defRPr/>
            </a:lvl5pPr>
            <a:lvl6pPr lvl="5" rtl="0">
              <a:lnSpc>
                <a:spcPct val="100000"/>
              </a:lnSpc>
              <a:spcBef>
                <a:spcPts val="0"/>
              </a:spcBef>
              <a:spcAft>
                <a:spcPts val="0"/>
              </a:spcAft>
              <a:buSzPts val="1400"/>
              <a:buNone/>
              <a:defRPr/>
            </a:lvl6pPr>
            <a:lvl7pPr lvl="6" rtl="0">
              <a:lnSpc>
                <a:spcPct val="100000"/>
              </a:lnSpc>
              <a:spcBef>
                <a:spcPts val="0"/>
              </a:spcBef>
              <a:spcAft>
                <a:spcPts val="0"/>
              </a:spcAft>
              <a:buSzPts val="1400"/>
              <a:buNone/>
              <a:defRPr/>
            </a:lvl7pPr>
            <a:lvl8pPr lvl="7" rtl="0">
              <a:lnSpc>
                <a:spcPct val="100000"/>
              </a:lnSpc>
              <a:spcBef>
                <a:spcPts val="0"/>
              </a:spcBef>
              <a:spcAft>
                <a:spcPts val="0"/>
              </a:spcAft>
              <a:buSzPts val="1400"/>
              <a:buNone/>
              <a:defRPr/>
            </a:lvl8pPr>
            <a:lvl9pPr lvl="8" rtl="0">
              <a:lnSpc>
                <a:spcPct val="100000"/>
              </a:lnSpc>
              <a:spcBef>
                <a:spcPts val="0"/>
              </a:spcBef>
              <a:spcAft>
                <a:spcPts val="0"/>
              </a:spcAft>
              <a:buSzPts val="1400"/>
              <a:buNone/>
              <a:defRPr/>
            </a:lvl9pPr>
          </a:lstStyle>
          <a:p/>
        </p:txBody>
      </p:sp>
      <p:sp>
        <p:nvSpPr>
          <p:cNvPr id="66" name="Google Shape;66;p14"/>
          <p:cNvSpPr txBox="1"/>
          <p:nvPr>
            <p:ph idx="7" type="subTitle"/>
          </p:nvPr>
        </p:nvSpPr>
        <p:spPr>
          <a:xfrm>
            <a:off x="6855834" y="415700"/>
            <a:ext cx="1718100" cy="580500"/>
          </a:xfrm>
          <a:prstGeom prst="rect">
            <a:avLst/>
          </a:prstGeom>
        </p:spPr>
        <p:txBody>
          <a:bodyPr anchorCtr="0" anchor="t" bIns="91425" lIns="91425" spcFirstLastPara="1" rIns="91425" wrap="square" tIns="91425">
            <a:normAutofit/>
          </a:bodyPr>
          <a:lstStyle>
            <a:lvl1pPr lvl="0" rtl="0">
              <a:lnSpc>
                <a:spcPct val="100000"/>
              </a:lnSpc>
              <a:spcBef>
                <a:spcPts val="0"/>
              </a:spcBef>
              <a:spcAft>
                <a:spcPts val="0"/>
              </a:spcAft>
              <a:buClr>
                <a:srgbClr val="2EF098"/>
              </a:buClr>
              <a:buSzPts val="4000"/>
              <a:buFont typeface="Space Mono"/>
              <a:buNone/>
              <a:defRPr sz="4000">
                <a:solidFill>
                  <a:srgbClr val="2EF098"/>
                </a:solidFill>
                <a:latin typeface="Space Mono"/>
                <a:ea typeface="Space Mono"/>
                <a:cs typeface="Space Mono"/>
                <a:sym typeface="Space Mono"/>
              </a:defRPr>
            </a:lvl1pPr>
            <a:lvl2pPr lvl="1" rtl="0">
              <a:lnSpc>
                <a:spcPct val="100000"/>
              </a:lnSpc>
              <a:spcBef>
                <a:spcPts val="0"/>
              </a:spcBef>
              <a:spcAft>
                <a:spcPts val="0"/>
              </a:spcAft>
              <a:buSzPts val="1400"/>
              <a:buFont typeface="Space Mono"/>
              <a:buNone/>
              <a:defRPr>
                <a:latin typeface="Space Mono"/>
                <a:ea typeface="Space Mono"/>
                <a:cs typeface="Space Mono"/>
                <a:sym typeface="Space Mono"/>
              </a:defRPr>
            </a:lvl2pPr>
            <a:lvl3pPr lvl="2" rtl="0">
              <a:lnSpc>
                <a:spcPct val="100000"/>
              </a:lnSpc>
              <a:spcBef>
                <a:spcPts val="0"/>
              </a:spcBef>
              <a:spcAft>
                <a:spcPts val="0"/>
              </a:spcAft>
              <a:buSzPts val="1400"/>
              <a:buFont typeface="Space Mono"/>
              <a:buNone/>
              <a:defRPr>
                <a:latin typeface="Space Mono"/>
                <a:ea typeface="Space Mono"/>
                <a:cs typeface="Space Mono"/>
                <a:sym typeface="Space Mono"/>
              </a:defRPr>
            </a:lvl3pPr>
            <a:lvl4pPr lvl="3" rtl="0">
              <a:lnSpc>
                <a:spcPct val="100000"/>
              </a:lnSpc>
              <a:spcBef>
                <a:spcPts val="0"/>
              </a:spcBef>
              <a:spcAft>
                <a:spcPts val="0"/>
              </a:spcAft>
              <a:buSzPts val="1400"/>
              <a:buFont typeface="Space Mono"/>
              <a:buNone/>
              <a:defRPr>
                <a:latin typeface="Space Mono"/>
                <a:ea typeface="Space Mono"/>
                <a:cs typeface="Space Mono"/>
                <a:sym typeface="Space Mono"/>
              </a:defRPr>
            </a:lvl4pPr>
            <a:lvl5pPr lvl="4" rtl="0">
              <a:lnSpc>
                <a:spcPct val="100000"/>
              </a:lnSpc>
              <a:spcBef>
                <a:spcPts val="0"/>
              </a:spcBef>
              <a:spcAft>
                <a:spcPts val="0"/>
              </a:spcAft>
              <a:buSzPts val="1400"/>
              <a:buFont typeface="Space Mono"/>
              <a:buNone/>
              <a:defRPr>
                <a:latin typeface="Space Mono"/>
                <a:ea typeface="Space Mono"/>
                <a:cs typeface="Space Mono"/>
                <a:sym typeface="Space Mono"/>
              </a:defRPr>
            </a:lvl5pPr>
            <a:lvl6pPr lvl="5" rtl="0">
              <a:lnSpc>
                <a:spcPct val="100000"/>
              </a:lnSpc>
              <a:spcBef>
                <a:spcPts val="0"/>
              </a:spcBef>
              <a:spcAft>
                <a:spcPts val="0"/>
              </a:spcAft>
              <a:buSzPts val="1400"/>
              <a:buFont typeface="Space Mono"/>
              <a:buNone/>
              <a:defRPr>
                <a:latin typeface="Space Mono"/>
                <a:ea typeface="Space Mono"/>
                <a:cs typeface="Space Mono"/>
                <a:sym typeface="Space Mono"/>
              </a:defRPr>
            </a:lvl6pPr>
            <a:lvl7pPr lvl="6" rtl="0">
              <a:lnSpc>
                <a:spcPct val="100000"/>
              </a:lnSpc>
              <a:spcBef>
                <a:spcPts val="0"/>
              </a:spcBef>
              <a:spcAft>
                <a:spcPts val="0"/>
              </a:spcAft>
              <a:buSzPts val="1400"/>
              <a:buFont typeface="Space Mono"/>
              <a:buNone/>
              <a:defRPr>
                <a:latin typeface="Space Mono"/>
                <a:ea typeface="Space Mono"/>
                <a:cs typeface="Space Mono"/>
                <a:sym typeface="Space Mono"/>
              </a:defRPr>
            </a:lvl7pPr>
            <a:lvl8pPr lvl="7" rtl="0">
              <a:lnSpc>
                <a:spcPct val="100000"/>
              </a:lnSpc>
              <a:spcBef>
                <a:spcPts val="0"/>
              </a:spcBef>
              <a:spcAft>
                <a:spcPts val="0"/>
              </a:spcAft>
              <a:buSzPts val="1400"/>
              <a:buFont typeface="Space Mono"/>
              <a:buNone/>
              <a:defRPr>
                <a:latin typeface="Space Mono"/>
                <a:ea typeface="Space Mono"/>
                <a:cs typeface="Space Mono"/>
                <a:sym typeface="Space Mono"/>
              </a:defRPr>
            </a:lvl8pPr>
            <a:lvl9pPr lvl="8" rtl="0">
              <a:lnSpc>
                <a:spcPct val="100000"/>
              </a:lnSpc>
              <a:spcBef>
                <a:spcPts val="0"/>
              </a:spcBef>
              <a:spcAft>
                <a:spcPts val="0"/>
              </a:spcAft>
              <a:buSzPts val="1400"/>
              <a:buFont typeface="Space Mono"/>
              <a:buNone/>
              <a:defRPr>
                <a:latin typeface="Space Mono"/>
                <a:ea typeface="Space Mono"/>
                <a:cs typeface="Space Mono"/>
                <a:sym typeface="Space Mono"/>
              </a:defRPr>
            </a:lvl9pPr>
          </a:lstStyle>
          <a:p/>
        </p:txBody>
      </p:sp>
      <p:sp>
        <p:nvSpPr>
          <p:cNvPr id="67" name="Google Shape;67;p14"/>
          <p:cNvSpPr txBox="1"/>
          <p:nvPr>
            <p:ph idx="8" type="subTitle"/>
          </p:nvPr>
        </p:nvSpPr>
        <p:spPr>
          <a:xfrm>
            <a:off x="2868200" y="2507025"/>
            <a:ext cx="1718100" cy="580500"/>
          </a:xfrm>
          <a:prstGeom prst="rect">
            <a:avLst/>
          </a:prstGeom>
        </p:spPr>
        <p:txBody>
          <a:bodyPr anchorCtr="0" anchor="t" bIns="91425" lIns="91425" spcFirstLastPara="1" rIns="91425" wrap="square" tIns="91425">
            <a:normAutofit/>
          </a:bodyPr>
          <a:lstStyle>
            <a:lvl1pPr lvl="0" rtl="0">
              <a:lnSpc>
                <a:spcPct val="100000"/>
              </a:lnSpc>
              <a:spcBef>
                <a:spcPts val="0"/>
              </a:spcBef>
              <a:spcAft>
                <a:spcPts val="0"/>
              </a:spcAft>
              <a:buClr>
                <a:schemeClr val="lt1"/>
              </a:buClr>
              <a:buSzPts val="1400"/>
              <a:buNone/>
              <a:defRPr sz="1400">
                <a:solidFill>
                  <a:schemeClr val="lt1"/>
                </a:solidFill>
              </a:defRPr>
            </a:lvl1pPr>
            <a:lvl2pPr lvl="1" rtl="0">
              <a:lnSpc>
                <a:spcPct val="100000"/>
              </a:lnSpc>
              <a:spcBef>
                <a:spcPts val="0"/>
              </a:spcBef>
              <a:spcAft>
                <a:spcPts val="0"/>
              </a:spcAft>
              <a:buSzPts val="1400"/>
              <a:buNone/>
              <a:defRPr/>
            </a:lvl2pPr>
            <a:lvl3pPr lvl="2" rtl="0">
              <a:lnSpc>
                <a:spcPct val="100000"/>
              </a:lnSpc>
              <a:spcBef>
                <a:spcPts val="0"/>
              </a:spcBef>
              <a:spcAft>
                <a:spcPts val="0"/>
              </a:spcAft>
              <a:buSzPts val="1400"/>
              <a:buNone/>
              <a:defRPr/>
            </a:lvl3pPr>
            <a:lvl4pPr lvl="3" rtl="0">
              <a:lnSpc>
                <a:spcPct val="100000"/>
              </a:lnSpc>
              <a:spcBef>
                <a:spcPts val="0"/>
              </a:spcBef>
              <a:spcAft>
                <a:spcPts val="0"/>
              </a:spcAft>
              <a:buSzPts val="1400"/>
              <a:buNone/>
              <a:defRPr/>
            </a:lvl4pPr>
            <a:lvl5pPr lvl="4" rtl="0">
              <a:lnSpc>
                <a:spcPct val="100000"/>
              </a:lnSpc>
              <a:spcBef>
                <a:spcPts val="0"/>
              </a:spcBef>
              <a:spcAft>
                <a:spcPts val="0"/>
              </a:spcAft>
              <a:buSzPts val="1400"/>
              <a:buNone/>
              <a:defRPr/>
            </a:lvl5pPr>
            <a:lvl6pPr lvl="5" rtl="0">
              <a:lnSpc>
                <a:spcPct val="100000"/>
              </a:lnSpc>
              <a:spcBef>
                <a:spcPts val="0"/>
              </a:spcBef>
              <a:spcAft>
                <a:spcPts val="0"/>
              </a:spcAft>
              <a:buSzPts val="1400"/>
              <a:buNone/>
              <a:defRPr/>
            </a:lvl6pPr>
            <a:lvl7pPr lvl="6" rtl="0">
              <a:lnSpc>
                <a:spcPct val="100000"/>
              </a:lnSpc>
              <a:spcBef>
                <a:spcPts val="0"/>
              </a:spcBef>
              <a:spcAft>
                <a:spcPts val="0"/>
              </a:spcAft>
              <a:buSzPts val="1400"/>
              <a:buNone/>
              <a:defRPr/>
            </a:lvl7pPr>
            <a:lvl8pPr lvl="7" rtl="0">
              <a:lnSpc>
                <a:spcPct val="100000"/>
              </a:lnSpc>
              <a:spcBef>
                <a:spcPts val="0"/>
              </a:spcBef>
              <a:spcAft>
                <a:spcPts val="0"/>
              </a:spcAft>
              <a:buSzPts val="1400"/>
              <a:buNone/>
              <a:defRPr/>
            </a:lvl8pPr>
            <a:lvl9pPr lvl="8" rtl="0">
              <a:lnSpc>
                <a:spcPct val="100000"/>
              </a:lnSpc>
              <a:spcBef>
                <a:spcPts val="0"/>
              </a:spcBef>
              <a:spcAft>
                <a:spcPts val="0"/>
              </a:spcAft>
              <a:buSzPts val="1400"/>
              <a:buNone/>
              <a:defRPr/>
            </a:lvl9pPr>
          </a:lstStyle>
          <a:p/>
        </p:txBody>
      </p:sp>
      <p:sp>
        <p:nvSpPr>
          <p:cNvPr id="68" name="Google Shape;68;p14"/>
          <p:cNvSpPr txBox="1"/>
          <p:nvPr>
            <p:ph idx="9" type="subTitle"/>
          </p:nvPr>
        </p:nvSpPr>
        <p:spPr>
          <a:xfrm>
            <a:off x="2868200" y="1926525"/>
            <a:ext cx="1718100" cy="580500"/>
          </a:xfrm>
          <a:prstGeom prst="rect">
            <a:avLst/>
          </a:prstGeom>
        </p:spPr>
        <p:txBody>
          <a:bodyPr anchorCtr="0" anchor="t" bIns="91425" lIns="91425" spcFirstLastPara="1" rIns="91425" wrap="square" tIns="91425">
            <a:normAutofit/>
          </a:bodyPr>
          <a:lstStyle>
            <a:lvl1pPr lvl="0" rtl="0">
              <a:lnSpc>
                <a:spcPct val="100000"/>
              </a:lnSpc>
              <a:spcBef>
                <a:spcPts val="0"/>
              </a:spcBef>
              <a:spcAft>
                <a:spcPts val="0"/>
              </a:spcAft>
              <a:buClr>
                <a:srgbClr val="2EF098"/>
              </a:buClr>
              <a:buSzPts val="4000"/>
              <a:buFont typeface="Space Mono"/>
              <a:buNone/>
              <a:defRPr sz="4000">
                <a:solidFill>
                  <a:srgbClr val="2EF098"/>
                </a:solidFill>
                <a:latin typeface="Space Mono"/>
                <a:ea typeface="Space Mono"/>
                <a:cs typeface="Space Mono"/>
                <a:sym typeface="Space Mono"/>
              </a:defRPr>
            </a:lvl1pPr>
            <a:lvl2pPr lvl="1" rtl="0">
              <a:lnSpc>
                <a:spcPct val="100000"/>
              </a:lnSpc>
              <a:spcBef>
                <a:spcPts val="0"/>
              </a:spcBef>
              <a:spcAft>
                <a:spcPts val="0"/>
              </a:spcAft>
              <a:buSzPts val="1400"/>
              <a:buFont typeface="Space Mono"/>
              <a:buNone/>
              <a:defRPr>
                <a:latin typeface="Space Mono"/>
                <a:ea typeface="Space Mono"/>
                <a:cs typeface="Space Mono"/>
                <a:sym typeface="Space Mono"/>
              </a:defRPr>
            </a:lvl2pPr>
            <a:lvl3pPr lvl="2" rtl="0">
              <a:lnSpc>
                <a:spcPct val="100000"/>
              </a:lnSpc>
              <a:spcBef>
                <a:spcPts val="0"/>
              </a:spcBef>
              <a:spcAft>
                <a:spcPts val="0"/>
              </a:spcAft>
              <a:buSzPts val="1400"/>
              <a:buFont typeface="Space Mono"/>
              <a:buNone/>
              <a:defRPr>
                <a:latin typeface="Space Mono"/>
                <a:ea typeface="Space Mono"/>
                <a:cs typeface="Space Mono"/>
                <a:sym typeface="Space Mono"/>
              </a:defRPr>
            </a:lvl3pPr>
            <a:lvl4pPr lvl="3" rtl="0">
              <a:lnSpc>
                <a:spcPct val="100000"/>
              </a:lnSpc>
              <a:spcBef>
                <a:spcPts val="0"/>
              </a:spcBef>
              <a:spcAft>
                <a:spcPts val="0"/>
              </a:spcAft>
              <a:buSzPts val="1400"/>
              <a:buFont typeface="Space Mono"/>
              <a:buNone/>
              <a:defRPr>
                <a:latin typeface="Space Mono"/>
                <a:ea typeface="Space Mono"/>
                <a:cs typeface="Space Mono"/>
                <a:sym typeface="Space Mono"/>
              </a:defRPr>
            </a:lvl4pPr>
            <a:lvl5pPr lvl="4" rtl="0">
              <a:lnSpc>
                <a:spcPct val="100000"/>
              </a:lnSpc>
              <a:spcBef>
                <a:spcPts val="0"/>
              </a:spcBef>
              <a:spcAft>
                <a:spcPts val="0"/>
              </a:spcAft>
              <a:buSzPts val="1400"/>
              <a:buFont typeface="Space Mono"/>
              <a:buNone/>
              <a:defRPr>
                <a:latin typeface="Space Mono"/>
                <a:ea typeface="Space Mono"/>
                <a:cs typeface="Space Mono"/>
                <a:sym typeface="Space Mono"/>
              </a:defRPr>
            </a:lvl5pPr>
            <a:lvl6pPr lvl="5" rtl="0">
              <a:lnSpc>
                <a:spcPct val="100000"/>
              </a:lnSpc>
              <a:spcBef>
                <a:spcPts val="0"/>
              </a:spcBef>
              <a:spcAft>
                <a:spcPts val="0"/>
              </a:spcAft>
              <a:buSzPts val="1400"/>
              <a:buFont typeface="Space Mono"/>
              <a:buNone/>
              <a:defRPr>
                <a:latin typeface="Space Mono"/>
                <a:ea typeface="Space Mono"/>
                <a:cs typeface="Space Mono"/>
                <a:sym typeface="Space Mono"/>
              </a:defRPr>
            </a:lvl6pPr>
            <a:lvl7pPr lvl="6" rtl="0">
              <a:lnSpc>
                <a:spcPct val="100000"/>
              </a:lnSpc>
              <a:spcBef>
                <a:spcPts val="0"/>
              </a:spcBef>
              <a:spcAft>
                <a:spcPts val="0"/>
              </a:spcAft>
              <a:buSzPts val="1400"/>
              <a:buFont typeface="Space Mono"/>
              <a:buNone/>
              <a:defRPr>
                <a:latin typeface="Space Mono"/>
                <a:ea typeface="Space Mono"/>
                <a:cs typeface="Space Mono"/>
                <a:sym typeface="Space Mono"/>
              </a:defRPr>
            </a:lvl7pPr>
            <a:lvl8pPr lvl="7" rtl="0">
              <a:lnSpc>
                <a:spcPct val="100000"/>
              </a:lnSpc>
              <a:spcBef>
                <a:spcPts val="0"/>
              </a:spcBef>
              <a:spcAft>
                <a:spcPts val="0"/>
              </a:spcAft>
              <a:buSzPts val="1400"/>
              <a:buFont typeface="Space Mono"/>
              <a:buNone/>
              <a:defRPr>
                <a:latin typeface="Space Mono"/>
                <a:ea typeface="Space Mono"/>
                <a:cs typeface="Space Mono"/>
                <a:sym typeface="Space Mono"/>
              </a:defRPr>
            </a:lvl8pPr>
            <a:lvl9pPr lvl="8" rtl="0">
              <a:lnSpc>
                <a:spcPct val="100000"/>
              </a:lnSpc>
              <a:spcBef>
                <a:spcPts val="0"/>
              </a:spcBef>
              <a:spcAft>
                <a:spcPts val="0"/>
              </a:spcAft>
              <a:buSzPts val="1400"/>
              <a:buFont typeface="Space Mono"/>
              <a:buNone/>
              <a:defRPr>
                <a:latin typeface="Space Mono"/>
                <a:ea typeface="Space Mono"/>
                <a:cs typeface="Space Mono"/>
                <a:sym typeface="Space Mono"/>
              </a:defRPr>
            </a:lvl9pPr>
          </a:lstStyle>
          <a:p/>
        </p:txBody>
      </p:sp>
      <p:sp>
        <p:nvSpPr>
          <p:cNvPr id="69" name="Google Shape;69;p14"/>
          <p:cNvSpPr txBox="1"/>
          <p:nvPr>
            <p:ph idx="13" type="subTitle"/>
          </p:nvPr>
        </p:nvSpPr>
        <p:spPr>
          <a:xfrm>
            <a:off x="4862017" y="2507025"/>
            <a:ext cx="1718100" cy="580500"/>
          </a:xfrm>
          <a:prstGeom prst="rect">
            <a:avLst/>
          </a:prstGeom>
        </p:spPr>
        <p:txBody>
          <a:bodyPr anchorCtr="0" anchor="t" bIns="91425" lIns="91425" spcFirstLastPara="1" rIns="91425" wrap="square" tIns="91425">
            <a:normAutofit/>
          </a:bodyPr>
          <a:lstStyle>
            <a:lvl1pPr lvl="0" rtl="0">
              <a:lnSpc>
                <a:spcPct val="100000"/>
              </a:lnSpc>
              <a:spcBef>
                <a:spcPts val="0"/>
              </a:spcBef>
              <a:spcAft>
                <a:spcPts val="0"/>
              </a:spcAft>
              <a:buClr>
                <a:schemeClr val="lt1"/>
              </a:buClr>
              <a:buSzPts val="1400"/>
              <a:buNone/>
              <a:defRPr sz="1400">
                <a:solidFill>
                  <a:schemeClr val="lt1"/>
                </a:solidFill>
              </a:defRPr>
            </a:lvl1pPr>
            <a:lvl2pPr lvl="1" rtl="0">
              <a:lnSpc>
                <a:spcPct val="100000"/>
              </a:lnSpc>
              <a:spcBef>
                <a:spcPts val="0"/>
              </a:spcBef>
              <a:spcAft>
                <a:spcPts val="0"/>
              </a:spcAft>
              <a:buSzPts val="1400"/>
              <a:buNone/>
              <a:defRPr/>
            </a:lvl2pPr>
            <a:lvl3pPr lvl="2" rtl="0">
              <a:lnSpc>
                <a:spcPct val="100000"/>
              </a:lnSpc>
              <a:spcBef>
                <a:spcPts val="0"/>
              </a:spcBef>
              <a:spcAft>
                <a:spcPts val="0"/>
              </a:spcAft>
              <a:buSzPts val="1400"/>
              <a:buNone/>
              <a:defRPr/>
            </a:lvl3pPr>
            <a:lvl4pPr lvl="3" rtl="0">
              <a:lnSpc>
                <a:spcPct val="100000"/>
              </a:lnSpc>
              <a:spcBef>
                <a:spcPts val="0"/>
              </a:spcBef>
              <a:spcAft>
                <a:spcPts val="0"/>
              </a:spcAft>
              <a:buSzPts val="1400"/>
              <a:buNone/>
              <a:defRPr/>
            </a:lvl4pPr>
            <a:lvl5pPr lvl="4" rtl="0">
              <a:lnSpc>
                <a:spcPct val="100000"/>
              </a:lnSpc>
              <a:spcBef>
                <a:spcPts val="0"/>
              </a:spcBef>
              <a:spcAft>
                <a:spcPts val="0"/>
              </a:spcAft>
              <a:buSzPts val="1400"/>
              <a:buNone/>
              <a:defRPr/>
            </a:lvl5pPr>
            <a:lvl6pPr lvl="5" rtl="0">
              <a:lnSpc>
                <a:spcPct val="100000"/>
              </a:lnSpc>
              <a:spcBef>
                <a:spcPts val="0"/>
              </a:spcBef>
              <a:spcAft>
                <a:spcPts val="0"/>
              </a:spcAft>
              <a:buSzPts val="1400"/>
              <a:buNone/>
              <a:defRPr/>
            </a:lvl6pPr>
            <a:lvl7pPr lvl="6" rtl="0">
              <a:lnSpc>
                <a:spcPct val="100000"/>
              </a:lnSpc>
              <a:spcBef>
                <a:spcPts val="0"/>
              </a:spcBef>
              <a:spcAft>
                <a:spcPts val="0"/>
              </a:spcAft>
              <a:buSzPts val="1400"/>
              <a:buNone/>
              <a:defRPr/>
            </a:lvl7pPr>
            <a:lvl8pPr lvl="7" rtl="0">
              <a:lnSpc>
                <a:spcPct val="100000"/>
              </a:lnSpc>
              <a:spcBef>
                <a:spcPts val="0"/>
              </a:spcBef>
              <a:spcAft>
                <a:spcPts val="0"/>
              </a:spcAft>
              <a:buSzPts val="1400"/>
              <a:buNone/>
              <a:defRPr/>
            </a:lvl8pPr>
            <a:lvl9pPr lvl="8" rtl="0">
              <a:lnSpc>
                <a:spcPct val="100000"/>
              </a:lnSpc>
              <a:spcBef>
                <a:spcPts val="0"/>
              </a:spcBef>
              <a:spcAft>
                <a:spcPts val="0"/>
              </a:spcAft>
              <a:buSzPts val="1400"/>
              <a:buNone/>
              <a:defRPr/>
            </a:lvl9pPr>
          </a:lstStyle>
          <a:p/>
        </p:txBody>
      </p:sp>
      <p:sp>
        <p:nvSpPr>
          <p:cNvPr id="70" name="Google Shape;70;p14"/>
          <p:cNvSpPr txBox="1"/>
          <p:nvPr>
            <p:ph idx="14" type="subTitle"/>
          </p:nvPr>
        </p:nvSpPr>
        <p:spPr>
          <a:xfrm>
            <a:off x="4862017" y="1926525"/>
            <a:ext cx="1718100" cy="580500"/>
          </a:xfrm>
          <a:prstGeom prst="rect">
            <a:avLst/>
          </a:prstGeom>
        </p:spPr>
        <p:txBody>
          <a:bodyPr anchorCtr="0" anchor="t" bIns="91425" lIns="91425" spcFirstLastPara="1" rIns="91425" wrap="square" tIns="91425">
            <a:normAutofit/>
          </a:bodyPr>
          <a:lstStyle>
            <a:lvl1pPr lvl="0" rtl="0">
              <a:lnSpc>
                <a:spcPct val="100000"/>
              </a:lnSpc>
              <a:spcBef>
                <a:spcPts val="0"/>
              </a:spcBef>
              <a:spcAft>
                <a:spcPts val="0"/>
              </a:spcAft>
              <a:buClr>
                <a:srgbClr val="2EF098"/>
              </a:buClr>
              <a:buSzPts val="4000"/>
              <a:buFont typeface="Space Mono"/>
              <a:buNone/>
              <a:defRPr sz="4000">
                <a:solidFill>
                  <a:srgbClr val="2EF098"/>
                </a:solidFill>
                <a:latin typeface="Space Mono"/>
                <a:ea typeface="Space Mono"/>
                <a:cs typeface="Space Mono"/>
                <a:sym typeface="Space Mono"/>
              </a:defRPr>
            </a:lvl1pPr>
            <a:lvl2pPr lvl="1" rtl="0">
              <a:lnSpc>
                <a:spcPct val="100000"/>
              </a:lnSpc>
              <a:spcBef>
                <a:spcPts val="0"/>
              </a:spcBef>
              <a:spcAft>
                <a:spcPts val="0"/>
              </a:spcAft>
              <a:buSzPts val="1400"/>
              <a:buFont typeface="Space Mono"/>
              <a:buNone/>
              <a:defRPr>
                <a:latin typeface="Space Mono"/>
                <a:ea typeface="Space Mono"/>
                <a:cs typeface="Space Mono"/>
                <a:sym typeface="Space Mono"/>
              </a:defRPr>
            </a:lvl2pPr>
            <a:lvl3pPr lvl="2" rtl="0">
              <a:lnSpc>
                <a:spcPct val="100000"/>
              </a:lnSpc>
              <a:spcBef>
                <a:spcPts val="0"/>
              </a:spcBef>
              <a:spcAft>
                <a:spcPts val="0"/>
              </a:spcAft>
              <a:buSzPts val="1400"/>
              <a:buFont typeface="Space Mono"/>
              <a:buNone/>
              <a:defRPr>
                <a:latin typeface="Space Mono"/>
                <a:ea typeface="Space Mono"/>
                <a:cs typeface="Space Mono"/>
                <a:sym typeface="Space Mono"/>
              </a:defRPr>
            </a:lvl3pPr>
            <a:lvl4pPr lvl="3" rtl="0">
              <a:lnSpc>
                <a:spcPct val="100000"/>
              </a:lnSpc>
              <a:spcBef>
                <a:spcPts val="0"/>
              </a:spcBef>
              <a:spcAft>
                <a:spcPts val="0"/>
              </a:spcAft>
              <a:buSzPts val="1400"/>
              <a:buFont typeface="Space Mono"/>
              <a:buNone/>
              <a:defRPr>
                <a:latin typeface="Space Mono"/>
                <a:ea typeface="Space Mono"/>
                <a:cs typeface="Space Mono"/>
                <a:sym typeface="Space Mono"/>
              </a:defRPr>
            </a:lvl4pPr>
            <a:lvl5pPr lvl="4" rtl="0">
              <a:lnSpc>
                <a:spcPct val="100000"/>
              </a:lnSpc>
              <a:spcBef>
                <a:spcPts val="0"/>
              </a:spcBef>
              <a:spcAft>
                <a:spcPts val="0"/>
              </a:spcAft>
              <a:buSzPts val="1400"/>
              <a:buFont typeface="Space Mono"/>
              <a:buNone/>
              <a:defRPr>
                <a:latin typeface="Space Mono"/>
                <a:ea typeface="Space Mono"/>
                <a:cs typeface="Space Mono"/>
                <a:sym typeface="Space Mono"/>
              </a:defRPr>
            </a:lvl5pPr>
            <a:lvl6pPr lvl="5" rtl="0">
              <a:lnSpc>
                <a:spcPct val="100000"/>
              </a:lnSpc>
              <a:spcBef>
                <a:spcPts val="0"/>
              </a:spcBef>
              <a:spcAft>
                <a:spcPts val="0"/>
              </a:spcAft>
              <a:buSzPts val="1400"/>
              <a:buFont typeface="Space Mono"/>
              <a:buNone/>
              <a:defRPr>
                <a:latin typeface="Space Mono"/>
                <a:ea typeface="Space Mono"/>
                <a:cs typeface="Space Mono"/>
                <a:sym typeface="Space Mono"/>
              </a:defRPr>
            </a:lvl6pPr>
            <a:lvl7pPr lvl="6" rtl="0">
              <a:lnSpc>
                <a:spcPct val="100000"/>
              </a:lnSpc>
              <a:spcBef>
                <a:spcPts val="0"/>
              </a:spcBef>
              <a:spcAft>
                <a:spcPts val="0"/>
              </a:spcAft>
              <a:buSzPts val="1400"/>
              <a:buFont typeface="Space Mono"/>
              <a:buNone/>
              <a:defRPr>
                <a:latin typeface="Space Mono"/>
                <a:ea typeface="Space Mono"/>
                <a:cs typeface="Space Mono"/>
                <a:sym typeface="Space Mono"/>
              </a:defRPr>
            </a:lvl7pPr>
            <a:lvl8pPr lvl="7" rtl="0">
              <a:lnSpc>
                <a:spcPct val="100000"/>
              </a:lnSpc>
              <a:spcBef>
                <a:spcPts val="0"/>
              </a:spcBef>
              <a:spcAft>
                <a:spcPts val="0"/>
              </a:spcAft>
              <a:buSzPts val="1400"/>
              <a:buFont typeface="Space Mono"/>
              <a:buNone/>
              <a:defRPr>
                <a:latin typeface="Space Mono"/>
                <a:ea typeface="Space Mono"/>
                <a:cs typeface="Space Mono"/>
                <a:sym typeface="Space Mono"/>
              </a:defRPr>
            </a:lvl8pPr>
            <a:lvl9pPr lvl="8" rtl="0">
              <a:lnSpc>
                <a:spcPct val="100000"/>
              </a:lnSpc>
              <a:spcBef>
                <a:spcPts val="0"/>
              </a:spcBef>
              <a:spcAft>
                <a:spcPts val="0"/>
              </a:spcAft>
              <a:buSzPts val="1400"/>
              <a:buFont typeface="Space Mono"/>
              <a:buNone/>
              <a:defRPr>
                <a:latin typeface="Space Mono"/>
                <a:ea typeface="Space Mono"/>
                <a:cs typeface="Space Mono"/>
                <a:sym typeface="Space Mono"/>
              </a:defRPr>
            </a:lvl9pPr>
          </a:lstStyle>
          <a:p/>
        </p:txBody>
      </p:sp>
      <p:sp>
        <p:nvSpPr>
          <p:cNvPr id="71" name="Google Shape;71;p14"/>
          <p:cNvSpPr txBox="1"/>
          <p:nvPr>
            <p:ph idx="15" type="subTitle"/>
          </p:nvPr>
        </p:nvSpPr>
        <p:spPr>
          <a:xfrm>
            <a:off x="6855834" y="2507025"/>
            <a:ext cx="1718100" cy="580500"/>
          </a:xfrm>
          <a:prstGeom prst="rect">
            <a:avLst/>
          </a:prstGeom>
        </p:spPr>
        <p:txBody>
          <a:bodyPr anchorCtr="0" anchor="t" bIns="91425" lIns="91425" spcFirstLastPara="1" rIns="91425" wrap="square" tIns="91425">
            <a:normAutofit/>
          </a:bodyPr>
          <a:lstStyle>
            <a:lvl1pPr lvl="0" rtl="0">
              <a:lnSpc>
                <a:spcPct val="100000"/>
              </a:lnSpc>
              <a:spcBef>
                <a:spcPts val="0"/>
              </a:spcBef>
              <a:spcAft>
                <a:spcPts val="0"/>
              </a:spcAft>
              <a:buClr>
                <a:schemeClr val="lt1"/>
              </a:buClr>
              <a:buSzPts val="1400"/>
              <a:buNone/>
              <a:defRPr sz="1400">
                <a:solidFill>
                  <a:schemeClr val="lt1"/>
                </a:solidFill>
              </a:defRPr>
            </a:lvl1pPr>
            <a:lvl2pPr lvl="1" rtl="0">
              <a:lnSpc>
                <a:spcPct val="100000"/>
              </a:lnSpc>
              <a:spcBef>
                <a:spcPts val="0"/>
              </a:spcBef>
              <a:spcAft>
                <a:spcPts val="0"/>
              </a:spcAft>
              <a:buSzPts val="1400"/>
              <a:buNone/>
              <a:defRPr/>
            </a:lvl2pPr>
            <a:lvl3pPr lvl="2" rtl="0">
              <a:lnSpc>
                <a:spcPct val="100000"/>
              </a:lnSpc>
              <a:spcBef>
                <a:spcPts val="0"/>
              </a:spcBef>
              <a:spcAft>
                <a:spcPts val="0"/>
              </a:spcAft>
              <a:buSzPts val="1400"/>
              <a:buNone/>
              <a:defRPr/>
            </a:lvl3pPr>
            <a:lvl4pPr lvl="3" rtl="0">
              <a:lnSpc>
                <a:spcPct val="100000"/>
              </a:lnSpc>
              <a:spcBef>
                <a:spcPts val="0"/>
              </a:spcBef>
              <a:spcAft>
                <a:spcPts val="0"/>
              </a:spcAft>
              <a:buSzPts val="1400"/>
              <a:buNone/>
              <a:defRPr/>
            </a:lvl4pPr>
            <a:lvl5pPr lvl="4" rtl="0">
              <a:lnSpc>
                <a:spcPct val="100000"/>
              </a:lnSpc>
              <a:spcBef>
                <a:spcPts val="0"/>
              </a:spcBef>
              <a:spcAft>
                <a:spcPts val="0"/>
              </a:spcAft>
              <a:buSzPts val="1400"/>
              <a:buNone/>
              <a:defRPr/>
            </a:lvl5pPr>
            <a:lvl6pPr lvl="5" rtl="0">
              <a:lnSpc>
                <a:spcPct val="100000"/>
              </a:lnSpc>
              <a:spcBef>
                <a:spcPts val="0"/>
              </a:spcBef>
              <a:spcAft>
                <a:spcPts val="0"/>
              </a:spcAft>
              <a:buSzPts val="1400"/>
              <a:buNone/>
              <a:defRPr/>
            </a:lvl6pPr>
            <a:lvl7pPr lvl="6" rtl="0">
              <a:lnSpc>
                <a:spcPct val="100000"/>
              </a:lnSpc>
              <a:spcBef>
                <a:spcPts val="0"/>
              </a:spcBef>
              <a:spcAft>
                <a:spcPts val="0"/>
              </a:spcAft>
              <a:buSzPts val="1400"/>
              <a:buNone/>
              <a:defRPr/>
            </a:lvl7pPr>
            <a:lvl8pPr lvl="7" rtl="0">
              <a:lnSpc>
                <a:spcPct val="100000"/>
              </a:lnSpc>
              <a:spcBef>
                <a:spcPts val="0"/>
              </a:spcBef>
              <a:spcAft>
                <a:spcPts val="0"/>
              </a:spcAft>
              <a:buSzPts val="1400"/>
              <a:buNone/>
              <a:defRPr/>
            </a:lvl8pPr>
            <a:lvl9pPr lvl="8" rtl="0">
              <a:lnSpc>
                <a:spcPct val="100000"/>
              </a:lnSpc>
              <a:spcBef>
                <a:spcPts val="0"/>
              </a:spcBef>
              <a:spcAft>
                <a:spcPts val="0"/>
              </a:spcAft>
              <a:buSzPts val="1400"/>
              <a:buNone/>
              <a:defRPr/>
            </a:lvl9pPr>
          </a:lstStyle>
          <a:p/>
        </p:txBody>
      </p:sp>
      <p:sp>
        <p:nvSpPr>
          <p:cNvPr id="72" name="Google Shape;72;p14"/>
          <p:cNvSpPr txBox="1"/>
          <p:nvPr>
            <p:ph idx="16" type="subTitle"/>
          </p:nvPr>
        </p:nvSpPr>
        <p:spPr>
          <a:xfrm>
            <a:off x="6855834" y="1926525"/>
            <a:ext cx="1718100" cy="580500"/>
          </a:xfrm>
          <a:prstGeom prst="rect">
            <a:avLst/>
          </a:prstGeom>
        </p:spPr>
        <p:txBody>
          <a:bodyPr anchorCtr="0" anchor="t" bIns="91425" lIns="91425" spcFirstLastPara="1" rIns="91425" wrap="square" tIns="91425">
            <a:normAutofit/>
          </a:bodyPr>
          <a:lstStyle>
            <a:lvl1pPr lvl="0" rtl="0">
              <a:lnSpc>
                <a:spcPct val="100000"/>
              </a:lnSpc>
              <a:spcBef>
                <a:spcPts val="0"/>
              </a:spcBef>
              <a:spcAft>
                <a:spcPts val="0"/>
              </a:spcAft>
              <a:buClr>
                <a:srgbClr val="2EF098"/>
              </a:buClr>
              <a:buSzPts val="4000"/>
              <a:buFont typeface="Space Mono"/>
              <a:buNone/>
              <a:defRPr sz="4000">
                <a:solidFill>
                  <a:srgbClr val="2EF098"/>
                </a:solidFill>
                <a:latin typeface="Space Mono"/>
                <a:ea typeface="Space Mono"/>
                <a:cs typeface="Space Mono"/>
                <a:sym typeface="Space Mono"/>
              </a:defRPr>
            </a:lvl1pPr>
            <a:lvl2pPr lvl="1" rtl="0">
              <a:lnSpc>
                <a:spcPct val="100000"/>
              </a:lnSpc>
              <a:spcBef>
                <a:spcPts val="0"/>
              </a:spcBef>
              <a:spcAft>
                <a:spcPts val="0"/>
              </a:spcAft>
              <a:buSzPts val="1400"/>
              <a:buFont typeface="Space Mono"/>
              <a:buNone/>
              <a:defRPr>
                <a:latin typeface="Space Mono"/>
                <a:ea typeface="Space Mono"/>
                <a:cs typeface="Space Mono"/>
                <a:sym typeface="Space Mono"/>
              </a:defRPr>
            </a:lvl2pPr>
            <a:lvl3pPr lvl="2" rtl="0">
              <a:lnSpc>
                <a:spcPct val="100000"/>
              </a:lnSpc>
              <a:spcBef>
                <a:spcPts val="0"/>
              </a:spcBef>
              <a:spcAft>
                <a:spcPts val="0"/>
              </a:spcAft>
              <a:buSzPts val="1400"/>
              <a:buFont typeface="Space Mono"/>
              <a:buNone/>
              <a:defRPr>
                <a:latin typeface="Space Mono"/>
                <a:ea typeface="Space Mono"/>
                <a:cs typeface="Space Mono"/>
                <a:sym typeface="Space Mono"/>
              </a:defRPr>
            </a:lvl3pPr>
            <a:lvl4pPr lvl="3" rtl="0">
              <a:lnSpc>
                <a:spcPct val="100000"/>
              </a:lnSpc>
              <a:spcBef>
                <a:spcPts val="0"/>
              </a:spcBef>
              <a:spcAft>
                <a:spcPts val="0"/>
              </a:spcAft>
              <a:buSzPts val="1400"/>
              <a:buFont typeface="Space Mono"/>
              <a:buNone/>
              <a:defRPr>
                <a:latin typeface="Space Mono"/>
                <a:ea typeface="Space Mono"/>
                <a:cs typeface="Space Mono"/>
                <a:sym typeface="Space Mono"/>
              </a:defRPr>
            </a:lvl4pPr>
            <a:lvl5pPr lvl="4" rtl="0">
              <a:lnSpc>
                <a:spcPct val="100000"/>
              </a:lnSpc>
              <a:spcBef>
                <a:spcPts val="0"/>
              </a:spcBef>
              <a:spcAft>
                <a:spcPts val="0"/>
              </a:spcAft>
              <a:buSzPts val="1400"/>
              <a:buFont typeface="Space Mono"/>
              <a:buNone/>
              <a:defRPr>
                <a:latin typeface="Space Mono"/>
                <a:ea typeface="Space Mono"/>
                <a:cs typeface="Space Mono"/>
                <a:sym typeface="Space Mono"/>
              </a:defRPr>
            </a:lvl5pPr>
            <a:lvl6pPr lvl="5" rtl="0">
              <a:lnSpc>
                <a:spcPct val="100000"/>
              </a:lnSpc>
              <a:spcBef>
                <a:spcPts val="0"/>
              </a:spcBef>
              <a:spcAft>
                <a:spcPts val="0"/>
              </a:spcAft>
              <a:buSzPts val="1400"/>
              <a:buFont typeface="Space Mono"/>
              <a:buNone/>
              <a:defRPr>
                <a:latin typeface="Space Mono"/>
                <a:ea typeface="Space Mono"/>
                <a:cs typeface="Space Mono"/>
                <a:sym typeface="Space Mono"/>
              </a:defRPr>
            </a:lvl6pPr>
            <a:lvl7pPr lvl="6" rtl="0">
              <a:lnSpc>
                <a:spcPct val="100000"/>
              </a:lnSpc>
              <a:spcBef>
                <a:spcPts val="0"/>
              </a:spcBef>
              <a:spcAft>
                <a:spcPts val="0"/>
              </a:spcAft>
              <a:buSzPts val="1400"/>
              <a:buFont typeface="Space Mono"/>
              <a:buNone/>
              <a:defRPr>
                <a:latin typeface="Space Mono"/>
                <a:ea typeface="Space Mono"/>
                <a:cs typeface="Space Mono"/>
                <a:sym typeface="Space Mono"/>
              </a:defRPr>
            </a:lvl7pPr>
            <a:lvl8pPr lvl="7" rtl="0">
              <a:lnSpc>
                <a:spcPct val="100000"/>
              </a:lnSpc>
              <a:spcBef>
                <a:spcPts val="0"/>
              </a:spcBef>
              <a:spcAft>
                <a:spcPts val="0"/>
              </a:spcAft>
              <a:buSzPts val="1400"/>
              <a:buFont typeface="Space Mono"/>
              <a:buNone/>
              <a:defRPr>
                <a:latin typeface="Space Mono"/>
                <a:ea typeface="Space Mono"/>
                <a:cs typeface="Space Mono"/>
                <a:sym typeface="Space Mono"/>
              </a:defRPr>
            </a:lvl8pPr>
            <a:lvl9pPr lvl="8" rtl="0">
              <a:lnSpc>
                <a:spcPct val="100000"/>
              </a:lnSpc>
              <a:spcBef>
                <a:spcPts val="0"/>
              </a:spcBef>
              <a:spcAft>
                <a:spcPts val="0"/>
              </a:spcAft>
              <a:buSzPts val="1400"/>
              <a:buFont typeface="Space Mono"/>
              <a:buNone/>
              <a:defRPr>
                <a:latin typeface="Space Mono"/>
                <a:ea typeface="Space Mono"/>
                <a:cs typeface="Space Mono"/>
                <a:sym typeface="Space Mono"/>
              </a:defRPr>
            </a:lvl9pPr>
          </a:lstStyle>
          <a:p/>
        </p:txBody>
      </p:sp>
      <p:sp>
        <p:nvSpPr>
          <p:cNvPr id="73" name="Google Shape;73;p14"/>
          <p:cNvSpPr txBox="1"/>
          <p:nvPr>
            <p:ph idx="17" type="subTitle"/>
          </p:nvPr>
        </p:nvSpPr>
        <p:spPr>
          <a:xfrm>
            <a:off x="2868200" y="4017850"/>
            <a:ext cx="1718100" cy="580500"/>
          </a:xfrm>
          <a:prstGeom prst="rect">
            <a:avLst/>
          </a:prstGeom>
        </p:spPr>
        <p:txBody>
          <a:bodyPr anchorCtr="0" anchor="t" bIns="91425" lIns="91425" spcFirstLastPara="1" rIns="91425" wrap="square" tIns="91425">
            <a:normAutofit/>
          </a:bodyPr>
          <a:lstStyle>
            <a:lvl1pPr lvl="0" rtl="0">
              <a:lnSpc>
                <a:spcPct val="100000"/>
              </a:lnSpc>
              <a:spcBef>
                <a:spcPts val="0"/>
              </a:spcBef>
              <a:spcAft>
                <a:spcPts val="0"/>
              </a:spcAft>
              <a:buClr>
                <a:schemeClr val="lt1"/>
              </a:buClr>
              <a:buSzPts val="1400"/>
              <a:buNone/>
              <a:defRPr sz="1400">
                <a:solidFill>
                  <a:schemeClr val="lt1"/>
                </a:solidFill>
              </a:defRPr>
            </a:lvl1pPr>
            <a:lvl2pPr lvl="1" rtl="0">
              <a:lnSpc>
                <a:spcPct val="100000"/>
              </a:lnSpc>
              <a:spcBef>
                <a:spcPts val="0"/>
              </a:spcBef>
              <a:spcAft>
                <a:spcPts val="0"/>
              </a:spcAft>
              <a:buSzPts val="1400"/>
              <a:buNone/>
              <a:defRPr/>
            </a:lvl2pPr>
            <a:lvl3pPr lvl="2" rtl="0">
              <a:lnSpc>
                <a:spcPct val="100000"/>
              </a:lnSpc>
              <a:spcBef>
                <a:spcPts val="0"/>
              </a:spcBef>
              <a:spcAft>
                <a:spcPts val="0"/>
              </a:spcAft>
              <a:buSzPts val="1400"/>
              <a:buNone/>
              <a:defRPr/>
            </a:lvl3pPr>
            <a:lvl4pPr lvl="3" rtl="0">
              <a:lnSpc>
                <a:spcPct val="100000"/>
              </a:lnSpc>
              <a:spcBef>
                <a:spcPts val="0"/>
              </a:spcBef>
              <a:spcAft>
                <a:spcPts val="0"/>
              </a:spcAft>
              <a:buSzPts val="1400"/>
              <a:buNone/>
              <a:defRPr/>
            </a:lvl4pPr>
            <a:lvl5pPr lvl="4" rtl="0">
              <a:lnSpc>
                <a:spcPct val="100000"/>
              </a:lnSpc>
              <a:spcBef>
                <a:spcPts val="0"/>
              </a:spcBef>
              <a:spcAft>
                <a:spcPts val="0"/>
              </a:spcAft>
              <a:buSzPts val="1400"/>
              <a:buNone/>
              <a:defRPr/>
            </a:lvl5pPr>
            <a:lvl6pPr lvl="5" rtl="0">
              <a:lnSpc>
                <a:spcPct val="100000"/>
              </a:lnSpc>
              <a:spcBef>
                <a:spcPts val="0"/>
              </a:spcBef>
              <a:spcAft>
                <a:spcPts val="0"/>
              </a:spcAft>
              <a:buSzPts val="1400"/>
              <a:buNone/>
              <a:defRPr/>
            </a:lvl6pPr>
            <a:lvl7pPr lvl="6" rtl="0">
              <a:lnSpc>
                <a:spcPct val="100000"/>
              </a:lnSpc>
              <a:spcBef>
                <a:spcPts val="0"/>
              </a:spcBef>
              <a:spcAft>
                <a:spcPts val="0"/>
              </a:spcAft>
              <a:buSzPts val="1400"/>
              <a:buNone/>
              <a:defRPr/>
            </a:lvl7pPr>
            <a:lvl8pPr lvl="7" rtl="0">
              <a:lnSpc>
                <a:spcPct val="100000"/>
              </a:lnSpc>
              <a:spcBef>
                <a:spcPts val="0"/>
              </a:spcBef>
              <a:spcAft>
                <a:spcPts val="0"/>
              </a:spcAft>
              <a:buSzPts val="1400"/>
              <a:buNone/>
              <a:defRPr/>
            </a:lvl8pPr>
            <a:lvl9pPr lvl="8" rtl="0">
              <a:lnSpc>
                <a:spcPct val="100000"/>
              </a:lnSpc>
              <a:spcBef>
                <a:spcPts val="0"/>
              </a:spcBef>
              <a:spcAft>
                <a:spcPts val="0"/>
              </a:spcAft>
              <a:buSzPts val="1400"/>
              <a:buNone/>
              <a:defRPr/>
            </a:lvl9pPr>
          </a:lstStyle>
          <a:p/>
        </p:txBody>
      </p:sp>
      <p:sp>
        <p:nvSpPr>
          <p:cNvPr id="74" name="Google Shape;74;p14"/>
          <p:cNvSpPr txBox="1"/>
          <p:nvPr>
            <p:ph idx="18" type="subTitle"/>
          </p:nvPr>
        </p:nvSpPr>
        <p:spPr>
          <a:xfrm>
            <a:off x="2868200" y="3437350"/>
            <a:ext cx="1718100" cy="580500"/>
          </a:xfrm>
          <a:prstGeom prst="rect">
            <a:avLst/>
          </a:prstGeom>
        </p:spPr>
        <p:txBody>
          <a:bodyPr anchorCtr="0" anchor="t" bIns="91425" lIns="91425" spcFirstLastPara="1" rIns="91425" wrap="square" tIns="91425">
            <a:normAutofit/>
          </a:bodyPr>
          <a:lstStyle>
            <a:lvl1pPr lvl="0" rtl="0">
              <a:lnSpc>
                <a:spcPct val="100000"/>
              </a:lnSpc>
              <a:spcBef>
                <a:spcPts val="0"/>
              </a:spcBef>
              <a:spcAft>
                <a:spcPts val="0"/>
              </a:spcAft>
              <a:buClr>
                <a:srgbClr val="2EF098"/>
              </a:buClr>
              <a:buSzPts val="4000"/>
              <a:buFont typeface="Space Mono"/>
              <a:buNone/>
              <a:defRPr sz="4000">
                <a:solidFill>
                  <a:srgbClr val="2EF098"/>
                </a:solidFill>
                <a:latin typeface="Space Mono"/>
                <a:ea typeface="Space Mono"/>
                <a:cs typeface="Space Mono"/>
                <a:sym typeface="Space Mono"/>
              </a:defRPr>
            </a:lvl1pPr>
            <a:lvl2pPr lvl="1" rtl="0">
              <a:lnSpc>
                <a:spcPct val="100000"/>
              </a:lnSpc>
              <a:spcBef>
                <a:spcPts val="0"/>
              </a:spcBef>
              <a:spcAft>
                <a:spcPts val="0"/>
              </a:spcAft>
              <a:buSzPts val="1400"/>
              <a:buFont typeface="Space Mono"/>
              <a:buNone/>
              <a:defRPr>
                <a:latin typeface="Space Mono"/>
                <a:ea typeface="Space Mono"/>
                <a:cs typeface="Space Mono"/>
                <a:sym typeface="Space Mono"/>
              </a:defRPr>
            </a:lvl2pPr>
            <a:lvl3pPr lvl="2" rtl="0">
              <a:lnSpc>
                <a:spcPct val="100000"/>
              </a:lnSpc>
              <a:spcBef>
                <a:spcPts val="0"/>
              </a:spcBef>
              <a:spcAft>
                <a:spcPts val="0"/>
              </a:spcAft>
              <a:buSzPts val="1400"/>
              <a:buFont typeface="Space Mono"/>
              <a:buNone/>
              <a:defRPr>
                <a:latin typeface="Space Mono"/>
                <a:ea typeface="Space Mono"/>
                <a:cs typeface="Space Mono"/>
                <a:sym typeface="Space Mono"/>
              </a:defRPr>
            </a:lvl3pPr>
            <a:lvl4pPr lvl="3" rtl="0">
              <a:lnSpc>
                <a:spcPct val="100000"/>
              </a:lnSpc>
              <a:spcBef>
                <a:spcPts val="0"/>
              </a:spcBef>
              <a:spcAft>
                <a:spcPts val="0"/>
              </a:spcAft>
              <a:buSzPts val="1400"/>
              <a:buFont typeface="Space Mono"/>
              <a:buNone/>
              <a:defRPr>
                <a:latin typeface="Space Mono"/>
                <a:ea typeface="Space Mono"/>
                <a:cs typeface="Space Mono"/>
                <a:sym typeface="Space Mono"/>
              </a:defRPr>
            </a:lvl4pPr>
            <a:lvl5pPr lvl="4" rtl="0">
              <a:lnSpc>
                <a:spcPct val="100000"/>
              </a:lnSpc>
              <a:spcBef>
                <a:spcPts val="0"/>
              </a:spcBef>
              <a:spcAft>
                <a:spcPts val="0"/>
              </a:spcAft>
              <a:buSzPts val="1400"/>
              <a:buFont typeface="Space Mono"/>
              <a:buNone/>
              <a:defRPr>
                <a:latin typeface="Space Mono"/>
                <a:ea typeface="Space Mono"/>
                <a:cs typeface="Space Mono"/>
                <a:sym typeface="Space Mono"/>
              </a:defRPr>
            </a:lvl5pPr>
            <a:lvl6pPr lvl="5" rtl="0">
              <a:lnSpc>
                <a:spcPct val="100000"/>
              </a:lnSpc>
              <a:spcBef>
                <a:spcPts val="0"/>
              </a:spcBef>
              <a:spcAft>
                <a:spcPts val="0"/>
              </a:spcAft>
              <a:buSzPts val="1400"/>
              <a:buFont typeface="Space Mono"/>
              <a:buNone/>
              <a:defRPr>
                <a:latin typeface="Space Mono"/>
                <a:ea typeface="Space Mono"/>
                <a:cs typeface="Space Mono"/>
                <a:sym typeface="Space Mono"/>
              </a:defRPr>
            </a:lvl6pPr>
            <a:lvl7pPr lvl="6" rtl="0">
              <a:lnSpc>
                <a:spcPct val="100000"/>
              </a:lnSpc>
              <a:spcBef>
                <a:spcPts val="0"/>
              </a:spcBef>
              <a:spcAft>
                <a:spcPts val="0"/>
              </a:spcAft>
              <a:buSzPts val="1400"/>
              <a:buFont typeface="Space Mono"/>
              <a:buNone/>
              <a:defRPr>
                <a:latin typeface="Space Mono"/>
                <a:ea typeface="Space Mono"/>
                <a:cs typeface="Space Mono"/>
                <a:sym typeface="Space Mono"/>
              </a:defRPr>
            </a:lvl7pPr>
            <a:lvl8pPr lvl="7" rtl="0">
              <a:lnSpc>
                <a:spcPct val="100000"/>
              </a:lnSpc>
              <a:spcBef>
                <a:spcPts val="0"/>
              </a:spcBef>
              <a:spcAft>
                <a:spcPts val="0"/>
              </a:spcAft>
              <a:buSzPts val="1400"/>
              <a:buFont typeface="Space Mono"/>
              <a:buNone/>
              <a:defRPr>
                <a:latin typeface="Space Mono"/>
                <a:ea typeface="Space Mono"/>
                <a:cs typeface="Space Mono"/>
                <a:sym typeface="Space Mono"/>
              </a:defRPr>
            </a:lvl8pPr>
            <a:lvl9pPr lvl="8" rtl="0">
              <a:lnSpc>
                <a:spcPct val="100000"/>
              </a:lnSpc>
              <a:spcBef>
                <a:spcPts val="0"/>
              </a:spcBef>
              <a:spcAft>
                <a:spcPts val="0"/>
              </a:spcAft>
              <a:buSzPts val="1400"/>
              <a:buFont typeface="Space Mono"/>
              <a:buNone/>
              <a:defRPr>
                <a:latin typeface="Space Mono"/>
                <a:ea typeface="Space Mono"/>
                <a:cs typeface="Space Mono"/>
                <a:sym typeface="Space Mono"/>
              </a:defRPr>
            </a:lvl9pPr>
          </a:lstStyle>
          <a:p/>
        </p:txBody>
      </p:sp>
      <p:sp>
        <p:nvSpPr>
          <p:cNvPr id="75" name="Google Shape;75;p14"/>
          <p:cNvSpPr txBox="1"/>
          <p:nvPr>
            <p:ph idx="19" type="subTitle"/>
          </p:nvPr>
        </p:nvSpPr>
        <p:spPr>
          <a:xfrm>
            <a:off x="4862017" y="4017850"/>
            <a:ext cx="1718100" cy="580500"/>
          </a:xfrm>
          <a:prstGeom prst="rect">
            <a:avLst/>
          </a:prstGeom>
        </p:spPr>
        <p:txBody>
          <a:bodyPr anchorCtr="0" anchor="t" bIns="91425" lIns="91425" spcFirstLastPara="1" rIns="91425" wrap="square" tIns="91425">
            <a:normAutofit/>
          </a:bodyPr>
          <a:lstStyle>
            <a:lvl1pPr lvl="0" rtl="0">
              <a:lnSpc>
                <a:spcPct val="100000"/>
              </a:lnSpc>
              <a:spcBef>
                <a:spcPts val="0"/>
              </a:spcBef>
              <a:spcAft>
                <a:spcPts val="0"/>
              </a:spcAft>
              <a:buClr>
                <a:schemeClr val="lt1"/>
              </a:buClr>
              <a:buSzPts val="1400"/>
              <a:buNone/>
              <a:defRPr sz="1400">
                <a:solidFill>
                  <a:schemeClr val="lt1"/>
                </a:solidFill>
              </a:defRPr>
            </a:lvl1pPr>
            <a:lvl2pPr lvl="1" rtl="0">
              <a:lnSpc>
                <a:spcPct val="100000"/>
              </a:lnSpc>
              <a:spcBef>
                <a:spcPts val="0"/>
              </a:spcBef>
              <a:spcAft>
                <a:spcPts val="0"/>
              </a:spcAft>
              <a:buSzPts val="1400"/>
              <a:buNone/>
              <a:defRPr/>
            </a:lvl2pPr>
            <a:lvl3pPr lvl="2" rtl="0">
              <a:lnSpc>
                <a:spcPct val="100000"/>
              </a:lnSpc>
              <a:spcBef>
                <a:spcPts val="0"/>
              </a:spcBef>
              <a:spcAft>
                <a:spcPts val="0"/>
              </a:spcAft>
              <a:buSzPts val="1400"/>
              <a:buNone/>
              <a:defRPr/>
            </a:lvl3pPr>
            <a:lvl4pPr lvl="3" rtl="0">
              <a:lnSpc>
                <a:spcPct val="100000"/>
              </a:lnSpc>
              <a:spcBef>
                <a:spcPts val="0"/>
              </a:spcBef>
              <a:spcAft>
                <a:spcPts val="0"/>
              </a:spcAft>
              <a:buSzPts val="1400"/>
              <a:buNone/>
              <a:defRPr/>
            </a:lvl4pPr>
            <a:lvl5pPr lvl="4" rtl="0">
              <a:lnSpc>
                <a:spcPct val="100000"/>
              </a:lnSpc>
              <a:spcBef>
                <a:spcPts val="0"/>
              </a:spcBef>
              <a:spcAft>
                <a:spcPts val="0"/>
              </a:spcAft>
              <a:buSzPts val="1400"/>
              <a:buNone/>
              <a:defRPr/>
            </a:lvl5pPr>
            <a:lvl6pPr lvl="5" rtl="0">
              <a:lnSpc>
                <a:spcPct val="100000"/>
              </a:lnSpc>
              <a:spcBef>
                <a:spcPts val="0"/>
              </a:spcBef>
              <a:spcAft>
                <a:spcPts val="0"/>
              </a:spcAft>
              <a:buSzPts val="1400"/>
              <a:buNone/>
              <a:defRPr/>
            </a:lvl6pPr>
            <a:lvl7pPr lvl="6" rtl="0">
              <a:lnSpc>
                <a:spcPct val="100000"/>
              </a:lnSpc>
              <a:spcBef>
                <a:spcPts val="0"/>
              </a:spcBef>
              <a:spcAft>
                <a:spcPts val="0"/>
              </a:spcAft>
              <a:buSzPts val="1400"/>
              <a:buNone/>
              <a:defRPr/>
            </a:lvl7pPr>
            <a:lvl8pPr lvl="7" rtl="0">
              <a:lnSpc>
                <a:spcPct val="100000"/>
              </a:lnSpc>
              <a:spcBef>
                <a:spcPts val="0"/>
              </a:spcBef>
              <a:spcAft>
                <a:spcPts val="0"/>
              </a:spcAft>
              <a:buSzPts val="1400"/>
              <a:buNone/>
              <a:defRPr/>
            </a:lvl8pPr>
            <a:lvl9pPr lvl="8" rtl="0">
              <a:lnSpc>
                <a:spcPct val="100000"/>
              </a:lnSpc>
              <a:spcBef>
                <a:spcPts val="0"/>
              </a:spcBef>
              <a:spcAft>
                <a:spcPts val="0"/>
              </a:spcAft>
              <a:buSzPts val="1400"/>
              <a:buNone/>
              <a:defRPr/>
            </a:lvl9pPr>
          </a:lstStyle>
          <a:p/>
        </p:txBody>
      </p:sp>
      <p:sp>
        <p:nvSpPr>
          <p:cNvPr id="76" name="Google Shape;76;p14"/>
          <p:cNvSpPr txBox="1"/>
          <p:nvPr>
            <p:ph idx="20" type="subTitle"/>
          </p:nvPr>
        </p:nvSpPr>
        <p:spPr>
          <a:xfrm>
            <a:off x="4862017" y="3437350"/>
            <a:ext cx="1718100" cy="580500"/>
          </a:xfrm>
          <a:prstGeom prst="rect">
            <a:avLst/>
          </a:prstGeom>
        </p:spPr>
        <p:txBody>
          <a:bodyPr anchorCtr="0" anchor="t" bIns="91425" lIns="91425" spcFirstLastPara="1" rIns="91425" wrap="square" tIns="91425">
            <a:normAutofit/>
          </a:bodyPr>
          <a:lstStyle>
            <a:lvl1pPr lvl="0" rtl="0">
              <a:lnSpc>
                <a:spcPct val="100000"/>
              </a:lnSpc>
              <a:spcBef>
                <a:spcPts val="0"/>
              </a:spcBef>
              <a:spcAft>
                <a:spcPts val="0"/>
              </a:spcAft>
              <a:buClr>
                <a:srgbClr val="2EF098"/>
              </a:buClr>
              <a:buSzPts val="4000"/>
              <a:buFont typeface="Space Mono"/>
              <a:buNone/>
              <a:defRPr sz="4000">
                <a:solidFill>
                  <a:srgbClr val="2EF098"/>
                </a:solidFill>
                <a:latin typeface="Space Mono"/>
                <a:ea typeface="Space Mono"/>
                <a:cs typeface="Space Mono"/>
                <a:sym typeface="Space Mono"/>
              </a:defRPr>
            </a:lvl1pPr>
            <a:lvl2pPr lvl="1" rtl="0">
              <a:lnSpc>
                <a:spcPct val="100000"/>
              </a:lnSpc>
              <a:spcBef>
                <a:spcPts val="0"/>
              </a:spcBef>
              <a:spcAft>
                <a:spcPts val="0"/>
              </a:spcAft>
              <a:buSzPts val="1400"/>
              <a:buFont typeface="Space Mono"/>
              <a:buNone/>
              <a:defRPr>
                <a:latin typeface="Space Mono"/>
                <a:ea typeface="Space Mono"/>
                <a:cs typeface="Space Mono"/>
                <a:sym typeface="Space Mono"/>
              </a:defRPr>
            </a:lvl2pPr>
            <a:lvl3pPr lvl="2" rtl="0">
              <a:lnSpc>
                <a:spcPct val="100000"/>
              </a:lnSpc>
              <a:spcBef>
                <a:spcPts val="0"/>
              </a:spcBef>
              <a:spcAft>
                <a:spcPts val="0"/>
              </a:spcAft>
              <a:buSzPts val="1400"/>
              <a:buFont typeface="Space Mono"/>
              <a:buNone/>
              <a:defRPr>
                <a:latin typeface="Space Mono"/>
                <a:ea typeface="Space Mono"/>
                <a:cs typeface="Space Mono"/>
                <a:sym typeface="Space Mono"/>
              </a:defRPr>
            </a:lvl3pPr>
            <a:lvl4pPr lvl="3" rtl="0">
              <a:lnSpc>
                <a:spcPct val="100000"/>
              </a:lnSpc>
              <a:spcBef>
                <a:spcPts val="0"/>
              </a:spcBef>
              <a:spcAft>
                <a:spcPts val="0"/>
              </a:spcAft>
              <a:buSzPts val="1400"/>
              <a:buFont typeface="Space Mono"/>
              <a:buNone/>
              <a:defRPr>
                <a:latin typeface="Space Mono"/>
                <a:ea typeface="Space Mono"/>
                <a:cs typeface="Space Mono"/>
                <a:sym typeface="Space Mono"/>
              </a:defRPr>
            </a:lvl4pPr>
            <a:lvl5pPr lvl="4" rtl="0">
              <a:lnSpc>
                <a:spcPct val="100000"/>
              </a:lnSpc>
              <a:spcBef>
                <a:spcPts val="0"/>
              </a:spcBef>
              <a:spcAft>
                <a:spcPts val="0"/>
              </a:spcAft>
              <a:buSzPts val="1400"/>
              <a:buFont typeface="Space Mono"/>
              <a:buNone/>
              <a:defRPr>
                <a:latin typeface="Space Mono"/>
                <a:ea typeface="Space Mono"/>
                <a:cs typeface="Space Mono"/>
                <a:sym typeface="Space Mono"/>
              </a:defRPr>
            </a:lvl5pPr>
            <a:lvl6pPr lvl="5" rtl="0">
              <a:lnSpc>
                <a:spcPct val="100000"/>
              </a:lnSpc>
              <a:spcBef>
                <a:spcPts val="0"/>
              </a:spcBef>
              <a:spcAft>
                <a:spcPts val="0"/>
              </a:spcAft>
              <a:buSzPts val="1400"/>
              <a:buFont typeface="Space Mono"/>
              <a:buNone/>
              <a:defRPr>
                <a:latin typeface="Space Mono"/>
                <a:ea typeface="Space Mono"/>
                <a:cs typeface="Space Mono"/>
                <a:sym typeface="Space Mono"/>
              </a:defRPr>
            </a:lvl6pPr>
            <a:lvl7pPr lvl="6" rtl="0">
              <a:lnSpc>
                <a:spcPct val="100000"/>
              </a:lnSpc>
              <a:spcBef>
                <a:spcPts val="0"/>
              </a:spcBef>
              <a:spcAft>
                <a:spcPts val="0"/>
              </a:spcAft>
              <a:buSzPts val="1400"/>
              <a:buFont typeface="Space Mono"/>
              <a:buNone/>
              <a:defRPr>
                <a:latin typeface="Space Mono"/>
                <a:ea typeface="Space Mono"/>
                <a:cs typeface="Space Mono"/>
                <a:sym typeface="Space Mono"/>
              </a:defRPr>
            </a:lvl7pPr>
            <a:lvl8pPr lvl="7" rtl="0">
              <a:lnSpc>
                <a:spcPct val="100000"/>
              </a:lnSpc>
              <a:spcBef>
                <a:spcPts val="0"/>
              </a:spcBef>
              <a:spcAft>
                <a:spcPts val="0"/>
              </a:spcAft>
              <a:buSzPts val="1400"/>
              <a:buFont typeface="Space Mono"/>
              <a:buNone/>
              <a:defRPr>
                <a:latin typeface="Space Mono"/>
                <a:ea typeface="Space Mono"/>
                <a:cs typeface="Space Mono"/>
                <a:sym typeface="Space Mono"/>
              </a:defRPr>
            </a:lvl8pPr>
            <a:lvl9pPr lvl="8" rtl="0">
              <a:lnSpc>
                <a:spcPct val="100000"/>
              </a:lnSpc>
              <a:spcBef>
                <a:spcPts val="0"/>
              </a:spcBef>
              <a:spcAft>
                <a:spcPts val="0"/>
              </a:spcAft>
              <a:buSzPts val="1400"/>
              <a:buFont typeface="Space Mono"/>
              <a:buNone/>
              <a:defRPr>
                <a:latin typeface="Space Mono"/>
                <a:ea typeface="Space Mono"/>
                <a:cs typeface="Space Mono"/>
                <a:sym typeface="Space Mono"/>
              </a:defRPr>
            </a:lvl9pPr>
          </a:lstStyle>
          <a:p/>
        </p:txBody>
      </p:sp>
      <p:sp>
        <p:nvSpPr>
          <p:cNvPr id="77" name="Google Shape;77;p14"/>
          <p:cNvSpPr txBox="1"/>
          <p:nvPr>
            <p:ph idx="21" type="subTitle"/>
          </p:nvPr>
        </p:nvSpPr>
        <p:spPr>
          <a:xfrm>
            <a:off x="6855834" y="4017850"/>
            <a:ext cx="1718100" cy="580500"/>
          </a:xfrm>
          <a:prstGeom prst="rect">
            <a:avLst/>
          </a:prstGeom>
        </p:spPr>
        <p:txBody>
          <a:bodyPr anchorCtr="0" anchor="t" bIns="91425" lIns="91425" spcFirstLastPara="1" rIns="91425" wrap="square" tIns="91425">
            <a:normAutofit/>
          </a:bodyPr>
          <a:lstStyle>
            <a:lvl1pPr lvl="0" rtl="0">
              <a:lnSpc>
                <a:spcPct val="100000"/>
              </a:lnSpc>
              <a:spcBef>
                <a:spcPts val="0"/>
              </a:spcBef>
              <a:spcAft>
                <a:spcPts val="0"/>
              </a:spcAft>
              <a:buClr>
                <a:schemeClr val="lt1"/>
              </a:buClr>
              <a:buSzPts val="1400"/>
              <a:buNone/>
              <a:defRPr sz="1400">
                <a:solidFill>
                  <a:schemeClr val="lt1"/>
                </a:solidFill>
              </a:defRPr>
            </a:lvl1pPr>
            <a:lvl2pPr lvl="1" rtl="0">
              <a:lnSpc>
                <a:spcPct val="100000"/>
              </a:lnSpc>
              <a:spcBef>
                <a:spcPts val="0"/>
              </a:spcBef>
              <a:spcAft>
                <a:spcPts val="0"/>
              </a:spcAft>
              <a:buSzPts val="1400"/>
              <a:buNone/>
              <a:defRPr/>
            </a:lvl2pPr>
            <a:lvl3pPr lvl="2" rtl="0">
              <a:lnSpc>
                <a:spcPct val="100000"/>
              </a:lnSpc>
              <a:spcBef>
                <a:spcPts val="0"/>
              </a:spcBef>
              <a:spcAft>
                <a:spcPts val="0"/>
              </a:spcAft>
              <a:buSzPts val="1400"/>
              <a:buNone/>
              <a:defRPr/>
            </a:lvl3pPr>
            <a:lvl4pPr lvl="3" rtl="0">
              <a:lnSpc>
                <a:spcPct val="100000"/>
              </a:lnSpc>
              <a:spcBef>
                <a:spcPts val="0"/>
              </a:spcBef>
              <a:spcAft>
                <a:spcPts val="0"/>
              </a:spcAft>
              <a:buSzPts val="1400"/>
              <a:buNone/>
              <a:defRPr/>
            </a:lvl4pPr>
            <a:lvl5pPr lvl="4" rtl="0">
              <a:lnSpc>
                <a:spcPct val="100000"/>
              </a:lnSpc>
              <a:spcBef>
                <a:spcPts val="0"/>
              </a:spcBef>
              <a:spcAft>
                <a:spcPts val="0"/>
              </a:spcAft>
              <a:buSzPts val="1400"/>
              <a:buNone/>
              <a:defRPr/>
            </a:lvl5pPr>
            <a:lvl6pPr lvl="5" rtl="0">
              <a:lnSpc>
                <a:spcPct val="100000"/>
              </a:lnSpc>
              <a:spcBef>
                <a:spcPts val="0"/>
              </a:spcBef>
              <a:spcAft>
                <a:spcPts val="0"/>
              </a:spcAft>
              <a:buSzPts val="1400"/>
              <a:buNone/>
              <a:defRPr/>
            </a:lvl6pPr>
            <a:lvl7pPr lvl="6" rtl="0">
              <a:lnSpc>
                <a:spcPct val="100000"/>
              </a:lnSpc>
              <a:spcBef>
                <a:spcPts val="0"/>
              </a:spcBef>
              <a:spcAft>
                <a:spcPts val="0"/>
              </a:spcAft>
              <a:buSzPts val="1400"/>
              <a:buNone/>
              <a:defRPr/>
            </a:lvl7pPr>
            <a:lvl8pPr lvl="7" rtl="0">
              <a:lnSpc>
                <a:spcPct val="100000"/>
              </a:lnSpc>
              <a:spcBef>
                <a:spcPts val="0"/>
              </a:spcBef>
              <a:spcAft>
                <a:spcPts val="0"/>
              </a:spcAft>
              <a:buSzPts val="1400"/>
              <a:buNone/>
              <a:defRPr/>
            </a:lvl8pPr>
            <a:lvl9pPr lvl="8" rtl="0">
              <a:lnSpc>
                <a:spcPct val="100000"/>
              </a:lnSpc>
              <a:spcBef>
                <a:spcPts val="0"/>
              </a:spcBef>
              <a:spcAft>
                <a:spcPts val="0"/>
              </a:spcAft>
              <a:buSzPts val="1400"/>
              <a:buNone/>
              <a:defRPr/>
            </a:lvl9pPr>
          </a:lstStyle>
          <a:p/>
        </p:txBody>
      </p:sp>
      <p:sp>
        <p:nvSpPr>
          <p:cNvPr id="78" name="Google Shape;78;p14"/>
          <p:cNvSpPr txBox="1"/>
          <p:nvPr>
            <p:ph idx="22" type="subTitle"/>
          </p:nvPr>
        </p:nvSpPr>
        <p:spPr>
          <a:xfrm>
            <a:off x="6855834" y="3437350"/>
            <a:ext cx="1718100" cy="580500"/>
          </a:xfrm>
          <a:prstGeom prst="rect">
            <a:avLst/>
          </a:prstGeom>
        </p:spPr>
        <p:txBody>
          <a:bodyPr anchorCtr="0" anchor="t" bIns="91425" lIns="91425" spcFirstLastPara="1" rIns="91425" wrap="square" tIns="91425">
            <a:normAutofit/>
          </a:bodyPr>
          <a:lstStyle>
            <a:lvl1pPr lvl="0" rtl="0">
              <a:lnSpc>
                <a:spcPct val="100000"/>
              </a:lnSpc>
              <a:spcBef>
                <a:spcPts val="0"/>
              </a:spcBef>
              <a:spcAft>
                <a:spcPts val="0"/>
              </a:spcAft>
              <a:buClr>
                <a:srgbClr val="2EF098"/>
              </a:buClr>
              <a:buSzPts val="4000"/>
              <a:buFont typeface="Space Mono"/>
              <a:buNone/>
              <a:defRPr sz="4000">
                <a:solidFill>
                  <a:srgbClr val="2EF098"/>
                </a:solidFill>
                <a:latin typeface="Space Mono"/>
                <a:ea typeface="Space Mono"/>
                <a:cs typeface="Space Mono"/>
                <a:sym typeface="Space Mono"/>
              </a:defRPr>
            </a:lvl1pPr>
            <a:lvl2pPr lvl="1" rtl="0">
              <a:lnSpc>
                <a:spcPct val="100000"/>
              </a:lnSpc>
              <a:spcBef>
                <a:spcPts val="0"/>
              </a:spcBef>
              <a:spcAft>
                <a:spcPts val="0"/>
              </a:spcAft>
              <a:buSzPts val="1400"/>
              <a:buFont typeface="Space Mono"/>
              <a:buNone/>
              <a:defRPr>
                <a:latin typeface="Space Mono"/>
                <a:ea typeface="Space Mono"/>
                <a:cs typeface="Space Mono"/>
                <a:sym typeface="Space Mono"/>
              </a:defRPr>
            </a:lvl2pPr>
            <a:lvl3pPr lvl="2" rtl="0">
              <a:lnSpc>
                <a:spcPct val="100000"/>
              </a:lnSpc>
              <a:spcBef>
                <a:spcPts val="0"/>
              </a:spcBef>
              <a:spcAft>
                <a:spcPts val="0"/>
              </a:spcAft>
              <a:buSzPts val="1400"/>
              <a:buFont typeface="Space Mono"/>
              <a:buNone/>
              <a:defRPr>
                <a:latin typeface="Space Mono"/>
                <a:ea typeface="Space Mono"/>
                <a:cs typeface="Space Mono"/>
                <a:sym typeface="Space Mono"/>
              </a:defRPr>
            </a:lvl3pPr>
            <a:lvl4pPr lvl="3" rtl="0">
              <a:lnSpc>
                <a:spcPct val="100000"/>
              </a:lnSpc>
              <a:spcBef>
                <a:spcPts val="0"/>
              </a:spcBef>
              <a:spcAft>
                <a:spcPts val="0"/>
              </a:spcAft>
              <a:buSzPts val="1400"/>
              <a:buFont typeface="Space Mono"/>
              <a:buNone/>
              <a:defRPr>
                <a:latin typeface="Space Mono"/>
                <a:ea typeface="Space Mono"/>
                <a:cs typeface="Space Mono"/>
                <a:sym typeface="Space Mono"/>
              </a:defRPr>
            </a:lvl4pPr>
            <a:lvl5pPr lvl="4" rtl="0">
              <a:lnSpc>
                <a:spcPct val="100000"/>
              </a:lnSpc>
              <a:spcBef>
                <a:spcPts val="0"/>
              </a:spcBef>
              <a:spcAft>
                <a:spcPts val="0"/>
              </a:spcAft>
              <a:buSzPts val="1400"/>
              <a:buFont typeface="Space Mono"/>
              <a:buNone/>
              <a:defRPr>
                <a:latin typeface="Space Mono"/>
                <a:ea typeface="Space Mono"/>
                <a:cs typeface="Space Mono"/>
                <a:sym typeface="Space Mono"/>
              </a:defRPr>
            </a:lvl5pPr>
            <a:lvl6pPr lvl="5" rtl="0">
              <a:lnSpc>
                <a:spcPct val="100000"/>
              </a:lnSpc>
              <a:spcBef>
                <a:spcPts val="0"/>
              </a:spcBef>
              <a:spcAft>
                <a:spcPts val="0"/>
              </a:spcAft>
              <a:buSzPts val="1400"/>
              <a:buFont typeface="Space Mono"/>
              <a:buNone/>
              <a:defRPr>
                <a:latin typeface="Space Mono"/>
                <a:ea typeface="Space Mono"/>
                <a:cs typeface="Space Mono"/>
                <a:sym typeface="Space Mono"/>
              </a:defRPr>
            </a:lvl6pPr>
            <a:lvl7pPr lvl="6" rtl="0">
              <a:lnSpc>
                <a:spcPct val="100000"/>
              </a:lnSpc>
              <a:spcBef>
                <a:spcPts val="0"/>
              </a:spcBef>
              <a:spcAft>
                <a:spcPts val="0"/>
              </a:spcAft>
              <a:buSzPts val="1400"/>
              <a:buFont typeface="Space Mono"/>
              <a:buNone/>
              <a:defRPr>
                <a:latin typeface="Space Mono"/>
                <a:ea typeface="Space Mono"/>
                <a:cs typeface="Space Mono"/>
                <a:sym typeface="Space Mono"/>
              </a:defRPr>
            </a:lvl7pPr>
            <a:lvl8pPr lvl="7" rtl="0">
              <a:lnSpc>
                <a:spcPct val="100000"/>
              </a:lnSpc>
              <a:spcBef>
                <a:spcPts val="0"/>
              </a:spcBef>
              <a:spcAft>
                <a:spcPts val="0"/>
              </a:spcAft>
              <a:buSzPts val="1400"/>
              <a:buFont typeface="Space Mono"/>
              <a:buNone/>
              <a:defRPr>
                <a:latin typeface="Space Mono"/>
                <a:ea typeface="Space Mono"/>
                <a:cs typeface="Space Mono"/>
                <a:sym typeface="Space Mono"/>
              </a:defRPr>
            </a:lvl8pPr>
            <a:lvl9pPr lvl="8" rtl="0">
              <a:lnSpc>
                <a:spcPct val="100000"/>
              </a:lnSpc>
              <a:spcBef>
                <a:spcPts val="0"/>
              </a:spcBef>
              <a:spcAft>
                <a:spcPts val="0"/>
              </a:spcAft>
              <a:buSzPts val="1400"/>
              <a:buFont typeface="Space Mono"/>
              <a:buNone/>
              <a:defRPr>
                <a:latin typeface="Space Mono"/>
                <a:ea typeface="Space Mono"/>
                <a:cs typeface="Space Mono"/>
                <a:sym typeface="Space Mono"/>
              </a:defRPr>
            </a:lvl9pPr>
          </a:lstStyle>
          <a:p/>
        </p:txBody>
      </p:sp>
      <p:pic>
        <p:nvPicPr>
          <p:cNvPr id="79" name="Google Shape;79;p14"/>
          <p:cNvPicPr preferRelativeResize="0"/>
          <p:nvPr/>
        </p:nvPicPr>
        <p:blipFill>
          <a:blip r:embed="rId4">
            <a:alphaModFix/>
          </a:blip>
          <a:stretch>
            <a:fillRect/>
          </a:stretch>
        </p:blipFill>
        <p:spPr>
          <a:xfrm>
            <a:off x="457953" y="4543525"/>
            <a:ext cx="950126" cy="141650"/>
          </a:xfrm>
          <a:prstGeom prst="rect">
            <a:avLst/>
          </a:prstGeom>
          <a:noFill/>
          <a:ln>
            <a:noFill/>
          </a:ln>
        </p:spPr>
      </p:pic>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tatement (3)">
  <p:cSld name="TITLE_ONLY_2_1_2_1">
    <p:bg>
      <p:bgPr>
        <a:blipFill>
          <a:blip r:embed="rId2">
            <a:alphaModFix/>
          </a:blip>
          <a:stretch>
            <a:fillRect/>
          </a:stretch>
        </a:blipFill>
      </p:bgPr>
    </p:bg>
    <p:spTree>
      <p:nvGrpSpPr>
        <p:cNvPr id="80" name="Shape 80"/>
        <p:cNvGrpSpPr/>
        <p:nvPr/>
      </p:nvGrpSpPr>
      <p:grpSpPr>
        <a:xfrm>
          <a:off x="0" y="0"/>
          <a:ext cx="0" cy="0"/>
          <a:chOff x="0" y="0"/>
          <a:chExt cx="0" cy="0"/>
        </a:xfrm>
      </p:grpSpPr>
      <p:sp>
        <p:nvSpPr>
          <p:cNvPr id="81" name="Google Shape;81;p15"/>
          <p:cNvSpPr txBox="1"/>
          <p:nvPr>
            <p:ph type="title"/>
          </p:nvPr>
        </p:nvSpPr>
        <p:spPr>
          <a:xfrm>
            <a:off x="311700" y="445025"/>
            <a:ext cx="6180300" cy="572700"/>
          </a:xfrm>
          <a:prstGeom prst="rect">
            <a:avLst/>
          </a:prstGeom>
        </p:spPr>
        <p:txBody>
          <a:bodyPr anchorCtr="0" anchor="t" bIns="91425" lIns="91425" spcFirstLastPara="1" rIns="91425" wrap="square" tIns="91425">
            <a:normAutofit/>
          </a:bodyPr>
          <a:lstStyle>
            <a:lvl1pPr lvl="0" rtl="0">
              <a:spcBef>
                <a:spcPts val="0"/>
              </a:spcBef>
              <a:spcAft>
                <a:spcPts val="0"/>
              </a:spcAft>
              <a:buSzPts val="3200"/>
              <a:buFont typeface="Inter ExtraBold"/>
              <a:buNone/>
              <a:defRPr sz="3200">
                <a:latin typeface="Inter ExtraBold"/>
                <a:ea typeface="Inter ExtraBold"/>
                <a:cs typeface="Inter ExtraBold"/>
                <a:sym typeface="Inter ExtraBold"/>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p:txBody>
      </p:sp>
      <p:sp>
        <p:nvSpPr>
          <p:cNvPr id="82" name="Google Shape;82;p15"/>
          <p:cNvSpPr txBox="1"/>
          <p:nvPr>
            <p:ph idx="1" type="subTitle"/>
          </p:nvPr>
        </p:nvSpPr>
        <p:spPr>
          <a:xfrm>
            <a:off x="311700" y="973750"/>
            <a:ext cx="6180300" cy="5727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dk1"/>
              </a:buClr>
              <a:buSzPts val="1800"/>
              <a:buNone/>
              <a:defRPr>
                <a:solidFill>
                  <a:schemeClr val="dk1"/>
                </a:solidFill>
              </a:defRPr>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p:txBody>
      </p:sp>
      <p:pic>
        <p:nvPicPr>
          <p:cNvPr id="83" name="Google Shape;83;p15"/>
          <p:cNvPicPr preferRelativeResize="0"/>
          <p:nvPr/>
        </p:nvPicPr>
        <p:blipFill>
          <a:blip r:embed="rId3">
            <a:alphaModFix/>
          </a:blip>
          <a:stretch>
            <a:fillRect/>
          </a:stretch>
        </p:blipFill>
        <p:spPr>
          <a:xfrm>
            <a:off x="-762396" y="0"/>
            <a:ext cx="548700" cy="2288640"/>
          </a:xfrm>
          <a:prstGeom prst="rect">
            <a:avLst/>
          </a:prstGeom>
          <a:noFill/>
          <a:ln>
            <a:noFill/>
          </a:ln>
        </p:spPr>
      </p:pic>
      <p:sp>
        <p:nvSpPr>
          <p:cNvPr id="84" name="Google Shape;84;p15"/>
          <p:cNvSpPr txBox="1"/>
          <p:nvPr>
            <p:ph idx="2" type="body"/>
          </p:nvPr>
        </p:nvSpPr>
        <p:spPr>
          <a:xfrm>
            <a:off x="311700" y="1546450"/>
            <a:ext cx="6180300" cy="2865900"/>
          </a:xfrm>
          <a:prstGeom prst="rect">
            <a:avLst/>
          </a:prstGeom>
        </p:spPr>
        <p:txBody>
          <a:bodyPr anchorCtr="0" anchor="t" bIns="91425" lIns="91425" spcFirstLastPara="1" rIns="91425" wrap="square" tIns="91425">
            <a:normAutofit/>
          </a:bodyPr>
          <a:lstStyle>
            <a:lvl1pPr indent="-342900" lvl="0" marL="457200" rtl="0">
              <a:spcBef>
                <a:spcPts val="0"/>
              </a:spcBef>
              <a:spcAft>
                <a:spcPts val="0"/>
              </a:spcAft>
              <a:buSzPts val="1800"/>
              <a:buChar char="●"/>
              <a:defRPr/>
            </a:lvl1pPr>
            <a:lvl2pPr indent="-317500" lvl="1" marL="914400" rtl="0">
              <a:spcBef>
                <a:spcPts val="0"/>
              </a:spcBef>
              <a:spcAft>
                <a:spcPts val="0"/>
              </a:spcAft>
              <a:buSzPts val="1400"/>
              <a:buChar char="○"/>
              <a:defRPr/>
            </a:lvl2pPr>
            <a:lvl3pPr indent="-317500" lvl="2" marL="1371600" rtl="0">
              <a:spcBef>
                <a:spcPts val="0"/>
              </a:spcBef>
              <a:spcAft>
                <a:spcPts val="0"/>
              </a:spcAft>
              <a:buSzPts val="1400"/>
              <a:buChar char="■"/>
              <a:defRPr/>
            </a:lvl3pPr>
            <a:lvl4pPr indent="-317500" lvl="3" marL="1828800" rtl="0">
              <a:spcBef>
                <a:spcPts val="0"/>
              </a:spcBef>
              <a:spcAft>
                <a:spcPts val="0"/>
              </a:spcAft>
              <a:buSzPts val="1400"/>
              <a:buChar char="●"/>
              <a:defRPr/>
            </a:lvl4pPr>
            <a:lvl5pPr indent="-317500" lvl="4" marL="2286000" rtl="0">
              <a:spcBef>
                <a:spcPts val="0"/>
              </a:spcBef>
              <a:spcAft>
                <a:spcPts val="0"/>
              </a:spcAft>
              <a:buSzPts val="1400"/>
              <a:buChar char="○"/>
              <a:defRPr/>
            </a:lvl5pPr>
            <a:lvl6pPr indent="-317500" lvl="5" marL="2743200" rtl="0">
              <a:spcBef>
                <a:spcPts val="0"/>
              </a:spcBef>
              <a:spcAft>
                <a:spcPts val="0"/>
              </a:spcAft>
              <a:buSzPts val="1400"/>
              <a:buChar char="■"/>
              <a:defRPr/>
            </a:lvl6pPr>
            <a:lvl7pPr indent="-317500" lvl="6" marL="3200400" rtl="0">
              <a:spcBef>
                <a:spcPts val="0"/>
              </a:spcBef>
              <a:spcAft>
                <a:spcPts val="0"/>
              </a:spcAft>
              <a:buSzPts val="1400"/>
              <a:buChar char="●"/>
              <a:defRPr/>
            </a:lvl7pPr>
            <a:lvl8pPr indent="-317500" lvl="7" marL="3657600" rtl="0">
              <a:spcBef>
                <a:spcPts val="0"/>
              </a:spcBef>
              <a:spcAft>
                <a:spcPts val="0"/>
              </a:spcAft>
              <a:buSzPts val="1400"/>
              <a:buChar char="○"/>
              <a:defRPr/>
            </a:lvl8pPr>
            <a:lvl9pPr indent="-317500" lvl="8" marL="4114800" rtl="0">
              <a:spcBef>
                <a:spcPts val="0"/>
              </a:spcBef>
              <a:spcAft>
                <a:spcPts val="0"/>
              </a:spcAft>
              <a:buSzPts val="1400"/>
              <a:buChar char="■"/>
              <a:defRPr/>
            </a:lvl9pPr>
          </a:lstStyle>
          <a:p/>
        </p:txBody>
      </p:sp>
      <p:pic>
        <p:nvPicPr>
          <p:cNvPr id="85" name="Google Shape;85;p15"/>
          <p:cNvPicPr preferRelativeResize="0"/>
          <p:nvPr/>
        </p:nvPicPr>
        <p:blipFill>
          <a:blip r:embed="rId4">
            <a:alphaModFix/>
          </a:blip>
          <a:stretch>
            <a:fillRect/>
          </a:stretch>
        </p:blipFill>
        <p:spPr>
          <a:xfrm>
            <a:off x="457529" y="4543025"/>
            <a:ext cx="950976" cy="142646"/>
          </a:xfrm>
          <a:prstGeom prst="rect">
            <a:avLst/>
          </a:prstGeom>
          <a:noFill/>
          <a:ln>
            <a:noFill/>
          </a:ln>
        </p:spPr>
      </p:pic>
      <p:sp>
        <p:nvSpPr>
          <p:cNvPr id="86" name="Google Shape;86;p15"/>
          <p:cNvSpPr txBox="1"/>
          <p:nvPr>
            <p:ph idx="12" type="sldNum"/>
          </p:nvPr>
        </p:nvSpPr>
        <p:spPr>
          <a:xfrm>
            <a:off x="8096041" y="4417542"/>
            <a:ext cx="548700" cy="393600"/>
          </a:xfrm>
          <a:prstGeom prst="rect">
            <a:avLst/>
          </a:prstGeom>
        </p:spPr>
        <p:txBody>
          <a:bodyPr anchorCtr="0" anchor="ctr" bIns="91425" lIns="91425" spcFirstLastPara="1" rIns="91425" wrap="square" tIns="91425">
            <a:normAutofit/>
          </a:bodyPr>
          <a:lstStyle>
            <a:lvl1pPr lvl="0" rtl="0">
              <a:buNone/>
              <a:defRPr>
                <a:solidFill>
                  <a:schemeClr val="lt1"/>
                </a:solidFill>
                <a:latin typeface="Inter"/>
                <a:ea typeface="Inter"/>
                <a:cs typeface="Inter"/>
                <a:sym typeface="Inter"/>
              </a:defRPr>
            </a:lvl1pPr>
            <a:lvl2pPr lvl="1" rtl="0">
              <a:buNone/>
              <a:defRPr>
                <a:solidFill>
                  <a:schemeClr val="lt1"/>
                </a:solidFill>
                <a:latin typeface="Inter"/>
                <a:ea typeface="Inter"/>
                <a:cs typeface="Inter"/>
                <a:sym typeface="Inter"/>
              </a:defRPr>
            </a:lvl2pPr>
            <a:lvl3pPr lvl="2" rtl="0">
              <a:buNone/>
              <a:defRPr>
                <a:solidFill>
                  <a:schemeClr val="lt1"/>
                </a:solidFill>
                <a:latin typeface="Inter"/>
                <a:ea typeface="Inter"/>
                <a:cs typeface="Inter"/>
                <a:sym typeface="Inter"/>
              </a:defRPr>
            </a:lvl3pPr>
            <a:lvl4pPr lvl="3" rtl="0">
              <a:buNone/>
              <a:defRPr>
                <a:solidFill>
                  <a:schemeClr val="lt1"/>
                </a:solidFill>
                <a:latin typeface="Inter"/>
                <a:ea typeface="Inter"/>
                <a:cs typeface="Inter"/>
                <a:sym typeface="Inter"/>
              </a:defRPr>
            </a:lvl4pPr>
            <a:lvl5pPr lvl="4" rtl="0">
              <a:buNone/>
              <a:defRPr>
                <a:solidFill>
                  <a:schemeClr val="lt1"/>
                </a:solidFill>
                <a:latin typeface="Inter"/>
                <a:ea typeface="Inter"/>
                <a:cs typeface="Inter"/>
                <a:sym typeface="Inter"/>
              </a:defRPr>
            </a:lvl5pPr>
            <a:lvl6pPr lvl="5" rtl="0">
              <a:buNone/>
              <a:defRPr>
                <a:solidFill>
                  <a:schemeClr val="lt1"/>
                </a:solidFill>
                <a:latin typeface="Inter"/>
                <a:ea typeface="Inter"/>
                <a:cs typeface="Inter"/>
                <a:sym typeface="Inter"/>
              </a:defRPr>
            </a:lvl6pPr>
            <a:lvl7pPr lvl="6" rtl="0">
              <a:buNone/>
              <a:defRPr>
                <a:solidFill>
                  <a:schemeClr val="lt1"/>
                </a:solidFill>
                <a:latin typeface="Inter"/>
                <a:ea typeface="Inter"/>
                <a:cs typeface="Inter"/>
                <a:sym typeface="Inter"/>
              </a:defRPr>
            </a:lvl7pPr>
            <a:lvl8pPr lvl="7" rtl="0">
              <a:buNone/>
              <a:defRPr>
                <a:solidFill>
                  <a:schemeClr val="lt1"/>
                </a:solidFill>
                <a:latin typeface="Inter"/>
                <a:ea typeface="Inter"/>
                <a:cs typeface="Inter"/>
                <a:sym typeface="Inter"/>
              </a:defRPr>
            </a:lvl8pPr>
            <a:lvl9pPr lvl="8" rtl="0">
              <a:buNone/>
              <a:defRPr>
                <a:solidFill>
                  <a:schemeClr val="lt1"/>
                </a:solidFill>
                <a:latin typeface="Inter"/>
                <a:ea typeface="Inter"/>
                <a:cs typeface="Inter"/>
                <a:sym typeface="Inter"/>
              </a:defRPr>
            </a:lvl9pPr>
          </a:lstStyle>
          <a:p>
            <a:pPr indent="0" lvl="0" marL="0" rtl="0" algn="r">
              <a:spcBef>
                <a:spcPts val="0"/>
              </a:spcBef>
              <a:spcAft>
                <a:spcPts val="0"/>
              </a:spcAft>
              <a:buNone/>
            </a:pPr>
            <a:fld id="{00000000-1234-1234-1234-123412341234}" type="slidenum">
              <a:rPr lang="en"/>
              <a:t>‹#›</a:t>
            </a:fld>
            <a:endParaRPr/>
          </a:p>
        </p:txBody>
      </p:sp>
      <p:sp>
        <p:nvSpPr>
          <p:cNvPr id="87" name="Google Shape;87;p15"/>
          <p:cNvSpPr txBox="1"/>
          <p:nvPr>
            <p:ph idx="3" type="sldNum"/>
          </p:nvPr>
        </p:nvSpPr>
        <p:spPr>
          <a:xfrm>
            <a:off x="8474304" y="4417550"/>
            <a:ext cx="281700" cy="393600"/>
          </a:xfrm>
          <a:prstGeom prst="rect">
            <a:avLst/>
          </a:prstGeom>
        </p:spPr>
        <p:txBody>
          <a:bodyPr anchorCtr="0" anchor="ctr" bIns="91425" lIns="91425" spcFirstLastPara="1" rIns="91425" wrap="square" tIns="91425">
            <a:normAutofit/>
          </a:bodyPr>
          <a:lstStyle>
            <a:lvl1pPr lvl="0" rtl="0" algn="l">
              <a:buNone/>
              <a:defRPr sz="1108">
                <a:solidFill>
                  <a:srgbClr val="666666"/>
                </a:solidFill>
                <a:latin typeface="Inter"/>
                <a:ea typeface="Inter"/>
                <a:cs typeface="Inter"/>
                <a:sym typeface="Inter"/>
              </a:defRPr>
            </a:lvl1pPr>
            <a:lvl2pPr lvl="1" rtl="0" algn="l">
              <a:buNone/>
              <a:defRPr sz="1108">
                <a:solidFill>
                  <a:srgbClr val="666666"/>
                </a:solidFill>
                <a:latin typeface="Inter"/>
                <a:ea typeface="Inter"/>
                <a:cs typeface="Inter"/>
                <a:sym typeface="Inter"/>
              </a:defRPr>
            </a:lvl2pPr>
            <a:lvl3pPr lvl="2" rtl="0" algn="l">
              <a:buNone/>
              <a:defRPr sz="1108">
                <a:solidFill>
                  <a:srgbClr val="666666"/>
                </a:solidFill>
                <a:latin typeface="Inter"/>
                <a:ea typeface="Inter"/>
                <a:cs typeface="Inter"/>
                <a:sym typeface="Inter"/>
              </a:defRPr>
            </a:lvl3pPr>
            <a:lvl4pPr lvl="3" rtl="0" algn="l">
              <a:buNone/>
              <a:defRPr sz="1108">
                <a:solidFill>
                  <a:srgbClr val="666666"/>
                </a:solidFill>
                <a:latin typeface="Inter"/>
                <a:ea typeface="Inter"/>
                <a:cs typeface="Inter"/>
                <a:sym typeface="Inter"/>
              </a:defRPr>
            </a:lvl4pPr>
            <a:lvl5pPr lvl="4" rtl="0" algn="l">
              <a:buNone/>
              <a:defRPr sz="1108">
                <a:solidFill>
                  <a:srgbClr val="666666"/>
                </a:solidFill>
                <a:latin typeface="Inter"/>
                <a:ea typeface="Inter"/>
                <a:cs typeface="Inter"/>
                <a:sym typeface="Inter"/>
              </a:defRPr>
            </a:lvl5pPr>
            <a:lvl6pPr lvl="5" rtl="0" algn="l">
              <a:buNone/>
              <a:defRPr sz="1108">
                <a:solidFill>
                  <a:srgbClr val="666666"/>
                </a:solidFill>
                <a:latin typeface="Inter"/>
                <a:ea typeface="Inter"/>
                <a:cs typeface="Inter"/>
                <a:sym typeface="Inter"/>
              </a:defRPr>
            </a:lvl6pPr>
            <a:lvl7pPr lvl="6" rtl="0" algn="l">
              <a:buNone/>
              <a:defRPr sz="1108">
                <a:solidFill>
                  <a:srgbClr val="666666"/>
                </a:solidFill>
                <a:latin typeface="Inter"/>
                <a:ea typeface="Inter"/>
                <a:cs typeface="Inter"/>
                <a:sym typeface="Inter"/>
              </a:defRPr>
            </a:lvl7pPr>
            <a:lvl8pPr lvl="7" rtl="0" algn="l">
              <a:buNone/>
              <a:defRPr sz="1108">
                <a:solidFill>
                  <a:srgbClr val="666666"/>
                </a:solidFill>
                <a:latin typeface="Inter"/>
                <a:ea typeface="Inter"/>
                <a:cs typeface="Inter"/>
                <a:sym typeface="Inter"/>
              </a:defRPr>
            </a:lvl8pPr>
            <a:lvl9pPr lvl="8" rtl="0" algn="l">
              <a:buNone/>
              <a:defRPr sz="1108">
                <a:solidFill>
                  <a:srgbClr val="666666"/>
                </a:solidFill>
                <a:latin typeface="Inter"/>
                <a:ea typeface="Inter"/>
                <a:cs typeface="Inter"/>
                <a:sym typeface="Inter"/>
              </a:defRPr>
            </a:lvl9pPr>
          </a:lstStyle>
          <a:p>
            <a:pPr indent="0" lvl="0" marL="0" rtl="0" algn="l">
              <a:spcBef>
                <a:spcPts val="0"/>
              </a:spcBef>
              <a:spcAft>
                <a:spcPts val="0"/>
              </a:spcAft>
              <a:buNone/>
            </a:pPr>
            <a:r>
              <a:rPr lang="en"/>
              <a:t xml:space="preserve"> /</a:t>
            </a:r>
            <a:endParaRPr/>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2 2 1">
  <p:cSld name="TITLE_ONLY_2_2_1">
    <p:bg>
      <p:bgPr>
        <a:solidFill>
          <a:schemeClr val="dk1"/>
        </a:solidFill>
      </p:bgPr>
    </p:bg>
    <p:spTree>
      <p:nvGrpSpPr>
        <p:cNvPr id="88" name="Shape 88"/>
        <p:cNvGrpSpPr/>
        <p:nvPr/>
      </p:nvGrpSpPr>
      <p:grpSpPr>
        <a:xfrm>
          <a:off x="0" y="0"/>
          <a:ext cx="0" cy="0"/>
          <a:chOff x="0" y="0"/>
          <a:chExt cx="0" cy="0"/>
        </a:xfrm>
      </p:grpSpPr>
      <p:pic>
        <p:nvPicPr>
          <p:cNvPr id="89" name="Google Shape;89;p16"/>
          <p:cNvPicPr preferRelativeResize="0"/>
          <p:nvPr/>
        </p:nvPicPr>
        <p:blipFill>
          <a:blip r:embed="rId2">
            <a:alphaModFix/>
          </a:blip>
          <a:stretch>
            <a:fillRect/>
          </a:stretch>
        </p:blipFill>
        <p:spPr>
          <a:xfrm>
            <a:off x="412825" y="1661900"/>
            <a:ext cx="1944175" cy="2637826"/>
          </a:xfrm>
          <a:prstGeom prst="rect">
            <a:avLst/>
          </a:prstGeom>
          <a:noFill/>
          <a:ln>
            <a:noFill/>
          </a:ln>
        </p:spPr>
      </p:pic>
      <p:pic>
        <p:nvPicPr>
          <p:cNvPr id="90" name="Google Shape;90;p16"/>
          <p:cNvPicPr preferRelativeResize="0"/>
          <p:nvPr/>
        </p:nvPicPr>
        <p:blipFill>
          <a:blip r:embed="rId2">
            <a:alphaModFix/>
          </a:blip>
          <a:stretch>
            <a:fillRect/>
          </a:stretch>
        </p:blipFill>
        <p:spPr>
          <a:xfrm>
            <a:off x="2536084" y="1661900"/>
            <a:ext cx="1944175" cy="2637826"/>
          </a:xfrm>
          <a:prstGeom prst="rect">
            <a:avLst/>
          </a:prstGeom>
          <a:noFill/>
          <a:ln>
            <a:noFill/>
          </a:ln>
        </p:spPr>
      </p:pic>
      <p:pic>
        <p:nvPicPr>
          <p:cNvPr id="91" name="Google Shape;91;p16"/>
          <p:cNvPicPr preferRelativeResize="0"/>
          <p:nvPr/>
        </p:nvPicPr>
        <p:blipFill>
          <a:blip r:embed="rId2">
            <a:alphaModFix/>
          </a:blip>
          <a:stretch>
            <a:fillRect/>
          </a:stretch>
        </p:blipFill>
        <p:spPr>
          <a:xfrm>
            <a:off x="4659344" y="1661900"/>
            <a:ext cx="1944175" cy="2637826"/>
          </a:xfrm>
          <a:prstGeom prst="rect">
            <a:avLst/>
          </a:prstGeom>
          <a:noFill/>
          <a:ln>
            <a:noFill/>
          </a:ln>
        </p:spPr>
      </p:pic>
      <p:pic>
        <p:nvPicPr>
          <p:cNvPr id="92" name="Google Shape;92;p16"/>
          <p:cNvPicPr preferRelativeResize="0"/>
          <p:nvPr/>
        </p:nvPicPr>
        <p:blipFill>
          <a:blip r:embed="rId3">
            <a:alphaModFix/>
          </a:blip>
          <a:stretch>
            <a:fillRect/>
          </a:stretch>
        </p:blipFill>
        <p:spPr>
          <a:xfrm>
            <a:off x="412829" y="1808437"/>
            <a:ext cx="1944176" cy="2491293"/>
          </a:xfrm>
          <a:prstGeom prst="rect">
            <a:avLst/>
          </a:prstGeom>
          <a:noFill/>
          <a:ln>
            <a:noFill/>
          </a:ln>
        </p:spPr>
      </p:pic>
      <p:sp>
        <p:nvSpPr>
          <p:cNvPr id="93" name="Google Shape;93;p16"/>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lt1"/>
              </a:buClr>
              <a:buSzPts val="3200"/>
              <a:buFont typeface="Inter ExtraBold"/>
              <a:buNone/>
              <a:defRPr sz="3200">
                <a:solidFill>
                  <a:schemeClr val="lt1"/>
                </a:solidFill>
                <a:latin typeface="Inter ExtraBold"/>
                <a:ea typeface="Inter ExtraBold"/>
                <a:cs typeface="Inter ExtraBold"/>
                <a:sym typeface="Inter ExtraBold"/>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p:txBody>
      </p:sp>
      <p:pic>
        <p:nvPicPr>
          <p:cNvPr id="94" name="Google Shape;94;p16"/>
          <p:cNvPicPr preferRelativeResize="0"/>
          <p:nvPr/>
        </p:nvPicPr>
        <p:blipFill>
          <a:blip r:embed="rId4">
            <a:alphaModFix/>
          </a:blip>
          <a:stretch>
            <a:fillRect/>
          </a:stretch>
        </p:blipFill>
        <p:spPr>
          <a:xfrm>
            <a:off x="-762396" y="0"/>
            <a:ext cx="548700" cy="2288640"/>
          </a:xfrm>
          <a:prstGeom prst="rect">
            <a:avLst/>
          </a:prstGeom>
          <a:noFill/>
          <a:ln>
            <a:noFill/>
          </a:ln>
        </p:spPr>
      </p:pic>
      <p:sp>
        <p:nvSpPr>
          <p:cNvPr id="95" name="Google Shape;95;p16"/>
          <p:cNvSpPr/>
          <p:nvPr>
            <p:ph idx="2" type="pic"/>
          </p:nvPr>
        </p:nvSpPr>
        <p:spPr>
          <a:xfrm>
            <a:off x="535276" y="1720023"/>
            <a:ext cx="315900" cy="315900"/>
          </a:xfrm>
          <a:prstGeom prst="rect">
            <a:avLst/>
          </a:prstGeom>
          <a:noFill/>
          <a:ln>
            <a:noFill/>
          </a:ln>
        </p:spPr>
      </p:sp>
      <p:sp>
        <p:nvSpPr>
          <p:cNvPr id="96" name="Google Shape;96;p16"/>
          <p:cNvSpPr txBox="1"/>
          <p:nvPr>
            <p:ph idx="1" type="body"/>
          </p:nvPr>
        </p:nvSpPr>
        <p:spPr>
          <a:xfrm>
            <a:off x="505075" y="2369959"/>
            <a:ext cx="1781700" cy="1952400"/>
          </a:xfrm>
          <a:prstGeom prst="rect">
            <a:avLst/>
          </a:prstGeom>
        </p:spPr>
        <p:txBody>
          <a:bodyPr anchorCtr="0" anchor="t" bIns="91425" lIns="91425" spcFirstLastPara="1" rIns="91425" wrap="square" tIns="91425">
            <a:normAutofit/>
          </a:bodyPr>
          <a:lstStyle>
            <a:lvl1pPr indent="-298450" lvl="0" marL="457200" rtl="0">
              <a:spcBef>
                <a:spcPts val="0"/>
              </a:spcBef>
              <a:spcAft>
                <a:spcPts val="0"/>
              </a:spcAft>
              <a:buClr>
                <a:schemeClr val="lt1"/>
              </a:buClr>
              <a:buSzPts val="1100"/>
              <a:buChar char="●"/>
              <a:defRPr sz="1100">
                <a:solidFill>
                  <a:schemeClr val="lt1"/>
                </a:solidFill>
              </a:defRPr>
            </a:lvl1pPr>
            <a:lvl2pPr indent="-298450" lvl="1" marL="914400" rtl="0">
              <a:spcBef>
                <a:spcPts val="0"/>
              </a:spcBef>
              <a:spcAft>
                <a:spcPts val="0"/>
              </a:spcAft>
              <a:buClr>
                <a:schemeClr val="lt1"/>
              </a:buClr>
              <a:buSzPts val="1100"/>
              <a:buChar char="○"/>
              <a:defRPr sz="1100">
                <a:solidFill>
                  <a:schemeClr val="lt1"/>
                </a:solidFill>
              </a:defRPr>
            </a:lvl2pPr>
            <a:lvl3pPr indent="-298450" lvl="2" marL="1371600" rtl="0">
              <a:spcBef>
                <a:spcPts val="0"/>
              </a:spcBef>
              <a:spcAft>
                <a:spcPts val="0"/>
              </a:spcAft>
              <a:buClr>
                <a:schemeClr val="lt1"/>
              </a:buClr>
              <a:buSzPts val="1100"/>
              <a:buChar char="■"/>
              <a:defRPr sz="1100">
                <a:solidFill>
                  <a:schemeClr val="lt1"/>
                </a:solidFill>
              </a:defRPr>
            </a:lvl3pPr>
            <a:lvl4pPr indent="-298450" lvl="3" marL="1828800" rtl="0">
              <a:spcBef>
                <a:spcPts val="0"/>
              </a:spcBef>
              <a:spcAft>
                <a:spcPts val="0"/>
              </a:spcAft>
              <a:buClr>
                <a:schemeClr val="lt1"/>
              </a:buClr>
              <a:buSzPts val="1100"/>
              <a:buChar char="●"/>
              <a:defRPr sz="1100">
                <a:solidFill>
                  <a:schemeClr val="lt1"/>
                </a:solidFill>
              </a:defRPr>
            </a:lvl4pPr>
            <a:lvl5pPr indent="-298450" lvl="4" marL="2286000" rtl="0">
              <a:spcBef>
                <a:spcPts val="0"/>
              </a:spcBef>
              <a:spcAft>
                <a:spcPts val="0"/>
              </a:spcAft>
              <a:buClr>
                <a:schemeClr val="lt1"/>
              </a:buClr>
              <a:buSzPts val="1100"/>
              <a:buChar char="○"/>
              <a:defRPr sz="1100">
                <a:solidFill>
                  <a:schemeClr val="lt1"/>
                </a:solidFill>
              </a:defRPr>
            </a:lvl5pPr>
            <a:lvl6pPr indent="-298450" lvl="5" marL="2743200" rtl="0">
              <a:spcBef>
                <a:spcPts val="0"/>
              </a:spcBef>
              <a:spcAft>
                <a:spcPts val="0"/>
              </a:spcAft>
              <a:buClr>
                <a:schemeClr val="lt1"/>
              </a:buClr>
              <a:buSzPts val="1100"/>
              <a:buChar char="■"/>
              <a:defRPr sz="1100">
                <a:solidFill>
                  <a:schemeClr val="lt1"/>
                </a:solidFill>
              </a:defRPr>
            </a:lvl6pPr>
            <a:lvl7pPr indent="-298450" lvl="6" marL="3200400" rtl="0">
              <a:spcBef>
                <a:spcPts val="0"/>
              </a:spcBef>
              <a:spcAft>
                <a:spcPts val="0"/>
              </a:spcAft>
              <a:buClr>
                <a:schemeClr val="lt1"/>
              </a:buClr>
              <a:buSzPts val="1100"/>
              <a:buChar char="●"/>
              <a:defRPr sz="1100">
                <a:solidFill>
                  <a:schemeClr val="lt1"/>
                </a:solidFill>
              </a:defRPr>
            </a:lvl7pPr>
            <a:lvl8pPr indent="-298450" lvl="7" marL="3657600" rtl="0">
              <a:spcBef>
                <a:spcPts val="0"/>
              </a:spcBef>
              <a:spcAft>
                <a:spcPts val="0"/>
              </a:spcAft>
              <a:buClr>
                <a:schemeClr val="lt1"/>
              </a:buClr>
              <a:buSzPts val="1100"/>
              <a:buChar char="○"/>
              <a:defRPr sz="1100">
                <a:solidFill>
                  <a:schemeClr val="lt1"/>
                </a:solidFill>
              </a:defRPr>
            </a:lvl8pPr>
            <a:lvl9pPr indent="-298450" lvl="8" marL="4114800" rtl="0">
              <a:spcBef>
                <a:spcPts val="0"/>
              </a:spcBef>
              <a:spcAft>
                <a:spcPts val="0"/>
              </a:spcAft>
              <a:buClr>
                <a:schemeClr val="lt1"/>
              </a:buClr>
              <a:buSzPts val="1100"/>
              <a:buChar char="■"/>
              <a:defRPr sz="1100">
                <a:solidFill>
                  <a:schemeClr val="lt1"/>
                </a:solidFill>
              </a:defRPr>
            </a:lvl9pPr>
          </a:lstStyle>
          <a:p/>
        </p:txBody>
      </p:sp>
      <p:sp>
        <p:nvSpPr>
          <p:cNvPr id="97" name="Google Shape;97;p16"/>
          <p:cNvSpPr txBox="1"/>
          <p:nvPr>
            <p:ph idx="3" type="subTitle"/>
          </p:nvPr>
        </p:nvSpPr>
        <p:spPr>
          <a:xfrm>
            <a:off x="505075" y="2016850"/>
            <a:ext cx="1781700" cy="386100"/>
          </a:xfrm>
          <a:prstGeom prst="rect">
            <a:avLst/>
          </a:prstGeom>
        </p:spPr>
        <p:txBody>
          <a:bodyPr anchorCtr="0" anchor="b" bIns="91425" lIns="91425" spcFirstLastPara="1" rIns="91425" wrap="square" tIns="91425">
            <a:normAutofit/>
          </a:bodyPr>
          <a:lstStyle>
            <a:lvl1pPr lvl="0" rtl="0">
              <a:spcBef>
                <a:spcPts val="0"/>
              </a:spcBef>
              <a:spcAft>
                <a:spcPts val="0"/>
              </a:spcAft>
              <a:buClr>
                <a:schemeClr val="lt1"/>
              </a:buClr>
              <a:buSzPts val="1600"/>
              <a:buFont typeface="Inter Medium"/>
              <a:buNone/>
              <a:defRPr sz="1600">
                <a:solidFill>
                  <a:schemeClr val="lt1"/>
                </a:solidFill>
                <a:latin typeface="Inter Medium"/>
                <a:ea typeface="Inter Medium"/>
                <a:cs typeface="Inter Medium"/>
                <a:sym typeface="Inter Medium"/>
              </a:defRPr>
            </a:lvl1pPr>
            <a:lvl2pPr lvl="1" rtl="0">
              <a:spcBef>
                <a:spcPts val="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2pPr>
            <a:lvl3pPr lvl="2" rtl="0">
              <a:spcBef>
                <a:spcPts val="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3pPr>
            <a:lvl4pPr lvl="3" rtl="0">
              <a:spcBef>
                <a:spcPts val="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4pPr>
            <a:lvl5pPr lvl="4" rtl="0">
              <a:spcBef>
                <a:spcPts val="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5pPr>
            <a:lvl6pPr lvl="5" rtl="0">
              <a:spcBef>
                <a:spcPts val="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6pPr>
            <a:lvl7pPr lvl="6" rtl="0">
              <a:spcBef>
                <a:spcPts val="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7pPr>
            <a:lvl8pPr lvl="7" rtl="0">
              <a:spcBef>
                <a:spcPts val="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8pPr>
            <a:lvl9pPr lvl="8" rtl="0">
              <a:spcBef>
                <a:spcPts val="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9pPr>
          </a:lstStyle>
          <a:p/>
        </p:txBody>
      </p:sp>
      <p:sp>
        <p:nvSpPr>
          <p:cNvPr id="98" name="Google Shape;98;p16"/>
          <p:cNvSpPr txBox="1"/>
          <p:nvPr>
            <p:ph idx="4" type="subTitle"/>
          </p:nvPr>
        </p:nvSpPr>
        <p:spPr>
          <a:xfrm>
            <a:off x="311700" y="1051825"/>
            <a:ext cx="8520600" cy="5727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lt1"/>
              </a:buClr>
              <a:buSzPts val="1800"/>
              <a:buNone/>
              <a:defRPr>
                <a:solidFill>
                  <a:schemeClr val="lt1"/>
                </a:solidFill>
              </a:defRPr>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p:txBody>
      </p:sp>
      <p:pic>
        <p:nvPicPr>
          <p:cNvPr id="99" name="Google Shape;99;p16"/>
          <p:cNvPicPr preferRelativeResize="0"/>
          <p:nvPr/>
        </p:nvPicPr>
        <p:blipFill>
          <a:blip r:embed="rId5">
            <a:alphaModFix/>
          </a:blip>
          <a:stretch>
            <a:fillRect/>
          </a:stretch>
        </p:blipFill>
        <p:spPr>
          <a:xfrm>
            <a:off x="457529" y="4543025"/>
            <a:ext cx="950976" cy="142646"/>
          </a:xfrm>
          <a:prstGeom prst="rect">
            <a:avLst/>
          </a:prstGeom>
          <a:noFill/>
          <a:ln>
            <a:noFill/>
          </a:ln>
        </p:spPr>
      </p:pic>
      <p:pic>
        <p:nvPicPr>
          <p:cNvPr id="100" name="Google Shape;100;p16"/>
          <p:cNvPicPr preferRelativeResize="0"/>
          <p:nvPr/>
        </p:nvPicPr>
        <p:blipFill>
          <a:blip r:embed="rId2">
            <a:alphaModFix/>
          </a:blip>
          <a:stretch>
            <a:fillRect/>
          </a:stretch>
        </p:blipFill>
        <p:spPr>
          <a:xfrm>
            <a:off x="6782603" y="1661900"/>
            <a:ext cx="1944175" cy="2637826"/>
          </a:xfrm>
          <a:prstGeom prst="rect">
            <a:avLst/>
          </a:prstGeom>
          <a:noFill/>
          <a:ln>
            <a:noFill/>
          </a:ln>
        </p:spPr>
      </p:pic>
      <p:pic>
        <p:nvPicPr>
          <p:cNvPr id="101" name="Google Shape;101;p16"/>
          <p:cNvPicPr preferRelativeResize="0"/>
          <p:nvPr/>
        </p:nvPicPr>
        <p:blipFill>
          <a:blip r:embed="rId3">
            <a:alphaModFix/>
          </a:blip>
          <a:stretch>
            <a:fillRect/>
          </a:stretch>
        </p:blipFill>
        <p:spPr>
          <a:xfrm>
            <a:off x="4669739" y="1808437"/>
            <a:ext cx="1944176" cy="2491293"/>
          </a:xfrm>
          <a:prstGeom prst="rect">
            <a:avLst/>
          </a:prstGeom>
          <a:noFill/>
          <a:ln>
            <a:noFill/>
          </a:ln>
        </p:spPr>
      </p:pic>
      <p:sp>
        <p:nvSpPr>
          <p:cNvPr id="102" name="Google Shape;102;p16"/>
          <p:cNvSpPr/>
          <p:nvPr>
            <p:ph idx="5" type="pic"/>
          </p:nvPr>
        </p:nvSpPr>
        <p:spPr>
          <a:xfrm>
            <a:off x="2665988" y="1720023"/>
            <a:ext cx="315900" cy="315900"/>
          </a:xfrm>
          <a:prstGeom prst="rect">
            <a:avLst/>
          </a:prstGeom>
          <a:noFill/>
          <a:ln>
            <a:noFill/>
          </a:ln>
        </p:spPr>
      </p:sp>
      <p:sp>
        <p:nvSpPr>
          <p:cNvPr id="103" name="Google Shape;103;p16"/>
          <p:cNvSpPr txBox="1"/>
          <p:nvPr>
            <p:ph idx="6" type="body"/>
          </p:nvPr>
        </p:nvSpPr>
        <p:spPr>
          <a:xfrm>
            <a:off x="2635788" y="2369959"/>
            <a:ext cx="1781700" cy="1952400"/>
          </a:xfrm>
          <a:prstGeom prst="rect">
            <a:avLst/>
          </a:prstGeom>
        </p:spPr>
        <p:txBody>
          <a:bodyPr anchorCtr="0" anchor="t" bIns="91425" lIns="91425" spcFirstLastPara="1" rIns="91425" wrap="square" tIns="91425">
            <a:normAutofit/>
          </a:bodyPr>
          <a:lstStyle>
            <a:lvl1pPr indent="-298450" lvl="0" marL="457200" rtl="0">
              <a:spcBef>
                <a:spcPts val="0"/>
              </a:spcBef>
              <a:spcAft>
                <a:spcPts val="0"/>
              </a:spcAft>
              <a:buClr>
                <a:schemeClr val="lt1"/>
              </a:buClr>
              <a:buSzPts val="1100"/>
              <a:buChar char="●"/>
              <a:defRPr sz="1100">
                <a:solidFill>
                  <a:schemeClr val="lt1"/>
                </a:solidFill>
              </a:defRPr>
            </a:lvl1pPr>
            <a:lvl2pPr indent="-298450" lvl="1" marL="914400" rtl="0">
              <a:spcBef>
                <a:spcPts val="0"/>
              </a:spcBef>
              <a:spcAft>
                <a:spcPts val="0"/>
              </a:spcAft>
              <a:buClr>
                <a:schemeClr val="lt1"/>
              </a:buClr>
              <a:buSzPts val="1100"/>
              <a:buChar char="○"/>
              <a:defRPr sz="1100">
                <a:solidFill>
                  <a:schemeClr val="lt1"/>
                </a:solidFill>
              </a:defRPr>
            </a:lvl2pPr>
            <a:lvl3pPr indent="-298450" lvl="2" marL="1371600" rtl="0">
              <a:spcBef>
                <a:spcPts val="0"/>
              </a:spcBef>
              <a:spcAft>
                <a:spcPts val="0"/>
              </a:spcAft>
              <a:buClr>
                <a:schemeClr val="lt1"/>
              </a:buClr>
              <a:buSzPts val="1100"/>
              <a:buChar char="■"/>
              <a:defRPr sz="1100">
                <a:solidFill>
                  <a:schemeClr val="lt1"/>
                </a:solidFill>
              </a:defRPr>
            </a:lvl3pPr>
            <a:lvl4pPr indent="-298450" lvl="3" marL="1828800" rtl="0">
              <a:spcBef>
                <a:spcPts val="0"/>
              </a:spcBef>
              <a:spcAft>
                <a:spcPts val="0"/>
              </a:spcAft>
              <a:buClr>
                <a:schemeClr val="lt1"/>
              </a:buClr>
              <a:buSzPts val="1100"/>
              <a:buChar char="●"/>
              <a:defRPr sz="1100">
                <a:solidFill>
                  <a:schemeClr val="lt1"/>
                </a:solidFill>
              </a:defRPr>
            </a:lvl4pPr>
            <a:lvl5pPr indent="-298450" lvl="4" marL="2286000" rtl="0">
              <a:spcBef>
                <a:spcPts val="0"/>
              </a:spcBef>
              <a:spcAft>
                <a:spcPts val="0"/>
              </a:spcAft>
              <a:buClr>
                <a:schemeClr val="lt1"/>
              </a:buClr>
              <a:buSzPts val="1100"/>
              <a:buChar char="○"/>
              <a:defRPr sz="1100">
                <a:solidFill>
                  <a:schemeClr val="lt1"/>
                </a:solidFill>
              </a:defRPr>
            </a:lvl5pPr>
            <a:lvl6pPr indent="-298450" lvl="5" marL="2743200" rtl="0">
              <a:spcBef>
                <a:spcPts val="0"/>
              </a:spcBef>
              <a:spcAft>
                <a:spcPts val="0"/>
              </a:spcAft>
              <a:buClr>
                <a:schemeClr val="lt1"/>
              </a:buClr>
              <a:buSzPts val="1100"/>
              <a:buChar char="■"/>
              <a:defRPr sz="1100">
                <a:solidFill>
                  <a:schemeClr val="lt1"/>
                </a:solidFill>
              </a:defRPr>
            </a:lvl6pPr>
            <a:lvl7pPr indent="-298450" lvl="6" marL="3200400" rtl="0">
              <a:spcBef>
                <a:spcPts val="0"/>
              </a:spcBef>
              <a:spcAft>
                <a:spcPts val="0"/>
              </a:spcAft>
              <a:buClr>
                <a:schemeClr val="lt1"/>
              </a:buClr>
              <a:buSzPts val="1100"/>
              <a:buChar char="●"/>
              <a:defRPr sz="1100">
                <a:solidFill>
                  <a:schemeClr val="lt1"/>
                </a:solidFill>
              </a:defRPr>
            </a:lvl7pPr>
            <a:lvl8pPr indent="-298450" lvl="7" marL="3657600" rtl="0">
              <a:spcBef>
                <a:spcPts val="0"/>
              </a:spcBef>
              <a:spcAft>
                <a:spcPts val="0"/>
              </a:spcAft>
              <a:buClr>
                <a:schemeClr val="lt1"/>
              </a:buClr>
              <a:buSzPts val="1100"/>
              <a:buChar char="○"/>
              <a:defRPr sz="1100">
                <a:solidFill>
                  <a:schemeClr val="lt1"/>
                </a:solidFill>
              </a:defRPr>
            </a:lvl8pPr>
            <a:lvl9pPr indent="-298450" lvl="8" marL="4114800" rtl="0">
              <a:spcBef>
                <a:spcPts val="0"/>
              </a:spcBef>
              <a:spcAft>
                <a:spcPts val="0"/>
              </a:spcAft>
              <a:buClr>
                <a:schemeClr val="lt1"/>
              </a:buClr>
              <a:buSzPts val="1100"/>
              <a:buChar char="■"/>
              <a:defRPr sz="1100">
                <a:solidFill>
                  <a:schemeClr val="lt1"/>
                </a:solidFill>
              </a:defRPr>
            </a:lvl9pPr>
          </a:lstStyle>
          <a:p/>
        </p:txBody>
      </p:sp>
      <p:sp>
        <p:nvSpPr>
          <p:cNvPr id="104" name="Google Shape;104;p16"/>
          <p:cNvSpPr txBox="1"/>
          <p:nvPr>
            <p:ph idx="7" type="subTitle"/>
          </p:nvPr>
        </p:nvSpPr>
        <p:spPr>
          <a:xfrm>
            <a:off x="2635788" y="2016850"/>
            <a:ext cx="1781700" cy="386100"/>
          </a:xfrm>
          <a:prstGeom prst="rect">
            <a:avLst/>
          </a:prstGeom>
        </p:spPr>
        <p:txBody>
          <a:bodyPr anchorCtr="0" anchor="b" bIns="91425" lIns="91425" spcFirstLastPara="1" rIns="91425" wrap="square" tIns="91425">
            <a:normAutofit/>
          </a:bodyPr>
          <a:lstStyle>
            <a:lvl1pPr lvl="0" rtl="0">
              <a:spcBef>
                <a:spcPts val="0"/>
              </a:spcBef>
              <a:spcAft>
                <a:spcPts val="0"/>
              </a:spcAft>
              <a:buClr>
                <a:schemeClr val="lt1"/>
              </a:buClr>
              <a:buSzPts val="1600"/>
              <a:buFont typeface="Inter Medium"/>
              <a:buNone/>
              <a:defRPr sz="1600">
                <a:solidFill>
                  <a:schemeClr val="lt1"/>
                </a:solidFill>
                <a:latin typeface="Inter Medium"/>
                <a:ea typeface="Inter Medium"/>
                <a:cs typeface="Inter Medium"/>
                <a:sym typeface="Inter Medium"/>
              </a:defRPr>
            </a:lvl1pPr>
            <a:lvl2pPr lvl="1" rtl="0">
              <a:spcBef>
                <a:spcPts val="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2pPr>
            <a:lvl3pPr lvl="2" rtl="0">
              <a:spcBef>
                <a:spcPts val="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3pPr>
            <a:lvl4pPr lvl="3" rtl="0">
              <a:spcBef>
                <a:spcPts val="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4pPr>
            <a:lvl5pPr lvl="4" rtl="0">
              <a:spcBef>
                <a:spcPts val="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5pPr>
            <a:lvl6pPr lvl="5" rtl="0">
              <a:spcBef>
                <a:spcPts val="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6pPr>
            <a:lvl7pPr lvl="6" rtl="0">
              <a:spcBef>
                <a:spcPts val="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7pPr>
            <a:lvl8pPr lvl="7" rtl="0">
              <a:spcBef>
                <a:spcPts val="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8pPr>
            <a:lvl9pPr lvl="8" rtl="0">
              <a:spcBef>
                <a:spcPts val="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9pPr>
          </a:lstStyle>
          <a:p/>
        </p:txBody>
      </p:sp>
      <p:sp>
        <p:nvSpPr>
          <p:cNvPr id="105" name="Google Shape;105;p16"/>
          <p:cNvSpPr/>
          <p:nvPr>
            <p:ph idx="8" type="pic"/>
          </p:nvPr>
        </p:nvSpPr>
        <p:spPr>
          <a:xfrm>
            <a:off x="4780001" y="1720023"/>
            <a:ext cx="315900" cy="315900"/>
          </a:xfrm>
          <a:prstGeom prst="rect">
            <a:avLst/>
          </a:prstGeom>
          <a:noFill/>
          <a:ln>
            <a:noFill/>
          </a:ln>
        </p:spPr>
      </p:sp>
      <p:sp>
        <p:nvSpPr>
          <p:cNvPr id="106" name="Google Shape;106;p16"/>
          <p:cNvSpPr txBox="1"/>
          <p:nvPr>
            <p:ph idx="9" type="body"/>
          </p:nvPr>
        </p:nvSpPr>
        <p:spPr>
          <a:xfrm>
            <a:off x="4749800" y="2369959"/>
            <a:ext cx="1781700" cy="1952400"/>
          </a:xfrm>
          <a:prstGeom prst="rect">
            <a:avLst/>
          </a:prstGeom>
        </p:spPr>
        <p:txBody>
          <a:bodyPr anchorCtr="0" anchor="t" bIns="91425" lIns="91425" spcFirstLastPara="1" rIns="91425" wrap="square" tIns="91425">
            <a:normAutofit/>
          </a:bodyPr>
          <a:lstStyle>
            <a:lvl1pPr indent="-298450" lvl="0" marL="457200" rtl="0">
              <a:spcBef>
                <a:spcPts val="0"/>
              </a:spcBef>
              <a:spcAft>
                <a:spcPts val="0"/>
              </a:spcAft>
              <a:buClr>
                <a:schemeClr val="lt1"/>
              </a:buClr>
              <a:buSzPts val="1100"/>
              <a:buChar char="●"/>
              <a:defRPr sz="1100">
                <a:solidFill>
                  <a:schemeClr val="lt1"/>
                </a:solidFill>
              </a:defRPr>
            </a:lvl1pPr>
            <a:lvl2pPr indent="-298450" lvl="1" marL="914400" rtl="0">
              <a:spcBef>
                <a:spcPts val="0"/>
              </a:spcBef>
              <a:spcAft>
                <a:spcPts val="0"/>
              </a:spcAft>
              <a:buClr>
                <a:schemeClr val="lt1"/>
              </a:buClr>
              <a:buSzPts val="1100"/>
              <a:buChar char="○"/>
              <a:defRPr sz="1100">
                <a:solidFill>
                  <a:schemeClr val="lt1"/>
                </a:solidFill>
              </a:defRPr>
            </a:lvl2pPr>
            <a:lvl3pPr indent="-298450" lvl="2" marL="1371600" rtl="0">
              <a:spcBef>
                <a:spcPts val="0"/>
              </a:spcBef>
              <a:spcAft>
                <a:spcPts val="0"/>
              </a:spcAft>
              <a:buClr>
                <a:schemeClr val="lt1"/>
              </a:buClr>
              <a:buSzPts val="1100"/>
              <a:buChar char="■"/>
              <a:defRPr sz="1100">
                <a:solidFill>
                  <a:schemeClr val="lt1"/>
                </a:solidFill>
              </a:defRPr>
            </a:lvl3pPr>
            <a:lvl4pPr indent="-298450" lvl="3" marL="1828800" rtl="0">
              <a:spcBef>
                <a:spcPts val="0"/>
              </a:spcBef>
              <a:spcAft>
                <a:spcPts val="0"/>
              </a:spcAft>
              <a:buClr>
                <a:schemeClr val="lt1"/>
              </a:buClr>
              <a:buSzPts val="1100"/>
              <a:buChar char="●"/>
              <a:defRPr sz="1100">
                <a:solidFill>
                  <a:schemeClr val="lt1"/>
                </a:solidFill>
              </a:defRPr>
            </a:lvl4pPr>
            <a:lvl5pPr indent="-298450" lvl="4" marL="2286000" rtl="0">
              <a:spcBef>
                <a:spcPts val="0"/>
              </a:spcBef>
              <a:spcAft>
                <a:spcPts val="0"/>
              </a:spcAft>
              <a:buClr>
                <a:schemeClr val="lt1"/>
              </a:buClr>
              <a:buSzPts val="1100"/>
              <a:buChar char="○"/>
              <a:defRPr sz="1100">
                <a:solidFill>
                  <a:schemeClr val="lt1"/>
                </a:solidFill>
              </a:defRPr>
            </a:lvl5pPr>
            <a:lvl6pPr indent="-298450" lvl="5" marL="2743200" rtl="0">
              <a:spcBef>
                <a:spcPts val="0"/>
              </a:spcBef>
              <a:spcAft>
                <a:spcPts val="0"/>
              </a:spcAft>
              <a:buClr>
                <a:schemeClr val="lt1"/>
              </a:buClr>
              <a:buSzPts val="1100"/>
              <a:buChar char="■"/>
              <a:defRPr sz="1100">
                <a:solidFill>
                  <a:schemeClr val="lt1"/>
                </a:solidFill>
              </a:defRPr>
            </a:lvl6pPr>
            <a:lvl7pPr indent="-298450" lvl="6" marL="3200400" rtl="0">
              <a:spcBef>
                <a:spcPts val="0"/>
              </a:spcBef>
              <a:spcAft>
                <a:spcPts val="0"/>
              </a:spcAft>
              <a:buClr>
                <a:schemeClr val="lt1"/>
              </a:buClr>
              <a:buSzPts val="1100"/>
              <a:buChar char="●"/>
              <a:defRPr sz="1100">
                <a:solidFill>
                  <a:schemeClr val="lt1"/>
                </a:solidFill>
              </a:defRPr>
            </a:lvl7pPr>
            <a:lvl8pPr indent="-298450" lvl="7" marL="3657600" rtl="0">
              <a:spcBef>
                <a:spcPts val="0"/>
              </a:spcBef>
              <a:spcAft>
                <a:spcPts val="0"/>
              </a:spcAft>
              <a:buClr>
                <a:schemeClr val="lt1"/>
              </a:buClr>
              <a:buSzPts val="1100"/>
              <a:buChar char="○"/>
              <a:defRPr sz="1100">
                <a:solidFill>
                  <a:schemeClr val="lt1"/>
                </a:solidFill>
              </a:defRPr>
            </a:lvl8pPr>
            <a:lvl9pPr indent="-298450" lvl="8" marL="4114800" rtl="0">
              <a:spcBef>
                <a:spcPts val="0"/>
              </a:spcBef>
              <a:spcAft>
                <a:spcPts val="0"/>
              </a:spcAft>
              <a:buClr>
                <a:schemeClr val="lt1"/>
              </a:buClr>
              <a:buSzPts val="1100"/>
              <a:buChar char="■"/>
              <a:defRPr sz="1100">
                <a:solidFill>
                  <a:schemeClr val="lt1"/>
                </a:solidFill>
              </a:defRPr>
            </a:lvl9pPr>
          </a:lstStyle>
          <a:p/>
        </p:txBody>
      </p:sp>
      <p:sp>
        <p:nvSpPr>
          <p:cNvPr id="107" name="Google Shape;107;p16"/>
          <p:cNvSpPr txBox="1"/>
          <p:nvPr>
            <p:ph idx="13" type="subTitle"/>
          </p:nvPr>
        </p:nvSpPr>
        <p:spPr>
          <a:xfrm>
            <a:off x="4749800" y="2016850"/>
            <a:ext cx="1781700" cy="386100"/>
          </a:xfrm>
          <a:prstGeom prst="rect">
            <a:avLst/>
          </a:prstGeom>
        </p:spPr>
        <p:txBody>
          <a:bodyPr anchorCtr="0" anchor="b" bIns="91425" lIns="91425" spcFirstLastPara="1" rIns="91425" wrap="square" tIns="91425">
            <a:normAutofit/>
          </a:bodyPr>
          <a:lstStyle>
            <a:lvl1pPr lvl="0" rtl="0">
              <a:spcBef>
                <a:spcPts val="0"/>
              </a:spcBef>
              <a:spcAft>
                <a:spcPts val="0"/>
              </a:spcAft>
              <a:buClr>
                <a:schemeClr val="lt1"/>
              </a:buClr>
              <a:buSzPts val="1600"/>
              <a:buFont typeface="Inter Medium"/>
              <a:buNone/>
              <a:defRPr sz="1600">
                <a:solidFill>
                  <a:schemeClr val="lt1"/>
                </a:solidFill>
                <a:latin typeface="Inter Medium"/>
                <a:ea typeface="Inter Medium"/>
                <a:cs typeface="Inter Medium"/>
                <a:sym typeface="Inter Medium"/>
              </a:defRPr>
            </a:lvl1pPr>
            <a:lvl2pPr lvl="1" rtl="0">
              <a:spcBef>
                <a:spcPts val="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2pPr>
            <a:lvl3pPr lvl="2" rtl="0">
              <a:spcBef>
                <a:spcPts val="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3pPr>
            <a:lvl4pPr lvl="3" rtl="0">
              <a:spcBef>
                <a:spcPts val="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4pPr>
            <a:lvl5pPr lvl="4" rtl="0">
              <a:spcBef>
                <a:spcPts val="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5pPr>
            <a:lvl6pPr lvl="5" rtl="0">
              <a:spcBef>
                <a:spcPts val="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6pPr>
            <a:lvl7pPr lvl="6" rtl="0">
              <a:spcBef>
                <a:spcPts val="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7pPr>
            <a:lvl8pPr lvl="7" rtl="0">
              <a:spcBef>
                <a:spcPts val="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8pPr>
            <a:lvl9pPr lvl="8" rtl="0">
              <a:spcBef>
                <a:spcPts val="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9pPr>
          </a:lstStyle>
          <a:p/>
        </p:txBody>
      </p:sp>
      <p:sp>
        <p:nvSpPr>
          <p:cNvPr id="108" name="Google Shape;108;p16"/>
          <p:cNvSpPr/>
          <p:nvPr>
            <p:ph idx="14" type="pic"/>
          </p:nvPr>
        </p:nvSpPr>
        <p:spPr>
          <a:xfrm>
            <a:off x="6896376" y="1720023"/>
            <a:ext cx="315900" cy="315900"/>
          </a:xfrm>
          <a:prstGeom prst="rect">
            <a:avLst/>
          </a:prstGeom>
          <a:noFill/>
          <a:ln>
            <a:noFill/>
          </a:ln>
        </p:spPr>
      </p:sp>
      <p:sp>
        <p:nvSpPr>
          <p:cNvPr id="109" name="Google Shape;109;p16"/>
          <p:cNvSpPr txBox="1"/>
          <p:nvPr>
            <p:ph idx="15" type="body"/>
          </p:nvPr>
        </p:nvSpPr>
        <p:spPr>
          <a:xfrm>
            <a:off x="6866175" y="2369959"/>
            <a:ext cx="1781700" cy="1952400"/>
          </a:xfrm>
          <a:prstGeom prst="rect">
            <a:avLst/>
          </a:prstGeom>
        </p:spPr>
        <p:txBody>
          <a:bodyPr anchorCtr="0" anchor="t" bIns="91425" lIns="91425" spcFirstLastPara="1" rIns="91425" wrap="square" tIns="91425">
            <a:normAutofit/>
          </a:bodyPr>
          <a:lstStyle>
            <a:lvl1pPr indent="-298450" lvl="0" marL="457200" rtl="0">
              <a:spcBef>
                <a:spcPts val="0"/>
              </a:spcBef>
              <a:spcAft>
                <a:spcPts val="0"/>
              </a:spcAft>
              <a:buClr>
                <a:schemeClr val="lt1"/>
              </a:buClr>
              <a:buSzPts val="1100"/>
              <a:buChar char="●"/>
              <a:defRPr sz="1100">
                <a:solidFill>
                  <a:schemeClr val="lt1"/>
                </a:solidFill>
              </a:defRPr>
            </a:lvl1pPr>
            <a:lvl2pPr indent="-298450" lvl="1" marL="914400" rtl="0">
              <a:spcBef>
                <a:spcPts val="0"/>
              </a:spcBef>
              <a:spcAft>
                <a:spcPts val="0"/>
              </a:spcAft>
              <a:buClr>
                <a:schemeClr val="lt1"/>
              </a:buClr>
              <a:buSzPts val="1100"/>
              <a:buChar char="○"/>
              <a:defRPr sz="1100">
                <a:solidFill>
                  <a:schemeClr val="lt1"/>
                </a:solidFill>
              </a:defRPr>
            </a:lvl2pPr>
            <a:lvl3pPr indent="-298450" lvl="2" marL="1371600" rtl="0">
              <a:spcBef>
                <a:spcPts val="0"/>
              </a:spcBef>
              <a:spcAft>
                <a:spcPts val="0"/>
              </a:spcAft>
              <a:buClr>
                <a:schemeClr val="lt1"/>
              </a:buClr>
              <a:buSzPts val="1100"/>
              <a:buChar char="■"/>
              <a:defRPr sz="1100">
                <a:solidFill>
                  <a:schemeClr val="lt1"/>
                </a:solidFill>
              </a:defRPr>
            </a:lvl3pPr>
            <a:lvl4pPr indent="-298450" lvl="3" marL="1828800" rtl="0">
              <a:spcBef>
                <a:spcPts val="0"/>
              </a:spcBef>
              <a:spcAft>
                <a:spcPts val="0"/>
              </a:spcAft>
              <a:buClr>
                <a:schemeClr val="lt1"/>
              </a:buClr>
              <a:buSzPts val="1100"/>
              <a:buChar char="●"/>
              <a:defRPr sz="1100">
                <a:solidFill>
                  <a:schemeClr val="lt1"/>
                </a:solidFill>
              </a:defRPr>
            </a:lvl4pPr>
            <a:lvl5pPr indent="-298450" lvl="4" marL="2286000" rtl="0">
              <a:spcBef>
                <a:spcPts val="0"/>
              </a:spcBef>
              <a:spcAft>
                <a:spcPts val="0"/>
              </a:spcAft>
              <a:buClr>
                <a:schemeClr val="lt1"/>
              </a:buClr>
              <a:buSzPts val="1100"/>
              <a:buChar char="○"/>
              <a:defRPr sz="1100">
                <a:solidFill>
                  <a:schemeClr val="lt1"/>
                </a:solidFill>
              </a:defRPr>
            </a:lvl5pPr>
            <a:lvl6pPr indent="-298450" lvl="5" marL="2743200" rtl="0">
              <a:spcBef>
                <a:spcPts val="0"/>
              </a:spcBef>
              <a:spcAft>
                <a:spcPts val="0"/>
              </a:spcAft>
              <a:buClr>
                <a:schemeClr val="lt1"/>
              </a:buClr>
              <a:buSzPts val="1100"/>
              <a:buChar char="■"/>
              <a:defRPr sz="1100">
                <a:solidFill>
                  <a:schemeClr val="lt1"/>
                </a:solidFill>
              </a:defRPr>
            </a:lvl6pPr>
            <a:lvl7pPr indent="-298450" lvl="6" marL="3200400" rtl="0">
              <a:spcBef>
                <a:spcPts val="0"/>
              </a:spcBef>
              <a:spcAft>
                <a:spcPts val="0"/>
              </a:spcAft>
              <a:buClr>
                <a:schemeClr val="lt1"/>
              </a:buClr>
              <a:buSzPts val="1100"/>
              <a:buChar char="●"/>
              <a:defRPr sz="1100">
                <a:solidFill>
                  <a:schemeClr val="lt1"/>
                </a:solidFill>
              </a:defRPr>
            </a:lvl7pPr>
            <a:lvl8pPr indent="-298450" lvl="7" marL="3657600" rtl="0">
              <a:spcBef>
                <a:spcPts val="0"/>
              </a:spcBef>
              <a:spcAft>
                <a:spcPts val="0"/>
              </a:spcAft>
              <a:buClr>
                <a:schemeClr val="lt1"/>
              </a:buClr>
              <a:buSzPts val="1100"/>
              <a:buChar char="○"/>
              <a:defRPr sz="1100">
                <a:solidFill>
                  <a:schemeClr val="lt1"/>
                </a:solidFill>
              </a:defRPr>
            </a:lvl8pPr>
            <a:lvl9pPr indent="-298450" lvl="8" marL="4114800" rtl="0">
              <a:spcBef>
                <a:spcPts val="0"/>
              </a:spcBef>
              <a:spcAft>
                <a:spcPts val="0"/>
              </a:spcAft>
              <a:buClr>
                <a:schemeClr val="lt1"/>
              </a:buClr>
              <a:buSzPts val="1100"/>
              <a:buChar char="■"/>
              <a:defRPr sz="1100">
                <a:solidFill>
                  <a:schemeClr val="lt1"/>
                </a:solidFill>
              </a:defRPr>
            </a:lvl9pPr>
          </a:lstStyle>
          <a:p/>
        </p:txBody>
      </p:sp>
      <p:sp>
        <p:nvSpPr>
          <p:cNvPr id="110" name="Google Shape;110;p16"/>
          <p:cNvSpPr txBox="1"/>
          <p:nvPr>
            <p:ph idx="16" type="subTitle"/>
          </p:nvPr>
        </p:nvSpPr>
        <p:spPr>
          <a:xfrm>
            <a:off x="6866175" y="2016850"/>
            <a:ext cx="1781700" cy="386100"/>
          </a:xfrm>
          <a:prstGeom prst="rect">
            <a:avLst/>
          </a:prstGeom>
        </p:spPr>
        <p:txBody>
          <a:bodyPr anchorCtr="0" anchor="b" bIns="91425" lIns="91425" spcFirstLastPara="1" rIns="91425" wrap="square" tIns="91425">
            <a:normAutofit/>
          </a:bodyPr>
          <a:lstStyle>
            <a:lvl1pPr lvl="0" rtl="0">
              <a:spcBef>
                <a:spcPts val="0"/>
              </a:spcBef>
              <a:spcAft>
                <a:spcPts val="0"/>
              </a:spcAft>
              <a:buClr>
                <a:schemeClr val="lt1"/>
              </a:buClr>
              <a:buSzPts val="1600"/>
              <a:buFont typeface="Inter Medium"/>
              <a:buNone/>
              <a:defRPr sz="1600">
                <a:solidFill>
                  <a:schemeClr val="lt1"/>
                </a:solidFill>
                <a:latin typeface="Inter Medium"/>
                <a:ea typeface="Inter Medium"/>
                <a:cs typeface="Inter Medium"/>
                <a:sym typeface="Inter Medium"/>
              </a:defRPr>
            </a:lvl1pPr>
            <a:lvl2pPr lvl="1" rtl="0">
              <a:spcBef>
                <a:spcPts val="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2pPr>
            <a:lvl3pPr lvl="2" rtl="0">
              <a:spcBef>
                <a:spcPts val="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3pPr>
            <a:lvl4pPr lvl="3" rtl="0">
              <a:spcBef>
                <a:spcPts val="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4pPr>
            <a:lvl5pPr lvl="4" rtl="0">
              <a:spcBef>
                <a:spcPts val="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5pPr>
            <a:lvl6pPr lvl="5" rtl="0">
              <a:spcBef>
                <a:spcPts val="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6pPr>
            <a:lvl7pPr lvl="6" rtl="0">
              <a:spcBef>
                <a:spcPts val="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7pPr>
            <a:lvl8pPr lvl="7" rtl="0">
              <a:spcBef>
                <a:spcPts val="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8pPr>
            <a:lvl9pPr lvl="8" rtl="0">
              <a:spcBef>
                <a:spcPts val="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9pPr>
          </a:lstStyle>
          <a:p/>
        </p:txBody>
      </p:sp>
      <p:sp>
        <p:nvSpPr>
          <p:cNvPr id="111" name="Google Shape;111;p16"/>
          <p:cNvSpPr txBox="1"/>
          <p:nvPr>
            <p:ph idx="12" type="sldNum"/>
          </p:nvPr>
        </p:nvSpPr>
        <p:spPr>
          <a:xfrm>
            <a:off x="8096041" y="4417542"/>
            <a:ext cx="548700" cy="393600"/>
          </a:xfrm>
          <a:prstGeom prst="rect">
            <a:avLst/>
          </a:prstGeom>
        </p:spPr>
        <p:txBody>
          <a:bodyPr anchorCtr="0" anchor="ctr" bIns="91425" lIns="91425" spcFirstLastPara="1" rIns="91425" wrap="square" tIns="91425">
            <a:normAutofit/>
          </a:bodyPr>
          <a:lstStyle>
            <a:lvl1pPr lvl="0" rtl="0">
              <a:buNone/>
              <a:defRPr>
                <a:solidFill>
                  <a:schemeClr val="lt1"/>
                </a:solidFill>
                <a:latin typeface="Inter"/>
                <a:ea typeface="Inter"/>
                <a:cs typeface="Inter"/>
                <a:sym typeface="Inter"/>
              </a:defRPr>
            </a:lvl1pPr>
            <a:lvl2pPr lvl="1" rtl="0">
              <a:buNone/>
              <a:defRPr>
                <a:solidFill>
                  <a:schemeClr val="lt1"/>
                </a:solidFill>
                <a:latin typeface="Inter"/>
                <a:ea typeface="Inter"/>
                <a:cs typeface="Inter"/>
                <a:sym typeface="Inter"/>
              </a:defRPr>
            </a:lvl2pPr>
            <a:lvl3pPr lvl="2" rtl="0">
              <a:buNone/>
              <a:defRPr>
                <a:solidFill>
                  <a:schemeClr val="lt1"/>
                </a:solidFill>
                <a:latin typeface="Inter"/>
                <a:ea typeface="Inter"/>
                <a:cs typeface="Inter"/>
                <a:sym typeface="Inter"/>
              </a:defRPr>
            </a:lvl3pPr>
            <a:lvl4pPr lvl="3" rtl="0">
              <a:buNone/>
              <a:defRPr>
                <a:solidFill>
                  <a:schemeClr val="lt1"/>
                </a:solidFill>
                <a:latin typeface="Inter"/>
                <a:ea typeface="Inter"/>
                <a:cs typeface="Inter"/>
                <a:sym typeface="Inter"/>
              </a:defRPr>
            </a:lvl4pPr>
            <a:lvl5pPr lvl="4" rtl="0">
              <a:buNone/>
              <a:defRPr>
                <a:solidFill>
                  <a:schemeClr val="lt1"/>
                </a:solidFill>
                <a:latin typeface="Inter"/>
                <a:ea typeface="Inter"/>
                <a:cs typeface="Inter"/>
                <a:sym typeface="Inter"/>
              </a:defRPr>
            </a:lvl5pPr>
            <a:lvl6pPr lvl="5" rtl="0">
              <a:buNone/>
              <a:defRPr>
                <a:solidFill>
                  <a:schemeClr val="lt1"/>
                </a:solidFill>
                <a:latin typeface="Inter"/>
                <a:ea typeface="Inter"/>
                <a:cs typeface="Inter"/>
                <a:sym typeface="Inter"/>
              </a:defRPr>
            </a:lvl6pPr>
            <a:lvl7pPr lvl="6" rtl="0">
              <a:buNone/>
              <a:defRPr>
                <a:solidFill>
                  <a:schemeClr val="lt1"/>
                </a:solidFill>
                <a:latin typeface="Inter"/>
                <a:ea typeface="Inter"/>
                <a:cs typeface="Inter"/>
                <a:sym typeface="Inter"/>
              </a:defRPr>
            </a:lvl7pPr>
            <a:lvl8pPr lvl="7" rtl="0">
              <a:buNone/>
              <a:defRPr>
                <a:solidFill>
                  <a:schemeClr val="lt1"/>
                </a:solidFill>
                <a:latin typeface="Inter"/>
                <a:ea typeface="Inter"/>
                <a:cs typeface="Inter"/>
                <a:sym typeface="Inter"/>
              </a:defRPr>
            </a:lvl8pPr>
            <a:lvl9pPr lvl="8" rtl="0">
              <a:buNone/>
              <a:defRPr>
                <a:solidFill>
                  <a:schemeClr val="lt1"/>
                </a:solidFill>
                <a:latin typeface="Inter"/>
                <a:ea typeface="Inter"/>
                <a:cs typeface="Inter"/>
                <a:sym typeface="Inter"/>
              </a:defRPr>
            </a:lvl9pPr>
          </a:lstStyle>
          <a:p>
            <a:pPr indent="0" lvl="0" marL="0" rtl="0" algn="r">
              <a:spcBef>
                <a:spcPts val="0"/>
              </a:spcBef>
              <a:spcAft>
                <a:spcPts val="0"/>
              </a:spcAft>
              <a:buNone/>
            </a:pPr>
            <a:fld id="{00000000-1234-1234-1234-123412341234}" type="slidenum">
              <a:rPr lang="en"/>
              <a:t>‹#›</a:t>
            </a:fld>
            <a:endParaRPr/>
          </a:p>
        </p:txBody>
      </p:sp>
      <p:sp>
        <p:nvSpPr>
          <p:cNvPr id="112" name="Google Shape;112;p16"/>
          <p:cNvSpPr txBox="1"/>
          <p:nvPr>
            <p:ph idx="17" type="sldNum"/>
          </p:nvPr>
        </p:nvSpPr>
        <p:spPr>
          <a:xfrm>
            <a:off x="8474304" y="4417550"/>
            <a:ext cx="281700" cy="393600"/>
          </a:xfrm>
          <a:prstGeom prst="rect">
            <a:avLst/>
          </a:prstGeom>
        </p:spPr>
        <p:txBody>
          <a:bodyPr anchorCtr="0" anchor="ctr" bIns="91425" lIns="91425" spcFirstLastPara="1" rIns="91425" wrap="square" tIns="91425">
            <a:normAutofit/>
          </a:bodyPr>
          <a:lstStyle>
            <a:lvl1pPr lvl="0" rtl="0" algn="l">
              <a:buNone/>
              <a:defRPr sz="1108">
                <a:solidFill>
                  <a:srgbClr val="666666"/>
                </a:solidFill>
                <a:latin typeface="Inter"/>
                <a:ea typeface="Inter"/>
                <a:cs typeface="Inter"/>
                <a:sym typeface="Inter"/>
              </a:defRPr>
            </a:lvl1pPr>
            <a:lvl2pPr lvl="1" rtl="0" algn="l">
              <a:buNone/>
              <a:defRPr sz="1108">
                <a:solidFill>
                  <a:srgbClr val="666666"/>
                </a:solidFill>
                <a:latin typeface="Inter"/>
                <a:ea typeface="Inter"/>
                <a:cs typeface="Inter"/>
                <a:sym typeface="Inter"/>
              </a:defRPr>
            </a:lvl2pPr>
            <a:lvl3pPr lvl="2" rtl="0" algn="l">
              <a:buNone/>
              <a:defRPr sz="1108">
                <a:solidFill>
                  <a:srgbClr val="666666"/>
                </a:solidFill>
                <a:latin typeface="Inter"/>
                <a:ea typeface="Inter"/>
                <a:cs typeface="Inter"/>
                <a:sym typeface="Inter"/>
              </a:defRPr>
            </a:lvl3pPr>
            <a:lvl4pPr lvl="3" rtl="0" algn="l">
              <a:buNone/>
              <a:defRPr sz="1108">
                <a:solidFill>
                  <a:srgbClr val="666666"/>
                </a:solidFill>
                <a:latin typeface="Inter"/>
                <a:ea typeface="Inter"/>
                <a:cs typeface="Inter"/>
                <a:sym typeface="Inter"/>
              </a:defRPr>
            </a:lvl4pPr>
            <a:lvl5pPr lvl="4" rtl="0" algn="l">
              <a:buNone/>
              <a:defRPr sz="1108">
                <a:solidFill>
                  <a:srgbClr val="666666"/>
                </a:solidFill>
                <a:latin typeface="Inter"/>
                <a:ea typeface="Inter"/>
                <a:cs typeface="Inter"/>
                <a:sym typeface="Inter"/>
              </a:defRPr>
            </a:lvl5pPr>
            <a:lvl6pPr lvl="5" rtl="0" algn="l">
              <a:buNone/>
              <a:defRPr sz="1108">
                <a:solidFill>
                  <a:srgbClr val="666666"/>
                </a:solidFill>
                <a:latin typeface="Inter"/>
                <a:ea typeface="Inter"/>
                <a:cs typeface="Inter"/>
                <a:sym typeface="Inter"/>
              </a:defRPr>
            </a:lvl6pPr>
            <a:lvl7pPr lvl="6" rtl="0" algn="l">
              <a:buNone/>
              <a:defRPr sz="1108">
                <a:solidFill>
                  <a:srgbClr val="666666"/>
                </a:solidFill>
                <a:latin typeface="Inter"/>
                <a:ea typeface="Inter"/>
                <a:cs typeface="Inter"/>
                <a:sym typeface="Inter"/>
              </a:defRPr>
            </a:lvl7pPr>
            <a:lvl8pPr lvl="7" rtl="0" algn="l">
              <a:buNone/>
              <a:defRPr sz="1108">
                <a:solidFill>
                  <a:srgbClr val="666666"/>
                </a:solidFill>
                <a:latin typeface="Inter"/>
                <a:ea typeface="Inter"/>
                <a:cs typeface="Inter"/>
                <a:sym typeface="Inter"/>
              </a:defRPr>
            </a:lvl8pPr>
            <a:lvl9pPr lvl="8" rtl="0" algn="l">
              <a:buNone/>
              <a:defRPr sz="1108">
                <a:solidFill>
                  <a:srgbClr val="666666"/>
                </a:solidFill>
                <a:latin typeface="Inter"/>
                <a:ea typeface="Inter"/>
                <a:cs typeface="Inter"/>
                <a:sym typeface="Inter"/>
              </a:defRPr>
            </a:lvl9pPr>
          </a:lstStyle>
          <a:p>
            <a:pPr indent="0" lvl="0" marL="0" rtl="0" algn="l">
              <a:spcBef>
                <a:spcPts val="0"/>
              </a:spcBef>
              <a:spcAft>
                <a:spcPts val="0"/>
              </a:spcAft>
              <a:buNone/>
            </a:pPr>
            <a:r>
              <a:rPr lang="en"/>
              <a:t xml:space="preserve"> /</a:t>
            </a:r>
            <a:endParaRPr/>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2)">
  <p:cSld name="SECTION_TITLE_AND_DESCRIPTION_1">
    <p:spTree>
      <p:nvGrpSpPr>
        <p:cNvPr id="113" name="Shape 113"/>
        <p:cNvGrpSpPr/>
        <p:nvPr/>
      </p:nvGrpSpPr>
      <p:grpSpPr>
        <a:xfrm>
          <a:off x="0" y="0"/>
          <a:ext cx="0" cy="0"/>
          <a:chOff x="0" y="0"/>
          <a:chExt cx="0" cy="0"/>
        </a:xfrm>
      </p:grpSpPr>
      <p:sp>
        <p:nvSpPr>
          <p:cNvPr id="114" name="Google Shape;114;p17"/>
          <p:cNvSpPr txBox="1"/>
          <p:nvPr>
            <p:ph type="title"/>
          </p:nvPr>
        </p:nvSpPr>
        <p:spPr>
          <a:xfrm>
            <a:off x="656250" y="942850"/>
            <a:ext cx="7831500" cy="888900"/>
          </a:xfrm>
          <a:prstGeom prst="rect">
            <a:avLst/>
          </a:prstGeom>
        </p:spPr>
        <p:txBody>
          <a:bodyPr anchorCtr="0" anchor="b" bIns="91425" lIns="91425" spcFirstLastPara="1" rIns="91425" wrap="square" tIns="91425">
            <a:normAutofit/>
          </a:bodyPr>
          <a:lstStyle>
            <a:lvl1pPr lvl="0" rtl="0" algn="ctr">
              <a:spcBef>
                <a:spcPts val="0"/>
              </a:spcBef>
              <a:spcAft>
                <a:spcPts val="0"/>
              </a:spcAft>
              <a:buSzPts val="4200"/>
              <a:buFont typeface="Inter ExtraBold"/>
              <a:buNone/>
              <a:defRPr sz="4200">
                <a:latin typeface="Inter ExtraBold"/>
                <a:ea typeface="Inter ExtraBold"/>
                <a:cs typeface="Inter ExtraBold"/>
                <a:sym typeface="Inter ExtraBold"/>
              </a:defRPr>
            </a:lvl1pPr>
            <a:lvl2pPr lvl="1" rtl="0" algn="ctr">
              <a:spcBef>
                <a:spcPts val="0"/>
              </a:spcBef>
              <a:spcAft>
                <a:spcPts val="0"/>
              </a:spcAft>
              <a:buSzPts val="4200"/>
              <a:buNone/>
              <a:defRPr sz="4200"/>
            </a:lvl2pPr>
            <a:lvl3pPr lvl="2" rtl="0" algn="ctr">
              <a:spcBef>
                <a:spcPts val="0"/>
              </a:spcBef>
              <a:spcAft>
                <a:spcPts val="0"/>
              </a:spcAft>
              <a:buSzPts val="4200"/>
              <a:buNone/>
              <a:defRPr sz="4200"/>
            </a:lvl3pPr>
            <a:lvl4pPr lvl="3" rtl="0" algn="ctr">
              <a:spcBef>
                <a:spcPts val="0"/>
              </a:spcBef>
              <a:spcAft>
                <a:spcPts val="0"/>
              </a:spcAft>
              <a:buSzPts val="4200"/>
              <a:buNone/>
              <a:defRPr sz="4200"/>
            </a:lvl4pPr>
            <a:lvl5pPr lvl="4" rtl="0" algn="ctr">
              <a:spcBef>
                <a:spcPts val="0"/>
              </a:spcBef>
              <a:spcAft>
                <a:spcPts val="0"/>
              </a:spcAft>
              <a:buSzPts val="4200"/>
              <a:buNone/>
              <a:defRPr sz="4200"/>
            </a:lvl5pPr>
            <a:lvl6pPr lvl="5" rtl="0" algn="ctr">
              <a:spcBef>
                <a:spcPts val="0"/>
              </a:spcBef>
              <a:spcAft>
                <a:spcPts val="0"/>
              </a:spcAft>
              <a:buSzPts val="4200"/>
              <a:buNone/>
              <a:defRPr sz="4200"/>
            </a:lvl6pPr>
            <a:lvl7pPr lvl="6" rtl="0" algn="ctr">
              <a:spcBef>
                <a:spcPts val="0"/>
              </a:spcBef>
              <a:spcAft>
                <a:spcPts val="0"/>
              </a:spcAft>
              <a:buSzPts val="4200"/>
              <a:buNone/>
              <a:defRPr sz="4200"/>
            </a:lvl7pPr>
            <a:lvl8pPr lvl="7" rtl="0" algn="ctr">
              <a:spcBef>
                <a:spcPts val="0"/>
              </a:spcBef>
              <a:spcAft>
                <a:spcPts val="0"/>
              </a:spcAft>
              <a:buSzPts val="4200"/>
              <a:buNone/>
              <a:defRPr sz="4200"/>
            </a:lvl8pPr>
            <a:lvl9pPr lvl="8" rtl="0" algn="ctr">
              <a:spcBef>
                <a:spcPts val="0"/>
              </a:spcBef>
              <a:spcAft>
                <a:spcPts val="0"/>
              </a:spcAft>
              <a:buSzPts val="4200"/>
              <a:buNone/>
              <a:defRPr sz="4200"/>
            </a:lvl9pPr>
          </a:lstStyle>
          <a:p/>
        </p:txBody>
      </p:sp>
      <p:sp>
        <p:nvSpPr>
          <p:cNvPr id="115" name="Google Shape;115;p17"/>
          <p:cNvSpPr txBox="1"/>
          <p:nvPr>
            <p:ph idx="1" type="subTitle"/>
          </p:nvPr>
        </p:nvSpPr>
        <p:spPr>
          <a:xfrm>
            <a:off x="656250" y="1919425"/>
            <a:ext cx="7831500" cy="1896900"/>
          </a:xfrm>
          <a:prstGeom prst="rect">
            <a:avLst/>
          </a:prstGeom>
        </p:spPr>
        <p:txBody>
          <a:bodyPr anchorCtr="0" anchor="ctr" bIns="91425" lIns="91425" spcFirstLastPara="1" rIns="91425" wrap="square" tIns="91425">
            <a:normAutofit/>
          </a:bodyPr>
          <a:lstStyle>
            <a:lvl1pPr lvl="0" rtl="0" algn="ctr">
              <a:lnSpc>
                <a:spcPct val="100000"/>
              </a:lnSpc>
              <a:spcBef>
                <a:spcPts val="0"/>
              </a:spcBef>
              <a:spcAft>
                <a:spcPts val="0"/>
              </a:spcAft>
              <a:buClr>
                <a:srgbClr val="D9D9D9"/>
              </a:buClr>
              <a:buSzPts val="2100"/>
              <a:buNone/>
              <a:defRPr sz="2100">
                <a:solidFill>
                  <a:srgbClr val="D9D9D9"/>
                </a:solidFill>
              </a:defRPr>
            </a:lvl1pPr>
            <a:lvl2pPr lvl="1" rtl="0" algn="ctr">
              <a:lnSpc>
                <a:spcPct val="100000"/>
              </a:lnSpc>
              <a:spcBef>
                <a:spcPts val="0"/>
              </a:spcBef>
              <a:spcAft>
                <a:spcPts val="0"/>
              </a:spcAft>
              <a:buSzPts val="2100"/>
              <a:buNone/>
              <a:defRPr sz="2100"/>
            </a:lvl2pPr>
            <a:lvl3pPr lvl="2" rtl="0" algn="ctr">
              <a:lnSpc>
                <a:spcPct val="100000"/>
              </a:lnSpc>
              <a:spcBef>
                <a:spcPts val="0"/>
              </a:spcBef>
              <a:spcAft>
                <a:spcPts val="0"/>
              </a:spcAft>
              <a:buSzPts val="2100"/>
              <a:buNone/>
              <a:defRPr sz="2100"/>
            </a:lvl3pPr>
            <a:lvl4pPr lvl="3" rtl="0" algn="ctr">
              <a:lnSpc>
                <a:spcPct val="100000"/>
              </a:lnSpc>
              <a:spcBef>
                <a:spcPts val="0"/>
              </a:spcBef>
              <a:spcAft>
                <a:spcPts val="0"/>
              </a:spcAft>
              <a:buSzPts val="2100"/>
              <a:buNone/>
              <a:defRPr sz="2100"/>
            </a:lvl4pPr>
            <a:lvl5pPr lvl="4" rtl="0" algn="ctr">
              <a:lnSpc>
                <a:spcPct val="100000"/>
              </a:lnSpc>
              <a:spcBef>
                <a:spcPts val="0"/>
              </a:spcBef>
              <a:spcAft>
                <a:spcPts val="0"/>
              </a:spcAft>
              <a:buSzPts val="2100"/>
              <a:buNone/>
              <a:defRPr sz="2100"/>
            </a:lvl5pPr>
            <a:lvl6pPr lvl="5" rtl="0" algn="ctr">
              <a:lnSpc>
                <a:spcPct val="100000"/>
              </a:lnSpc>
              <a:spcBef>
                <a:spcPts val="0"/>
              </a:spcBef>
              <a:spcAft>
                <a:spcPts val="0"/>
              </a:spcAft>
              <a:buSzPts val="2100"/>
              <a:buNone/>
              <a:defRPr sz="2100"/>
            </a:lvl6pPr>
            <a:lvl7pPr lvl="6" rtl="0" algn="ctr">
              <a:lnSpc>
                <a:spcPct val="100000"/>
              </a:lnSpc>
              <a:spcBef>
                <a:spcPts val="0"/>
              </a:spcBef>
              <a:spcAft>
                <a:spcPts val="0"/>
              </a:spcAft>
              <a:buSzPts val="2100"/>
              <a:buNone/>
              <a:defRPr sz="2100"/>
            </a:lvl7pPr>
            <a:lvl8pPr lvl="7" rtl="0" algn="ctr">
              <a:lnSpc>
                <a:spcPct val="100000"/>
              </a:lnSpc>
              <a:spcBef>
                <a:spcPts val="0"/>
              </a:spcBef>
              <a:spcAft>
                <a:spcPts val="0"/>
              </a:spcAft>
              <a:buSzPts val="2100"/>
              <a:buNone/>
              <a:defRPr sz="2100"/>
            </a:lvl8pPr>
            <a:lvl9pPr lvl="8" rtl="0" algn="ctr">
              <a:lnSpc>
                <a:spcPct val="100000"/>
              </a:lnSpc>
              <a:spcBef>
                <a:spcPts val="0"/>
              </a:spcBef>
              <a:spcAft>
                <a:spcPts val="0"/>
              </a:spcAft>
              <a:buSzPts val="2100"/>
              <a:buNone/>
              <a:defRPr sz="2100"/>
            </a:lvl9pPr>
          </a:lstStyle>
          <a:p/>
        </p:txBody>
      </p:sp>
      <p:sp>
        <p:nvSpPr>
          <p:cNvPr id="116" name="Google Shape;116;p17"/>
          <p:cNvSpPr txBox="1"/>
          <p:nvPr>
            <p:ph idx="12" type="sldNum"/>
          </p:nvPr>
        </p:nvSpPr>
        <p:spPr>
          <a:xfrm>
            <a:off x="8140933" y="4417542"/>
            <a:ext cx="548700" cy="393600"/>
          </a:xfrm>
          <a:prstGeom prst="rect">
            <a:avLst/>
          </a:prstGeom>
        </p:spPr>
        <p:txBody>
          <a:bodyPr anchorCtr="0" anchor="ctr" bIns="91425" lIns="91425" spcFirstLastPara="1" rIns="91425" wrap="square" tIns="91425">
            <a:normAutofit/>
          </a:bodyPr>
          <a:lstStyle>
            <a:lvl1pPr lvl="0" rtl="0">
              <a:buNone/>
              <a:defRPr>
                <a:solidFill>
                  <a:schemeClr val="dk1"/>
                </a:solidFill>
                <a:latin typeface="Inter"/>
                <a:ea typeface="Inter"/>
                <a:cs typeface="Inter"/>
                <a:sym typeface="Inter"/>
              </a:defRPr>
            </a:lvl1pPr>
            <a:lvl2pPr lvl="1" rtl="0">
              <a:buNone/>
              <a:defRPr>
                <a:solidFill>
                  <a:schemeClr val="dk1"/>
                </a:solidFill>
                <a:latin typeface="Inter"/>
                <a:ea typeface="Inter"/>
                <a:cs typeface="Inter"/>
                <a:sym typeface="Inter"/>
              </a:defRPr>
            </a:lvl2pPr>
            <a:lvl3pPr lvl="2" rtl="0">
              <a:buNone/>
              <a:defRPr>
                <a:solidFill>
                  <a:schemeClr val="dk1"/>
                </a:solidFill>
                <a:latin typeface="Inter"/>
                <a:ea typeface="Inter"/>
                <a:cs typeface="Inter"/>
                <a:sym typeface="Inter"/>
              </a:defRPr>
            </a:lvl3pPr>
            <a:lvl4pPr lvl="3" rtl="0">
              <a:buNone/>
              <a:defRPr>
                <a:solidFill>
                  <a:schemeClr val="dk1"/>
                </a:solidFill>
                <a:latin typeface="Inter"/>
                <a:ea typeface="Inter"/>
                <a:cs typeface="Inter"/>
                <a:sym typeface="Inter"/>
              </a:defRPr>
            </a:lvl4pPr>
            <a:lvl5pPr lvl="4" rtl="0">
              <a:buNone/>
              <a:defRPr>
                <a:solidFill>
                  <a:schemeClr val="dk1"/>
                </a:solidFill>
                <a:latin typeface="Inter"/>
                <a:ea typeface="Inter"/>
                <a:cs typeface="Inter"/>
                <a:sym typeface="Inter"/>
              </a:defRPr>
            </a:lvl5pPr>
            <a:lvl6pPr lvl="5" rtl="0">
              <a:buNone/>
              <a:defRPr>
                <a:solidFill>
                  <a:schemeClr val="dk1"/>
                </a:solidFill>
                <a:latin typeface="Inter"/>
                <a:ea typeface="Inter"/>
                <a:cs typeface="Inter"/>
                <a:sym typeface="Inter"/>
              </a:defRPr>
            </a:lvl6pPr>
            <a:lvl7pPr lvl="6" rtl="0">
              <a:buNone/>
              <a:defRPr>
                <a:solidFill>
                  <a:schemeClr val="dk1"/>
                </a:solidFill>
                <a:latin typeface="Inter"/>
                <a:ea typeface="Inter"/>
                <a:cs typeface="Inter"/>
                <a:sym typeface="Inter"/>
              </a:defRPr>
            </a:lvl7pPr>
            <a:lvl8pPr lvl="7" rtl="0">
              <a:buNone/>
              <a:defRPr>
                <a:solidFill>
                  <a:schemeClr val="dk1"/>
                </a:solidFill>
                <a:latin typeface="Inter"/>
                <a:ea typeface="Inter"/>
                <a:cs typeface="Inter"/>
                <a:sym typeface="Inter"/>
              </a:defRPr>
            </a:lvl8pPr>
            <a:lvl9pPr lvl="8" rtl="0">
              <a:buNone/>
              <a:defRPr>
                <a:solidFill>
                  <a:schemeClr val="dk1"/>
                </a:solidFill>
                <a:latin typeface="Inter"/>
                <a:ea typeface="Inter"/>
                <a:cs typeface="Inter"/>
                <a:sym typeface="Inter"/>
              </a:defRPr>
            </a:lvl9pPr>
          </a:lstStyle>
          <a:p>
            <a:pPr indent="0" lvl="0" marL="0" rtl="0" algn="r">
              <a:spcBef>
                <a:spcPts val="0"/>
              </a:spcBef>
              <a:spcAft>
                <a:spcPts val="0"/>
              </a:spcAft>
              <a:buNone/>
            </a:pPr>
            <a:fld id="{00000000-1234-1234-1234-123412341234}" type="slidenum">
              <a:rPr lang="en"/>
              <a:t>‹#›</a:t>
            </a:fld>
            <a:endParaRPr/>
          </a:p>
        </p:txBody>
      </p:sp>
      <p:sp>
        <p:nvSpPr>
          <p:cNvPr id="117" name="Google Shape;117;p17"/>
          <p:cNvSpPr txBox="1"/>
          <p:nvPr>
            <p:ph idx="2" type="sldNum"/>
          </p:nvPr>
        </p:nvSpPr>
        <p:spPr>
          <a:xfrm>
            <a:off x="7704106" y="4417550"/>
            <a:ext cx="777600" cy="393600"/>
          </a:xfrm>
          <a:prstGeom prst="rect">
            <a:avLst/>
          </a:prstGeom>
        </p:spPr>
        <p:txBody>
          <a:bodyPr anchorCtr="0" anchor="ctr" bIns="91425" lIns="91425" spcFirstLastPara="1" rIns="91425" wrap="square" tIns="91425">
            <a:normAutofit/>
          </a:bodyPr>
          <a:lstStyle>
            <a:lvl1pPr lvl="0" rtl="0">
              <a:buNone/>
              <a:defRPr>
                <a:solidFill>
                  <a:schemeClr val="dk1"/>
                </a:solidFill>
                <a:latin typeface="Inter"/>
                <a:ea typeface="Inter"/>
                <a:cs typeface="Inter"/>
                <a:sym typeface="Inter"/>
              </a:defRPr>
            </a:lvl1pPr>
            <a:lvl2pPr lvl="1" rtl="0">
              <a:buNone/>
              <a:defRPr>
                <a:solidFill>
                  <a:schemeClr val="dk1"/>
                </a:solidFill>
                <a:latin typeface="Inter"/>
                <a:ea typeface="Inter"/>
                <a:cs typeface="Inter"/>
                <a:sym typeface="Inter"/>
              </a:defRPr>
            </a:lvl2pPr>
            <a:lvl3pPr lvl="2" rtl="0">
              <a:buNone/>
              <a:defRPr>
                <a:solidFill>
                  <a:schemeClr val="dk1"/>
                </a:solidFill>
                <a:latin typeface="Inter"/>
                <a:ea typeface="Inter"/>
                <a:cs typeface="Inter"/>
                <a:sym typeface="Inter"/>
              </a:defRPr>
            </a:lvl3pPr>
            <a:lvl4pPr lvl="3" rtl="0">
              <a:buNone/>
              <a:defRPr>
                <a:solidFill>
                  <a:schemeClr val="dk1"/>
                </a:solidFill>
                <a:latin typeface="Inter"/>
                <a:ea typeface="Inter"/>
                <a:cs typeface="Inter"/>
                <a:sym typeface="Inter"/>
              </a:defRPr>
            </a:lvl4pPr>
            <a:lvl5pPr lvl="4" rtl="0">
              <a:buNone/>
              <a:defRPr>
                <a:solidFill>
                  <a:schemeClr val="dk1"/>
                </a:solidFill>
                <a:latin typeface="Inter"/>
                <a:ea typeface="Inter"/>
                <a:cs typeface="Inter"/>
                <a:sym typeface="Inter"/>
              </a:defRPr>
            </a:lvl5pPr>
            <a:lvl6pPr lvl="5" rtl="0">
              <a:buNone/>
              <a:defRPr>
                <a:solidFill>
                  <a:schemeClr val="dk1"/>
                </a:solidFill>
                <a:latin typeface="Inter"/>
                <a:ea typeface="Inter"/>
                <a:cs typeface="Inter"/>
                <a:sym typeface="Inter"/>
              </a:defRPr>
            </a:lvl6pPr>
            <a:lvl7pPr lvl="6" rtl="0">
              <a:buNone/>
              <a:defRPr>
                <a:solidFill>
                  <a:schemeClr val="dk1"/>
                </a:solidFill>
                <a:latin typeface="Inter"/>
                <a:ea typeface="Inter"/>
                <a:cs typeface="Inter"/>
                <a:sym typeface="Inter"/>
              </a:defRPr>
            </a:lvl7pPr>
            <a:lvl8pPr lvl="7" rtl="0">
              <a:buNone/>
              <a:defRPr>
                <a:solidFill>
                  <a:schemeClr val="dk1"/>
                </a:solidFill>
                <a:latin typeface="Inter"/>
                <a:ea typeface="Inter"/>
                <a:cs typeface="Inter"/>
                <a:sym typeface="Inter"/>
              </a:defRPr>
            </a:lvl8pPr>
            <a:lvl9pPr lvl="8" rtl="0">
              <a:buNone/>
              <a:defRPr>
                <a:solidFill>
                  <a:schemeClr val="dk1"/>
                </a:solidFill>
                <a:latin typeface="Inter"/>
                <a:ea typeface="Inter"/>
                <a:cs typeface="Inter"/>
                <a:sym typeface="Inter"/>
              </a:defRPr>
            </a:lvl9pPr>
          </a:lstStyle>
          <a:p>
            <a:pPr indent="0" lvl="0" marL="0" rtl="0" algn="r">
              <a:spcBef>
                <a:spcPts val="0"/>
              </a:spcBef>
              <a:spcAft>
                <a:spcPts val="0"/>
              </a:spcAft>
              <a:buNone/>
            </a:pPr>
            <a:r>
              <a:rPr lang="en"/>
              <a:t>Slide /</a:t>
            </a:r>
            <a:endParaRPr/>
          </a:p>
        </p:txBody>
      </p:sp>
      <p:pic>
        <p:nvPicPr>
          <p:cNvPr id="118" name="Google Shape;118;p17"/>
          <p:cNvPicPr preferRelativeResize="0"/>
          <p:nvPr/>
        </p:nvPicPr>
        <p:blipFill>
          <a:blip r:embed="rId2">
            <a:alphaModFix/>
          </a:blip>
          <a:stretch>
            <a:fillRect/>
          </a:stretch>
        </p:blipFill>
        <p:spPr>
          <a:xfrm>
            <a:off x="457529" y="4543025"/>
            <a:ext cx="950976" cy="142646"/>
          </a:xfrm>
          <a:prstGeom prst="rect">
            <a:avLst/>
          </a:prstGeom>
          <a:noFill/>
          <a:ln>
            <a:noFill/>
          </a:ln>
        </p:spPr>
      </p:pic>
      <p:sp>
        <p:nvSpPr>
          <p:cNvPr id="119" name="Google Shape;119;p17"/>
          <p:cNvSpPr txBox="1"/>
          <p:nvPr>
            <p:ph idx="3" type="sldNum"/>
          </p:nvPr>
        </p:nvSpPr>
        <p:spPr>
          <a:xfrm>
            <a:off x="8096041" y="4417542"/>
            <a:ext cx="548700" cy="393600"/>
          </a:xfrm>
          <a:prstGeom prst="rect">
            <a:avLst/>
          </a:prstGeom>
        </p:spPr>
        <p:txBody>
          <a:bodyPr anchorCtr="0" anchor="ctr" bIns="91425" lIns="91425" spcFirstLastPara="1" rIns="91425" wrap="square" tIns="91425">
            <a:normAutofit/>
          </a:bodyPr>
          <a:lstStyle>
            <a:lvl1pPr lvl="0" rtl="0">
              <a:buNone/>
              <a:defRPr>
                <a:solidFill>
                  <a:schemeClr val="lt1"/>
                </a:solidFill>
                <a:latin typeface="Inter"/>
                <a:ea typeface="Inter"/>
                <a:cs typeface="Inter"/>
                <a:sym typeface="Inter"/>
              </a:defRPr>
            </a:lvl1pPr>
            <a:lvl2pPr lvl="1" rtl="0">
              <a:buNone/>
              <a:defRPr>
                <a:solidFill>
                  <a:schemeClr val="lt1"/>
                </a:solidFill>
                <a:latin typeface="Inter"/>
                <a:ea typeface="Inter"/>
                <a:cs typeface="Inter"/>
                <a:sym typeface="Inter"/>
              </a:defRPr>
            </a:lvl2pPr>
            <a:lvl3pPr lvl="2" rtl="0">
              <a:buNone/>
              <a:defRPr>
                <a:solidFill>
                  <a:schemeClr val="lt1"/>
                </a:solidFill>
                <a:latin typeface="Inter"/>
                <a:ea typeface="Inter"/>
                <a:cs typeface="Inter"/>
                <a:sym typeface="Inter"/>
              </a:defRPr>
            </a:lvl3pPr>
            <a:lvl4pPr lvl="3" rtl="0">
              <a:buNone/>
              <a:defRPr>
                <a:solidFill>
                  <a:schemeClr val="lt1"/>
                </a:solidFill>
                <a:latin typeface="Inter"/>
                <a:ea typeface="Inter"/>
                <a:cs typeface="Inter"/>
                <a:sym typeface="Inter"/>
              </a:defRPr>
            </a:lvl4pPr>
            <a:lvl5pPr lvl="4" rtl="0">
              <a:buNone/>
              <a:defRPr>
                <a:solidFill>
                  <a:schemeClr val="lt1"/>
                </a:solidFill>
                <a:latin typeface="Inter"/>
                <a:ea typeface="Inter"/>
                <a:cs typeface="Inter"/>
                <a:sym typeface="Inter"/>
              </a:defRPr>
            </a:lvl5pPr>
            <a:lvl6pPr lvl="5" rtl="0">
              <a:buNone/>
              <a:defRPr>
                <a:solidFill>
                  <a:schemeClr val="lt1"/>
                </a:solidFill>
                <a:latin typeface="Inter"/>
                <a:ea typeface="Inter"/>
                <a:cs typeface="Inter"/>
                <a:sym typeface="Inter"/>
              </a:defRPr>
            </a:lvl6pPr>
            <a:lvl7pPr lvl="6" rtl="0">
              <a:buNone/>
              <a:defRPr>
                <a:solidFill>
                  <a:schemeClr val="lt1"/>
                </a:solidFill>
                <a:latin typeface="Inter"/>
                <a:ea typeface="Inter"/>
                <a:cs typeface="Inter"/>
                <a:sym typeface="Inter"/>
              </a:defRPr>
            </a:lvl7pPr>
            <a:lvl8pPr lvl="7" rtl="0">
              <a:buNone/>
              <a:defRPr>
                <a:solidFill>
                  <a:schemeClr val="lt1"/>
                </a:solidFill>
                <a:latin typeface="Inter"/>
                <a:ea typeface="Inter"/>
                <a:cs typeface="Inter"/>
                <a:sym typeface="Inter"/>
              </a:defRPr>
            </a:lvl8pPr>
            <a:lvl9pPr lvl="8" rtl="0">
              <a:buNone/>
              <a:defRPr>
                <a:solidFill>
                  <a:schemeClr val="lt1"/>
                </a:solidFill>
                <a:latin typeface="Inter"/>
                <a:ea typeface="Inter"/>
                <a:cs typeface="Inter"/>
                <a:sym typeface="Inter"/>
              </a:defRPr>
            </a:lvl9pPr>
          </a:lstStyle>
          <a:p>
            <a:pPr indent="0" lvl="0" marL="0" rtl="0" algn="r">
              <a:spcBef>
                <a:spcPts val="0"/>
              </a:spcBef>
              <a:spcAft>
                <a:spcPts val="0"/>
              </a:spcAft>
              <a:buNone/>
            </a:pPr>
            <a:fld id="{00000000-1234-1234-1234-123412341234}" type="slidenum">
              <a:rPr lang="en"/>
              <a:t>‹#›</a:t>
            </a:fld>
            <a:endParaRPr/>
          </a:p>
        </p:txBody>
      </p:sp>
      <p:sp>
        <p:nvSpPr>
          <p:cNvPr id="120" name="Google Shape;120;p17"/>
          <p:cNvSpPr txBox="1"/>
          <p:nvPr>
            <p:ph idx="4" type="sldNum"/>
          </p:nvPr>
        </p:nvSpPr>
        <p:spPr>
          <a:xfrm>
            <a:off x="8474304" y="4417550"/>
            <a:ext cx="281700" cy="393600"/>
          </a:xfrm>
          <a:prstGeom prst="rect">
            <a:avLst/>
          </a:prstGeom>
        </p:spPr>
        <p:txBody>
          <a:bodyPr anchorCtr="0" anchor="ctr" bIns="91425" lIns="91425" spcFirstLastPara="1" rIns="91425" wrap="square" tIns="91425">
            <a:normAutofit/>
          </a:bodyPr>
          <a:lstStyle>
            <a:lvl1pPr lvl="0" rtl="0" algn="l">
              <a:buNone/>
              <a:defRPr sz="1108">
                <a:solidFill>
                  <a:srgbClr val="666666"/>
                </a:solidFill>
                <a:latin typeface="Inter"/>
                <a:ea typeface="Inter"/>
                <a:cs typeface="Inter"/>
                <a:sym typeface="Inter"/>
              </a:defRPr>
            </a:lvl1pPr>
            <a:lvl2pPr lvl="1" rtl="0" algn="l">
              <a:buNone/>
              <a:defRPr sz="1108">
                <a:solidFill>
                  <a:srgbClr val="666666"/>
                </a:solidFill>
                <a:latin typeface="Inter"/>
                <a:ea typeface="Inter"/>
                <a:cs typeface="Inter"/>
                <a:sym typeface="Inter"/>
              </a:defRPr>
            </a:lvl2pPr>
            <a:lvl3pPr lvl="2" rtl="0" algn="l">
              <a:buNone/>
              <a:defRPr sz="1108">
                <a:solidFill>
                  <a:srgbClr val="666666"/>
                </a:solidFill>
                <a:latin typeface="Inter"/>
                <a:ea typeface="Inter"/>
                <a:cs typeface="Inter"/>
                <a:sym typeface="Inter"/>
              </a:defRPr>
            </a:lvl3pPr>
            <a:lvl4pPr lvl="3" rtl="0" algn="l">
              <a:buNone/>
              <a:defRPr sz="1108">
                <a:solidFill>
                  <a:srgbClr val="666666"/>
                </a:solidFill>
                <a:latin typeface="Inter"/>
                <a:ea typeface="Inter"/>
                <a:cs typeface="Inter"/>
                <a:sym typeface="Inter"/>
              </a:defRPr>
            </a:lvl4pPr>
            <a:lvl5pPr lvl="4" rtl="0" algn="l">
              <a:buNone/>
              <a:defRPr sz="1108">
                <a:solidFill>
                  <a:srgbClr val="666666"/>
                </a:solidFill>
                <a:latin typeface="Inter"/>
                <a:ea typeface="Inter"/>
                <a:cs typeface="Inter"/>
                <a:sym typeface="Inter"/>
              </a:defRPr>
            </a:lvl5pPr>
            <a:lvl6pPr lvl="5" rtl="0" algn="l">
              <a:buNone/>
              <a:defRPr sz="1108">
                <a:solidFill>
                  <a:srgbClr val="666666"/>
                </a:solidFill>
                <a:latin typeface="Inter"/>
                <a:ea typeface="Inter"/>
                <a:cs typeface="Inter"/>
                <a:sym typeface="Inter"/>
              </a:defRPr>
            </a:lvl6pPr>
            <a:lvl7pPr lvl="6" rtl="0" algn="l">
              <a:buNone/>
              <a:defRPr sz="1108">
                <a:solidFill>
                  <a:srgbClr val="666666"/>
                </a:solidFill>
                <a:latin typeface="Inter"/>
                <a:ea typeface="Inter"/>
                <a:cs typeface="Inter"/>
                <a:sym typeface="Inter"/>
              </a:defRPr>
            </a:lvl7pPr>
            <a:lvl8pPr lvl="7" rtl="0" algn="l">
              <a:buNone/>
              <a:defRPr sz="1108">
                <a:solidFill>
                  <a:srgbClr val="666666"/>
                </a:solidFill>
                <a:latin typeface="Inter"/>
                <a:ea typeface="Inter"/>
                <a:cs typeface="Inter"/>
                <a:sym typeface="Inter"/>
              </a:defRPr>
            </a:lvl8pPr>
            <a:lvl9pPr lvl="8" rtl="0" algn="l">
              <a:buNone/>
              <a:defRPr sz="1108">
                <a:solidFill>
                  <a:srgbClr val="666666"/>
                </a:solidFill>
                <a:latin typeface="Inter"/>
                <a:ea typeface="Inter"/>
                <a:cs typeface="Inter"/>
                <a:sym typeface="Inter"/>
              </a:defRPr>
            </a:lvl9pPr>
          </a:lstStyle>
          <a:p>
            <a:pPr indent="0" lvl="0" marL="0" rtl="0" algn="l">
              <a:spcBef>
                <a:spcPts val="0"/>
              </a:spcBef>
              <a:spcAft>
                <a:spcPts val="0"/>
              </a:spcAft>
              <a:buNone/>
            </a:pPr>
            <a:r>
              <a:rPr lang="en"/>
              <a:t xml:space="preserve"> /</a:t>
            </a:r>
            <a:endParaRPr/>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Info Cards _ No Sub">
  <p:cSld name="TITLE_ONLY_2_2_2">
    <p:bg>
      <p:bgPr>
        <a:solidFill>
          <a:schemeClr val="dk1"/>
        </a:solidFill>
      </p:bgPr>
    </p:bg>
    <p:spTree>
      <p:nvGrpSpPr>
        <p:cNvPr id="121" name="Shape 121"/>
        <p:cNvGrpSpPr/>
        <p:nvPr/>
      </p:nvGrpSpPr>
      <p:grpSpPr>
        <a:xfrm>
          <a:off x="0" y="0"/>
          <a:ext cx="0" cy="0"/>
          <a:chOff x="0" y="0"/>
          <a:chExt cx="0" cy="0"/>
        </a:xfrm>
      </p:grpSpPr>
      <p:pic>
        <p:nvPicPr>
          <p:cNvPr id="122" name="Google Shape;122;p18"/>
          <p:cNvPicPr preferRelativeResize="0"/>
          <p:nvPr/>
        </p:nvPicPr>
        <p:blipFill>
          <a:blip r:embed="rId2">
            <a:alphaModFix/>
          </a:blip>
          <a:stretch>
            <a:fillRect/>
          </a:stretch>
        </p:blipFill>
        <p:spPr>
          <a:xfrm>
            <a:off x="3230775" y="1234851"/>
            <a:ext cx="2682450" cy="3028579"/>
          </a:xfrm>
          <a:prstGeom prst="rect">
            <a:avLst/>
          </a:prstGeom>
          <a:noFill/>
          <a:ln>
            <a:noFill/>
          </a:ln>
        </p:spPr>
      </p:pic>
      <p:pic>
        <p:nvPicPr>
          <p:cNvPr id="123" name="Google Shape;123;p18"/>
          <p:cNvPicPr preferRelativeResize="0"/>
          <p:nvPr/>
        </p:nvPicPr>
        <p:blipFill>
          <a:blip r:embed="rId2">
            <a:alphaModFix/>
          </a:blip>
          <a:stretch>
            <a:fillRect/>
          </a:stretch>
        </p:blipFill>
        <p:spPr>
          <a:xfrm>
            <a:off x="6048700" y="1234851"/>
            <a:ext cx="2682450" cy="3028579"/>
          </a:xfrm>
          <a:prstGeom prst="rect">
            <a:avLst/>
          </a:prstGeom>
          <a:noFill/>
          <a:ln>
            <a:noFill/>
          </a:ln>
        </p:spPr>
      </p:pic>
      <p:pic>
        <p:nvPicPr>
          <p:cNvPr id="124" name="Google Shape;124;p18"/>
          <p:cNvPicPr preferRelativeResize="0"/>
          <p:nvPr/>
        </p:nvPicPr>
        <p:blipFill>
          <a:blip r:embed="rId2">
            <a:alphaModFix/>
          </a:blip>
          <a:stretch>
            <a:fillRect/>
          </a:stretch>
        </p:blipFill>
        <p:spPr>
          <a:xfrm>
            <a:off x="412850" y="1234851"/>
            <a:ext cx="2682450" cy="3028579"/>
          </a:xfrm>
          <a:prstGeom prst="rect">
            <a:avLst/>
          </a:prstGeom>
          <a:noFill/>
          <a:ln>
            <a:noFill/>
          </a:ln>
        </p:spPr>
      </p:pic>
      <p:pic>
        <p:nvPicPr>
          <p:cNvPr id="125" name="Google Shape;125;p18"/>
          <p:cNvPicPr preferRelativeResize="0"/>
          <p:nvPr/>
        </p:nvPicPr>
        <p:blipFill>
          <a:blip r:embed="rId3">
            <a:alphaModFix/>
          </a:blip>
          <a:stretch>
            <a:fillRect/>
          </a:stretch>
        </p:blipFill>
        <p:spPr>
          <a:xfrm>
            <a:off x="412825" y="1234850"/>
            <a:ext cx="2682475" cy="3019700"/>
          </a:xfrm>
          <a:prstGeom prst="rect">
            <a:avLst/>
          </a:prstGeom>
          <a:noFill/>
          <a:ln>
            <a:noFill/>
          </a:ln>
        </p:spPr>
      </p:pic>
      <p:sp>
        <p:nvSpPr>
          <p:cNvPr id="126" name="Google Shape;126;p18"/>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lt1"/>
              </a:buClr>
              <a:buSzPts val="3200"/>
              <a:buFont typeface="Inter ExtraBold"/>
              <a:buNone/>
              <a:defRPr sz="3200">
                <a:solidFill>
                  <a:schemeClr val="lt1"/>
                </a:solidFill>
                <a:latin typeface="Inter ExtraBold"/>
                <a:ea typeface="Inter ExtraBold"/>
                <a:cs typeface="Inter ExtraBold"/>
                <a:sym typeface="Inter ExtraBold"/>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p:txBody>
      </p:sp>
      <p:pic>
        <p:nvPicPr>
          <p:cNvPr id="127" name="Google Shape;127;p18"/>
          <p:cNvPicPr preferRelativeResize="0"/>
          <p:nvPr/>
        </p:nvPicPr>
        <p:blipFill>
          <a:blip r:embed="rId4">
            <a:alphaModFix/>
          </a:blip>
          <a:stretch>
            <a:fillRect/>
          </a:stretch>
        </p:blipFill>
        <p:spPr>
          <a:xfrm>
            <a:off x="-762396" y="0"/>
            <a:ext cx="548700" cy="2288640"/>
          </a:xfrm>
          <a:prstGeom prst="rect">
            <a:avLst/>
          </a:prstGeom>
          <a:noFill/>
          <a:ln>
            <a:noFill/>
          </a:ln>
        </p:spPr>
      </p:pic>
      <p:pic>
        <p:nvPicPr>
          <p:cNvPr id="128" name="Google Shape;128;p18"/>
          <p:cNvPicPr preferRelativeResize="0"/>
          <p:nvPr/>
        </p:nvPicPr>
        <p:blipFill>
          <a:blip r:embed="rId5">
            <a:alphaModFix/>
          </a:blip>
          <a:stretch>
            <a:fillRect/>
          </a:stretch>
        </p:blipFill>
        <p:spPr>
          <a:xfrm>
            <a:off x="457529" y="4543025"/>
            <a:ext cx="950976" cy="142646"/>
          </a:xfrm>
          <a:prstGeom prst="rect">
            <a:avLst/>
          </a:prstGeom>
          <a:noFill/>
          <a:ln>
            <a:noFill/>
          </a:ln>
        </p:spPr>
      </p:pic>
      <p:sp>
        <p:nvSpPr>
          <p:cNvPr id="129" name="Google Shape;129;p18"/>
          <p:cNvSpPr/>
          <p:nvPr>
            <p:ph idx="2" type="pic"/>
          </p:nvPr>
        </p:nvSpPr>
        <p:spPr>
          <a:xfrm>
            <a:off x="535276" y="1372373"/>
            <a:ext cx="315900" cy="315900"/>
          </a:xfrm>
          <a:prstGeom prst="rect">
            <a:avLst/>
          </a:prstGeom>
          <a:noFill/>
          <a:ln>
            <a:noFill/>
          </a:ln>
        </p:spPr>
      </p:sp>
      <p:sp>
        <p:nvSpPr>
          <p:cNvPr id="130" name="Google Shape;130;p18"/>
          <p:cNvSpPr txBox="1"/>
          <p:nvPr>
            <p:ph idx="1" type="body"/>
          </p:nvPr>
        </p:nvSpPr>
        <p:spPr>
          <a:xfrm>
            <a:off x="505075" y="2022300"/>
            <a:ext cx="2487900" cy="2038500"/>
          </a:xfrm>
          <a:prstGeom prst="rect">
            <a:avLst/>
          </a:prstGeom>
        </p:spPr>
        <p:txBody>
          <a:bodyPr anchorCtr="0" anchor="t" bIns="91425" lIns="91425" spcFirstLastPara="1" rIns="91425" wrap="square" tIns="91425">
            <a:normAutofit/>
          </a:bodyPr>
          <a:lstStyle>
            <a:lvl1pPr indent="-298450" lvl="0" marL="457200" rtl="0">
              <a:spcBef>
                <a:spcPts val="0"/>
              </a:spcBef>
              <a:spcAft>
                <a:spcPts val="0"/>
              </a:spcAft>
              <a:buClr>
                <a:schemeClr val="lt1"/>
              </a:buClr>
              <a:buSzPts val="1100"/>
              <a:buChar char="●"/>
              <a:defRPr sz="1100">
                <a:solidFill>
                  <a:schemeClr val="lt1"/>
                </a:solidFill>
              </a:defRPr>
            </a:lvl1pPr>
            <a:lvl2pPr indent="-298450" lvl="1" marL="914400" rtl="0">
              <a:spcBef>
                <a:spcPts val="0"/>
              </a:spcBef>
              <a:spcAft>
                <a:spcPts val="0"/>
              </a:spcAft>
              <a:buClr>
                <a:schemeClr val="lt1"/>
              </a:buClr>
              <a:buSzPts val="1100"/>
              <a:buChar char="○"/>
              <a:defRPr sz="1100">
                <a:solidFill>
                  <a:schemeClr val="lt1"/>
                </a:solidFill>
              </a:defRPr>
            </a:lvl2pPr>
            <a:lvl3pPr indent="-298450" lvl="2" marL="1371600" rtl="0">
              <a:spcBef>
                <a:spcPts val="0"/>
              </a:spcBef>
              <a:spcAft>
                <a:spcPts val="0"/>
              </a:spcAft>
              <a:buClr>
                <a:schemeClr val="lt1"/>
              </a:buClr>
              <a:buSzPts val="1100"/>
              <a:buChar char="■"/>
              <a:defRPr sz="1100">
                <a:solidFill>
                  <a:schemeClr val="lt1"/>
                </a:solidFill>
              </a:defRPr>
            </a:lvl3pPr>
            <a:lvl4pPr indent="-298450" lvl="3" marL="1828800" rtl="0">
              <a:spcBef>
                <a:spcPts val="0"/>
              </a:spcBef>
              <a:spcAft>
                <a:spcPts val="0"/>
              </a:spcAft>
              <a:buClr>
                <a:schemeClr val="lt1"/>
              </a:buClr>
              <a:buSzPts val="1100"/>
              <a:buChar char="●"/>
              <a:defRPr sz="1100">
                <a:solidFill>
                  <a:schemeClr val="lt1"/>
                </a:solidFill>
              </a:defRPr>
            </a:lvl4pPr>
            <a:lvl5pPr indent="-298450" lvl="4" marL="2286000" rtl="0">
              <a:spcBef>
                <a:spcPts val="0"/>
              </a:spcBef>
              <a:spcAft>
                <a:spcPts val="0"/>
              </a:spcAft>
              <a:buClr>
                <a:schemeClr val="lt1"/>
              </a:buClr>
              <a:buSzPts val="1100"/>
              <a:buChar char="○"/>
              <a:defRPr sz="1100">
                <a:solidFill>
                  <a:schemeClr val="lt1"/>
                </a:solidFill>
              </a:defRPr>
            </a:lvl5pPr>
            <a:lvl6pPr indent="-298450" lvl="5" marL="2743200" rtl="0">
              <a:spcBef>
                <a:spcPts val="0"/>
              </a:spcBef>
              <a:spcAft>
                <a:spcPts val="0"/>
              </a:spcAft>
              <a:buClr>
                <a:schemeClr val="lt1"/>
              </a:buClr>
              <a:buSzPts val="1100"/>
              <a:buChar char="■"/>
              <a:defRPr sz="1100">
                <a:solidFill>
                  <a:schemeClr val="lt1"/>
                </a:solidFill>
              </a:defRPr>
            </a:lvl6pPr>
            <a:lvl7pPr indent="-298450" lvl="6" marL="3200400" rtl="0">
              <a:spcBef>
                <a:spcPts val="0"/>
              </a:spcBef>
              <a:spcAft>
                <a:spcPts val="0"/>
              </a:spcAft>
              <a:buClr>
                <a:schemeClr val="lt1"/>
              </a:buClr>
              <a:buSzPts val="1100"/>
              <a:buChar char="●"/>
              <a:defRPr sz="1100">
                <a:solidFill>
                  <a:schemeClr val="lt1"/>
                </a:solidFill>
              </a:defRPr>
            </a:lvl7pPr>
            <a:lvl8pPr indent="-298450" lvl="7" marL="3657600" rtl="0">
              <a:spcBef>
                <a:spcPts val="0"/>
              </a:spcBef>
              <a:spcAft>
                <a:spcPts val="0"/>
              </a:spcAft>
              <a:buClr>
                <a:schemeClr val="lt1"/>
              </a:buClr>
              <a:buSzPts val="1100"/>
              <a:buChar char="○"/>
              <a:defRPr sz="1100">
                <a:solidFill>
                  <a:schemeClr val="lt1"/>
                </a:solidFill>
              </a:defRPr>
            </a:lvl8pPr>
            <a:lvl9pPr indent="-298450" lvl="8" marL="4114800" rtl="0">
              <a:spcBef>
                <a:spcPts val="0"/>
              </a:spcBef>
              <a:spcAft>
                <a:spcPts val="0"/>
              </a:spcAft>
              <a:buClr>
                <a:schemeClr val="lt1"/>
              </a:buClr>
              <a:buSzPts val="1100"/>
              <a:buChar char="■"/>
              <a:defRPr sz="1100">
                <a:solidFill>
                  <a:schemeClr val="lt1"/>
                </a:solidFill>
              </a:defRPr>
            </a:lvl9pPr>
          </a:lstStyle>
          <a:p/>
        </p:txBody>
      </p:sp>
      <p:sp>
        <p:nvSpPr>
          <p:cNvPr id="131" name="Google Shape;131;p18"/>
          <p:cNvSpPr txBox="1"/>
          <p:nvPr>
            <p:ph idx="3" type="subTitle"/>
          </p:nvPr>
        </p:nvSpPr>
        <p:spPr>
          <a:xfrm>
            <a:off x="505075" y="1669200"/>
            <a:ext cx="2487900" cy="386100"/>
          </a:xfrm>
          <a:prstGeom prst="rect">
            <a:avLst/>
          </a:prstGeom>
        </p:spPr>
        <p:txBody>
          <a:bodyPr anchorCtr="0" anchor="b" bIns="91425" lIns="91425" spcFirstLastPara="1" rIns="91425" wrap="square" tIns="91425">
            <a:normAutofit/>
          </a:bodyPr>
          <a:lstStyle>
            <a:lvl1pPr lvl="0" rtl="0">
              <a:spcBef>
                <a:spcPts val="0"/>
              </a:spcBef>
              <a:spcAft>
                <a:spcPts val="0"/>
              </a:spcAft>
              <a:buClr>
                <a:schemeClr val="lt1"/>
              </a:buClr>
              <a:buSzPts val="1600"/>
              <a:buFont typeface="Inter Medium"/>
              <a:buNone/>
              <a:defRPr sz="1600">
                <a:solidFill>
                  <a:schemeClr val="lt1"/>
                </a:solidFill>
                <a:latin typeface="Inter Medium"/>
                <a:ea typeface="Inter Medium"/>
                <a:cs typeface="Inter Medium"/>
                <a:sym typeface="Inter Medium"/>
              </a:defRPr>
            </a:lvl1pPr>
            <a:lvl2pPr lvl="1" rtl="0">
              <a:spcBef>
                <a:spcPts val="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2pPr>
            <a:lvl3pPr lvl="2" rtl="0">
              <a:spcBef>
                <a:spcPts val="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3pPr>
            <a:lvl4pPr lvl="3" rtl="0">
              <a:spcBef>
                <a:spcPts val="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4pPr>
            <a:lvl5pPr lvl="4" rtl="0">
              <a:spcBef>
                <a:spcPts val="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5pPr>
            <a:lvl6pPr lvl="5" rtl="0">
              <a:spcBef>
                <a:spcPts val="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6pPr>
            <a:lvl7pPr lvl="6" rtl="0">
              <a:spcBef>
                <a:spcPts val="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7pPr>
            <a:lvl8pPr lvl="7" rtl="0">
              <a:spcBef>
                <a:spcPts val="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8pPr>
            <a:lvl9pPr lvl="8" rtl="0">
              <a:spcBef>
                <a:spcPts val="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9pPr>
          </a:lstStyle>
          <a:p/>
        </p:txBody>
      </p:sp>
      <p:sp>
        <p:nvSpPr>
          <p:cNvPr id="132" name="Google Shape;132;p18"/>
          <p:cNvSpPr/>
          <p:nvPr>
            <p:ph idx="4" type="pic"/>
          </p:nvPr>
        </p:nvSpPr>
        <p:spPr>
          <a:xfrm>
            <a:off x="3358251" y="1372373"/>
            <a:ext cx="315900" cy="315900"/>
          </a:xfrm>
          <a:prstGeom prst="rect">
            <a:avLst/>
          </a:prstGeom>
          <a:noFill/>
          <a:ln>
            <a:noFill/>
          </a:ln>
        </p:spPr>
      </p:sp>
      <p:sp>
        <p:nvSpPr>
          <p:cNvPr id="133" name="Google Shape;133;p18"/>
          <p:cNvSpPr txBox="1"/>
          <p:nvPr>
            <p:ph idx="5" type="body"/>
          </p:nvPr>
        </p:nvSpPr>
        <p:spPr>
          <a:xfrm>
            <a:off x="3328050" y="2022300"/>
            <a:ext cx="2487900" cy="2038500"/>
          </a:xfrm>
          <a:prstGeom prst="rect">
            <a:avLst/>
          </a:prstGeom>
        </p:spPr>
        <p:txBody>
          <a:bodyPr anchorCtr="0" anchor="t" bIns="91425" lIns="91425" spcFirstLastPara="1" rIns="91425" wrap="square" tIns="91425">
            <a:normAutofit/>
          </a:bodyPr>
          <a:lstStyle>
            <a:lvl1pPr indent="-298450" lvl="0" marL="457200" rtl="0">
              <a:spcBef>
                <a:spcPts val="0"/>
              </a:spcBef>
              <a:spcAft>
                <a:spcPts val="0"/>
              </a:spcAft>
              <a:buClr>
                <a:schemeClr val="lt1"/>
              </a:buClr>
              <a:buSzPts val="1100"/>
              <a:buChar char="●"/>
              <a:defRPr sz="1100">
                <a:solidFill>
                  <a:schemeClr val="lt1"/>
                </a:solidFill>
              </a:defRPr>
            </a:lvl1pPr>
            <a:lvl2pPr indent="-298450" lvl="1" marL="914400" rtl="0">
              <a:spcBef>
                <a:spcPts val="0"/>
              </a:spcBef>
              <a:spcAft>
                <a:spcPts val="0"/>
              </a:spcAft>
              <a:buClr>
                <a:schemeClr val="lt1"/>
              </a:buClr>
              <a:buSzPts val="1100"/>
              <a:buChar char="○"/>
              <a:defRPr sz="1100">
                <a:solidFill>
                  <a:schemeClr val="lt1"/>
                </a:solidFill>
              </a:defRPr>
            </a:lvl2pPr>
            <a:lvl3pPr indent="-298450" lvl="2" marL="1371600" rtl="0">
              <a:spcBef>
                <a:spcPts val="0"/>
              </a:spcBef>
              <a:spcAft>
                <a:spcPts val="0"/>
              </a:spcAft>
              <a:buClr>
                <a:schemeClr val="lt1"/>
              </a:buClr>
              <a:buSzPts val="1100"/>
              <a:buChar char="■"/>
              <a:defRPr sz="1100">
                <a:solidFill>
                  <a:schemeClr val="lt1"/>
                </a:solidFill>
              </a:defRPr>
            </a:lvl3pPr>
            <a:lvl4pPr indent="-298450" lvl="3" marL="1828800" rtl="0">
              <a:spcBef>
                <a:spcPts val="0"/>
              </a:spcBef>
              <a:spcAft>
                <a:spcPts val="0"/>
              </a:spcAft>
              <a:buClr>
                <a:schemeClr val="lt1"/>
              </a:buClr>
              <a:buSzPts val="1100"/>
              <a:buChar char="●"/>
              <a:defRPr sz="1100">
                <a:solidFill>
                  <a:schemeClr val="lt1"/>
                </a:solidFill>
              </a:defRPr>
            </a:lvl4pPr>
            <a:lvl5pPr indent="-298450" lvl="4" marL="2286000" rtl="0">
              <a:spcBef>
                <a:spcPts val="0"/>
              </a:spcBef>
              <a:spcAft>
                <a:spcPts val="0"/>
              </a:spcAft>
              <a:buClr>
                <a:schemeClr val="lt1"/>
              </a:buClr>
              <a:buSzPts val="1100"/>
              <a:buChar char="○"/>
              <a:defRPr sz="1100">
                <a:solidFill>
                  <a:schemeClr val="lt1"/>
                </a:solidFill>
              </a:defRPr>
            </a:lvl5pPr>
            <a:lvl6pPr indent="-298450" lvl="5" marL="2743200" rtl="0">
              <a:spcBef>
                <a:spcPts val="0"/>
              </a:spcBef>
              <a:spcAft>
                <a:spcPts val="0"/>
              </a:spcAft>
              <a:buClr>
                <a:schemeClr val="lt1"/>
              </a:buClr>
              <a:buSzPts val="1100"/>
              <a:buChar char="■"/>
              <a:defRPr sz="1100">
                <a:solidFill>
                  <a:schemeClr val="lt1"/>
                </a:solidFill>
              </a:defRPr>
            </a:lvl6pPr>
            <a:lvl7pPr indent="-298450" lvl="6" marL="3200400" rtl="0">
              <a:spcBef>
                <a:spcPts val="0"/>
              </a:spcBef>
              <a:spcAft>
                <a:spcPts val="0"/>
              </a:spcAft>
              <a:buClr>
                <a:schemeClr val="lt1"/>
              </a:buClr>
              <a:buSzPts val="1100"/>
              <a:buChar char="●"/>
              <a:defRPr sz="1100">
                <a:solidFill>
                  <a:schemeClr val="lt1"/>
                </a:solidFill>
              </a:defRPr>
            </a:lvl7pPr>
            <a:lvl8pPr indent="-298450" lvl="7" marL="3657600" rtl="0">
              <a:spcBef>
                <a:spcPts val="0"/>
              </a:spcBef>
              <a:spcAft>
                <a:spcPts val="0"/>
              </a:spcAft>
              <a:buClr>
                <a:schemeClr val="lt1"/>
              </a:buClr>
              <a:buSzPts val="1100"/>
              <a:buChar char="○"/>
              <a:defRPr sz="1100">
                <a:solidFill>
                  <a:schemeClr val="lt1"/>
                </a:solidFill>
              </a:defRPr>
            </a:lvl8pPr>
            <a:lvl9pPr indent="-298450" lvl="8" marL="4114800" rtl="0">
              <a:spcBef>
                <a:spcPts val="0"/>
              </a:spcBef>
              <a:spcAft>
                <a:spcPts val="0"/>
              </a:spcAft>
              <a:buClr>
                <a:schemeClr val="lt1"/>
              </a:buClr>
              <a:buSzPts val="1100"/>
              <a:buChar char="■"/>
              <a:defRPr sz="1100">
                <a:solidFill>
                  <a:schemeClr val="lt1"/>
                </a:solidFill>
              </a:defRPr>
            </a:lvl9pPr>
          </a:lstStyle>
          <a:p/>
        </p:txBody>
      </p:sp>
      <p:sp>
        <p:nvSpPr>
          <p:cNvPr id="134" name="Google Shape;134;p18"/>
          <p:cNvSpPr txBox="1"/>
          <p:nvPr>
            <p:ph idx="6" type="subTitle"/>
          </p:nvPr>
        </p:nvSpPr>
        <p:spPr>
          <a:xfrm>
            <a:off x="3328050" y="1669200"/>
            <a:ext cx="2487900" cy="386100"/>
          </a:xfrm>
          <a:prstGeom prst="rect">
            <a:avLst/>
          </a:prstGeom>
        </p:spPr>
        <p:txBody>
          <a:bodyPr anchorCtr="0" anchor="b" bIns="91425" lIns="91425" spcFirstLastPara="1" rIns="91425" wrap="square" tIns="91425">
            <a:normAutofit/>
          </a:bodyPr>
          <a:lstStyle>
            <a:lvl1pPr lvl="0" rtl="0">
              <a:spcBef>
                <a:spcPts val="0"/>
              </a:spcBef>
              <a:spcAft>
                <a:spcPts val="0"/>
              </a:spcAft>
              <a:buClr>
                <a:schemeClr val="lt1"/>
              </a:buClr>
              <a:buSzPts val="1600"/>
              <a:buFont typeface="Inter Medium"/>
              <a:buNone/>
              <a:defRPr sz="1600">
                <a:solidFill>
                  <a:schemeClr val="lt1"/>
                </a:solidFill>
                <a:latin typeface="Inter Medium"/>
                <a:ea typeface="Inter Medium"/>
                <a:cs typeface="Inter Medium"/>
                <a:sym typeface="Inter Medium"/>
              </a:defRPr>
            </a:lvl1pPr>
            <a:lvl2pPr lvl="1" rtl="0">
              <a:spcBef>
                <a:spcPts val="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2pPr>
            <a:lvl3pPr lvl="2" rtl="0">
              <a:spcBef>
                <a:spcPts val="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3pPr>
            <a:lvl4pPr lvl="3" rtl="0">
              <a:spcBef>
                <a:spcPts val="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4pPr>
            <a:lvl5pPr lvl="4" rtl="0">
              <a:spcBef>
                <a:spcPts val="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5pPr>
            <a:lvl6pPr lvl="5" rtl="0">
              <a:spcBef>
                <a:spcPts val="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6pPr>
            <a:lvl7pPr lvl="6" rtl="0">
              <a:spcBef>
                <a:spcPts val="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7pPr>
            <a:lvl8pPr lvl="7" rtl="0">
              <a:spcBef>
                <a:spcPts val="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8pPr>
            <a:lvl9pPr lvl="8" rtl="0">
              <a:spcBef>
                <a:spcPts val="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9pPr>
          </a:lstStyle>
          <a:p/>
        </p:txBody>
      </p:sp>
      <p:sp>
        <p:nvSpPr>
          <p:cNvPr id="135" name="Google Shape;135;p18"/>
          <p:cNvSpPr/>
          <p:nvPr>
            <p:ph idx="7" type="pic"/>
          </p:nvPr>
        </p:nvSpPr>
        <p:spPr>
          <a:xfrm>
            <a:off x="6181226" y="1372373"/>
            <a:ext cx="315900" cy="315900"/>
          </a:xfrm>
          <a:prstGeom prst="rect">
            <a:avLst/>
          </a:prstGeom>
          <a:noFill/>
          <a:ln>
            <a:noFill/>
          </a:ln>
        </p:spPr>
      </p:sp>
      <p:sp>
        <p:nvSpPr>
          <p:cNvPr id="136" name="Google Shape;136;p18"/>
          <p:cNvSpPr txBox="1"/>
          <p:nvPr>
            <p:ph idx="8" type="body"/>
          </p:nvPr>
        </p:nvSpPr>
        <p:spPr>
          <a:xfrm>
            <a:off x="6151025" y="2022300"/>
            <a:ext cx="2487900" cy="2038500"/>
          </a:xfrm>
          <a:prstGeom prst="rect">
            <a:avLst/>
          </a:prstGeom>
        </p:spPr>
        <p:txBody>
          <a:bodyPr anchorCtr="0" anchor="t" bIns="91425" lIns="91425" spcFirstLastPara="1" rIns="91425" wrap="square" tIns="91425">
            <a:normAutofit/>
          </a:bodyPr>
          <a:lstStyle>
            <a:lvl1pPr indent="-298450" lvl="0" marL="457200" rtl="0">
              <a:spcBef>
                <a:spcPts val="0"/>
              </a:spcBef>
              <a:spcAft>
                <a:spcPts val="0"/>
              </a:spcAft>
              <a:buClr>
                <a:schemeClr val="lt1"/>
              </a:buClr>
              <a:buSzPts val="1100"/>
              <a:buChar char="●"/>
              <a:defRPr sz="1100">
                <a:solidFill>
                  <a:schemeClr val="lt1"/>
                </a:solidFill>
              </a:defRPr>
            </a:lvl1pPr>
            <a:lvl2pPr indent="-298450" lvl="1" marL="914400" rtl="0">
              <a:spcBef>
                <a:spcPts val="0"/>
              </a:spcBef>
              <a:spcAft>
                <a:spcPts val="0"/>
              </a:spcAft>
              <a:buClr>
                <a:schemeClr val="lt1"/>
              </a:buClr>
              <a:buSzPts val="1100"/>
              <a:buChar char="○"/>
              <a:defRPr sz="1100">
                <a:solidFill>
                  <a:schemeClr val="lt1"/>
                </a:solidFill>
              </a:defRPr>
            </a:lvl2pPr>
            <a:lvl3pPr indent="-298450" lvl="2" marL="1371600" rtl="0">
              <a:spcBef>
                <a:spcPts val="0"/>
              </a:spcBef>
              <a:spcAft>
                <a:spcPts val="0"/>
              </a:spcAft>
              <a:buClr>
                <a:schemeClr val="lt1"/>
              </a:buClr>
              <a:buSzPts val="1100"/>
              <a:buChar char="■"/>
              <a:defRPr sz="1100">
                <a:solidFill>
                  <a:schemeClr val="lt1"/>
                </a:solidFill>
              </a:defRPr>
            </a:lvl3pPr>
            <a:lvl4pPr indent="-298450" lvl="3" marL="1828800" rtl="0">
              <a:spcBef>
                <a:spcPts val="0"/>
              </a:spcBef>
              <a:spcAft>
                <a:spcPts val="0"/>
              </a:spcAft>
              <a:buClr>
                <a:schemeClr val="lt1"/>
              </a:buClr>
              <a:buSzPts val="1100"/>
              <a:buChar char="●"/>
              <a:defRPr sz="1100">
                <a:solidFill>
                  <a:schemeClr val="lt1"/>
                </a:solidFill>
              </a:defRPr>
            </a:lvl4pPr>
            <a:lvl5pPr indent="-298450" lvl="4" marL="2286000" rtl="0">
              <a:spcBef>
                <a:spcPts val="0"/>
              </a:spcBef>
              <a:spcAft>
                <a:spcPts val="0"/>
              </a:spcAft>
              <a:buClr>
                <a:schemeClr val="lt1"/>
              </a:buClr>
              <a:buSzPts val="1100"/>
              <a:buChar char="○"/>
              <a:defRPr sz="1100">
                <a:solidFill>
                  <a:schemeClr val="lt1"/>
                </a:solidFill>
              </a:defRPr>
            </a:lvl5pPr>
            <a:lvl6pPr indent="-298450" lvl="5" marL="2743200" rtl="0">
              <a:spcBef>
                <a:spcPts val="0"/>
              </a:spcBef>
              <a:spcAft>
                <a:spcPts val="0"/>
              </a:spcAft>
              <a:buClr>
                <a:schemeClr val="lt1"/>
              </a:buClr>
              <a:buSzPts val="1100"/>
              <a:buChar char="■"/>
              <a:defRPr sz="1100">
                <a:solidFill>
                  <a:schemeClr val="lt1"/>
                </a:solidFill>
              </a:defRPr>
            </a:lvl6pPr>
            <a:lvl7pPr indent="-298450" lvl="6" marL="3200400" rtl="0">
              <a:spcBef>
                <a:spcPts val="0"/>
              </a:spcBef>
              <a:spcAft>
                <a:spcPts val="0"/>
              </a:spcAft>
              <a:buClr>
                <a:schemeClr val="lt1"/>
              </a:buClr>
              <a:buSzPts val="1100"/>
              <a:buChar char="●"/>
              <a:defRPr sz="1100">
                <a:solidFill>
                  <a:schemeClr val="lt1"/>
                </a:solidFill>
              </a:defRPr>
            </a:lvl7pPr>
            <a:lvl8pPr indent="-298450" lvl="7" marL="3657600" rtl="0">
              <a:spcBef>
                <a:spcPts val="0"/>
              </a:spcBef>
              <a:spcAft>
                <a:spcPts val="0"/>
              </a:spcAft>
              <a:buClr>
                <a:schemeClr val="lt1"/>
              </a:buClr>
              <a:buSzPts val="1100"/>
              <a:buChar char="○"/>
              <a:defRPr sz="1100">
                <a:solidFill>
                  <a:schemeClr val="lt1"/>
                </a:solidFill>
              </a:defRPr>
            </a:lvl8pPr>
            <a:lvl9pPr indent="-298450" lvl="8" marL="4114800" rtl="0">
              <a:spcBef>
                <a:spcPts val="0"/>
              </a:spcBef>
              <a:spcAft>
                <a:spcPts val="0"/>
              </a:spcAft>
              <a:buClr>
                <a:schemeClr val="lt1"/>
              </a:buClr>
              <a:buSzPts val="1100"/>
              <a:buChar char="■"/>
              <a:defRPr sz="1100">
                <a:solidFill>
                  <a:schemeClr val="lt1"/>
                </a:solidFill>
              </a:defRPr>
            </a:lvl9pPr>
          </a:lstStyle>
          <a:p/>
        </p:txBody>
      </p:sp>
      <p:sp>
        <p:nvSpPr>
          <p:cNvPr id="137" name="Google Shape;137;p18"/>
          <p:cNvSpPr txBox="1"/>
          <p:nvPr>
            <p:ph idx="9" type="subTitle"/>
          </p:nvPr>
        </p:nvSpPr>
        <p:spPr>
          <a:xfrm>
            <a:off x="6151025" y="1669200"/>
            <a:ext cx="2487900" cy="386100"/>
          </a:xfrm>
          <a:prstGeom prst="rect">
            <a:avLst/>
          </a:prstGeom>
        </p:spPr>
        <p:txBody>
          <a:bodyPr anchorCtr="0" anchor="b" bIns="91425" lIns="91425" spcFirstLastPara="1" rIns="91425" wrap="square" tIns="91425">
            <a:normAutofit/>
          </a:bodyPr>
          <a:lstStyle>
            <a:lvl1pPr lvl="0" rtl="0">
              <a:spcBef>
                <a:spcPts val="0"/>
              </a:spcBef>
              <a:spcAft>
                <a:spcPts val="0"/>
              </a:spcAft>
              <a:buClr>
                <a:schemeClr val="lt1"/>
              </a:buClr>
              <a:buSzPts val="1600"/>
              <a:buFont typeface="Inter Medium"/>
              <a:buNone/>
              <a:defRPr sz="1600">
                <a:solidFill>
                  <a:schemeClr val="lt1"/>
                </a:solidFill>
                <a:latin typeface="Inter Medium"/>
                <a:ea typeface="Inter Medium"/>
                <a:cs typeface="Inter Medium"/>
                <a:sym typeface="Inter Medium"/>
              </a:defRPr>
            </a:lvl1pPr>
            <a:lvl2pPr lvl="1" rtl="0">
              <a:spcBef>
                <a:spcPts val="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2pPr>
            <a:lvl3pPr lvl="2" rtl="0">
              <a:spcBef>
                <a:spcPts val="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3pPr>
            <a:lvl4pPr lvl="3" rtl="0">
              <a:spcBef>
                <a:spcPts val="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4pPr>
            <a:lvl5pPr lvl="4" rtl="0">
              <a:spcBef>
                <a:spcPts val="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5pPr>
            <a:lvl6pPr lvl="5" rtl="0">
              <a:spcBef>
                <a:spcPts val="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6pPr>
            <a:lvl7pPr lvl="6" rtl="0">
              <a:spcBef>
                <a:spcPts val="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7pPr>
            <a:lvl8pPr lvl="7" rtl="0">
              <a:spcBef>
                <a:spcPts val="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8pPr>
            <a:lvl9pPr lvl="8" rtl="0">
              <a:spcBef>
                <a:spcPts val="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9pPr>
          </a:lstStyle>
          <a:p/>
        </p:txBody>
      </p:sp>
      <p:sp>
        <p:nvSpPr>
          <p:cNvPr id="138" name="Google Shape;138;p18"/>
          <p:cNvSpPr txBox="1"/>
          <p:nvPr>
            <p:ph idx="12" type="sldNum"/>
          </p:nvPr>
        </p:nvSpPr>
        <p:spPr>
          <a:xfrm>
            <a:off x="8096041" y="4417542"/>
            <a:ext cx="548700" cy="393600"/>
          </a:xfrm>
          <a:prstGeom prst="rect">
            <a:avLst/>
          </a:prstGeom>
        </p:spPr>
        <p:txBody>
          <a:bodyPr anchorCtr="0" anchor="ctr" bIns="91425" lIns="91425" spcFirstLastPara="1" rIns="91425" wrap="square" tIns="91425">
            <a:normAutofit/>
          </a:bodyPr>
          <a:lstStyle>
            <a:lvl1pPr lvl="0" rtl="0">
              <a:buNone/>
              <a:defRPr>
                <a:solidFill>
                  <a:schemeClr val="lt1"/>
                </a:solidFill>
                <a:latin typeface="Inter"/>
                <a:ea typeface="Inter"/>
                <a:cs typeface="Inter"/>
                <a:sym typeface="Inter"/>
              </a:defRPr>
            </a:lvl1pPr>
            <a:lvl2pPr lvl="1" rtl="0">
              <a:buNone/>
              <a:defRPr>
                <a:solidFill>
                  <a:schemeClr val="lt1"/>
                </a:solidFill>
                <a:latin typeface="Inter"/>
                <a:ea typeface="Inter"/>
                <a:cs typeface="Inter"/>
                <a:sym typeface="Inter"/>
              </a:defRPr>
            </a:lvl2pPr>
            <a:lvl3pPr lvl="2" rtl="0">
              <a:buNone/>
              <a:defRPr>
                <a:solidFill>
                  <a:schemeClr val="lt1"/>
                </a:solidFill>
                <a:latin typeface="Inter"/>
                <a:ea typeface="Inter"/>
                <a:cs typeface="Inter"/>
                <a:sym typeface="Inter"/>
              </a:defRPr>
            </a:lvl3pPr>
            <a:lvl4pPr lvl="3" rtl="0">
              <a:buNone/>
              <a:defRPr>
                <a:solidFill>
                  <a:schemeClr val="lt1"/>
                </a:solidFill>
                <a:latin typeface="Inter"/>
                <a:ea typeface="Inter"/>
                <a:cs typeface="Inter"/>
                <a:sym typeface="Inter"/>
              </a:defRPr>
            </a:lvl4pPr>
            <a:lvl5pPr lvl="4" rtl="0">
              <a:buNone/>
              <a:defRPr>
                <a:solidFill>
                  <a:schemeClr val="lt1"/>
                </a:solidFill>
                <a:latin typeface="Inter"/>
                <a:ea typeface="Inter"/>
                <a:cs typeface="Inter"/>
                <a:sym typeface="Inter"/>
              </a:defRPr>
            </a:lvl5pPr>
            <a:lvl6pPr lvl="5" rtl="0">
              <a:buNone/>
              <a:defRPr>
                <a:solidFill>
                  <a:schemeClr val="lt1"/>
                </a:solidFill>
                <a:latin typeface="Inter"/>
                <a:ea typeface="Inter"/>
                <a:cs typeface="Inter"/>
                <a:sym typeface="Inter"/>
              </a:defRPr>
            </a:lvl6pPr>
            <a:lvl7pPr lvl="6" rtl="0">
              <a:buNone/>
              <a:defRPr>
                <a:solidFill>
                  <a:schemeClr val="lt1"/>
                </a:solidFill>
                <a:latin typeface="Inter"/>
                <a:ea typeface="Inter"/>
                <a:cs typeface="Inter"/>
                <a:sym typeface="Inter"/>
              </a:defRPr>
            </a:lvl7pPr>
            <a:lvl8pPr lvl="7" rtl="0">
              <a:buNone/>
              <a:defRPr>
                <a:solidFill>
                  <a:schemeClr val="lt1"/>
                </a:solidFill>
                <a:latin typeface="Inter"/>
                <a:ea typeface="Inter"/>
                <a:cs typeface="Inter"/>
                <a:sym typeface="Inter"/>
              </a:defRPr>
            </a:lvl8pPr>
            <a:lvl9pPr lvl="8" rtl="0">
              <a:buNone/>
              <a:defRPr>
                <a:solidFill>
                  <a:schemeClr val="lt1"/>
                </a:solidFill>
                <a:latin typeface="Inter"/>
                <a:ea typeface="Inter"/>
                <a:cs typeface="Inter"/>
                <a:sym typeface="Inter"/>
              </a:defRPr>
            </a:lvl9pPr>
          </a:lstStyle>
          <a:p>
            <a:pPr indent="0" lvl="0" marL="0" rtl="0" algn="r">
              <a:spcBef>
                <a:spcPts val="0"/>
              </a:spcBef>
              <a:spcAft>
                <a:spcPts val="0"/>
              </a:spcAft>
              <a:buNone/>
            </a:pPr>
            <a:fld id="{00000000-1234-1234-1234-123412341234}" type="slidenum">
              <a:rPr lang="en"/>
              <a:t>‹#›</a:t>
            </a:fld>
            <a:endParaRPr/>
          </a:p>
        </p:txBody>
      </p:sp>
      <p:sp>
        <p:nvSpPr>
          <p:cNvPr id="139" name="Google Shape;139;p18"/>
          <p:cNvSpPr txBox="1"/>
          <p:nvPr>
            <p:ph idx="13" type="sldNum"/>
          </p:nvPr>
        </p:nvSpPr>
        <p:spPr>
          <a:xfrm>
            <a:off x="8474304" y="4417550"/>
            <a:ext cx="281700" cy="393600"/>
          </a:xfrm>
          <a:prstGeom prst="rect">
            <a:avLst/>
          </a:prstGeom>
        </p:spPr>
        <p:txBody>
          <a:bodyPr anchorCtr="0" anchor="ctr" bIns="91425" lIns="91425" spcFirstLastPara="1" rIns="91425" wrap="square" tIns="91425">
            <a:normAutofit/>
          </a:bodyPr>
          <a:lstStyle>
            <a:lvl1pPr lvl="0" rtl="0" algn="l">
              <a:buNone/>
              <a:defRPr sz="1108">
                <a:solidFill>
                  <a:srgbClr val="666666"/>
                </a:solidFill>
                <a:latin typeface="Inter"/>
                <a:ea typeface="Inter"/>
                <a:cs typeface="Inter"/>
                <a:sym typeface="Inter"/>
              </a:defRPr>
            </a:lvl1pPr>
            <a:lvl2pPr lvl="1" rtl="0" algn="l">
              <a:buNone/>
              <a:defRPr sz="1108">
                <a:solidFill>
                  <a:srgbClr val="666666"/>
                </a:solidFill>
                <a:latin typeface="Inter"/>
                <a:ea typeface="Inter"/>
                <a:cs typeface="Inter"/>
                <a:sym typeface="Inter"/>
              </a:defRPr>
            </a:lvl2pPr>
            <a:lvl3pPr lvl="2" rtl="0" algn="l">
              <a:buNone/>
              <a:defRPr sz="1108">
                <a:solidFill>
                  <a:srgbClr val="666666"/>
                </a:solidFill>
                <a:latin typeface="Inter"/>
                <a:ea typeface="Inter"/>
                <a:cs typeface="Inter"/>
                <a:sym typeface="Inter"/>
              </a:defRPr>
            </a:lvl3pPr>
            <a:lvl4pPr lvl="3" rtl="0" algn="l">
              <a:buNone/>
              <a:defRPr sz="1108">
                <a:solidFill>
                  <a:srgbClr val="666666"/>
                </a:solidFill>
                <a:latin typeface="Inter"/>
                <a:ea typeface="Inter"/>
                <a:cs typeface="Inter"/>
                <a:sym typeface="Inter"/>
              </a:defRPr>
            </a:lvl4pPr>
            <a:lvl5pPr lvl="4" rtl="0" algn="l">
              <a:buNone/>
              <a:defRPr sz="1108">
                <a:solidFill>
                  <a:srgbClr val="666666"/>
                </a:solidFill>
                <a:latin typeface="Inter"/>
                <a:ea typeface="Inter"/>
                <a:cs typeface="Inter"/>
                <a:sym typeface="Inter"/>
              </a:defRPr>
            </a:lvl5pPr>
            <a:lvl6pPr lvl="5" rtl="0" algn="l">
              <a:buNone/>
              <a:defRPr sz="1108">
                <a:solidFill>
                  <a:srgbClr val="666666"/>
                </a:solidFill>
                <a:latin typeface="Inter"/>
                <a:ea typeface="Inter"/>
                <a:cs typeface="Inter"/>
                <a:sym typeface="Inter"/>
              </a:defRPr>
            </a:lvl6pPr>
            <a:lvl7pPr lvl="6" rtl="0" algn="l">
              <a:buNone/>
              <a:defRPr sz="1108">
                <a:solidFill>
                  <a:srgbClr val="666666"/>
                </a:solidFill>
                <a:latin typeface="Inter"/>
                <a:ea typeface="Inter"/>
                <a:cs typeface="Inter"/>
                <a:sym typeface="Inter"/>
              </a:defRPr>
            </a:lvl7pPr>
            <a:lvl8pPr lvl="7" rtl="0" algn="l">
              <a:buNone/>
              <a:defRPr sz="1108">
                <a:solidFill>
                  <a:srgbClr val="666666"/>
                </a:solidFill>
                <a:latin typeface="Inter"/>
                <a:ea typeface="Inter"/>
                <a:cs typeface="Inter"/>
                <a:sym typeface="Inter"/>
              </a:defRPr>
            </a:lvl8pPr>
            <a:lvl9pPr lvl="8" rtl="0" algn="l">
              <a:buNone/>
              <a:defRPr sz="1108">
                <a:solidFill>
                  <a:srgbClr val="666666"/>
                </a:solidFill>
                <a:latin typeface="Inter"/>
                <a:ea typeface="Inter"/>
                <a:cs typeface="Inter"/>
                <a:sym typeface="Inter"/>
              </a:defRPr>
            </a:lvl9pPr>
          </a:lstStyle>
          <a:p>
            <a:pPr indent="0" lvl="0" marL="0" rtl="0" algn="l">
              <a:spcBef>
                <a:spcPts val="0"/>
              </a:spcBef>
              <a:spcAft>
                <a:spcPts val="0"/>
              </a:spcAft>
              <a:buNone/>
            </a:pPr>
            <a:r>
              <a:rPr lang="en"/>
              <a:t xml:space="preserve"> /</a:t>
            </a:r>
            <a:endParaRPr/>
          </a:p>
        </p:txBody>
      </p:sp>
    </p:spTree>
  </p:cSld>
  <p:clrMapOvr>
    <a:masterClrMapping/>
  </p:clrMapOvr>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3">
  <p:cSld name="TITLE_ONLY_4">
    <p:bg>
      <p:bgPr>
        <a:solidFill>
          <a:schemeClr val="dk1"/>
        </a:solidFill>
      </p:bgPr>
    </p:bg>
    <p:spTree>
      <p:nvGrpSpPr>
        <p:cNvPr id="140" name="Shape 140"/>
        <p:cNvGrpSpPr/>
        <p:nvPr/>
      </p:nvGrpSpPr>
      <p:grpSpPr>
        <a:xfrm>
          <a:off x="0" y="0"/>
          <a:ext cx="0" cy="0"/>
          <a:chOff x="0" y="0"/>
          <a:chExt cx="0" cy="0"/>
        </a:xfrm>
      </p:grpSpPr>
      <p:sp>
        <p:nvSpPr>
          <p:cNvPr id="141" name="Google Shape;141;p19"/>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lt1"/>
              </a:buClr>
              <a:buSzPts val="3200"/>
              <a:buFont typeface="Inter ExtraBold"/>
              <a:buNone/>
              <a:defRPr sz="3200">
                <a:solidFill>
                  <a:schemeClr val="lt1"/>
                </a:solidFill>
                <a:latin typeface="Inter ExtraBold"/>
                <a:ea typeface="Inter ExtraBold"/>
                <a:cs typeface="Inter ExtraBold"/>
                <a:sym typeface="Inter ExtraBold"/>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p:txBody>
      </p:sp>
      <p:sp>
        <p:nvSpPr>
          <p:cNvPr id="142" name="Google Shape;142;p19"/>
          <p:cNvSpPr txBox="1"/>
          <p:nvPr>
            <p:ph idx="1" type="subTitle"/>
          </p:nvPr>
        </p:nvSpPr>
        <p:spPr>
          <a:xfrm>
            <a:off x="311700" y="1055100"/>
            <a:ext cx="8520600" cy="5727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lt1"/>
              </a:buClr>
              <a:buSzPts val="1800"/>
              <a:buNone/>
              <a:defRPr>
                <a:solidFill>
                  <a:schemeClr val="lt1"/>
                </a:solidFill>
              </a:defRPr>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p:txBody>
      </p:sp>
      <p:pic>
        <p:nvPicPr>
          <p:cNvPr id="143" name="Google Shape;143;p19"/>
          <p:cNvPicPr preferRelativeResize="0"/>
          <p:nvPr/>
        </p:nvPicPr>
        <p:blipFill>
          <a:blip r:embed="rId2">
            <a:alphaModFix/>
          </a:blip>
          <a:stretch>
            <a:fillRect/>
          </a:stretch>
        </p:blipFill>
        <p:spPr>
          <a:xfrm>
            <a:off x="-762396" y="0"/>
            <a:ext cx="548700" cy="2288640"/>
          </a:xfrm>
          <a:prstGeom prst="rect">
            <a:avLst/>
          </a:prstGeom>
          <a:noFill/>
          <a:ln>
            <a:noFill/>
          </a:ln>
        </p:spPr>
      </p:pic>
      <p:pic>
        <p:nvPicPr>
          <p:cNvPr id="144" name="Google Shape;144;p19"/>
          <p:cNvPicPr preferRelativeResize="0"/>
          <p:nvPr/>
        </p:nvPicPr>
        <p:blipFill>
          <a:blip r:embed="rId3">
            <a:alphaModFix/>
          </a:blip>
          <a:stretch>
            <a:fillRect/>
          </a:stretch>
        </p:blipFill>
        <p:spPr>
          <a:xfrm>
            <a:off x="457529" y="4543025"/>
            <a:ext cx="950976" cy="142646"/>
          </a:xfrm>
          <a:prstGeom prst="rect">
            <a:avLst/>
          </a:prstGeom>
          <a:noFill/>
          <a:ln>
            <a:noFill/>
          </a:ln>
        </p:spPr>
      </p:pic>
      <p:sp>
        <p:nvSpPr>
          <p:cNvPr id="145" name="Google Shape;145;p19"/>
          <p:cNvSpPr/>
          <p:nvPr>
            <p:ph idx="2" type="pic"/>
          </p:nvPr>
        </p:nvSpPr>
        <p:spPr>
          <a:xfrm>
            <a:off x="410476" y="1541323"/>
            <a:ext cx="315900" cy="315900"/>
          </a:xfrm>
          <a:prstGeom prst="rect">
            <a:avLst/>
          </a:prstGeom>
          <a:noFill/>
          <a:ln>
            <a:noFill/>
          </a:ln>
        </p:spPr>
      </p:sp>
      <p:sp>
        <p:nvSpPr>
          <p:cNvPr id="146" name="Google Shape;146;p19"/>
          <p:cNvSpPr txBox="1"/>
          <p:nvPr>
            <p:ph idx="3" type="body"/>
          </p:nvPr>
        </p:nvSpPr>
        <p:spPr>
          <a:xfrm>
            <a:off x="410526" y="2293757"/>
            <a:ext cx="4009800" cy="1952400"/>
          </a:xfrm>
          <a:prstGeom prst="rect">
            <a:avLst/>
          </a:prstGeom>
        </p:spPr>
        <p:txBody>
          <a:bodyPr anchorCtr="0" anchor="t" bIns="91425" lIns="91425" spcFirstLastPara="1" rIns="91425" wrap="square" tIns="91425">
            <a:normAutofit/>
          </a:bodyPr>
          <a:lstStyle>
            <a:lvl1pPr indent="-298450" lvl="0" marL="457200" rtl="0">
              <a:spcBef>
                <a:spcPts val="0"/>
              </a:spcBef>
              <a:spcAft>
                <a:spcPts val="0"/>
              </a:spcAft>
              <a:buClr>
                <a:schemeClr val="lt1"/>
              </a:buClr>
              <a:buSzPts val="1100"/>
              <a:buChar char="●"/>
              <a:defRPr sz="1100">
                <a:solidFill>
                  <a:schemeClr val="lt1"/>
                </a:solidFill>
              </a:defRPr>
            </a:lvl1pPr>
            <a:lvl2pPr indent="-298450" lvl="1" marL="914400" rtl="0">
              <a:spcBef>
                <a:spcPts val="0"/>
              </a:spcBef>
              <a:spcAft>
                <a:spcPts val="0"/>
              </a:spcAft>
              <a:buClr>
                <a:schemeClr val="lt1"/>
              </a:buClr>
              <a:buSzPts val="1100"/>
              <a:buChar char="○"/>
              <a:defRPr sz="1100">
                <a:solidFill>
                  <a:schemeClr val="lt1"/>
                </a:solidFill>
              </a:defRPr>
            </a:lvl2pPr>
            <a:lvl3pPr indent="-298450" lvl="2" marL="1371600" rtl="0">
              <a:spcBef>
                <a:spcPts val="0"/>
              </a:spcBef>
              <a:spcAft>
                <a:spcPts val="0"/>
              </a:spcAft>
              <a:buClr>
                <a:schemeClr val="lt1"/>
              </a:buClr>
              <a:buSzPts val="1100"/>
              <a:buChar char="■"/>
              <a:defRPr sz="1100">
                <a:solidFill>
                  <a:schemeClr val="lt1"/>
                </a:solidFill>
              </a:defRPr>
            </a:lvl3pPr>
            <a:lvl4pPr indent="-298450" lvl="3" marL="1828800" rtl="0">
              <a:spcBef>
                <a:spcPts val="0"/>
              </a:spcBef>
              <a:spcAft>
                <a:spcPts val="0"/>
              </a:spcAft>
              <a:buClr>
                <a:schemeClr val="lt1"/>
              </a:buClr>
              <a:buSzPts val="1100"/>
              <a:buChar char="●"/>
              <a:defRPr sz="1100">
                <a:solidFill>
                  <a:schemeClr val="lt1"/>
                </a:solidFill>
              </a:defRPr>
            </a:lvl4pPr>
            <a:lvl5pPr indent="-298450" lvl="4" marL="2286000" rtl="0">
              <a:spcBef>
                <a:spcPts val="0"/>
              </a:spcBef>
              <a:spcAft>
                <a:spcPts val="0"/>
              </a:spcAft>
              <a:buClr>
                <a:schemeClr val="lt1"/>
              </a:buClr>
              <a:buSzPts val="1100"/>
              <a:buChar char="○"/>
              <a:defRPr sz="1100">
                <a:solidFill>
                  <a:schemeClr val="lt1"/>
                </a:solidFill>
              </a:defRPr>
            </a:lvl5pPr>
            <a:lvl6pPr indent="-298450" lvl="5" marL="2743200" rtl="0">
              <a:spcBef>
                <a:spcPts val="0"/>
              </a:spcBef>
              <a:spcAft>
                <a:spcPts val="0"/>
              </a:spcAft>
              <a:buClr>
                <a:schemeClr val="lt1"/>
              </a:buClr>
              <a:buSzPts val="1100"/>
              <a:buChar char="■"/>
              <a:defRPr sz="1100">
                <a:solidFill>
                  <a:schemeClr val="lt1"/>
                </a:solidFill>
              </a:defRPr>
            </a:lvl6pPr>
            <a:lvl7pPr indent="-298450" lvl="6" marL="3200400" rtl="0">
              <a:spcBef>
                <a:spcPts val="0"/>
              </a:spcBef>
              <a:spcAft>
                <a:spcPts val="0"/>
              </a:spcAft>
              <a:buClr>
                <a:schemeClr val="lt1"/>
              </a:buClr>
              <a:buSzPts val="1100"/>
              <a:buChar char="●"/>
              <a:defRPr sz="1100">
                <a:solidFill>
                  <a:schemeClr val="lt1"/>
                </a:solidFill>
              </a:defRPr>
            </a:lvl7pPr>
            <a:lvl8pPr indent="-298450" lvl="7" marL="3657600" rtl="0">
              <a:spcBef>
                <a:spcPts val="0"/>
              </a:spcBef>
              <a:spcAft>
                <a:spcPts val="0"/>
              </a:spcAft>
              <a:buClr>
                <a:schemeClr val="lt1"/>
              </a:buClr>
              <a:buSzPts val="1100"/>
              <a:buChar char="○"/>
              <a:defRPr sz="1100">
                <a:solidFill>
                  <a:schemeClr val="lt1"/>
                </a:solidFill>
              </a:defRPr>
            </a:lvl8pPr>
            <a:lvl9pPr indent="-298450" lvl="8" marL="4114800" rtl="0">
              <a:spcBef>
                <a:spcPts val="0"/>
              </a:spcBef>
              <a:spcAft>
                <a:spcPts val="0"/>
              </a:spcAft>
              <a:buClr>
                <a:schemeClr val="lt1"/>
              </a:buClr>
              <a:buSzPts val="1100"/>
              <a:buChar char="■"/>
              <a:defRPr sz="1100">
                <a:solidFill>
                  <a:schemeClr val="lt1"/>
                </a:solidFill>
              </a:defRPr>
            </a:lvl9pPr>
          </a:lstStyle>
          <a:p/>
        </p:txBody>
      </p:sp>
      <p:sp>
        <p:nvSpPr>
          <p:cNvPr id="147" name="Google Shape;147;p19"/>
          <p:cNvSpPr txBox="1"/>
          <p:nvPr>
            <p:ph idx="4" type="subTitle"/>
          </p:nvPr>
        </p:nvSpPr>
        <p:spPr>
          <a:xfrm>
            <a:off x="410475" y="1896075"/>
            <a:ext cx="4009800" cy="386100"/>
          </a:xfrm>
          <a:prstGeom prst="rect">
            <a:avLst/>
          </a:prstGeom>
        </p:spPr>
        <p:txBody>
          <a:bodyPr anchorCtr="0" anchor="b" bIns="91425" lIns="91425" spcFirstLastPara="1" rIns="91425" wrap="square" tIns="91425">
            <a:normAutofit/>
          </a:bodyPr>
          <a:lstStyle>
            <a:lvl1pPr lvl="0" rtl="0">
              <a:spcBef>
                <a:spcPts val="0"/>
              </a:spcBef>
              <a:spcAft>
                <a:spcPts val="0"/>
              </a:spcAft>
              <a:buClr>
                <a:schemeClr val="lt1"/>
              </a:buClr>
              <a:buSzPts val="1600"/>
              <a:buFont typeface="Inter Medium"/>
              <a:buNone/>
              <a:defRPr sz="1600">
                <a:solidFill>
                  <a:schemeClr val="lt1"/>
                </a:solidFill>
                <a:latin typeface="Inter Medium"/>
                <a:ea typeface="Inter Medium"/>
                <a:cs typeface="Inter Medium"/>
                <a:sym typeface="Inter Medium"/>
              </a:defRPr>
            </a:lvl1pPr>
            <a:lvl2pPr lvl="1" rtl="0">
              <a:spcBef>
                <a:spcPts val="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2pPr>
            <a:lvl3pPr lvl="2" rtl="0">
              <a:spcBef>
                <a:spcPts val="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3pPr>
            <a:lvl4pPr lvl="3" rtl="0">
              <a:spcBef>
                <a:spcPts val="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4pPr>
            <a:lvl5pPr lvl="4" rtl="0">
              <a:spcBef>
                <a:spcPts val="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5pPr>
            <a:lvl6pPr lvl="5" rtl="0">
              <a:spcBef>
                <a:spcPts val="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6pPr>
            <a:lvl7pPr lvl="6" rtl="0">
              <a:spcBef>
                <a:spcPts val="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7pPr>
            <a:lvl8pPr lvl="7" rtl="0">
              <a:spcBef>
                <a:spcPts val="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8pPr>
            <a:lvl9pPr lvl="8" rtl="0">
              <a:spcBef>
                <a:spcPts val="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9pPr>
          </a:lstStyle>
          <a:p/>
        </p:txBody>
      </p:sp>
      <p:sp>
        <p:nvSpPr>
          <p:cNvPr id="148" name="Google Shape;148;p19"/>
          <p:cNvSpPr/>
          <p:nvPr>
            <p:ph idx="5" type="pic"/>
          </p:nvPr>
        </p:nvSpPr>
        <p:spPr>
          <a:xfrm>
            <a:off x="4803338" y="1541323"/>
            <a:ext cx="315900" cy="315900"/>
          </a:xfrm>
          <a:prstGeom prst="rect">
            <a:avLst/>
          </a:prstGeom>
          <a:noFill/>
          <a:ln>
            <a:noFill/>
          </a:ln>
        </p:spPr>
      </p:sp>
      <p:sp>
        <p:nvSpPr>
          <p:cNvPr id="149" name="Google Shape;149;p19"/>
          <p:cNvSpPr txBox="1"/>
          <p:nvPr>
            <p:ph idx="6" type="body"/>
          </p:nvPr>
        </p:nvSpPr>
        <p:spPr>
          <a:xfrm>
            <a:off x="4697173" y="2293757"/>
            <a:ext cx="4009800" cy="1952400"/>
          </a:xfrm>
          <a:prstGeom prst="rect">
            <a:avLst/>
          </a:prstGeom>
        </p:spPr>
        <p:txBody>
          <a:bodyPr anchorCtr="0" anchor="t" bIns="91425" lIns="91425" spcFirstLastPara="1" rIns="91425" wrap="square" tIns="91425">
            <a:normAutofit/>
          </a:bodyPr>
          <a:lstStyle>
            <a:lvl1pPr indent="-298450" lvl="0" marL="457200" rtl="0">
              <a:spcBef>
                <a:spcPts val="0"/>
              </a:spcBef>
              <a:spcAft>
                <a:spcPts val="0"/>
              </a:spcAft>
              <a:buClr>
                <a:schemeClr val="lt1"/>
              </a:buClr>
              <a:buSzPts val="1100"/>
              <a:buChar char="●"/>
              <a:defRPr sz="1100">
                <a:solidFill>
                  <a:schemeClr val="lt1"/>
                </a:solidFill>
              </a:defRPr>
            </a:lvl1pPr>
            <a:lvl2pPr indent="-298450" lvl="1" marL="914400" rtl="0">
              <a:spcBef>
                <a:spcPts val="0"/>
              </a:spcBef>
              <a:spcAft>
                <a:spcPts val="0"/>
              </a:spcAft>
              <a:buClr>
                <a:schemeClr val="lt1"/>
              </a:buClr>
              <a:buSzPts val="1100"/>
              <a:buChar char="○"/>
              <a:defRPr sz="1100">
                <a:solidFill>
                  <a:schemeClr val="lt1"/>
                </a:solidFill>
              </a:defRPr>
            </a:lvl2pPr>
            <a:lvl3pPr indent="-298450" lvl="2" marL="1371600" rtl="0">
              <a:spcBef>
                <a:spcPts val="0"/>
              </a:spcBef>
              <a:spcAft>
                <a:spcPts val="0"/>
              </a:spcAft>
              <a:buClr>
                <a:schemeClr val="lt1"/>
              </a:buClr>
              <a:buSzPts val="1100"/>
              <a:buChar char="■"/>
              <a:defRPr sz="1100">
                <a:solidFill>
                  <a:schemeClr val="lt1"/>
                </a:solidFill>
              </a:defRPr>
            </a:lvl3pPr>
            <a:lvl4pPr indent="-298450" lvl="3" marL="1828800" rtl="0">
              <a:spcBef>
                <a:spcPts val="0"/>
              </a:spcBef>
              <a:spcAft>
                <a:spcPts val="0"/>
              </a:spcAft>
              <a:buClr>
                <a:schemeClr val="lt1"/>
              </a:buClr>
              <a:buSzPts val="1100"/>
              <a:buChar char="●"/>
              <a:defRPr sz="1100">
                <a:solidFill>
                  <a:schemeClr val="lt1"/>
                </a:solidFill>
              </a:defRPr>
            </a:lvl4pPr>
            <a:lvl5pPr indent="-298450" lvl="4" marL="2286000" rtl="0">
              <a:spcBef>
                <a:spcPts val="0"/>
              </a:spcBef>
              <a:spcAft>
                <a:spcPts val="0"/>
              </a:spcAft>
              <a:buClr>
                <a:schemeClr val="lt1"/>
              </a:buClr>
              <a:buSzPts val="1100"/>
              <a:buChar char="○"/>
              <a:defRPr sz="1100">
                <a:solidFill>
                  <a:schemeClr val="lt1"/>
                </a:solidFill>
              </a:defRPr>
            </a:lvl5pPr>
            <a:lvl6pPr indent="-298450" lvl="5" marL="2743200" rtl="0">
              <a:spcBef>
                <a:spcPts val="0"/>
              </a:spcBef>
              <a:spcAft>
                <a:spcPts val="0"/>
              </a:spcAft>
              <a:buClr>
                <a:schemeClr val="lt1"/>
              </a:buClr>
              <a:buSzPts val="1100"/>
              <a:buChar char="■"/>
              <a:defRPr sz="1100">
                <a:solidFill>
                  <a:schemeClr val="lt1"/>
                </a:solidFill>
              </a:defRPr>
            </a:lvl6pPr>
            <a:lvl7pPr indent="-298450" lvl="6" marL="3200400" rtl="0">
              <a:spcBef>
                <a:spcPts val="0"/>
              </a:spcBef>
              <a:spcAft>
                <a:spcPts val="0"/>
              </a:spcAft>
              <a:buClr>
                <a:schemeClr val="lt1"/>
              </a:buClr>
              <a:buSzPts val="1100"/>
              <a:buChar char="●"/>
              <a:defRPr sz="1100">
                <a:solidFill>
                  <a:schemeClr val="lt1"/>
                </a:solidFill>
              </a:defRPr>
            </a:lvl7pPr>
            <a:lvl8pPr indent="-298450" lvl="7" marL="3657600" rtl="0">
              <a:spcBef>
                <a:spcPts val="0"/>
              </a:spcBef>
              <a:spcAft>
                <a:spcPts val="0"/>
              </a:spcAft>
              <a:buClr>
                <a:schemeClr val="lt1"/>
              </a:buClr>
              <a:buSzPts val="1100"/>
              <a:buChar char="○"/>
              <a:defRPr sz="1100">
                <a:solidFill>
                  <a:schemeClr val="lt1"/>
                </a:solidFill>
              </a:defRPr>
            </a:lvl8pPr>
            <a:lvl9pPr indent="-298450" lvl="8" marL="4114800" rtl="0">
              <a:spcBef>
                <a:spcPts val="0"/>
              </a:spcBef>
              <a:spcAft>
                <a:spcPts val="0"/>
              </a:spcAft>
              <a:buClr>
                <a:schemeClr val="lt1"/>
              </a:buClr>
              <a:buSzPts val="1100"/>
              <a:buChar char="■"/>
              <a:defRPr sz="1100">
                <a:solidFill>
                  <a:schemeClr val="lt1"/>
                </a:solidFill>
              </a:defRPr>
            </a:lvl9pPr>
          </a:lstStyle>
          <a:p/>
        </p:txBody>
      </p:sp>
      <p:sp>
        <p:nvSpPr>
          <p:cNvPr id="150" name="Google Shape;150;p19"/>
          <p:cNvSpPr txBox="1"/>
          <p:nvPr>
            <p:ph idx="7" type="subTitle"/>
          </p:nvPr>
        </p:nvSpPr>
        <p:spPr>
          <a:xfrm>
            <a:off x="4697122" y="1896075"/>
            <a:ext cx="4009800" cy="386100"/>
          </a:xfrm>
          <a:prstGeom prst="rect">
            <a:avLst/>
          </a:prstGeom>
        </p:spPr>
        <p:txBody>
          <a:bodyPr anchorCtr="0" anchor="b" bIns="91425" lIns="91425" spcFirstLastPara="1" rIns="91425" wrap="square" tIns="91425">
            <a:normAutofit/>
          </a:bodyPr>
          <a:lstStyle>
            <a:lvl1pPr lvl="0" rtl="0">
              <a:spcBef>
                <a:spcPts val="0"/>
              </a:spcBef>
              <a:spcAft>
                <a:spcPts val="0"/>
              </a:spcAft>
              <a:buClr>
                <a:schemeClr val="lt1"/>
              </a:buClr>
              <a:buSzPts val="1600"/>
              <a:buFont typeface="Inter Medium"/>
              <a:buNone/>
              <a:defRPr sz="1600">
                <a:solidFill>
                  <a:schemeClr val="lt1"/>
                </a:solidFill>
                <a:latin typeface="Inter Medium"/>
                <a:ea typeface="Inter Medium"/>
                <a:cs typeface="Inter Medium"/>
                <a:sym typeface="Inter Medium"/>
              </a:defRPr>
            </a:lvl1pPr>
            <a:lvl2pPr lvl="1" rtl="0">
              <a:spcBef>
                <a:spcPts val="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2pPr>
            <a:lvl3pPr lvl="2" rtl="0">
              <a:spcBef>
                <a:spcPts val="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3pPr>
            <a:lvl4pPr lvl="3" rtl="0">
              <a:spcBef>
                <a:spcPts val="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4pPr>
            <a:lvl5pPr lvl="4" rtl="0">
              <a:spcBef>
                <a:spcPts val="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5pPr>
            <a:lvl6pPr lvl="5" rtl="0">
              <a:spcBef>
                <a:spcPts val="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6pPr>
            <a:lvl7pPr lvl="6" rtl="0">
              <a:spcBef>
                <a:spcPts val="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7pPr>
            <a:lvl8pPr lvl="7" rtl="0">
              <a:spcBef>
                <a:spcPts val="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8pPr>
            <a:lvl9pPr lvl="8" rtl="0">
              <a:spcBef>
                <a:spcPts val="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9pPr>
          </a:lstStyle>
          <a:p/>
        </p:txBody>
      </p:sp>
      <p:sp>
        <p:nvSpPr>
          <p:cNvPr id="151" name="Google Shape;151;p19"/>
          <p:cNvSpPr txBox="1"/>
          <p:nvPr>
            <p:ph idx="12" type="sldNum"/>
          </p:nvPr>
        </p:nvSpPr>
        <p:spPr>
          <a:xfrm>
            <a:off x="8096041" y="4417542"/>
            <a:ext cx="548700" cy="393600"/>
          </a:xfrm>
          <a:prstGeom prst="rect">
            <a:avLst/>
          </a:prstGeom>
        </p:spPr>
        <p:txBody>
          <a:bodyPr anchorCtr="0" anchor="ctr" bIns="91425" lIns="91425" spcFirstLastPara="1" rIns="91425" wrap="square" tIns="91425">
            <a:normAutofit/>
          </a:bodyPr>
          <a:lstStyle>
            <a:lvl1pPr lvl="0" rtl="0">
              <a:buNone/>
              <a:defRPr>
                <a:solidFill>
                  <a:schemeClr val="lt1"/>
                </a:solidFill>
                <a:latin typeface="Inter"/>
                <a:ea typeface="Inter"/>
                <a:cs typeface="Inter"/>
                <a:sym typeface="Inter"/>
              </a:defRPr>
            </a:lvl1pPr>
            <a:lvl2pPr lvl="1" rtl="0">
              <a:buNone/>
              <a:defRPr>
                <a:solidFill>
                  <a:schemeClr val="lt1"/>
                </a:solidFill>
                <a:latin typeface="Inter"/>
                <a:ea typeface="Inter"/>
                <a:cs typeface="Inter"/>
                <a:sym typeface="Inter"/>
              </a:defRPr>
            </a:lvl2pPr>
            <a:lvl3pPr lvl="2" rtl="0">
              <a:buNone/>
              <a:defRPr>
                <a:solidFill>
                  <a:schemeClr val="lt1"/>
                </a:solidFill>
                <a:latin typeface="Inter"/>
                <a:ea typeface="Inter"/>
                <a:cs typeface="Inter"/>
                <a:sym typeface="Inter"/>
              </a:defRPr>
            </a:lvl3pPr>
            <a:lvl4pPr lvl="3" rtl="0">
              <a:buNone/>
              <a:defRPr>
                <a:solidFill>
                  <a:schemeClr val="lt1"/>
                </a:solidFill>
                <a:latin typeface="Inter"/>
                <a:ea typeface="Inter"/>
                <a:cs typeface="Inter"/>
                <a:sym typeface="Inter"/>
              </a:defRPr>
            </a:lvl4pPr>
            <a:lvl5pPr lvl="4" rtl="0">
              <a:buNone/>
              <a:defRPr>
                <a:solidFill>
                  <a:schemeClr val="lt1"/>
                </a:solidFill>
                <a:latin typeface="Inter"/>
                <a:ea typeface="Inter"/>
                <a:cs typeface="Inter"/>
                <a:sym typeface="Inter"/>
              </a:defRPr>
            </a:lvl5pPr>
            <a:lvl6pPr lvl="5" rtl="0">
              <a:buNone/>
              <a:defRPr>
                <a:solidFill>
                  <a:schemeClr val="lt1"/>
                </a:solidFill>
                <a:latin typeface="Inter"/>
                <a:ea typeface="Inter"/>
                <a:cs typeface="Inter"/>
                <a:sym typeface="Inter"/>
              </a:defRPr>
            </a:lvl6pPr>
            <a:lvl7pPr lvl="6" rtl="0">
              <a:buNone/>
              <a:defRPr>
                <a:solidFill>
                  <a:schemeClr val="lt1"/>
                </a:solidFill>
                <a:latin typeface="Inter"/>
                <a:ea typeface="Inter"/>
                <a:cs typeface="Inter"/>
                <a:sym typeface="Inter"/>
              </a:defRPr>
            </a:lvl7pPr>
            <a:lvl8pPr lvl="7" rtl="0">
              <a:buNone/>
              <a:defRPr>
                <a:solidFill>
                  <a:schemeClr val="lt1"/>
                </a:solidFill>
                <a:latin typeface="Inter"/>
                <a:ea typeface="Inter"/>
                <a:cs typeface="Inter"/>
                <a:sym typeface="Inter"/>
              </a:defRPr>
            </a:lvl8pPr>
            <a:lvl9pPr lvl="8" rtl="0">
              <a:buNone/>
              <a:defRPr>
                <a:solidFill>
                  <a:schemeClr val="lt1"/>
                </a:solidFill>
                <a:latin typeface="Inter"/>
                <a:ea typeface="Inter"/>
                <a:cs typeface="Inter"/>
                <a:sym typeface="Inter"/>
              </a:defRPr>
            </a:lvl9pPr>
          </a:lstStyle>
          <a:p>
            <a:pPr indent="0" lvl="0" marL="0" rtl="0" algn="r">
              <a:spcBef>
                <a:spcPts val="0"/>
              </a:spcBef>
              <a:spcAft>
                <a:spcPts val="0"/>
              </a:spcAft>
              <a:buNone/>
            </a:pPr>
            <a:fld id="{00000000-1234-1234-1234-123412341234}" type="slidenum">
              <a:rPr lang="en"/>
              <a:t>‹#›</a:t>
            </a:fld>
            <a:endParaRPr/>
          </a:p>
        </p:txBody>
      </p:sp>
      <p:sp>
        <p:nvSpPr>
          <p:cNvPr id="152" name="Google Shape;152;p19"/>
          <p:cNvSpPr txBox="1"/>
          <p:nvPr>
            <p:ph idx="8" type="sldNum"/>
          </p:nvPr>
        </p:nvSpPr>
        <p:spPr>
          <a:xfrm>
            <a:off x="8474304" y="4417550"/>
            <a:ext cx="281700" cy="393600"/>
          </a:xfrm>
          <a:prstGeom prst="rect">
            <a:avLst/>
          </a:prstGeom>
        </p:spPr>
        <p:txBody>
          <a:bodyPr anchorCtr="0" anchor="ctr" bIns="91425" lIns="91425" spcFirstLastPara="1" rIns="91425" wrap="square" tIns="91425">
            <a:normAutofit/>
          </a:bodyPr>
          <a:lstStyle>
            <a:lvl1pPr lvl="0" rtl="0" algn="l">
              <a:buNone/>
              <a:defRPr sz="1108">
                <a:solidFill>
                  <a:srgbClr val="666666"/>
                </a:solidFill>
                <a:latin typeface="Inter"/>
                <a:ea typeface="Inter"/>
                <a:cs typeface="Inter"/>
                <a:sym typeface="Inter"/>
              </a:defRPr>
            </a:lvl1pPr>
            <a:lvl2pPr lvl="1" rtl="0" algn="l">
              <a:buNone/>
              <a:defRPr sz="1108">
                <a:solidFill>
                  <a:srgbClr val="666666"/>
                </a:solidFill>
                <a:latin typeface="Inter"/>
                <a:ea typeface="Inter"/>
                <a:cs typeface="Inter"/>
                <a:sym typeface="Inter"/>
              </a:defRPr>
            </a:lvl2pPr>
            <a:lvl3pPr lvl="2" rtl="0" algn="l">
              <a:buNone/>
              <a:defRPr sz="1108">
                <a:solidFill>
                  <a:srgbClr val="666666"/>
                </a:solidFill>
                <a:latin typeface="Inter"/>
                <a:ea typeface="Inter"/>
                <a:cs typeface="Inter"/>
                <a:sym typeface="Inter"/>
              </a:defRPr>
            </a:lvl3pPr>
            <a:lvl4pPr lvl="3" rtl="0" algn="l">
              <a:buNone/>
              <a:defRPr sz="1108">
                <a:solidFill>
                  <a:srgbClr val="666666"/>
                </a:solidFill>
                <a:latin typeface="Inter"/>
                <a:ea typeface="Inter"/>
                <a:cs typeface="Inter"/>
                <a:sym typeface="Inter"/>
              </a:defRPr>
            </a:lvl4pPr>
            <a:lvl5pPr lvl="4" rtl="0" algn="l">
              <a:buNone/>
              <a:defRPr sz="1108">
                <a:solidFill>
                  <a:srgbClr val="666666"/>
                </a:solidFill>
                <a:latin typeface="Inter"/>
                <a:ea typeface="Inter"/>
                <a:cs typeface="Inter"/>
                <a:sym typeface="Inter"/>
              </a:defRPr>
            </a:lvl5pPr>
            <a:lvl6pPr lvl="5" rtl="0" algn="l">
              <a:buNone/>
              <a:defRPr sz="1108">
                <a:solidFill>
                  <a:srgbClr val="666666"/>
                </a:solidFill>
                <a:latin typeface="Inter"/>
                <a:ea typeface="Inter"/>
                <a:cs typeface="Inter"/>
                <a:sym typeface="Inter"/>
              </a:defRPr>
            </a:lvl6pPr>
            <a:lvl7pPr lvl="6" rtl="0" algn="l">
              <a:buNone/>
              <a:defRPr sz="1108">
                <a:solidFill>
                  <a:srgbClr val="666666"/>
                </a:solidFill>
                <a:latin typeface="Inter"/>
                <a:ea typeface="Inter"/>
                <a:cs typeface="Inter"/>
                <a:sym typeface="Inter"/>
              </a:defRPr>
            </a:lvl7pPr>
            <a:lvl8pPr lvl="7" rtl="0" algn="l">
              <a:buNone/>
              <a:defRPr sz="1108">
                <a:solidFill>
                  <a:srgbClr val="666666"/>
                </a:solidFill>
                <a:latin typeface="Inter"/>
                <a:ea typeface="Inter"/>
                <a:cs typeface="Inter"/>
                <a:sym typeface="Inter"/>
              </a:defRPr>
            </a:lvl8pPr>
            <a:lvl9pPr lvl="8" rtl="0" algn="l">
              <a:buNone/>
              <a:defRPr sz="1108">
                <a:solidFill>
                  <a:srgbClr val="666666"/>
                </a:solidFill>
                <a:latin typeface="Inter"/>
                <a:ea typeface="Inter"/>
                <a:cs typeface="Inter"/>
                <a:sym typeface="Inter"/>
              </a:defRPr>
            </a:lvl9pPr>
          </a:lstStyle>
          <a:p>
            <a:pPr indent="0" lvl="0" marL="0" rtl="0" algn="l">
              <a:spcBef>
                <a:spcPts val="0"/>
              </a:spcBef>
              <a:spcAft>
                <a:spcPts val="0"/>
              </a:spcAft>
              <a:buNone/>
            </a:pPr>
            <a:r>
              <a:rPr lang="en"/>
              <a:t xml:space="preserve"> /</a:t>
            </a:r>
            <a:endParaRPr/>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1">
  <p:cSld name="BIG_NUMBER_1">
    <p:bg>
      <p:bgPr>
        <a:solidFill>
          <a:schemeClr val="dk1"/>
        </a:solidFill>
      </p:bgPr>
    </p:bg>
    <p:spTree>
      <p:nvGrpSpPr>
        <p:cNvPr id="153" name="Shape 153"/>
        <p:cNvGrpSpPr/>
        <p:nvPr/>
      </p:nvGrpSpPr>
      <p:grpSpPr>
        <a:xfrm>
          <a:off x="0" y="0"/>
          <a:ext cx="0" cy="0"/>
          <a:chOff x="0" y="0"/>
          <a:chExt cx="0" cy="0"/>
        </a:xfrm>
      </p:grpSpPr>
      <p:pic>
        <p:nvPicPr>
          <p:cNvPr id="154" name="Google Shape;154;p20"/>
          <p:cNvPicPr preferRelativeResize="0"/>
          <p:nvPr/>
        </p:nvPicPr>
        <p:blipFill>
          <a:blip r:embed="rId2">
            <a:alphaModFix/>
          </a:blip>
          <a:stretch>
            <a:fillRect/>
          </a:stretch>
        </p:blipFill>
        <p:spPr>
          <a:xfrm>
            <a:off x="388775" y="1652350"/>
            <a:ext cx="8367226" cy="2812650"/>
          </a:xfrm>
          <a:prstGeom prst="rect">
            <a:avLst/>
          </a:prstGeom>
          <a:noFill/>
          <a:ln>
            <a:noFill/>
          </a:ln>
        </p:spPr>
      </p:pic>
      <p:sp>
        <p:nvSpPr>
          <p:cNvPr id="155" name="Google Shape;155;p20"/>
          <p:cNvSpPr txBox="1"/>
          <p:nvPr>
            <p:ph hasCustomPrompt="1" type="title"/>
          </p:nvPr>
        </p:nvSpPr>
        <p:spPr>
          <a:xfrm>
            <a:off x="590401" y="1647950"/>
            <a:ext cx="3793200" cy="1624800"/>
          </a:xfrm>
          <a:prstGeom prst="rect">
            <a:avLst/>
          </a:prstGeom>
        </p:spPr>
        <p:txBody>
          <a:bodyPr anchorCtr="0" anchor="b" bIns="91425" lIns="91425" spcFirstLastPara="1" rIns="91425" wrap="square" tIns="91425">
            <a:normAutofit/>
          </a:bodyPr>
          <a:lstStyle>
            <a:lvl1pPr lvl="0" rtl="0">
              <a:spcBef>
                <a:spcPts val="0"/>
              </a:spcBef>
              <a:spcAft>
                <a:spcPts val="0"/>
              </a:spcAft>
              <a:buClr>
                <a:schemeClr val="dk1"/>
              </a:buClr>
              <a:buSzPts val="10000"/>
              <a:buFont typeface="Inter SemiBold"/>
              <a:buNone/>
              <a:defRPr sz="10000">
                <a:solidFill>
                  <a:schemeClr val="dk1"/>
                </a:solidFill>
                <a:latin typeface="Inter SemiBold"/>
                <a:ea typeface="Inter SemiBold"/>
                <a:cs typeface="Inter SemiBold"/>
                <a:sym typeface="Inter SemiBold"/>
              </a:defRPr>
            </a:lvl1pPr>
            <a:lvl2pPr lvl="1" rtl="0">
              <a:spcBef>
                <a:spcPts val="0"/>
              </a:spcBef>
              <a:spcAft>
                <a:spcPts val="0"/>
              </a:spcAft>
              <a:buSzPts val="12000"/>
              <a:buNone/>
              <a:defRPr sz="12000"/>
            </a:lvl2pPr>
            <a:lvl3pPr lvl="2" rtl="0">
              <a:spcBef>
                <a:spcPts val="0"/>
              </a:spcBef>
              <a:spcAft>
                <a:spcPts val="0"/>
              </a:spcAft>
              <a:buSzPts val="12000"/>
              <a:buNone/>
              <a:defRPr sz="12000"/>
            </a:lvl3pPr>
            <a:lvl4pPr lvl="3" rtl="0">
              <a:spcBef>
                <a:spcPts val="0"/>
              </a:spcBef>
              <a:spcAft>
                <a:spcPts val="0"/>
              </a:spcAft>
              <a:buSzPts val="12000"/>
              <a:buNone/>
              <a:defRPr sz="12000"/>
            </a:lvl4pPr>
            <a:lvl5pPr lvl="4" rtl="0">
              <a:spcBef>
                <a:spcPts val="0"/>
              </a:spcBef>
              <a:spcAft>
                <a:spcPts val="0"/>
              </a:spcAft>
              <a:buSzPts val="12000"/>
              <a:buNone/>
              <a:defRPr sz="12000"/>
            </a:lvl5pPr>
            <a:lvl6pPr lvl="5" rtl="0">
              <a:spcBef>
                <a:spcPts val="0"/>
              </a:spcBef>
              <a:spcAft>
                <a:spcPts val="0"/>
              </a:spcAft>
              <a:buSzPts val="12000"/>
              <a:buNone/>
              <a:defRPr sz="12000"/>
            </a:lvl6pPr>
            <a:lvl7pPr lvl="6" rtl="0">
              <a:spcBef>
                <a:spcPts val="0"/>
              </a:spcBef>
              <a:spcAft>
                <a:spcPts val="0"/>
              </a:spcAft>
              <a:buSzPts val="12000"/>
              <a:buNone/>
              <a:defRPr sz="12000"/>
            </a:lvl7pPr>
            <a:lvl8pPr lvl="7" rtl="0">
              <a:spcBef>
                <a:spcPts val="0"/>
              </a:spcBef>
              <a:spcAft>
                <a:spcPts val="0"/>
              </a:spcAft>
              <a:buSzPts val="12000"/>
              <a:buNone/>
              <a:defRPr sz="12000"/>
            </a:lvl8pPr>
            <a:lvl9pPr lvl="8" rtl="0">
              <a:spcBef>
                <a:spcPts val="0"/>
              </a:spcBef>
              <a:spcAft>
                <a:spcPts val="0"/>
              </a:spcAft>
              <a:buSzPts val="12000"/>
              <a:buNone/>
              <a:defRPr sz="12000"/>
            </a:lvl9pPr>
          </a:lstStyle>
          <a:p>
            <a:r>
              <a:t>xx%</a:t>
            </a:r>
          </a:p>
        </p:txBody>
      </p:sp>
      <p:sp>
        <p:nvSpPr>
          <p:cNvPr id="156" name="Google Shape;156;p20"/>
          <p:cNvSpPr txBox="1"/>
          <p:nvPr>
            <p:ph idx="2" type="title"/>
          </p:nvPr>
        </p:nvSpPr>
        <p:spPr>
          <a:xfrm>
            <a:off x="311700" y="445025"/>
            <a:ext cx="8520600" cy="5727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lt1"/>
              </a:buClr>
              <a:buSzPts val="3200"/>
              <a:buFont typeface="Inter ExtraBold"/>
              <a:buNone/>
              <a:defRPr sz="3200">
                <a:solidFill>
                  <a:schemeClr val="lt1"/>
                </a:solidFill>
                <a:latin typeface="Inter ExtraBold"/>
                <a:ea typeface="Inter ExtraBold"/>
                <a:cs typeface="Inter ExtraBold"/>
                <a:sym typeface="Inter ExtraBold"/>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p:txBody>
      </p:sp>
      <p:sp>
        <p:nvSpPr>
          <p:cNvPr id="157" name="Google Shape;157;p20"/>
          <p:cNvSpPr txBox="1"/>
          <p:nvPr>
            <p:ph idx="1" type="subTitle"/>
          </p:nvPr>
        </p:nvSpPr>
        <p:spPr>
          <a:xfrm>
            <a:off x="311700" y="1055100"/>
            <a:ext cx="8520600" cy="5727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lt1"/>
              </a:buClr>
              <a:buSzPts val="1800"/>
              <a:buNone/>
              <a:defRPr>
                <a:solidFill>
                  <a:schemeClr val="lt1"/>
                </a:solidFill>
              </a:defRPr>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p:txBody>
      </p:sp>
      <p:cxnSp>
        <p:nvCxnSpPr>
          <p:cNvPr id="158" name="Google Shape;158;p20"/>
          <p:cNvCxnSpPr/>
          <p:nvPr/>
        </p:nvCxnSpPr>
        <p:spPr>
          <a:xfrm rot="10800000">
            <a:off x="4549601" y="1710538"/>
            <a:ext cx="0" cy="2168700"/>
          </a:xfrm>
          <a:prstGeom prst="straightConnector1">
            <a:avLst/>
          </a:prstGeom>
          <a:noFill/>
          <a:ln cap="flat" cmpd="sng" w="9525">
            <a:solidFill>
              <a:schemeClr val="dk1"/>
            </a:solidFill>
            <a:prstDash val="solid"/>
            <a:round/>
            <a:headEnd len="med" w="med" type="none"/>
            <a:tailEnd len="med" w="med" type="none"/>
          </a:ln>
        </p:spPr>
      </p:cxnSp>
      <p:sp>
        <p:nvSpPr>
          <p:cNvPr id="159" name="Google Shape;159;p20"/>
          <p:cNvSpPr txBox="1"/>
          <p:nvPr>
            <p:ph idx="3" type="subTitle"/>
          </p:nvPr>
        </p:nvSpPr>
        <p:spPr>
          <a:xfrm>
            <a:off x="590400" y="3005625"/>
            <a:ext cx="3793200" cy="7452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dk1"/>
              </a:buClr>
              <a:buSzPts val="1800"/>
              <a:buFont typeface="Space Mono"/>
              <a:buNone/>
              <a:defRPr>
                <a:solidFill>
                  <a:schemeClr val="dk1"/>
                </a:solidFill>
                <a:latin typeface="Space Mono"/>
                <a:ea typeface="Space Mono"/>
                <a:cs typeface="Space Mono"/>
                <a:sym typeface="Space Mono"/>
              </a:defRPr>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p:txBody>
      </p:sp>
      <p:sp>
        <p:nvSpPr>
          <p:cNvPr id="160" name="Google Shape;160;p20"/>
          <p:cNvSpPr txBox="1"/>
          <p:nvPr>
            <p:ph hasCustomPrompt="1" idx="4" type="title"/>
          </p:nvPr>
        </p:nvSpPr>
        <p:spPr>
          <a:xfrm>
            <a:off x="4776726" y="1652738"/>
            <a:ext cx="3793200" cy="1624800"/>
          </a:xfrm>
          <a:prstGeom prst="rect">
            <a:avLst/>
          </a:prstGeom>
        </p:spPr>
        <p:txBody>
          <a:bodyPr anchorCtr="0" anchor="b" bIns="91425" lIns="91425" spcFirstLastPara="1" rIns="91425" wrap="square" tIns="91425">
            <a:normAutofit/>
          </a:bodyPr>
          <a:lstStyle>
            <a:lvl1pPr lvl="0" rtl="0">
              <a:spcBef>
                <a:spcPts val="0"/>
              </a:spcBef>
              <a:spcAft>
                <a:spcPts val="0"/>
              </a:spcAft>
              <a:buClr>
                <a:schemeClr val="dk1"/>
              </a:buClr>
              <a:buSzPts val="10000"/>
              <a:buFont typeface="Inter SemiBold"/>
              <a:buNone/>
              <a:defRPr sz="10000">
                <a:solidFill>
                  <a:schemeClr val="dk1"/>
                </a:solidFill>
                <a:latin typeface="Inter SemiBold"/>
                <a:ea typeface="Inter SemiBold"/>
                <a:cs typeface="Inter SemiBold"/>
                <a:sym typeface="Inter SemiBold"/>
              </a:defRPr>
            </a:lvl1pPr>
            <a:lvl2pPr lvl="1" rtl="0">
              <a:spcBef>
                <a:spcPts val="0"/>
              </a:spcBef>
              <a:spcAft>
                <a:spcPts val="0"/>
              </a:spcAft>
              <a:buSzPts val="12000"/>
              <a:buNone/>
              <a:defRPr sz="12000"/>
            </a:lvl2pPr>
            <a:lvl3pPr lvl="2" rtl="0">
              <a:spcBef>
                <a:spcPts val="0"/>
              </a:spcBef>
              <a:spcAft>
                <a:spcPts val="0"/>
              </a:spcAft>
              <a:buSzPts val="12000"/>
              <a:buNone/>
              <a:defRPr sz="12000"/>
            </a:lvl3pPr>
            <a:lvl4pPr lvl="3" rtl="0">
              <a:spcBef>
                <a:spcPts val="0"/>
              </a:spcBef>
              <a:spcAft>
                <a:spcPts val="0"/>
              </a:spcAft>
              <a:buSzPts val="12000"/>
              <a:buNone/>
              <a:defRPr sz="12000"/>
            </a:lvl4pPr>
            <a:lvl5pPr lvl="4" rtl="0">
              <a:spcBef>
                <a:spcPts val="0"/>
              </a:spcBef>
              <a:spcAft>
                <a:spcPts val="0"/>
              </a:spcAft>
              <a:buSzPts val="12000"/>
              <a:buNone/>
              <a:defRPr sz="12000"/>
            </a:lvl5pPr>
            <a:lvl6pPr lvl="5" rtl="0">
              <a:spcBef>
                <a:spcPts val="0"/>
              </a:spcBef>
              <a:spcAft>
                <a:spcPts val="0"/>
              </a:spcAft>
              <a:buSzPts val="12000"/>
              <a:buNone/>
              <a:defRPr sz="12000"/>
            </a:lvl6pPr>
            <a:lvl7pPr lvl="6" rtl="0">
              <a:spcBef>
                <a:spcPts val="0"/>
              </a:spcBef>
              <a:spcAft>
                <a:spcPts val="0"/>
              </a:spcAft>
              <a:buSzPts val="12000"/>
              <a:buNone/>
              <a:defRPr sz="12000"/>
            </a:lvl7pPr>
            <a:lvl8pPr lvl="7" rtl="0">
              <a:spcBef>
                <a:spcPts val="0"/>
              </a:spcBef>
              <a:spcAft>
                <a:spcPts val="0"/>
              </a:spcAft>
              <a:buSzPts val="12000"/>
              <a:buNone/>
              <a:defRPr sz="12000"/>
            </a:lvl8pPr>
            <a:lvl9pPr lvl="8" rtl="0">
              <a:spcBef>
                <a:spcPts val="0"/>
              </a:spcBef>
              <a:spcAft>
                <a:spcPts val="0"/>
              </a:spcAft>
              <a:buSzPts val="12000"/>
              <a:buNone/>
              <a:defRPr sz="12000"/>
            </a:lvl9pPr>
          </a:lstStyle>
          <a:p>
            <a:r>
              <a:t>xx%</a:t>
            </a:r>
          </a:p>
        </p:txBody>
      </p:sp>
      <p:sp>
        <p:nvSpPr>
          <p:cNvPr id="161" name="Google Shape;161;p20"/>
          <p:cNvSpPr txBox="1"/>
          <p:nvPr>
            <p:ph idx="5" type="subTitle"/>
          </p:nvPr>
        </p:nvSpPr>
        <p:spPr>
          <a:xfrm>
            <a:off x="4776725" y="3010413"/>
            <a:ext cx="3793200" cy="7452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dk1"/>
              </a:buClr>
              <a:buSzPts val="1800"/>
              <a:buFont typeface="Space Mono"/>
              <a:buNone/>
              <a:defRPr>
                <a:solidFill>
                  <a:schemeClr val="dk1"/>
                </a:solidFill>
                <a:latin typeface="Space Mono"/>
                <a:ea typeface="Space Mono"/>
                <a:cs typeface="Space Mono"/>
                <a:sym typeface="Space Mono"/>
              </a:defRPr>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p:txBody>
      </p:sp>
      <p:pic>
        <p:nvPicPr>
          <p:cNvPr id="162" name="Google Shape;162;p20"/>
          <p:cNvPicPr preferRelativeResize="0"/>
          <p:nvPr/>
        </p:nvPicPr>
        <p:blipFill>
          <a:blip r:embed="rId3">
            <a:alphaModFix/>
          </a:blip>
          <a:stretch>
            <a:fillRect/>
          </a:stretch>
        </p:blipFill>
        <p:spPr>
          <a:xfrm>
            <a:off x="457529" y="4543025"/>
            <a:ext cx="950976" cy="142646"/>
          </a:xfrm>
          <a:prstGeom prst="rect">
            <a:avLst/>
          </a:prstGeom>
          <a:noFill/>
          <a:ln>
            <a:noFill/>
          </a:ln>
        </p:spPr>
      </p:pic>
      <p:sp>
        <p:nvSpPr>
          <p:cNvPr id="163" name="Google Shape;163;p20"/>
          <p:cNvSpPr txBox="1"/>
          <p:nvPr>
            <p:ph idx="12" type="sldNum"/>
          </p:nvPr>
        </p:nvSpPr>
        <p:spPr>
          <a:xfrm>
            <a:off x="8096041" y="4417542"/>
            <a:ext cx="548700" cy="393600"/>
          </a:xfrm>
          <a:prstGeom prst="rect">
            <a:avLst/>
          </a:prstGeom>
        </p:spPr>
        <p:txBody>
          <a:bodyPr anchorCtr="0" anchor="ctr" bIns="91425" lIns="91425" spcFirstLastPara="1" rIns="91425" wrap="square" tIns="91425">
            <a:normAutofit/>
          </a:bodyPr>
          <a:lstStyle>
            <a:lvl1pPr lvl="0" rtl="0">
              <a:buNone/>
              <a:defRPr>
                <a:solidFill>
                  <a:schemeClr val="lt1"/>
                </a:solidFill>
                <a:latin typeface="Inter"/>
                <a:ea typeface="Inter"/>
                <a:cs typeface="Inter"/>
                <a:sym typeface="Inter"/>
              </a:defRPr>
            </a:lvl1pPr>
            <a:lvl2pPr lvl="1" rtl="0">
              <a:buNone/>
              <a:defRPr>
                <a:solidFill>
                  <a:schemeClr val="lt1"/>
                </a:solidFill>
                <a:latin typeface="Inter"/>
                <a:ea typeface="Inter"/>
                <a:cs typeface="Inter"/>
                <a:sym typeface="Inter"/>
              </a:defRPr>
            </a:lvl2pPr>
            <a:lvl3pPr lvl="2" rtl="0">
              <a:buNone/>
              <a:defRPr>
                <a:solidFill>
                  <a:schemeClr val="lt1"/>
                </a:solidFill>
                <a:latin typeface="Inter"/>
                <a:ea typeface="Inter"/>
                <a:cs typeface="Inter"/>
                <a:sym typeface="Inter"/>
              </a:defRPr>
            </a:lvl3pPr>
            <a:lvl4pPr lvl="3" rtl="0">
              <a:buNone/>
              <a:defRPr>
                <a:solidFill>
                  <a:schemeClr val="lt1"/>
                </a:solidFill>
                <a:latin typeface="Inter"/>
                <a:ea typeface="Inter"/>
                <a:cs typeface="Inter"/>
                <a:sym typeface="Inter"/>
              </a:defRPr>
            </a:lvl4pPr>
            <a:lvl5pPr lvl="4" rtl="0">
              <a:buNone/>
              <a:defRPr>
                <a:solidFill>
                  <a:schemeClr val="lt1"/>
                </a:solidFill>
                <a:latin typeface="Inter"/>
                <a:ea typeface="Inter"/>
                <a:cs typeface="Inter"/>
                <a:sym typeface="Inter"/>
              </a:defRPr>
            </a:lvl5pPr>
            <a:lvl6pPr lvl="5" rtl="0">
              <a:buNone/>
              <a:defRPr>
                <a:solidFill>
                  <a:schemeClr val="lt1"/>
                </a:solidFill>
                <a:latin typeface="Inter"/>
                <a:ea typeface="Inter"/>
                <a:cs typeface="Inter"/>
                <a:sym typeface="Inter"/>
              </a:defRPr>
            </a:lvl6pPr>
            <a:lvl7pPr lvl="6" rtl="0">
              <a:buNone/>
              <a:defRPr>
                <a:solidFill>
                  <a:schemeClr val="lt1"/>
                </a:solidFill>
                <a:latin typeface="Inter"/>
                <a:ea typeface="Inter"/>
                <a:cs typeface="Inter"/>
                <a:sym typeface="Inter"/>
              </a:defRPr>
            </a:lvl7pPr>
            <a:lvl8pPr lvl="7" rtl="0">
              <a:buNone/>
              <a:defRPr>
                <a:solidFill>
                  <a:schemeClr val="lt1"/>
                </a:solidFill>
                <a:latin typeface="Inter"/>
                <a:ea typeface="Inter"/>
                <a:cs typeface="Inter"/>
                <a:sym typeface="Inter"/>
              </a:defRPr>
            </a:lvl8pPr>
            <a:lvl9pPr lvl="8" rtl="0">
              <a:buNone/>
              <a:defRPr>
                <a:solidFill>
                  <a:schemeClr val="lt1"/>
                </a:solidFill>
                <a:latin typeface="Inter"/>
                <a:ea typeface="Inter"/>
                <a:cs typeface="Inter"/>
                <a:sym typeface="Inter"/>
              </a:defRPr>
            </a:lvl9pPr>
          </a:lstStyle>
          <a:p>
            <a:pPr indent="0" lvl="0" marL="0" rtl="0" algn="r">
              <a:spcBef>
                <a:spcPts val="0"/>
              </a:spcBef>
              <a:spcAft>
                <a:spcPts val="0"/>
              </a:spcAft>
              <a:buNone/>
            </a:pPr>
            <a:fld id="{00000000-1234-1234-1234-123412341234}" type="slidenum">
              <a:rPr lang="en"/>
              <a:t>‹#›</a:t>
            </a:fld>
            <a:endParaRPr/>
          </a:p>
        </p:txBody>
      </p:sp>
      <p:sp>
        <p:nvSpPr>
          <p:cNvPr id="164" name="Google Shape;164;p20"/>
          <p:cNvSpPr txBox="1"/>
          <p:nvPr>
            <p:ph idx="6" type="sldNum"/>
          </p:nvPr>
        </p:nvSpPr>
        <p:spPr>
          <a:xfrm>
            <a:off x="8474304" y="4417550"/>
            <a:ext cx="281700" cy="393600"/>
          </a:xfrm>
          <a:prstGeom prst="rect">
            <a:avLst/>
          </a:prstGeom>
        </p:spPr>
        <p:txBody>
          <a:bodyPr anchorCtr="0" anchor="ctr" bIns="91425" lIns="91425" spcFirstLastPara="1" rIns="91425" wrap="square" tIns="91425">
            <a:normAutofit/>
          </a:bodyPr>
          <a:lstStyle>
            <a:lvl1pPr lvl="0" rtl="0" algn="l">
              <a:buNone/>
              <a:defRPr sz="1108">
                <a:solidFill>
                  <a:srgbClr val="666666"/>
                </a:solidFill>
                <a:latin typeface="Inter"/>
                <a:ea typeface="Inter"/>
                <a:cs typeface="Inter"/>
                <a:sym typeface="Inter"/>
              </a:defRPr>
            </a:lvl1pPr>
            <a:lvl2pPr lvl="1" rtl="0" algn="l">
              <a:buNone/>
              <a:defRPr sz="1108">
                <a:solidFill>
                  <a:srgbClr val="666666"/>
                </a:solidFill>
                <a:latin typeface="Inter"/>
                <a:ea typeface="Inter"/>
                <a:cs typeface="Inter"/>
                <a:sym typeface="Inter"/>
              </a:defRPr>
            </a:lvl2pPr>
            <a:lvl3pPr lvl="2" rtl="0" algn="l">
              <a:buNone/>
              <a:defRPr sz="1108">
                <a:solidFill>
                  <a:srgbClr val="666666"/>
                </a:solidFill>
                <a:latin typeface="Inter"/>
                <a:ea typeface="Inter"/>
                <a:cs typeface="Inter"/>
                <a:sym typeface="Inter"/>
              </a:defRPr>
            </a:lvl3pPr>
            <a:lvl4pPr lvl="3" rtl="0" algn="l">
              <a:buNone/>
              <a:defRPr sz="1108">
                <a:solidFill>
                  <a:srgbClr val="666666"/>
                </a:solidFill>
                <a:latin typeface="Inter"/>
                <a:ea typeface="Inter"/>
                <a:cs typeface="Inter"/>
                <a:sym typeface="Inter"/>
              </a:defRPr>
            </a:lvl4pPr>
            <a:lvl5pPr lvl="4" rtl="0" algn="l">
              <a:buNone/>
              <a:defRPr sz="1108">
                <a:solidFill>
                  <a:srgbClr val="666666"/>
                </a:solidFill>
                <a:latin typeface="Inter"/>
                <a:ea typeface="Inter"/>
                <a:cs typeface="Inter"/>
                <a:sym typeface="Inter"/>
              </a:defRPr>
            </a:lvl5pPr>
            <a:lvl6pPr lvl="5" rtl="0" algn="l">
              <a:buNone/>
              <a:defRPr sz="1108">
                <a:solidFill>
                  <a:srgbClr val="666666"/>
                </a:solidFill>
                <a:latin typeface="Inter"/>
                <a:ea typeface="Inter"/>
                <a:cs typeface="Inter"/>
                <a:sym typeface="Inter"/>
              </a:defRPr>
            </a:lvl6pPr>
            <a:lvl7pPr lvl="6" rtl="0" algn="l">
              <a:buNone/>
              <a:defRPr sz="1108">
                <a:solidFill>
                  <a:srgbClr val="666666"/>
                </a:solidFill>
                <a:latin typeface="Inter"/>
                <a:ea typeface="Inter"/>
                <a:cs typeface="Inter"/>
                <a:sym typeface="Inter"/>
              </a:defRPr>
            </a:lvl7pPr>
            <a:lvl8pPr lvl="7" rtl="0" algn="l">
              <a:buNone/>
              <a:defRPr sz="1108">
                <a:solidFill>
                  <a:srgbClr val="666666"/>
                </a:solidFill>
                <a:latin typeface="Inter"/>
                <a:ea typeface="Inter"/>
                <a:cs typeface="Inter"/>
                <a:sym typeface="Inter"/>
              </a:defRPr>
            </a:lvl8pPr>
            <a:lvl9pPr lvl="8" rtl="0" algn="l">
              <a:buNone/>
              <a:defRPr sz="1108">
                <a:solidFill>
                  <a:srgbClr val="666666"/>
                </a:solidFill>
                <a:latin typeface="Inter"/>
                <a:ea typeface="Inter"/>
                <a:cs typeface="Inter"/>
                <a:sym typeface="Inter"/>
              </a:defRPr>
            </a:lvl9pPr>
          </a:lstStyle>
          <a:p>
            <a:pPr indent="0" lvl="0" marL="0" rtl="0" algn="l">
              <a:spcBef>
                <a:spcPts val="0"/>
              </a:spcBef>
              <a:spcAft>
                <a:spcPts val="0"/>
              </a:spcAft>
              <a:buNone/>
            </a:pPr>
            <a:r>
              <a:rPr lang="en"/>
              <a:t xml:space="preserve"> /</a:t>
            </a:r>
            <a:endParaRPr/>
          </a:p>
        </p:txBody>
      </p:sp>
    </p:spTree>
  </p:cSld>
  <p:clrMapOvr>
    <a:masterClrMapping/>
  </p:clrMapOvr>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2">
  <p:cSld name="TITLE_ONLY_2">
    <p:bg>
      <p:bgPr>
        <a:solidFill>
          <a:schemeClr val="dk1"/>
        </a:solidFill>
      </p:bgPr>
    </p:bg>
    <p:spTree>
      <p:nvGrpSpPr>
        <p:cNvPr id="165" name="Shape 165"/>
        <p:cNvGrpSpPr/>
        <p:nvPr/>
      </p:nvGrpSpPr>
      <p:grpSpPr>
        <a:xfrm>
          <a:off x="0" y="0"/>
          <a:ext cx="0" cy="0"/>
          <a:chOff x="0" y="0"/>
          <a:chExt cx="0" cy="0"/>
        </a:xfrm>
      </p:grpSpPr>
      <p:sp>
        <p:nvSpPr>
          <p:cNvPr id="166" name="Google Shape;166;p21"/>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lt1"/>
              </a:buClr>
              <a:buSzPts val="3200"/>
              <a:buFont typeface="Inter ExtraBold"/>
              <a:buNone/>
              <a:defRPr sz="3200">
                <a:solidFill>
                  <a:schemeClr val="lt1"/>
                </a:solidFill>
                <a:latin typeface="Inter ExtraBold"/>
                <a:ea typeface="Inter ExtraBold"/>
                <a:cs typeface="Inter ExtraBold"/>
                <a:sym typeface="Inter ExtraBold"/>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p:txBody>
      </p:sp>
      <p:pic>
        <p:nvPicPr>
          <p:cNvPr id="167" name="Google Shape;167;p21"/>
          <p:cNvPicPr preferRelativeResize="0"/>
          <p:nvPr/>
        </p:nvPicPr>
        <p:blipFill>
          <a:blip r:embed="rId2">
            <a:alphaModFix/>
          </a:blip>
          <a:stretch>
            <a:fillRect/>
          </a:stretch>
        </p:blipFill>
        <p:spPr>
          <a:xfrm>
            <a:off x="-762396" y="0"/>
            <a:ext cx="548700" cy="2288640"/>
          </a:xfrm>
          <a:prstGeom prst="rect">
            <a:avLst/>
          </a:prstGeom>
          <a:noFill/>
          <a:ln>
            <a:noFill/>
          </a:ln>
        </p:spPr>
      </p:pic>
      <p:pic>
        <p:nvPicPr>
          <p:cNvPr id="168" name="Google Shape;168;p21"/>
          <p:cNvPicPr preferRelativeResize="0"/>
          <p:nvPr/>
        </p:nvPicPr>
        <p:blipFill>
          <a:blip r:embed="rId3">
            <a:alphaModFix/>
          </a:blip>
          <a:stretch>
            <a:fillRect/>
          </a:stretch>
        </p:blipFill>
        <p:spPr>
          <a:xfrm>
            <a:off x="457529" y="4543025"/>
            <a:ext cx="950976" cy="142646"/>
          </a:xfrm>
          <a:prstGeom prst="rect">
            <a:avLst/>
          </a:prstGeom>
          <a:noFill/>
          <a:ln>
            <a:noFill/>
          </a:ln>
        </p:spPr>
      </p:pic>
      <p:sp>
        <p:nvSpPr>
          <p:cNvPr id="169" name="Google Shape;169;p21"/>
          <p:cNvSpPr txBox="1"/>
          <p:nvPr>
            <p:ph idx="1" type="subTitle"/>
          </p:nvPr>
        </p:nvSpPr>
        <p:spPr>
          <a:xfrm>
            <a:off x="311700" y="1055100"/>
            <a:ext cx="8520600" cy="5727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lt1"/>
              </a:buClr>
              <a:buSzPts val="1800"/>
              <a:buNone/>
              <a:defRPr>
                <a:solidFill>
                  <a:schemeClr val="lt1"/>
                </a:solidFill>
              </a:defRPr>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p:txBody>
      </p:sp>
      <p:sp>
        <p:nvSpPr>
          <p:cNvPr id="170" name="Google Shape;170;p21"/>
          <p:cNvSpPr txBox="1"/>
          <p:nvPr>
            <p:ph idx="12" type="sldNum"/>
          </p:nvPr>
        </p:nvSpPr>
        <p:spPr>
          <a:xfrm>
            <a:off x="8096041" y="4417542"/>
            <a:ext cx="548700" cy="393600"/>
          </a:xfrm>
          <a:prstGeom prst="rect">
            <a:avLst/>
          </a:prstGeom>
        </p:spPr>
        <p:txBody>
          <a:bodyPr anchorCtr="0" anchor="ctr" bIns="91425" lIns="91425" spcFirstLastPara="1" rIns="91425" wrap="square" tIns="91425">
            <a:normAutofit/>
          </a:bodyPr>
          <a:lstStyle>
            <a:lvl1pPr lvl="0" rtl="0">
              <a:buNone/>
              <a:defRPr>
                <a:solidFill>
                  <a:schemeClr val="lt1"/>
                </a:solidFill>
                <a:latin typeface="Inter"/>
                <a:ea typeface="Inter"/>
                <a:cs typeface="Inter"/>
                <a:sym typeface="Inter"/>
              </a:defRPr>
            </a:lvl1pPr>
            <a:lvl2pPr lvl="1" rtl="0">
              <a:buNone/>
              <a:defRPr>
                <a:solidFill>
                  <a:schemeClr val="lt1"/>
                </a:solidFill>
                <a:latin typeface="Inter"/>
                <a:ea typeface="Inter"/>
                <a:cs typeface="Inter"/>
                <a:sym typeface="Inter"/>
              </a:defRPr>
            </a:lvl2pPr>
            <a:lvl3pPr lvl="2" rtl="0">
              <a:buNone/>
              <a:defRPr>
                <a:solidFill>
                  <a:schemeClr val="lt1"/>
                </a:solidFill>
                <a:latin typeface="Inter"/>
                <a:ea typeface="Inter"/>
                <a:cs typeface="Inter"/>
                <a:sym typeface="Inter"/>
              </a:defRPr>
            </a:lvl3pPr>
            <a:lvl4pPr lvl="3" rtl="0">
              <a:buNone/>
              <a:defRPr>
                <a:solidFill>
                  <a:schemeClr val="lt1"/>
                </a:solidFill>
                <a:latin typeface="Inter"/>
                <a:ea typeface="Inter"/>
                <a:cs typeface="Inter"/>
                <a:sym typeface="Inter"/>
              </a:defRPr>
            </a:lvl4pPr>
            <a:lvl5pPr lvl="4" rtl="0">
              <a:buNone/>
              <a:defRPr>
                <a:solidFill>
                  <a:schemeClr val="lt1"/>
                </a:solidFill>
                <a:latin typeface="Inter"/>
                <a:ea typeface="Inter"/>
                <a:cs typeface="Inter"/>
                <a:sym typeface="Inter"/>
              </a:defRPr>
            </a:lvl5pPr>
            <a:lvl6pPr lvl="5" rtl="0">
              <a:buNone/>
              <a:defRPr>
                <a:solidFill>
                  <a:schemeClr val="lt1"/>
                </a:solidFill>
                <a:latin typeface="Inter"/>
                <a:ea typeface="Inter"/>
                <a:cs typeface="Inter"/>
                <a:sym typeface="Inter"/>
              </a:defRPr>
            </a:lvl6pPr>
            <a:lvl7pPr lvl="6" rtl="0">
              <a:buNone/>
              <a:defRPr>
                <a:solidFill>
                  <a:schemeClr val="lt1"/>
                </a:solidFill>
                <a:latin typeface="Inter"/>
                <a:ea typeface="Inter"/>
                <a:cs typeface="Inter"/>
                <a:sym typeface="Inter"/>
              </a:defRPr>
            </a:lvl7pPr>
            <a:lvl8pPr lvl="7" rtl="0">
              <a:buNone/>
              <a:defRPr>
                <a:solidFill>
                  <a:schemeClr val="lt1"/>
                </a:solidFill>
                <a:latin typeface="Inter"/>
                <a:ea typeface="Inter"/>
                <a:cs typeface="Inter"/>
                <a:sym typeface="Inter"/>
              </a:defRPr>
            </a:lvl8pPr>
            <a:lvl9pPr lvl="8" rtl="0">
              <a:buNone/>
              <a:defRPr>
                <a:solidFill>
                  <a:schemeClr val="lt1"/>
                </a:solidFill>
                <a:latin typeface="Inter"/>
                <a:ea typeface="Inter"/>
                <a:cs typeface="Inter"/>
                <a:sym typeface="Inter"/>
              </a:defRPr>
            </a:lvl9pPr>
          </a:lstStyle>
          <a:p>
            <a:pPr indent="0" lvl="0" marL="0" rtl="0" algn="r">
              <a:spcBef>
                <a:spcPts val="0"/>
              </a:spcBef>
              <a:spcAft>
                <a:spcPts val="0"/>
              </a:spcAft>
              <a:buNone/>
            </a:pPr>
            <a:fld id="{00000000-1234-1234-1234-123412341234}" type="slidenum">
              <a:rPr lang="en"/>
              <a:t>‹#›</a:t>
            </a:fld>
            <a:endParaRPr/>
          </a:p>
        </p:txBody>
      </p:sp>
      <p:sp>
        <p:nvSpPr>
          <p:cNvPr id="171" name="Google Shape;171;p21"/>
          <p:cNvSpPr txBox="1"/>
          <p:nvPr>
            <p:ph idx="2" type="sldNum"/>
          </p:nvPr>
        </p:nvSpPr>
        <p:spPr>
          <a:xfrm>
            <a:off x="8474304" y="4417550"/>
            <a:ext cx="281700" cy="393600"/>
          </a:xfrm>
          <a:prstGeom prst="rect">
            <a:avLst/>
          </a:prstGeom>
        </p:spPr>
        <p:txBody>
          <a:bodyPr anchorCtr="0" anchor="ctr" bIns="91425" lIns="91425" spcFirstLastPara="1" rIns="91425" wrap="square" tIns="91425">
            <a:normAutofit/>
          </a:bodyPr>
          <a:lstStyle>
            <a:lvl1pPr lvl="0" rtl="0" algn="l">
              <a:buNone/>
              <a:defRPr sz="1108">
                <a:solidFill>
                  <a:srgbClr val="666666"/>
                </a:solidFill>
                <a:latin typeface="Inter"/>
                <a:ea typeface="Inter"/>
                <a:cs typeface="Inter"/>
                <a:sym typeface="Inter"/>
              </a:defRPr>
            </a:lvl1pPr>
            <a:lvl2pPr lvl="1" rtl="0" algn="l">
              <a:buNone/>
              <a:defRPr sz="1108">
                <a:solidFill>
                  <a:srgbClr val="666666"/>
                </a:solidFill>
                <a:latin typeface="Inter"/>
                <a:ea typeface="Inter"/>
                <a:cs typeface="Inter"/>
                <a:sym typeface="Inter"/>
              </a:defRPr>
            </a:lvl2pPr>
            <a:lvl3pPr lvl="2" rtl="0" algn="l">
              <a:buNone/>
              <a:defRPr sz="1108">
                <a:solidFill>
                  <a:srgbClr val="666666"/>
                </a:solidFill>
                <a:latin typeface="Inter"/>
                <a:ea typeface="Inter"/>
                <a:cs typeface="Inter"/>
                <a:sym typeface="Inter"/>
              </a:defRPr>
            </a:lvl3pPr>
            <a:lvl4pPr lvl="3" rtl="0" algn="l">
              <a:buNone/>
              <a:defRPr sz="1108">
                <a:solidFill>
                  <a:srgbClr val="666666"/>
                </a:solidFill>
                <a:latin typeface="Inter"/>
                <a:ea typeface="Inter"/>
                <a:cs typeface="Inter"/>
                <a:sym typeface="Inter"/>
              </a:defRPr>
            </a:lvl4pPr>
            <a:lvl5pPr lvl="4" rtl="0" algn="l">
              <a:buNone/>
              <a:defRPr sz="1108">
                <a:solidFill>
                  <a:srgbClr val="666666"/>
                </a:solidFill>
                <a:latin typeface="Inter"/>
                <a:ea typeface="Inter"/>
                <a:cs typeface="Inter"/>
                <a:sym typeface="Inter"/>
              </a:defRPr>
            </a:lvl5pPr>
            <a:lvl6pPr lvl="5" rtl="0" algn="l">
              <a:buNone/>
              <a:defRPr sz="1108">
                <a:solidFill>
                  <a:srgbClr val="666666"/>
                </a:solidFill>
                <a:latin typeface="Inter"/>
                <a:ea typeface="Inter"/>
                <a:cs typeface="Inter"/>
                <a:sym typeface="Inter"/>
              </a:defRPr>
            </a:lvl6pPr>
            <a:lvl7pPr lvl="6" rtl="0" algn="l">
              <a:buNone/>
              <a:defRPr sz="1108">
                <a:solidFill>
                  <a:srgbClr val="666666"/>
                </a:solidFill>
                <a:latin typeface="Inter"/>
                <a:ea typeface="Inter"/>
                <a:cs typeface="Inter"/>
                <a:sym typeface="Inter"/>
              </a:defRPr>
            </a:lvl7pPr>
            <a:lvl8pPr lvl="7" rtl="0" algn="l">
              <a:buNone/>
              <a:defRPr sz="1108">
                <a:solidFill>
                  <a:srgbClr val="666666"/>
                </a:solidFill>
                <a:latin typeface="Inter"/>
                <a:ea typeface="Inter"/>
                <a:cs typeface="Inter"/>
                <a:sym typeface="Inter"/>
              </a:defRPr>
            </a:lvl8pPr>
            <a:lvl9pPr lvl="8" rtl="0" algn="l">
              <a:buNone/>
              <a:defRPr sz="1108">
                <a:solidFill>
                  <a:srgbClr val="666666"/>
                </a:solidFill>
                <a:latin typeface="Inter"/>
                <a:ea typeface="Inter"/>
                <a:cs typeface="Inter"/>
                <a:sym typeface="Inter"/>
              </a:defRPr>
            </a:lvl9pPr>
          </a:lstStyle>
          <a:p>
            <a:pPr indent="0" lvl="0" marL="0" rtl="0" algn="l">
              <a:spcBef>
                <a:spcPts val="0"/>
              </a:spcBef>
              <a:spcAft>
                <a:spcPts val="0"/>
              </a:spcAft>
              <a:buNone/>
            </a:pPr>
            <a:r>
              <a:rPr lang="en"/>
              <a:t xml:space="preserve"> /</a:t>
            </a:r>
            <a:endParaRPr/>
          </a:p>
        </p:txBody>
      </p:sp>
      <p:pic>
        <p:nvPicPr>
          <p:cNvPr id="172" name="Google Shape;172;p21"/>
          <p:cNvPicPr preferRelativeResize="0"/>
          <p:nvPr/>
        </p:nvPicPr>
        <p:blipFill>
          <a:blip r:embed="rId2">
            <a:alphaModFix/>
          </a:blip>
          <a:stretch>
            <a:fillRect/>
          </a:stretch>
        </p:blipFill>
        <p:spPr>
          <a:xfrm>
            <a:off x="-762396" y="0"/>
            <a:ext cx="548700" cy="2288640"/>
          </a:xfrm>
          <a:prstGeom prst="rect">
            <a:avLst/>
          </a:prstGeom>
          <a:noFill/>
          <a:ln>
            <a:noFill/>
          </a:ln>
        </p:spPr>
      </p:pic>
    </p:spTree>
  </p:cSld>
  <p:clrMapOvr>
    <a:masterClrMapping/>
  </p:clrMapOvr>
</p:sldLayout>
</file>

<file path=ppt/slideLayouts/slideLayout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2 1">
  <p:cSld name="TITLE_ONLY_2_1">
    <p:bg>
      <p:bgPr>
        <a:solidFill>
          <a:schemeClr val="dk1"/>
        </a:solidFill>
      </p:bgPr>
    </p:bg>
    <p:spTree>
      <p:nvGrpSpPr>
        <p:cNvPr id="173" name="Shape 173"/>
        <p:cNvGrpSpPr/>
        <p:nvPr/>
      </p:nvGrpSpPr>
      <p:grpSpPr>
        <a:xfrm>
          <a:off x="0" y="0"/>
          <a:ext cx="0" cy="0"/>
          <a:chOff x="0" y="0"/>
          <a:chExt cx="0" cy="0"/>
        </a:xfrm>
      </p:grpSpPr>
      <p:sp>
        <p:nvSpPr>
          <p:cNvPr id="174" name="Google Shape;174;p22"/>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lt1"/>
              </a:buClr>
              <a:buSzPts val="3200"/>
              <a:buFont typeface="Inter ExtraBold"/>
              <a:buNone/>
              <a:defRPr sz="3200">
                <a:solidFill>
                  <a:schemeClr val="lt1"/>
                </a:solidFill>
                <a:latin typeface="Inter ExtraBold"/>
                <a:ea typeface="Inter ExtraBold"/>
                <a:cs typeface="Inter ExtraBold"/>
                <a:sym typeface="Inter ExtraBold"/>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p:txBody>
      </p:sp>
      <p:pic>
        <p:nvPicPr>
          <p:cNvPr id="175" name="Google Shape;175;p22"/>
          <p:cNvPicPr preferRelativeResize="0"/>
          <p:nvPr/>
        </p:nvPicPr>
        <p:blipFill>
          <a:blip r:embed="rId2">
            <a:alphaModFix/>
          </a:blip>
          <a:stretch>
            <a:fillRect/>
          </a:stretch>
        </p:blipFill>
        <p:spPr>
          <a:xfrm>
            <a:off x="-762396" y="0"/>
            <a:ext cx="548700" cy="2288640"/>
          </a:xfrm>
          <a:prstGeom prst="rect">
            <a:avLst/>
          </a:prstGeom>
          <a:noFill/>
          <a:ln>
            <a:noFill/>
          </a:ln>
        </p:spPr>
      </p:pic>
      <p:pic>
        <p:nvPicPr>
          <p:cNvPr id="176" name="Google Shape;176;p22"/>
          <p:cNvPicPr preferRelativeResize="0"/>
          <p:nvPr/>
        </p:nvPicPr>
        <p:blipFill>
          <a:blip r:embed="rId3">
            <a:alphaModFix/>
          </a:blip>
          <a:stretch>
            <a:fillRect/>
          </a:stretch>
        </p:blipFill>
        <p:spPr>
          <a:xfrm>
            <a:off x="457529" y="4543025"/>
            <a:ext cx="950976" cy="142646"/>
          </a:xfrm>
          <a:prstGeom prst="rect">
            <a:avLst/>
          </a:prstGeom>
          <a:noFill/>
          <a:ln>
            <a:noFill/>
          </a:ln>
        </p:spPr>
      </p:pic>
      <p:sp>
        <p:nvSpPr>
          <p:cNvPr id="177" name="Google Shape;177;p22"/>
          <p:cNvSpPr txBox="1"/>
          <p:nvPr>
            <p:ph idx="1" type="subTitle"/>
          </p:nvPr>
        </p:nvSpPr>
        <p:spPr>
          <a:xfrm>
            <a:off x="311700" y="1055100"/>
            <a:ext cx="8520600" cy="5727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lt1"/>
              </a:buClr>
              <a:buSzPts val="1800"/>
              <a:buNone/>
              <a:defRPr>
                <a:solidFill>
                  <a:schemeClr val="lt1"/>
                </a:solidFill>
              </a:defRPr>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p:txBody>
      </p:sp>
      <p:sp>
        <p:nvSpPr>
          <p:cNvPr id="178" name="Google Shape;178;p22"/>
          <p:cNvSpPr txBox="1"/>
          <p:nvPr>
            <p:ph idx="12" type="sldNum"/>
          </p:nvPr>
        </p:nvSpPr>
        <p:spPr>
          <a:xfrm>
            <a:off x="8096041" y="4417542"/>
            <a:ext cx="548700" cy="393600"/>
          </a:xfrm>
          <a:prstGeom prst="rect">
            <a:avLst/>
          </a:prstGeom>
        </p:spPr>
        <p:txBody>
          <a:bodyPr anchorCtr="0" anchor="ctr" bIns="91425" lIns="91425" spcFirstLastPara="1" rIns="91425" wrap="square" tIns="91425">
            <a:normAutofit/>
          </a:bodyPr>
          <a:lstStyle>
            <a:lvl1pPr lvl="0" rtl="0">
              <a:buNone/>
              <a:defRPr>
                <a:solidFill>
                  <a:schemeClr val="lt1"/>
                </a:solidFill>
                <a:latin typeface="Inter"/>
                <a:ea typeface="Inter"/>
                <a:cs typeface="Inter"/>
                <a:sym typeface="Inter"/>
              </a:defRPr>
            </a:lvl1pPr>
            <a:lvl2pPr lvl="1" rtl="0">
              <a:buNone/>
              <a:defRPr>
                <a:solidFill>
                  <a:schemeClr val="lt1"/>
                </a:solidFill>
                <a:latin typeface="Inter"/>
                <a:ea typeface="Inter"/>
                <a:cs typeface="Inter"/>
                <a:sym typeface="Inter"/>
              </a:defRPr>
            </a:lvl2pPr>
            <a:lvl3pPr lvl="2" rtl="0">
              <a:buNone/>
              <a:defRPr>
                <a:solidFill>
                  <a:schemeClr val="lt1"/>
                </a:solidFill>
                <a:latin typeface="Inter"/>
                <a:ea typeface="Inter"/>
                <a:cs typeface="Inter"/>
                <a:sym typeface="Inter"/>
              </a:defRPr>
            </a:lvl3pPr>
            <a:lvl4pPr lvl="3" rtl="0">
              <a:buNone/>
              <a:defRPr>
                <a:solidFill>
                  <a:schemeClr val="lt1"/>
                </a:solidFill>
                <a:latin typeface="Inter"/>
                <a:ea typeface="Inter"/>
                <a:cs typeface="Inter"/>
                <a:sym typeface="Inter"/>
              </a:defRPr>
            </a:lvl4pPr>
            <a:lvl5pPr lvl="4" rtl="0">
              <a:buNone/>
              <a:defRPr>
                <a:solidFill>
                  <a:schemeClr val="lt1"/>
                </a:solidFill>
                <a:latin typeface="Inter"/>
                <a:ea typeface="Inter"/>
                <a:cs typeface="Inter"/>
                <a:sym typeface="Inter"/>
              </a:defRPr>
            </a:lvl5pPr>
            <a:lvl6pPr lvl="5" rtl="0">
              <a:buNone/>
              <a:defRPr>
                <a:solidFill>
                  <a:schemeClr val="lt1"/>
                </a:solidFill>
                <a:latin typeface="Inter"/>
                <a:ea typeface="Inter"/>
                <a:cs typeface="Inter"/>
                <a:sym typeface="Inter"/>
              </a:defRPr>
            </a:lvl6pPr>
            <a:lvl7pPr lvl="6" rtl="0">
              <a:buNone/>
              <a:defRPr>
                <a:solidFill>
                  <a:schemeClr val="lt1"/>
                </a:solidFill>
                <a:latin typeface="Inter"/>
                <a:ea typeface="Inter"/>
                <a:cs typeface="Inter"/>
                <a:sym typeface="Inter"/>
              </a:defRPr>
            </a:lvl7pPr>
            <a:lvl8pPr lvl="7" rtl="0">
              <a:buNone/>
              <a:defRPr>
                <a:solidFill>
                  <a:schemeClr val="lt1"/>
                </a:solidFill>
                <a:latin typeface="Inter"/>
                <a:ea typeface="Inter"/>
                <a:cs typeface="Inter"/>
                <a:sym typeface="Inter"/>
              </a:defRPr>
            </a:lvl8pPr>
            <a:lvl9pPr lvl="8" rtl="0">
              <a:buNone/>
              <a:defRPr>
                <a:solidFill>
                  <a:schemeClr val="lt1"/>
                </a:solidFill>
                <a:latin typeface="Inter"/>
                <a:ea typeface="Inter"/>
                <a:cs typeface="Inter"/>
                <a:sym typeface="Inter"/>
              </a:defRPr>
            </a:lvl9pPr>
          </a:lstStyle>
          <a:p>
            <a:pPr indent="0" lvl="0" marL="0" rtl="0" algn="r">
              <a:spcBef>
                <a:spcPts val="0"/>
              </a:spcBef>
              <a:spcAft>
                <a:spcPts val="0"/>
              </a:spcAft>
              <a:buNone/>
            </a:pPr>
            <a:fld id="{00000000-1234-1234-1234-123412341234}" type="slidenum">
              <a:rPr lang="en"/>
              <a:t>‹#›</a:t>
            </a:fld>
            <a:endParaRPr/>
          </a:p>
        </p:txBody>
      </p:sp>
      <p:sp>
        <p:nvSpPr>
          <p:cNvPr id="179" name="Google Shape;179;p22"/>
          <p:cNvSpPr txBox="1"/>
          <p:nvPr>
            <p:ph idx="2" type="sldNum"/>
          </p:nvPr>
        </p:nvSpPr>
        <p:spPr>
          <a:xfrm>
            <a:off x="8474304" y="4417550"/>
            <a:ext cx="281700" cy="393600"/>
          </a:xfrm>
          <a:prstGeom prst="rect">
            <a:avLst/>
          </a:prstGeom>
        </p:spPr>
        <p:txBody>
          <a:bodyPr anchorCtr="0" anchor="ctr" bIns="91425" lIns="91425" spcFirstLastPara="1" rIns="91425" wrap="square" tIns="91425">
            <a:normAutofit/>
          </a:bodyPr>
          <a:lstStyle>
            <a:lvl1pPr lvl="0" rtl="0" algn="l">
              <a:buNone/>
              <a:defRPr sz="1108">
                <a:solidFill>
                  <a:srgbClr val="666666"/>
                </a:solidFill>
                <a:latin typeface="Inter"/>
                <a:ea typeface="Inter"/>
                <a:cs typeface="Inter"/>
                <a:sym typeface="Inter"/>
              </a:defRPr>
            </a:lvl1pPr>
            <a:lvl2pPr lvl="1" rtl="0" algn="l">
              <a:buNone/>
              <a:defRPr sz="1108">
                <a:solidFill>
                  <a:srgbClr val="666666"/>
                </a:solidFill>
                <a:latin typeface="Inter"/>
                <a:ea typeface="Inter"/>
                <a:cs typeface="Inter"/>
                <a:sym typeface="Inter"/>
              </a:defRPr>
            </a:lvl2pPr>
            <a:lvl3pPr lvl="2" rtl="0" algn="l">
              <a:buNone/>
              <a:defRPr sz="1108">
                <a:solidFill>
                  <a:srgbClr val="666666"/>
                </a:solidFill>
                <a:latin typeface="Inter"/>
                <a:ea typeface="Inter"/>
                <a:cs typeface="Inter"/>
                <a:sym typeface="Inter"/>
              </a:defRPr>
            </a:lvl3pPr>
            <a:lvl4pPr lvl="3" rtl="0" algn="l">
              <a:buNone/>
              <a:defRPr sz="1108">
                <a:solidFill>
                  <a:srgbClr val="666666"/>
                </a:solidFill>
                <a:latin typeface="Inter"/>
                <a:ea typeface="Inter"/>
                <a:cs typeface="Inter"/>
                <a:sym typeface="Inter"/>
              </a:defRPr>
            </a:lvl4pPr>
            <a:lvl5pPr lvl="4" rtl="0" algn="l">
              <a:buNone/>
              <a:defRPr sz="1108">
                <a:solidFill>
                  <a:srgbClr val="666666"/>
                </a:solidFill>
                <a:latin typeface="Inter"/>
                <a:ea typeface="Inter"/>
                <a:cs typeface="Inter"/>
                <a:sym typeface="Inter"/>
              </a:defRPr>
            </a:lvl5pPr>
            <a:lvl6pPr lvl="5" rtl="0" algn="l">
              <a:buNone/>
              <a:defRPr sz="1108">
                <a:solidFill>
                  <a:srgbClr val="666666"/>
                </a:solidFill>
                <a:latin typeface="Inter"/>
                <a:ea typeface="Inter"/>
                <a:cs typeface="Inter"/>
                <a:sym typeface="Inter"/>
              </a:defRPr>
            </a:lvl6pPr>
            <a:lvl7pPr lvl="6" rtl="0" algn="l">
              <a:buNone/>
              <a:defRPr sz="1108">
                <a:solidFill>
                  <a:srgbClr val="666666"/>
                </a:solidFill>
                <a:latin typeface="Inter"/>
                <a:ea typeface="Inter"/>
                <a:cs typeface="Inter"/>
                <a:sym typeface="Inter"/>
              </a:defRPr>
            </a:lvl7pPr>
            <a:lvl8pPr lvl="7" rtl="0" algn="l">
              <a:buNone/>
              <a:defRPr sz="1108">
                <a:solidFill>
                  <a:srgbClr val="666666"/>
                </a:solidFill>
                <a:latin typeface="Inter"/>
                <a:ea typeface="Inter"/>
                <a:cs typeface="Inter"/>
                <a:sym typeface="Inter"/>
              </a:defRPr>
            </a:lvl8pPr>
            <a:lvl9pPr lvl="8" rtl="0" algn="l">
              <a:buNone/>
              <a:defRPr sz="1108">
                <a:solidFill>
                  <a:srgbClr val="666666"/>
                </a:solidFill>
                <a:latin typeface="Inter"/>
                <a:ea typeface="Inter"/>
                <a:cs typeface="Inter"/>
                <a:sym typeface="Inter"/>
              </a:defRPr>
            </a:lvl9pPr>
          </a:lstStyle>
          <a:p>
            <a:pPr indent="0" lvl="0" marL="0" rtl="0" algn="l">
              <a:spcBef>
                <a:spcPts val="0"/>
              </a:spcBef>
              <a:spcAft>
                <a:spcPts val="0"/>
              </a:spcAft>
              <a:buNone/>
            </a:pPr>
            <a:r>
              <a:rPr lang="en"/>
              <a:t xml:space="preserve"> /</a:t>
            </a:r>
            <a:endParaRPr/>
          </a:p>
        </p:txBody>
      </p:sp>
    </p:spTree>
  </p:cSld>
  <p:clrMapOvr>
    <a:masterClrMapping/>
  </p:clrMapOvr>
</p:sldLayout>
</file>

<file path=ppt/slideLayouts/slideLayout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2 1 1">
  <p:cSld name="TITLE_ONLY_2_1_1">
    <p:bg>
      <p:bgPr>
        <a:blipFill>
          <a:blip r:embed="rId2">
            <a:alphaModFix/>
          </a:blip>
          <a:stretch>
            <a:fillRect/>
          </a:stretch>
        </a:blipFill>
      </p:bgPr>
    </p:bg>
    <p:spTree>
      <p:nvGrpSpPr>
        <p:cNvPr id="180" name="Shape 180"/>
        <p:cNvGrpSpPr/>
        <p:nvPr/>
      </p:nvGrpSpPr>
      <p:grpSpPr>
        <a:xfrm>
          <a:off x="0" y="0"/>
          <a:ext cx="0" cy="0"/>
          <a:chOff x="0" y="0"/>
          <a:chExt cx="0" cy="0"/>
        </a:xfrm>
      </p:grpSpPr>
      <p:sp>
        <p:nvSpPr>
          <p:cNvPr id="181" name="Google Shape;181;p23"/>
          <p:cNvSpPr txBox="1"/>
          <p:nvPr>
            <p:ph type="title"/>
          </p:nvPr>
        </p:nvSpPr>
        <p:spPr>
          <a:xfrm>
            <a:off x="1481850" y="1302275"/>
            <a:ext cx="6180300" cy="5727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dk1"/>
              </a:buClr>
              <a:buSzPts val="3200"/>
              <a:buFont typeface="Inter Medium"/>
              <a:buNone/>
              <a:defRPr sz="3200">
                <a:solidFill>
                  <a:schemeClr val="dk1"/>
                </a:solidFill>
                <a:latin typeface="Inter Medium"/>
                <a:ea typeface="Inter Medium"/>
                <a:cs typeface="Inter Medium"/>
                <a:sym typeface="Inter Medium"/>
              </a:defRPr>
            </a:lvl1pPr>
            <a:lvl2pPr lvl="1" rtl="0" algn="ctr">
              <a:spcBef>
                <a:spcPts val="0"/>
              </a:spcBef>
              <a:spcAft>
                <a:spcPts val="0"/>
              </a:spcAft>
              <a:buSzPts val="2800"/>
              <a:buNone/>
              <a:defRPr/>
            </a:lvl2pPr>
            <a:lvl3pPr lvl="2" rtl="0" algn="ctr">
              <a:spcBef>
                <a:spcPts val="0"/>
              </a:spcBef>
              <a:spcAft>
                <a:spcPts val="0"/>
              </a:spcAft>
              <a:buSzPts val="2800"/>
              <a:buNone/>
              <a:defRPr/>
            </a:lvl3pPr>
            <a:lvl4pPr lvl="3" rtl="0" algn="ctr">
              <a:spcBef>
                <a:spcPts val="0"/>
              </a:spcBef>
              <a:spcAft>
                <a:spcPts val="0"/>
              </a:spcAft>
              <a:buSzPts val="2800"/>
              <a:buNone/>
              <a:defRPr/>
            </a:lvl4pPr>
            <a:lvl5pPr lvl="4" rtl="0" algn="ctr">
              <a:spcBef>
                <a:spcPts val="0"/>
              </a:spcBef>
              <a:spcAft>
                <a:spcPts val="0"/>
              </a:spcAft>
              <a:buSzPts val="2800"/>
              <a:buNone/>
              <a:defRPr/>
            </a:lvl5pPr>
            <a:lvl6pPr lvl="5" rtl="0" algn="ctr">
              <a:spcBef>
                <a:spcPts val="0"/>
              </a:spcBef>
              <a:spcAft>
                <a:spcPts val="0"/>
              </a:spcAft>
              <a:buSzPts val="2800"/>
              <a:buNone/>
              <a:defRPr/>
            </a:lvl6pPr>
            <a:lvl7pPr lvl="6" rtl="0" algn="ctr">
              <a:spcBef>
                <a:spcPts val="0"/>
              </a:spcBef>
              <a:spcAft>
                <a:spcPts val="0"/>
              </a:spcAft>
              <a:buSzPts val="2800"/>
              <a:buNone/>
              <a:defRPr/>
            </a:lvl7pPr>
            <a:lvl8pPr lvl="7" rtl="0" algn="ctr">
              <a:spcBef>
                <a:spcPts val="0"/>
              </a:spcBef>
              <a:spcAft>
                <a:spcPts val="0"/>
              </a:spcAft>
              <a:buSzPts val="2800"/>
              <a:buNone/>
              <a:defRPr/>
            </a:lvl8pPr>
            <a:lvl9pPr lvl="8" rtl="0" algn="ctr">
              <a:spcBef>
                <a:spcPts val="0"/>
              </a:spcBef>
              <a:spcAft>
                <a:spcPts val="0"/>
              </a:spcAft>
              <a:buSzPts val="2800"/>
              <a:buNone/>
              <a:defRPr/>
            </a:lvl9pPr>
          </a:lstStyle>
          <a:p/>
        </p:txBody>
      </p:sp>
      <p:sp>
        <p:nvSpPr>
          <p:cNvPr id="182" name="Google Shape;182;p23"/>
          <p:cNvSpPr txBox="1"/>
          <p:nvPr>
            <p:ph idx="1" type="subTitle"/>
          </p:nvPr>
        </p:nvSpPr>
        <p:spPr>
          <a:xfrm>
            <a:off x="2285825" y="1802425"/>
            <a:ext cx="4572300" cy="1655400"/>
          </a:xfrm>
          <a:prstGeom prst="rect">
            <a:avLst/>
          </a:prstGeom>
        </p:spPr>
        <p:txBody>
          <a:bodyPr anchorCtr="0" anchor="ctr" bIns="91425" lIns="91425" spcFirstLastPara="1" rIns="91425" wrap="square" tIns="91425">
            <a:normAutofit/>
          </a:bodyPr>
          <a:lstStyle>
            <a:lvl1pPr lvl="0" rtl="0" algn="ctr">
              <a:spcBef>
                <a:spcPts val="0"/>
              </a:spcBef>
              <a:spcAft>
                <a:spcPts val="0"/>
              </a:spcAft>
              <a:buClr>
                <a:schemeClr val="dk1"/>
              </a:buClr>
              <a:buSzPts val="1800"/>
              <a:buNone/>
              <a:defRPr>
                <a:solidFill>
                  <a:schemeClr val="dk1"/>
                </a:solidFill>
              </a:defRPr>
            </a:lvl1pPr>
            <a:lvl2pPr lvl="1" rtl="0" algn="ctr">
              <a:spcBef>
                <a:spcPts val="0"/>
              </a:spcBef>
              <a:spcAft>
                <a:spcPts val="0"/>
              </a:spcAft>
              <a:buSzPts val="1400"/>
              <a:buNone/>
              <a:defRPr/>
            </a:lvl2pPr>
            <a:lvl3pPr lvl="2" rtl="0" algn="ctr">
              <a:spcBef>
                <a:spcPts val="0"/>
              </a:spcBef>
              <a:spcAft>
                <a:spcPts val="0"/>
              </a:spcAft>
              <a:buSzPts val="1400"/>
              <a:buNone/>
              <a:defRPr/>
            </a:lvl3pPr>
            <a:lvl4pPr lvl="3" rtl="0" algn="ctr">
              <a:spcBef>
                <a:spcPts val="0"/>
              </a:spcBef>
              <a:spcAft>
                <a:spcPts val="0"/>
              </a:spcAft>
              <a:buSzPts val="1400"/>
              <a:buNone/>
              <a:defRPr/>
            </a:lvl4pPr>
            <a:lvl5pPr lvl="4" rtl="0" algn="ctr">
              <a:spcBef>
                <a:spcPts val="0"/>
              </a:spcBef>
              <a:spcAft>
                <a:spcPts val="0"/>
              </a:spcAft>
              <a:buSzPts val="1400"/>
              <a:buNone/>
              <a:defRPr/>
            </a:lvl5pPr>
            <a:lvl6pPr lvl="5" rtl="0" algn="ctr">
              <a:spcBef>
                <a:spcPts val="0"/>
              </a:spcBef>
              <a:spcAft>
                <a:spcPts val="0"/>
              </a:spcAft>
              <a:buSzPts val="1400"/>
              <a:buNone/>
              <a:defRPr/>
            </a:lvl6pPr>
            <a:lvl7pPr lvl="6" rtl="0" algn="ctr">
              <a:spcBef>
                <a:spcPts val="0"/>
              </a:spcBef>
              <a:spcAft>
                <a:spcPts val="0"/>
              </a:spcAft>
              <a:buSzPts val="1400"/>
              <a:buNone/>
              <a:defRPr/>
            </a:lvl7pPr>
            <a:lvl8pPr lvl="7" rtl="0" algn="ctr">
              <a:spcBef>
                <a:spcPts val="0"/>
              </a:spcBef>
              <a:spcAft>
                <a:spcPts val="0"/>
              </a:spcAft>
              <a:buSzPts val="1400"/>
              <a:buNone/>
              <a:defRPr/>
            </a:lvl8pPr>
            <a:lvl9pPr lvl="8" rtl="0" algn="ctr">
              <a:spcBef>
                <a:spcPts val="0"/>
              </a:spcBef>
              <a:spcAft>
                <a:spcPts val="0"/>
              </a:spcAft>
              <a:buSzPts val="1400"/>
              <a:buNone/>
              <a:defRPr/>
            </a:lvl9pPr>
          </a:lstStyle>
          <a:p/>
        </p:txBody>
      </p:sp>
      <p:pic>
        <p:nvPicPr>
          <p:cNvPr id="183" name="Google Shape;183;p23"/>
          <p:cNvPicPr preferRelativeResize="0"/>
          <p:nvPr/>
        </p:nvPicPr>
        <p:blipFill>
          <a:blip r:embed="rId3">
            <a:alphaModFix/>
          </a:blip>
          <a:stretch>
            <a:fillRect/>
          </a:stretch>
        </p:blipFill>
        <p:spPr>
          <a:xfrm>
            <a:off x="-762396" y="0"/>
            <a:ext cx="548700" cy="2288640"/>
          </a:xfrm>
          <a:prstGeom prst="rect">
            <a:avLst/>
          </a:prstGeom>
          <a:noFill/>
          <a:ln>
            <a:noFill/>
          </a:ln>
        </p:spPr>
      </p:pic>
      <p:sp>
        <p:nvSpPr>
          <p:cNvPr id="184" name="Google Shape;184;p23"/>
          <p:cNvSpPr txBox="1"/>
          <p:nvPr>
            <p:ph idx="12" type="sldNum"/>
          </p:nvPr>
        </p:nvSpPr>
        <p:spPr>
          <a:xfrm>
            <a:off x="8096041" y="4417542"/>
            <a:ext cx="548700" cy="393600"/>
          </a:xfrm>
          <a:prstGeom prst="rect">
            <a:avLst/>
          </a:prstGeom>
        </p:spPr>
        <p:txBody>
          <a:bodyPr anchorCtr="0" anchor="ctr" bIns="91425" lIns="91425" spcFirstLastPara="1" rIns="91425" wrap="square" tIns="91425">
            <a:normAutofit/>
          </a:bodyPr>
          <a:lstStyle>
            <a:lvl1pPr lvl="0" rtl="0">
              <a:buNone/>
              <a:defRPr>
                <a:solidFill>
                  <a:schemeClr val="lt1"/>
                </a:solidFill>
                <a:latin typeface="Inter"/>
                <a:ea typeface="Inter"/>
                <a:cs typeface="Inter"/>
                <a:sym typeface="Inter"/>
              </a:defRPr>
            </a:lvl1pPr>
            <a:lvl2pPr lvl="1" rtl="0">
              <a:buNone/>
              <a:defRPr>
                <a:solidFill>
                  <a:schemeClr val="lt1"/>
                </a:solidFill>
                <a:latin typeface="Inter"/>
                <a:ea typeface="Inter"/>
                <a:cs typeface="Inter"/>
                <a:sym typeface="Inter"/>
              </a:defRPr>
            </a:lvl2pPr>
            <a:lvl3pPr lvl="2" rtl="0">
              <a:buNone/>
              <a:defRPr>
                <a:solidFill>
                  <a:schemeClr val="lt1"/>
                </a:solidFill>
                <a:latin typeface="Inter"/>
                <a:ea typeface="Inter"/>
                <a:cs typeface="Inter"/>
                <a:sym typeface="Inter"/>
              </a:defRPr>
            </a:lvl3pPr>
            <a:lvl4pPr lvl="3" rtl="0">
              <a:buNone/>
              <a:defRPr>
                <a:solidFill>
                  <a:schemeClr val="lt1"/>
                </a:solidFill>
                <a:latin typeface="Inter"/>
                <a:ea typeface="Inter"/>
                <a:cs typeface="Inter"/>
                <a:sym typeface="Inter"/>
              </a:defRPr>
            </a:lvl4pPr>
            <a:lvl5pPr lvl="4" rtl="0">
              <a:buNone/>
              <a:defRPr>
                <a:solidFill>
                  <a:schemeClr val="lt1"/>
                </a:solidFill>
                <a:latin typeface="Inter"/>
                <a:ea typeface="Inter"/>
                <a:cs typeface="Inter"/>
                <a:sym typeface="Inter"/>
              </a:defRPr>
            </a:lvl5pPr>
            <a:lvl6pPr lvl="5" rtl="0">
              <a:buNone/>
              <a:defRPr>
                <a:solidFill>
                  <a:schemeClr val="lt1"/>
                </a:solidFill>
                <a:latin typeface="Inter"/>
                <a:ea typeface="Inter"/>
                <a:cs typeface="Inter"/>
                <a:sym typeface="Inter"/>
              </a:defRPr>
            </a:lvl6pPr>
            <a:lvl7pPr lvl="6" rtl="0">
              <a:buNone/>
              <a:defRPr>
                <a:solidFill>
                  <a:schemeClr val="lt1"/>
                </a:solidFill>
                <a:latin typeface="Inter"/>
                <a:ea typeface="Inter"/>
                <a:cs typeface="Inter"/>
                <a:sym typeface="Inter"/>
              </a:defRPr>
            </a:lvl7pPr>
            <a:lvl8pPr lvl="7" rtl="0">
              <a:buNone/>
              <a:defRPr>
                <a:solidFill>
                  <a:schemeClr val="lt1"/>
                </a:solidFill>
                <a:latin typeface="Inter"/>
                <a:ea typeface="Inter"/>
                <a:cs typeface="Inter"/>
                <a:sym typeface="Inter"/>
              </a:defRPr>
            </a:lvl8pPr>
            <a:lvl9pPr lvl="8" rtl="0">
              <a:buNone/>
              <a:defRPr>
                <a:solidFill>
                  <a:schemeClr val="lt1"/>
                </a:solidFill>
                <a:latin typeface="Inter"/>
                <a:ea typeface="Inter"/>
                <a:cs typeface="Inter"/>
                <a:sym typeface="Inter"/>
              </a:defRPr>
            </a:lvl9pPr>
          </a:lstStyle>
          <a:p>
            <a:pPr indent="0" lvl="0" marL="0" rtl="0" algn="r">
              <a:spcBef>
                <a:spcPts val="0"/>
              </a:spcBef>
              <a:spcAft>
                <a:spcPts val="0"/>
              </a:spcAft>
              <a:buNone/>
            </a:pPr>
            <a:fld id="{00000000-1234-1234-1234-123412341234}" type="slidenum">
              <a:rPr lang="en"/>
              <a:t>‹#›</a:t>
            </a:fld>
            <a:endParaRPr/>
          </a:p>
        </p:txBody>
      </p:sp>
      <p:sp>
        <p:nvSpPr>
          <p:cNvPr id="185" name="Google Shape;185;p23"/>
          <p:cNvSpPr txBox="1"/>
          <p:nvPr>
            <p:ph idx="2" type="sldNum"/>
          </p:nvPr>
        </p:nvSpPr>
        <p:spPr>
          <a:xfrm>
            <a:off x="8474304" y="4417550"/>
            <a:ext cx="281700" cy="393600"/>
          </a:xfrm>
          <a:prstGeom prst="rect">
            <a:avLst/>
          </a:prstGeom>
        </p:spPr>
        <p:txBody>
          <a:bodyPr anchorCtr="0" anchor="ctr" bIns="91425" lIns="91425" spcFirstLastPara="1" rIns="91425" wrap="square" tIns="91425">
            <a:normAutofit/>
          </a:bodyPr>
          <a:lstStyle>
            <a:lvl1pPr lvl="0" rtl="0" algn="l">
              <a:buNone/>
              <a:defRPr sz="1108">
                <a:solidFill>
                  <a:srgbClr val="666666"/>
                </a:solidFill>
                <a:latin typeface="Inter"/>
                <a:ea typeface="Inter"/>
                <a:cs typeface="Inter"/>
                <a:sym typeface="Inter"/>
              </a:defRPr>
            </a:lvl1pPr>
            <a:lvl2pPr lvl="1" rtl="0" algn="l">
              <a:buNone/>
              <a:defRPr sz="1108">
                <a:solidFill>
                  <a:srgbClr val="666666"/>
                </a:solidFill>
                <a:latin typeface="Inter"/>
                <a:ea typeface="Inter"/>
                <a:cs typeface="Inter"/>
                <a:sym typeface="Inter"/>
              </a:defRPr>
            </a:lvl2pPr>
            <a:lvl3pPr lvl="2" rtl="0" algn="l">
              <a:buNone/>
              <a:defRPr sz="1108">
                <a:solidFill>
                  <a:srgbClr val="666666"/>
                </a:solidFill>
                <a:latin typeface="Inter"/>
                <a:ea typeface="Inter"/>
                <a:cs typeface="Inter"/>
                <a:sym typeface="Inter"/>
              </a:defRPr>
            </a:lvl3pPr>
            <a:lvl4pPr lvl="3" rtl="0" algn="l">
              <a:buNone/>
              <a:defRPr sz="1108">
                <a:solidFill>
                  <a:srgbClr val="666666"/>
                </a:solidFill>
                <a:latin typeface="Inter"/>
                <a:ea typeface="Inter"/>
                <a:cs typeface="Inter"/>
                <a:sym typeface="Inter"/>
              </a:defRPr>
            </a:lvl4pPr>
            <a:lvl5pPr lvl="4" rtl="0" algn="l">
              <a:buNone/>
              <a:defRPr sz="1108">
                <a:solidFill>
                  <a:srgbClr val="666666"/>
                </a:solidFill>
                <a:latin typeface="Inter"/>
                <a:ea typeface="Inter"/>
                <a:cs typeface="Inter"/>
                <a:sym typeface="Inter"/>
              </a:defRPr>
            </a:lvl5pPr>
            <a:lvl6pPr lvl="5" rtl="0" algn="l">
              <a:buNone/>
              <a:defRPr sz="1108">
                <a:solidFill>
                  <a:srgbClr val="666666"/>
                </a:solidFill>
                <a:latin typeface="Inter"/>
                <a:ea typeface="Inter"/>
                <a:cs typeface="Inter"/>
                <a:sym typeface="Inter"/>
              </a:defRPr>
            </a:lvl6pPr>
            <a:lvl7pPr lvl="6" rtl="0" algn="l">
              <a:buNone/>
              <a:defRPr sz="1108">
                <a:solidFill>
                  <a:srgbClr val="666666"/>
                </a:solidFill>
                <a:latin typeface="Inter"/>
                <a:ea typeface="Inter"/>
                <a:cs typeface="Inter"/>
                <a:sym typeface="Inter"/>
              </a:defRPr>
            </a:lvl7pPr>
            <a:lvl8pPr lvl="7" rtl="0" algn="l">
              <a:buNone/>
              <a:defRPr sz="1108">
                <a:solidFill>
                  <a:srgbClr val="666666"/>
                </a:solidFill>
                <a:latin typeface="Inter"/>
                <a:ea typeface="Inter"/>
                <a:cs typeface="Inter"/>
                <a:sym typeface="Inter"/>
              </a:defRPr>
            </a:lvl8pPr>
            <a:lvl9pPr lvl="8" rtl="0" algn="l">
              <a:buNone/>
              <a:defRPr sz="1108">
                <a:solidFill>
                  <a:srgbClr val="666666"/>
                </a:solidFill>
                <a:latin typeface="Inter"/>
                <a:ea typeface="Inter"/>
                <a:cs typeface="Inter"/>
                <a:sym typeface="Inter"/>
              </a:defRPr>
            </a:lvl9pPr>
          </a:lstStyle>
          <a:p>
            <a:pPr indent="0" lvl="0" marL="0" rtl="0" algn="l">
              <a:spcBef>
                <a:spcPts val="0"/>
              </a:spcBef>
              <a:spcAft>
                <a:spcPts val="0"/>
              </a:spcAft>
              <a:buNone/>
            </a:pPr>
            <a:r>
              <a:rPr lang="en"/>
              <a:t xml:space="preserve"> /</a:t>
            </a:r>
            <a:endParaRPr/>
          </a:p>
        </p:txBody>
      </p:sp>
      <p:pic>
        <p:nvPicPr>
          <p:cNvPr id="186" name="Google Shape;186;p23"/>
          <p:cNvPicPr preferRelativeResize="0"/>
          <p:nvPr/>
        </p:nvPicPr>
        <p:blipFill>
          <a:blip r:embed="rId4">
            <a:alphaModFix/>
          </a:blip>
          <a:stretch>
            <a:fillRect/>
          </a:stretch>
        </p:blipFill>
        <p:spPr>
          <a:xfrm>
            <a:off x="457529" y="4543025"/>
            <a:ext cx="950976" cy="142646"/>
          </a:xfrm>
          <a:prstGeom prst="rect">
            <a:avLst/>
          </a:prstGeom>
          <a:noFill/>
          <a:ln>
            <a:noFill/>
          </a:ln>
        </p:spPr>
      </p:pic>
    </p:spTree>
  </p:cSld>
  <p:clrMapOvr>
    <a:masterClrMapping/>
  </p:clrMapOvr>
</p:sldLayout>
</file>

<file path=ppt/slideLayouts/slideLayout2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am Six Heads">
  <p:cSld name="ONE_COLUMN_TEXT_1">
    <p:spTree>
      <p:nvGrpSpPr>
        <p:cNvPr id="187" name="Shape 187"/>
        <p:cNvGrpSpPr/>
        <p:nvPr/>
      </p:nvGrpSpPr>
      <p:grpSpPr>
        <a:xfrm>
          <a:off x="0" y="0"/>
          <a:ext cx="0" cy="0"/>
          <a:chOff x="0" y="0"/>
          <a:chExt cx="0" cy="0"/>
        </a:xfrm>
      </p:grpSpPr>
      <p:sp>
        <p:nvSpPr>
          <p:cNvPr id="188" name="Google Shape;188;p24"/>
          <p:cNvSpPr txBox="1"/>
          <p:nvPr>
            <p:ph type="title"/>
          </p:nvPr>
        </p:nvSpPr>
        <p:spPr>
          <a:xfrm>
            <a:off x="1294325" y="1380150"/>
            <a:ext cx="1796700" cy="481500"/>
          </a:xfrm>
          <a:prstGeom prst="rect">
            <a:avLst/>
          </a:prstGeom>
        </p:spPr>
        <p:txBody>
          <a:bodyPr anchorCtr="0" anchor="b" bIns="91425" lIns="91425" spcFirstLastPara="1" rIns="91425" wrap="square" tIns="91425">
            <a:normAutofit/>
          </a:bodyPr>
          <a:lstStyle>
            <a:lvl1pPr lvl="0" rtl="0">
              <a:spcBef>
                <a:spcPts val="0"/>
              </a:spcBef>
              <a:spcAft>
                <a:spcPts val="0"/>
              </a:spcAft>
              <a:buSzPts val="1800"/>
              <a:buFont typeface="Inter Medium"/>
              <a:buNone/>
              <a:defRPr sz="1800">
                <a:latin typeface="Inter Medium"/>
                <a:ea typeface="Inter Medium"/>
                <a:cs typeface="Inter Medium"/>
                <a:sym typeface="Inter Medium"/>
              </a:defRPr>
            </a:lvl1pPr>
            <a:lvl2pPr lvl="1" rtl="0">
              <a:spcBef>
                <a:spcPts val="0"/>
              </a:spcBef>
              <a:spcAft>
                <a:spcPts val="0"/>
              </a:spcAft>
              <a:buSzPts val="1800"/>
              <a:buNone/>
              <a:defRPr sz="1800"/>
            </a:lvl2pPr>
            <a:lvl3pPr lvl="2" rtl="0">
              <a:spcBef>
                <a:spcPts val="0"/>
              </a:spcBef>
              <a:spcAft>
                <a:spcPts val="0"/>
              </a:spcAft>
              <a:buSzPts val="1800"/>
              <a:buNone/>
              <a:defRPr sz="1800"/>
            </a:lvl3pPr>
            <a:lvl4pPr lvl="3" rtl="0">
              <a:spcBef>
                <a:spcPts val="0"/>
              </a:spcBef>
              <a:spcAft>
                <a:spcPts val="0"/>
              </a:spcAft>
              <a:buSzPts val="1800"/>
              <a:buNone/>
              <a:defRPr sz="1800"/>
            </a:lvl4pPr>
            <a:lvl5pPr lvl="4" rtl="0">
              <a:spcBef>
                <a:spcPts val="0"/>
              </a:spcBef>
              <a:spcAft>
                <a:spcPts val="0"/>
              </a:spcAft>
              <a:buSzPts val="1800"/>
              <a:buNone/>
              <a:defRPr sz="1800"/>
            </a:lvl5pPr>
            <a:lvl6pPr lvl="5" rtl="0">
              <a:spcBef>
                <a:spcPts val="0"/>
              </a:spcBef>
              <a:spcAft>
                <a:spcPts val="0"/>
              </a:spcAft>
              <a:buSzPts val="1800"/>
              <a:buNone/>
              <a:defRPr sz="1800"/>
            </a:lvl6pPr>
            <a:lvl7pPr lvl="6" rtl="0">
              <a:spcBef>
                <a:spcPts val="0"/>
              </a:spcBef>
              <a:spcAft>
                <a:spcPts val="0"/>
              </a:spcAft>
              <a:buSzPts val="1800"/>
              <a:buNone/>
              <a:defRPr sz="1800"/>
            </a:lvl7pPr>
            <a:lvl8pPr lvl="7" rtl="0">
              <a:spcBef>
                <a:spcPts val="0"/>
              </a:spcBef>
              <a:spcAft>
                <a:spcPts val="0"/>
              </a:spcAft>
              <a:buSzPts val="1800"/>
              <a:buNone/>
              <a:defRPr sz="1800"/>
            </a:lvl8pPr>
            <a:lvl9pPr lvl="8" rtl="0">
              <a:spcBef>
                <a:spcPts val="0"/>
              </a:spcBef>
              <a:spcAft>
                <a:spcPts val="0"/>
              </a:spcAft>
              <a:buSzPts val="1800"/>
              <a:buNone/>
              <a:defRPr sz="1800"/>
            </a:lvl9pPr>
          </a:lstStyle>
          <a:p/>
        </p:txBody>
      </p:sp>
      <p:sp>
        <p:nvSpPr>
          <p:cNvPr id="189" name="Google Shape;189;p24"/>
          <p:cNvSpPr txBox="1"/>
          <p:nvPr>
            <p:ph idx="1" type="body"/>
          </p:nvPr>
        </p:nvSpPr>
        <p:spPr>
          <a:xfrm>
            <a:off x="1294325" y="1861746"/>
            <a:ext cx="1796700" cy="1159200"/>
          </a:xfrm>
          <a:prstGeom prst="rect">
            <a:avLst/>
          </a:prstGeom>
        </p:spPr>
        <p:txBody>
          <a:bodyPr anchorCtr="0" anchor="t" bIns="91425" lIns="91425" spcFirstLastPara="1" rIns="91425" wrap="square" tIns="91425">
            <a:normAutofit/>
          </a:bodyPr>
          <a:lstStyle>
            <a:lvl1pPr indent="-298450" lvl="0" marL="457200" rtl="0">
              <a:spcBef>
                <a:spcPts val="0"/>
              </a:spcBef>
              <a:spcAft>
                <a:spcPts val="0"/>
              </a:spcAft>
              <a:buSzPts val="1100"/>
              <a:buChar char="●"/>
              <a:defRPr sz="1100"/>
            </a:lvl1pPr>
            <a:lvl2pPr indent="-298450" lvl="1" marL="914400" rtl="0">
              <a:spcBef>
                <a:spcPts val="0"/>
              </a:spcBef>
              <a:spcAft>
                <a:spcPts val="0"/>
              </a:spcAft>
              <a:buSzPts val="1100"/>
              <a:buChar char="○"/>
              <a:defRPr sz="1100"/>
            </a:lvl2pPr>
            <a:lvl3pPr indent="-298450" lvl="2" marL="1371600" rtl="0">
              <a:spcBef>
                <a:spcPts val="0"/>
              </a:spcBef>
              <a:spcAft>
                <a:spcPts val="0"/>
              </a:spcAft>
              <a:buSzPts val="1100"/>
              <a:buChar char="■"/>
              <a:defRPr sz="1100"/>
            </a:lvl3pPr>
            <a:lvl4pPr indent="-298450" lvl="3" marL="1828800" rtl="0">
              <a:spcBef>
                <a:spcPts val="0"/>
              </a:spcBef>
              <a:spcAft>
                <a:spcPts val="0"/>
              </a:spcAft>
              <a:buSzPts val="1100"/>
              <a:buChar char="●"/>
              <a:defRPr sz="1100"/>
            </a:lvl4pPr>
            <a:lvl5pPr indent="-298450" lvl="4" marL="2286000" rtl="0">
              <a:spcBef>
                <a:spcPts val="0"/>
              </a:spcBef>
              <a:spcAft>
                <a:spcPts val="0"/>
              </a:spcAft>
              <a:buSzPts val="1100"/>
              <a:buChar char="○"/>
              <a:defRPr sz="1100"/>
            </a:lvl5pPr>
            <a:lvl6pPr indent="-298450" lvl="5" marL="2743200" rtl="0">
              <a:spcBef>
                <a:spcPts val="0"/>
              </a:spcBef>
              <a:spcAft>
                <a:spcPts val="0"/>
              </a:spcAft>
              <a:buSzPts val="1100"/>
              <a:buChar char="■"/>
              <a:defRPr sz="1100"/>
            </a:lvl6pPr>
            <a:lvl7pPr indent="-298450" lvl="6" marL="3200400" rtl="0">
              <a:spcBef>
                <a:spcPts val="0"/>
              </a:spcBef>
              <a:spcAft>
                <a:spcPts val="0"/>
              </a:spcAft>
              <a:buSzPts val="1100"/>
              <a:buChar char="●"/>
              <a:defRPr sz="1100"/>
            </a:lvl7pPr>
            <a:lvl8pPr indent="-298450" lvl="7" marL="3657600" rtl="0">
              <a:spcBef>
                <a:spcPts val="0"/>
              </a:spcBef>
              <a:spcAft>
                <a:spcPts val="0"/>
              </a:spcAft>
              <a:buSzPts val="1100"/>
              <a:buChar char="○"/>
              <a:defRPr sz="1100"/>
            </a:lvl8pPr>
            <a:lvl9pPr indent="-298450" lvl="8" marL="4114800" rtl="0">
              <a:spcBef>
                <a:spcPts val="0"/>
              </a:spcBef>
              <a:spcAft>
                <a:spcPts val="0"/>
              </a:spcAft>
              <a:buSzPts val="1100"/>
              <a:buChar char="■"/>
              <a:defRPr sz="1100"/>
            </a:lvl9pPr>
          </a:lstStyle>
          <a:p/>
        </p:txBody>
      </p:sp>
      <p:sp>
        <p:nvSpPr>
          <p:cNvPr id="190" name="Google Shape;190;p24"/>
          <p:cNvSpPr txBox="1"/>
          <p:nvPr>
            <p:ph idx="2" type="title"/>
          </p:nvPr>
        </p:nvSpPr>
        <p:spPr>
          <a:xfrm>
            <a:off x="311700" y="445025"/>
            <a:ext cx="8520600" cy="5727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lt1"/>
              </a:buClr>
              <a:buSzPts val="3200"/>
              <a:buFont typeface="Inter ExtraBold"/>
              <a:buNone/>
              <a:defRPr sz="3200">
                <a:solidFill>
                  <a:schemeClr val="lt1"/>
                </a:solidFill>
                <a:latin typeface="Inter ExtraBold"/>
                <a:ea typeface="Inter ExtraBold"/>
                <a:cs typeface="Inter ExtraBold"/>
                <a:sym typeface="Inter ExtraBold"/>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p:txBody>
      </p:sp>
      <p:sp>
        <p:nvSpPr>
          <p:cNvPr id="191" name="Google Shape;191;p24"/>
          <p:cNvSpPr/>
          <p:nvPr>
            <p:ph idx="3" type="pic"/>
          </p:nvPr>
        </p:nvSpPr>
        <p:spPr>
          <a:xfrm>
            <a:off x="444075" y="1157850"/>
            <a:ext cx="760800" cy="760800"/>
          </a:xfrm>
          <a:prstGeom prst="ellipse">
            <a:avLst/>
          </a:prstGeom>
          <a:noFill/>
          <a:ln>
            <a:noFill/>
          </a:ln>
        </p:spPr>
      </p:sp>
      <p:sp>
        <p:nvSpPr>
          <p:cNvPr id="192" name="Google Shape;192;p24"/>
          <p:cNvSpPr txBox="1"/>
          <p:nvPr>
            <p:ph idx="4" type="title"/>
          </p:nvPr>
        </p:nvSpPr>
        <p:spPr>
          <a:xfrm>
            <a:off x="3941275" y="1380150"/>
            <a:ext cx="1796700" cy="481500"/>
          </a:xfrm>
          <a:prstGeom prst="rect">
            <a:avLst/>
          </a:prstGeom>
        </p:spPr>
        <p:txBody>
          <a:bodyPr anchorCtr="0" anchor="b" bIns="91425" lIns="91425" spcFirstLastPara="1" rIns="91425" wrap="square" tIns="91425">
            <a:normAutofit/>
          </a:bodyPr>
          <a:lstStyle>
            <a:lvl1pPr lvl="0" rtl="0">
              <a:spcBef>
                <a:spcPts val="0"/>
              </a:spcBef>
              <a:spcAft>
                <a:spcPts val="0"/>
              </a:spcAft>
              <a:buSzPts val="1800"/>
              <a:buFont typeface="Inter Medium"/>
              <a:buNone/>
              <a:defRPr sz="1800">
                <a:latin typeface="Inter Medium"/>
                <a:ea typeface="Inter Medium"/>
                <a:cs typeface="Inter Medium"/>
                <a:sym typeface="Inter Medium"/>
              </a:defRPr>
            </a:lvl1pPr>
            <a:lvl2pPr lvl="1" rtl="0">
              <a:spcBef>
                <a:spcPts val="0"/>
              </a:spcBef>
              <a:spcAft>
                <a:spcPts val="0"/>
              </a:spcAft>
              <a:buSzPts val="1800"/>
              <a:buNone/>
              <a:defRPr sz="1800"/>
            </a:lvl2pPr>
            <a:lvl3pPr lvl="2" rtl="0">
              <a:spcBef>
                <a:spcPts val="0"/>
              </a:spcBef>
              <a:spcAft>
                <a:spcPts val="0"/>
              </a:spcAft>
              <a:buSzPts val="1800"/>
              <a:buNone/>
              <a:defRPr sz="1800"/>
            </a:lvl3pPr>
            <a:lvl4pPr lvl="3" rtl="0">
              <a:spcBef>
                <a:spcPts val="0"/>
              </a:spcBef>
              <a:spcAft>
                <a:spcPts val="0"/>
              </a:spcAft>
              <a:buSzPts val="1800"/>
              <a:buNone/>
              <a:defRPr sz="1800"/>
            </a:lvl4pPr>
            <a:lvl5pPr lvl="4" rtl="0">
              <a:spcBef>
                <a:spcPts val="0"/>
              </a:spcBef>
              <a:spcAft>
                <a:spcPts val="0"/>
              </a:spcAft>
              <a:buSzPts val="1800"/>
              <a:buNone/>
              <a:defRPr sz="1800"/>
            </a:lvl5pPr>
            <a:lvl6pPr lvl="5" rtl="0">
              <a:spcBef>
                <a:spcPts val="0"/>
              </a:spcBef>
              <a:spcAft>
                <a:spcPts val="0"/>
              </a:spcAft>
              <a:buSzPts val="1800"/>
              <a:buNone/>
              <a:defRPr sz="1800"/>
            </a:lvl6pPr>
            <a:lvl7pPr lvl="6" rtl="0">
              <a:spcBef>
                <a:spcPts val="0"/>
              </a:spcBef>
              <a:spcAft>
                <a:spcPts val="0"/>
              </a:spcAft>
              <a:buSzPts val="1800"/>
              <a:buNone/>
              <a:defRPr sz="1800"/>
            </a:lvl7pPr>
            <a:lvl8pPr lvl="7" rtl="0">
              <a:spcBef>
                <a:spcPts val="0"/>
              </a:spcBef>
              <a:spcAft>
                <a:spcPts val="0"/>
              </a:spcAft>
              <a:buSzPts val="1800"/>
              <a:buNone/>
              <a:defRPr sz="1800"/>
            </a:lvl8pPr>
            <a:lvl9pPr lvl="8" rtl="0">
              <a:spcBef>
                <a:spcPts val="0"/>
              </a:spcBef>
              <a:spcAft>
                <a:spcPts val="0"/>
              </a:spcAft>
              <a:buSzPts val="1800"/>
              <a:buNone/>
              <a:defRPr sz="1800"/>
            </a:lvl9pPr>
          </a:lstStyle>
          <a:p/>
        </p:txBody>
      </p:sp>
      <p:sp>
        <p:nvSpPr>
          <p:cNvPr id="193" name="Google Shape;193;p24"/>
          <p:cNvSpPr txBox="1"/>
          <p:nvPr>
            <p:ph idx="5" type="body"/>
          </p:nvPr>
        </p:nvSpPr>
        <p:spPr>
          <a:xfrm>
            <a:off x="3941275" y="1861746"/>
            <a:ext cx="1796700" cy="1159200"/>
          </a:xfrm>
          <a:prstGeom prst="rect">
            <a:avLst/>
          </a:prstGeom>
        </p:spPr>
        <p:txBody>
          <a:bodyPr anchorCtr="0" anchor="t" bIns="91425" lIns="91425" spcFirstLastPara="1" rIns="91425" wrap="square" tIns="91425">
            <a:normAutofit/>
          </a:bodyPr>
          <a:lstStyle>
            <a:lvl1pPr indent="-298450" lvl="0" marL="457200" rtl="0">
              <a:spcBef>
                <a:spcPts val="0"/>
              </a:spcBef>
              <a:spcAft>
                <a:spcPts val="0"/>
              </a:spcAft>
              <a:buSzPts val="1100"/>
              <a:buChar char="●"/>
              <a:defRPr sz="1100"/>
            </a:lvl1pPr>
            <a:lvl2pPr indent="-298450" lvl="1" marL="914400" rtl="0">
              <a:spcBef>
                <a:spcPts val="0"/>
              </a:spcBef>
              <a:spcAft>
                <a:spcPts val="0"/>
              </a:spcAft>
              <a:buSzPts val="1100"/>
              <a:buChar char="○"/>
              <a:defRPr sz="1100"/>
            </a:lvl2pPr>
            <a:lvl3pPr indent="-298450" lvl="2" marL="1371600" rtl="0">
              <a:spcBef>
                <a:spcPts val="0"/>
              </a:spcBef>
              <a:spcAft>
                <a:spcPts val="0"/>
              </a:spcAft>
              <a:buSzPts val="1100"/>
              <a:buChar char="■"/>
              <a:defRPr sz="1100"/>
            </a:lvl3pPr>
            <a:lvl4pPr indent="-298450" lvl="3" marL="1828800" rtl="0">
              <a:spcBef>
                <a:spcPts val="0"/>
              </a:spcBef>
              <a:spcAft>
                <a:spcPts val="0"/>
              </a:spcAft>
              <a:buSzPts val="1100"/>
              <a:buChar char="●"/>
              <a:defRPr sz="1100"/>
            </a:lvl4pPr>
            <a:lvl5pPr indent="-298450" lvl="4" marL="2286000" rtl="0">
              <a:spcBef>
                <a:spcPts val="0"/>
              </a:spcBef>
              <a:spcAft>
                <a:spcPts val="0"/>
              </a:spcAft>
              <a:buSzPts val="1100"/>
              <a:buChar char="○"/>
              <a:defRPr sz="1100"/>
            </a:lvl5pPr>
            <a:lvl6pPr indent="-298450" lvl="5" marL="2743200" rtl="0">
              <a:spcBef>
                <a:spcPts val="0"/>
              </a:spcBef>
              <a:spcAft>
                <a:spcPts val="0"/>
              </a:spcAft>
              <a:buSzPts val="1100"/>
              <a:buChar char="■"/>
              <a:defRPr sz="1100"/>
            </a:lvl6pPr>
            <a:lvl7pPr indent="-298450" lvl="6" marL="3200400" rtl="0">
              <a:spcBef>
                <a:spcPts val="0"/>
              </a:spcBef>
              <a:spcAft>
                <a:spcPts val="0"/>
              </a:spcAft>
              <a:buSzPts val="1100"/>
              <a:buChar char="●"/>
              <a:defRPr sz="1100"/>
            </a:lvl7pPr>
            <a:lvl8pPr indent="-298450" lvl="7" marL="3657600" rtl="0">
              <a:spcBef>
                <a:spcPts val="0"/>
              </a:spcBef>
              <a:spcAft>
                <a:spcPts val="0"/>
              </a:spcAft>
              <a:buSzPts val="1100"/>
              <a:buChar char="○"/>
              <a:defRPr sz="1100"/>
            </a:lvl8pPr>
            <a:lvl9pPr indent="-298450" lvl="8" marL="4114800" rtl="0">
              <a:spcBef>
                <a:spcPts val="0"/>
              </a:spcBef>
              <a:spcAft>
                <a:spcPts val="0"/>
              </a:spcAft>
              <a:buSzPts val="1100"/>
              <a:buChar char="■"/>
              <a:defRPr sz="1100"/>
            </a:lvl9pPr>
          </a:lstStyle>
          <a:p/>
        </p:txBody>
      </p:sp>
      <p:sp>
        <p:nvSpPr>
          <p:cNvPr id="194" name="Google Shape;194;p24"/>
          <p:cNvSpPr/>
          <p:nvPr>
            <p:ph idx="6" type="pic"/>
          </p:nvPr>
        </p:nvSpPr>
        <p:spPr>
          <a:xfrm>
            <a:off x="3091025" y="1157850"/>
            <a:ext cx="760800" cy="760800"/>
          </a:xfrm>
          <a:prstGeom prst="ellipse">
            <a:avLst/>
          </a:prstGeom>
          <a:noFill/>
          <a:ln>
            <a:noFill/>
          </a:ln>
        </p:spPr>
      </p:sp>
      <p:sp>
        <p:nvSpPr>
          <p:cNvPr id="195" name="Google Shape;195;p24"/>
          <p:cNvSpPr txBox="1"/>
          <p:nvPr>
            <p:ph idx="7" type="title"/>
          </p:nvPr>
        </p:nvSpPr>
        <p:spPr>
          <a:xfrm>
            <a:off x="6588225" y="1380150"/>
            <a:ext cx="1796700" cy="481500"/>
          </a:xfrm>
          <a:prstGeom prst="rect">
            <a:avLst/>
          </a:prstGeom>
        </p:spPr>
        <p:txBody>
          <a:bodyPr anchorCtr="0" anchor="b" bIns="91425" lIns="91425" spcFirstLastPara="1" rIns="91425" wrap="square" tIns="91425">
            <a:normAutofit/>
          </a:bodyPr>
          <a:lstStyle>
            <a:lvl1pPr lvl="0" rtl="0">
              <a:spcBef>
                <a:spcPts val="0"/>
              </a:spcBef>
              <a:spcAft>
                <a:spcPts val="0"/>
              </a:spcAft>
              <a:buSzPts val="1800"/>
              <a:buFont typeface="Inter Medium"/>
              <a:buNone/>
              <a:defRPr sz="1800">
                <a:latin typeface="Inter Medium"/>
                <a:ea typeface="Inter Medium"/>
                <a:cs typeface="Inter Medium"/>
                <a:sym typeface="Inter Medium"/>
              </a:defRPr>
            </a:lvl1pPr>
            <a:lvl2pPr lvl="1" rtl="0">
              <a:spcBef>
                <a:spcPts val="0"/>
              </a:spcBef>
              <a:spcAft>
                <a:spcPts val="0"/>
              </a:spcAft>
              <a:buSzPts val="1800"/>
              <a:buNone/>
              <a:defRPr sz="1800"/>
            </a:lvl2pPr>
            <a:lvl3pPr lvl="2" rtl="0">
              <a:spcBef>
                <a:spcPts val="0"/>
              </a:spcBef>
              <a:spcAft>
                <a:spcPts val="0"/>
              </a:spcAft>
              <a:buSzPts val="1800"/>
              <a:buNone/>
              <a:defRPr sz="1800"/>
            </a:lvl3pPr>
            <a:lvl4pPr lvl="3" rtl="0">
              <a:spcBef>
                <a:spcPts val="0"/>
              </a:spcBef>
              <a:spcAft>
                <a:spcPts val="0"/>
              </a:spcAft>
              <a:buSzPts val="1800"/>
              <a:buNone/>
              <a:defRPr sz="1800"/>
            </a:lvl4pPr>
            <a:lvl5pPr lvl="4" rtl="0">
              <a:spcBef>
                <a:spcPts val="0"/>
              </a:spcBef>
              <a:spcAft>
                <a:spcPts val="0"/>
              </a:spcAft>
              <a:buSzPts val="1800"/>
              <a:buNone/>
              <a:defRPr sz="1800"/>
            </a:lvl5pPr>
            <a:lvl6pPr lvl="5" rtl="0">
              <a:spcBef>
                <a:spcPts val="0"/>
              </a:spcBef>
              <a:spcAft>
                <a:spcPts val="0"/>
              </a:spcAft>
              <a:buSzPts val="1800"/>
              <a:buNone/>
              <a:defRPr sz="1800"/>
            </a:lvl6pPr>
            <a:lvl7pPr lvl="6" rtl="0">
              <a:spcBef>
                <a:spcPts val="0"/>
              </a:spcBef>
              <a:spcAft>
                <a:spcPts val="0"/>
              </a:spcAft>
              <a:buSzPts val="1800"/>
              <a:buNone/>
              <a:defRPr sz="1800"/>
            </a:lvl7pPr>
            <a:lvl8pPr lvl="7" rtl="0">
              <a:spcBef>
                <a:spcPts val="0"/>
              </a:spcBef>
              <a:spcAft>
                <a:spcPts val="0"/>
              </a:spcAft>
              <a:buSzPts val="1800"/>
              <a:buNone/>
              <a:defRPr sz="1800"/>
            </a:lvl8pPr>
            <a:lvl9pPr lvl="8" rtl="0">
              <a:spcBef>
                <a:spcPts val="0"/>
              </a:spcBef>
              <a:spcAft>
                <a:spcPts val="0"/>
              </a:spcAft>
              <a:buSzPts val="1800"/>
              <a:buNone/>
              <a:defRPr sz="1800"/>
            </a:lvl9pPr>
          </a:lstStyle>
          <a:p/>
        </p:txBody>
      </p:sp>
      <p:sp>
        <p:nvSpPr>
          <p:cNvPr id="196" name="Google Shape;196;p24"/>
          <p:cNvSpPr/>
          <p:nvPr>
            <p:ph idx="8" type="pic"/>
          </p:nvPr>
        </p:nvSpPr>
        <p:spPr>
          <a:xfrm>
            <a:off x="5737975" y="1157850"/>
            <a:ext cx="760800" cy="760800"/>
          </a:xfrm>
          <a:prstGeom prst="ellipse">
            <a:avLst/>
          </a:prstGeom>
          <a:noFill/>
          <a:ln>
            <a:noFill/>
          </a:ln>
        </p:spPr>
      </p:sp>
      <p:sp>
        <p:nvSpPr>
          <p:cNvPr id="197" name="Google Shape;197;p24"/>
          <p:cNvSpPr txBox="1"/>
          <p:nvPr>
            <p:ph idx="9" type="title"/>
          </p:nvPr>
        </p:nvSpPr>
        <p:spPr>
          <a:xfrm>
            <a:off x="1294325" y="3243250"/>
            <a:ext cx="1796700" cy="481500"/>
          </a:xfrm>
          <a:prstGeom prst="rect">
            <a:avLst/>
          </a:prstGeom>
        </p:spPr>
        <p:txBody>
          <a:bodyPr anchorCtr="0" anchor="b" bIns="91425" lIns="91425" spcFirstLastPara="1" rIns="91425" wrap="square" tIns="91425">
            <a:normAutofit/>
          </a:bodyPr>
          <a:lstStyle>
            <a:lvl1pPr lvl="0" rtl="0">
              <a:spcBef>
                <a:spcPts val="0"/>
              </a:spcBef>
              <a:spcAft>
                <a:spcPts val="0"/>
              </a:spcAft>
              <a:buSzPts val="1800"/>
              <a:buFont typeface="Inter Medium"/>
              <a:buNone/>
              <a:defRPr sz="1800">
                <a:latin typeface="Inter Medium"/>
                <a:ea typeface="Inter Medium"/>
                <a:cs typeface="Inter Medium"/>
                <a:sym typeface="Inter Medium"/>
              </a:defRPr>
            </a:lvl1pPr>
            <a:lvl2pPr lvl="1" rtl="0">
              <a:spcBef>
                <a:spcPts val="0"/>
              </a:spcBef>
              <a:spcAft>
                <a:spcPts val="0"/>
              </a:spcAft>
              <a:buSzPts val="1800"/>
              <a:buNone/>
              <a:defRPr sz="1800"/>
            </a:lvl2pPr>
            <a:lvl3pPr lvl="2" rtl="0">
              <a:spcBef>
                <a:spcPts val="0"/>
              </a:spcBef>
              <a:spcAft>
                <a:spcPts val="0"/>
              </a:spcAft>
              <a:buSzPts val="1800"/>
              <a:buNone/>
              <a:defRPr sz="1800"/>
            </a:lvl3pPr>
            <a:lvl4pPr lvl="3" rtl="0">
              <a:spcBef>
                <a:spcPts val="0"/>
              </a:spcBef>
              <a:spcAft>
                <a:spcPts val="0"/>
              </a:spcAft>
              <a:buSzPts val="1800"/>
              <a:buNone/>
              <a:defRPr sz="1800"/>
            </a:lvl4pPr>
            <a:lvl5pPr lvl="4" rtl="0">
              <a:spcBef>
                <a:spcPts val="0"/>
              </a:spcBef>
              <a:spcAft>
                <a:spcPts val="0"/>
              </a:spcAft>
              <a:buSzPts val="1800"/>
              <a:buNone/>
              <a:defRPr sz="1800"/>
            </a:lvl5pPr>
            <a:lvl6pPr lvl="5" rtl="0">
              <a:spcBef>
                <a:spcPts val="0"/>
              </a:spcBef>
              <a:spcAft>
                <a:spcPts val="0"/>
              </a:spcAft>
              <a:buSzPts val="1800"/>
              <a:buNone/>
              <a:defRPr sz="1800"/>
            </a:lvl6pPr>
            <a:lvl7pPr lvl="6" rtl="0">
              <a:spcBef>
                <a:spcPts val="0"/>
              </a:spcBef>
              <a:spcAft>
                <a:spcPts val="0"/>
              </a:spcAft>
              <a:buSzPts val="1800"/>
              <a:buNone/>
              <a:defRPr sz="1800"/>
            </a:lvl7pPr>
            <a:lvl8pPr lvl="7" rtl="0">
              <a:spcBef>
                <a:spcPts val="0"/>
              </a:spcBef>
              <a:spcAft>
                <a:spcPts val="0"/>
              </a:spcAft>
              <a:buSzPts val="1800"/>
              <a:buNone/>
              <a:defRPr sz="1800"/>
            </a:lvl8pPr>
            <a:lvl9pPr lvl="8" rtl="0">
              <a:spcBef>
                <a:spcPts val="0"/>
              </a:spcBef>
              <a:spcAft>
                <a:spcPts val="0"/>
              </a:spcAft>
              <a:buSzPts val="1800"/>
              <a:buNone/>
              <a:defRPr sz="1800"/>
            </a:lvl9pPr>
          </a:lstStyle>
          <a:p/>
        </p:txBody>
      </p:sp>
      <p:sp>
        <p:nvSpPr>
          <p:cNvPr id="198" name="Google Shape;198;p24"/>
          <p:cNvSpPr txBox="1"/>
          <p:nvPr>
            <p:ph idx="13" type="body"/>
          </p:nvPr>
        </p:nvSpPr>
        <p:spPr>
          <a:xfrm>
            <a:off x="1294325" y="3724846"/>
            <a:ext cx="1796700" cy="1159200"/>
          </a:xfrm>
          <a:prstGeom prst="rect">
            <a:avLst/>
          </a:prstGeom>
        </p:spPr>
        <p:txBody>
          <a:bodyPr anchorCtr="0" anchor="t" bIns="91425" lIns="91425" spcFirstLastPara="1" rIns="91425" wrap="square" tIns="91425">
            <a:normAutofit/>
          </a:bodyPr>
          <a:lstStyle>
            <a:lvl1pPr indent="-298450" lvl="0" marL="457200" rtl="0">
              <a:spcBef>
                <a:spcPts val="0"/>
              </a:spcBef>
              <a:spcAft>
                <a:spcPts val="0"/>
              </a:spcAft>
              <a:buSzPts val="1100"/>
              <a:buChar char="●"/>
              <a:defRPr sz="1100"/>
            </a:lvl1pPr>
            <a:lvl2pPr indent="-298450" lvl="1" marL="914400" rtl="0">
              <a:spcBef>
                <a:spcPts val="0"/>
              </a:spcBef>
              <a:spcAft>
                <a:spcPts val="0"/>
              </a:spcAft>
              <a:buSzPts val="1100"/>
              <a:buChar char="○"/>
              <a:defRPr sz="1100"/>
            </a:lvl2pPr>
            <a:lvl3pPr indent="-298450" lvl="2" marL="1371600" rtl="0">
              <a:spcBef>
                <a:spcPts val="0"/>
              </a:spcBef>
              <a:spcAft>
                <a:spcPts val="0"/>
              </a:spcAft>
              <a:buSzPts val="1100"/>
              <a:buChar char="■"/>
              <a:defRPr sz="1100"/>
            </a:lvl3pPr>
            <a:lvl4pPr indent="-298450" lvl="3" marL="1828800" rtl="0">
              <a:spcBef>
                <a:spcPts val="0"/>
              </a:spcBef>
              <a:spcAft>
                <a:spcPts val="0"/>
              </a:spcAft>
              <a:buSzPts val="1100"/>
              <a:buChar char="●"/>
              <a:defRPr sz="1100"/>
            </a:lvl4pPr>
            <a:lvl5pPr indent="-298450" lvl="4" marL="2286000" rtl="0">
              <a:spcBef>
                <a:spcPts val="0"/>
              </a:spcBef>
              <a:spcAft>
                <a:spcPts val="0"/>
              </a:spcAft>
              <a:buSzPts val="1100"/>
              <a:buChar char="○"/>
              <a:defRPr sz="1100"/>
            </a:lvl5pPr>
            <a:lvl6pPr indent="-298450" lvl="5" marL="2743200" rtl="0">
              <a:spcBef>
                <a:spcPts val="0"/>
              </a:spcBef>
              <a:spcAft>
                <a:spcPts val="0"/>
              </a:spcAft>
              <a:buSzPts val="1100"/>
              <a:buChar char="■"/>
              <a:defRPr sz="1100"/>
            </a:lvl6pPr>
            <a:lvl7pPr indent="-298450" lvl="6" marL="3200400" rtl="0">
              <a:spcBef>
                <a:spcPts val="0"/>
              </a:spcBef>
              <a:spcAft>
                <a:spcPts val="0"/>
              </a:spcAft>
              <a:buSzPts val="1100"/>
              <a:buChar char="●"/>
              <a:defRPr sz="1100"/>
            </a:lvl7pPr>
            <a:lvl8pPr indent="-298450" lvl="7" marL="3657600" rtl="0">
              <a:spcBef>
                <a:spcPts val="0"/>
              </a:spcBef>
              <a:spcAft>
                <a:spcPts val="0"/>
              </a:spcAft>
              <a:buSzPts val="1100"/>
              <a:buChar char="○"/>
              <a:defRPr sz="1100"/>
            </a:lvl8pPr>
            <a:lvl9pPr indent="-298450" lvl="8" marL="4114800" rtl="0">
              <a:spcBef>
                <a:spcPts val="0"/>
              </a:spcBef>
              <a:spcAft>
                <a:spcPts val="0"/>
              </a:spcAft>
              <a:buSzPts val="1100"/>
              <a:buChar char="■"/>
              <a:defRPr sz="1100"/>
            </a:lvl9pPr>
          </a:lstStyle>
          <a:p/>
        </p:txBody>
      </p:sp>
      <p:sp>
        <p:nvSpPr>
          <p:cNvPr id="199" name="Google Shape;199;p24"/>
          <p:cNvSpPr/>
          <p:nvPr>
            <p:ph idx="14" type="pic"/>
          </p:nvPr>
        </p:nvSpPr>
        <p:spPr>
          <a:xfrm>
            <a:off x="444075" y="3020950"/>
            <a:ext cx="760800" cy="760800"/>
          </a:xfrm>
          <a:prstGeom prst="ellipse">
            <a:avLst/>
          </a:prstGeom>
          <a:noFill/>
          <a:ln>
            <a:noFill/>
          </a:ln>
        </p:spPr>
      </p:sp>
      <p:sp>
        <p:nvSpPr>
          <p:cNvPr id="200" name="Google Shape;200;p24"/>
          <p:cNvSpPr txBox="1"/>
          <p:nvPr>
            <p:ph idx="15" type="title"/>
          </p:nvPr>
        </p:nvSpPr>
        <p:spPr>
          <a:xfrm>
            <a:off x="3941275" y="3243250"/>
            <a:ext cx="1796700" cy="481500"/>
          </a:xfrm>
          <a:prstGeom prst="rect">
            <a:avLst/>
          </a:prstGeom>
        </p:spPr>
        <p:txBody>
          <a:bodyPr anchorCtr="0" anchor="b" bIns="91425" lIns="91425" spcFirstLastPara="1" rIns="91425" wrap="square" tIns="91425">
            <a:normAutofit/>
          </a:bodyPr>
          <a:lstStyle>
            <a:lvl1pPr lvl="0" rtl="0">
              <a:spcBef>
                <a:spcPts val="0"/>
              </a:spcBef>
              <a:spcAft>
                <a:spcPts val="0"/>
              </a:spcAft>
              <a:buSzPts val="1800"/>
              <a:buFont typeface="Inter Medium"/>
              <a:buNone/>
              <a:defRPr sz="1800">
                <a:latin typeface="Inter Medium"/>
                <a:ea typeface="Inter Medium"/>
                <a:cs typeface="Inter Medium"/>
                <a:sym typeface="Inter Medium"/>
              </a:defRPr>
            </a:lvl1pPr>
            <a:lvl2pPr lvl="1" rtl="0">
              <a:spcBef>
                <a:spcPts val="0"/>
              </a:spcBef>
              <a:spcAft>
                <a:spcPts val="0"/>
              </a:spcAft>
              <a:buSzPts val="1800"/>
              <a:buNone/>
              <a:defRPr sz="1800"/>
            </a:lvl2pPr>
            <a:lvl3pPr lvl="2" rtl="0">
              <a:spcBef>
                <a:spcPts val="0"/>
              </a:spcBef>
              <a:spcAft>
                <a:spcPts val="0"/>
              </a:spcAft>
              <a:buSzPts val="1800"/>
              <a:buNone/>
              <a:defRPr sz="1800"/>
            </a:lvl3pPr>
            <a:lvl4pPr lvl="3" rtl="0">
              <a:spcBef>
                <a:spcPts val="0"/>
              </a:spcBef>
              <a:spcAft>
                <a:spcPts val="0"/>
              </a:spcAft>
              <a:buSzPts val="1800"/>
              <a:buNone/>
              <a:defRPr sz="1800"/>
            </a:lvl4pPr>
            <a:lvl5pPr lvl="4" rtl="0">
              <a:spcBef>
                <a:spcPts val="0"/>
              </a:spcBef>
              <a:spcAft>
                <a:spcPts val="0"/>
              </a:spcAft>
              <a:buSzPts val="1800"/>
              <a:buNone/>
              <a:defRPr sz="1800"/>
            </a:lvl5pPr>
            <a:lvl6pPr lvl="5" rtl="0">
              <a:spcBef>
                <a:spcPts val="0"/>
              </a:spcBef>
              <a:spcAft>
                <a:spcPts val="0"/>
              </a:spcAft>
              <a:buSzPts val="1800"/>
              <a:buNone/>
              <a:defRPr sz="1800"/>
            </a:lvl6pPr>
            <a:lvl7pPr lvl="6" rtl="0">
              <a:spcBef>
                <a:spcPts val="0"/>
              </a:spcBef>
              <a:spcAft>
                <a:spcPts val="0"/>
              </a:spcAft>
              <a:buSzPts val="1800"/>
              <a:buNone/>
              <a:defRPr sz="1800"/>
            </a:lvl7pPr>
            <a:lvl8pPr lvl="7" rtl="0">
              <a:spcBef>
                <a:spcPts val="0"/>
              </a:spcBef>
              <a:spcAft>
                <a:spcPts val="0"/>
              </a:spcAft>
              <a:buSzPts val="1800"/>
              <a:buNone/>
              <a:defRPr sz="1800"/>
            </a:lvl8pPr>
            <a:lvl9pPr lvl="8" rtl="0">
              <a:spcBef>
                <a:spcPts val="0"/>
              </a:spcBef>
              <a:spcAft>
                <a:spcPts val="0"/>
              </a:spcAft>
              <a:buSzPts val="1800"/>
              <a:buNone/>
              <a:defRPr sz="1800"/>
            </a:lvl9pPr>
          </a:lstStyle>
          <a:p/>
        </p:txBody>
      </p:sp>
      <p:sp>
        <p:nvSpPr>
          <p:cNvPr id="201" name="Google Shape;201;p24"/>
          <p:cNvSpPr txBox="1"/>
          <p:nvPr>
            <p:ph idx="16" type="body"/>
          </p:nvPr>
        </p:nvSpPr>
        <p:spPr>
          <a:xfrm>
            <a:off x="3941275" y="3724846"/>
            <a:ext cx="1796700" cy="1159200"/>
          </a:xfrm>
          <a:prstGeom prst="rect">
            <a:avLst/>
          </a:prstGeom>
        </p:spPr>
        <p:txBody>
          <a:bodyPr anchorCtr="0" anchor="t" bIns="91425" lIns="91425" spcFirstLastPara="1" rIns="91425" wrap="square" tIns="91425">
            <a:normAutofit/>
          </a:bodyPr>
          <a:lstStyle>
            <a:lvl1pPr indent="-298450" lvl="0" marL="457200" rtl="0">
              <a:spcBef>
                <a:spcPts val="0"/>
              </a:spcBef>
              <a:spcAft>
                <a:spcPts val="0"/>
              </a:spcAft>
              <a:buSzPts val="1100"/>
              <a:buChar char="●"/>
              <a:defRPr sz="1100"/>
            </a:lvl1pPr>
            <a:lvl2pPr indent="-298450" lvl="1" marL="914400" rtl="0">
              <a:spcBef>
                <a:spcPts val="0"/>
              </a:spcBef>
              <a:spcAft>
                <a:spcPts val="0"/>
              </a:spcAft>
              <a:buSzPts val="1100"/>
              <a:buChar char="○"/>
              <a:defRPr sz="1100"/>
            </a:lvl2pPr>
            <a:lvl3pPr indent="-298450" lvl="2" marL="1371600" rtl="0">
              <a:spcBef>
                <a:spcPts val="0"/>
              </a:spcBef>
              <a:spcAft>
                <a:spcPts val="0"/>
              </a:spcAft>
              <a:buSzPts val="1100"/>
              <a:buChar char="■"/>
              <a:defRPr sz="1100"/>
            </a:lvl3pPr>
            <a:lvl4pPr indent="-298450" lvl="3" marL="1828800" rtl="0">
              <a:spcBef>
                <a:spcPts val="0"/>
              </a:spcBef>
              <a:spcAft>
                <a:spcPts val="0"/>
              </a:spcAft>
              <a:buSzPts val="1100"/>
              <a:buChar char="●"/>
              <a:defRPr sz="1100"/>
            </a:lvl4pPr>
            <a:lvl5pPr indent="-298450" lvl="4" marL="2286000" rtl="0">
              <a:spcBef>
                <a:spcPts val="0"/>
              </a:spcBef>
              <a:spcAft>
                <a:spcPts val="0"/>
              </a:spcAft>
              <a:buSzPts val="1100"/>
              <a:buChar char="○"/>
              <a:defRPr sz="1100"/>
            </a:lvl5pPr>
            <a:lvl6pPr indent="-298450" lvl="5" marL="2743200" rtl="0">
              <a:spcBef>
                <a:spcPts val="0"/>
              </a:spcBef>
              <a:spcAft>
                <a:spcPts val="0"/>
              </a:spcAft>
              <a:buSzPts val="1100"/>
              <a:buChar char="■"/>
              <a:defRPr sz="1100"/>
            </a:lvl6pPr>
            <a:lvl7pPr indent="-298450" lvl="6" marL="3200400" rtl="0">
              <a:spcBef>
                <a:spcPts val="0"/>
              </a:spcBef>
              <a:spcAft>
                <a:spcPts val="0"/>
              </a:spcAft>
              <a:buSzPts val="1100"/>
              <a:buChar char="●"/>
              <a:defRPr sz="1100"/>
            </a:lvl7pPr>
            <a:lvl8pPr indent="-298450" lvl="7" marL="3657600" rtl="0">
              <a:spcBef>
                <a:spcPts val="0"/>
              </a:spcBef>
              <a:spcAft>
                <a:spcPts val="0"/>
              </a:spcAft>
              <a:buSzPts val="1100"/>
              <a:buChar char="○"/>
              <a:defRPr sz="1100"/>
            </a:lvl8pPr>
            <a:lvl9pPr indent="-298450" lvl="8" marL="4114800" rtl="0">
              <a:spcBef>
                <a:spcPts val="0"/>
              </a:spcBef>
              <a:spcAft>
                <a:spcPts val="0"/>
              </a:spcAft>
              <a:buSzPts val="1100"/>
              <a:buChar char="■"/>
              <a:defRPr sz="1100"/>
            </a:lvl9pPr>
          </a:lstStyle>
          <a:p/>
        </p:txBody>
      </p:sp>
      <p:sp>
        <p:nvSpPr>
          <p:cNvPr id="202" name="Google Shape;202;p24"/>
          <p:cNvSpPr/>
          <p:nvPr>
            <p:ph idx="17" type="pic"/>
          </p:nvPr>
        </p:nvSpPr>
        <p:spPr>
          <a:xfrm>
            <a:off x="3091025" y="3020950"/>
            <a:ext cx="760800" cy="760800"/>
          </a:xfrm>
          <a:prstGeom prst="ellipse">
            <a:avLst/>
          </a:prstGeom>
          <a:noFill/>
          <a:ln>
            <a:noFill/>
          </a:ln>
        </p:spPr>
      </p:sp>
      <p:sp>
        <p:nvSpPr>
          <p:cNvPr id="203" name="Google Shape;203;p24"/>
          <p:cNvSpPr txBox="1"/>
          <p:nvPr>
            <p:ph idx="18" type="title"/>
          </p:nvPr>
        </p:nvSpPr>
        <p:spPr>
          <a:xfrm>
            <a:off x="6588225" y="3243250"/>
            <a:ext cx="1796700" cy="481500"/>
          </a:xfrm>
          <a:prstGeom prst="rect">
            <a:avLst/>
          </a:prstGeom>
        </p:spPr>
        <p:txBody>
          <a:bodyPr anchorCtr="0" anchor="b" bIns="91425" lIns="91425" spcFirstLastPara="1" rIns="91425" wrap="square" tIns="91425">
            <a:normAutofit/>
          </a:bodyPr>
          <a:lstStyle>
            <a:lvl1pPr lvl="0" rtl="0">
              <a:spcBef>
                <a:spcPts val="0"/>
              </a:spcBef>
              <a:spcAft>
                <a:spcPts val="0"/>
              </a:spcAft>
              <a:buSzPts val="1800"/>
              <a:buFont typeface="Inter Medium"/>
              <a:buNone/>
              <a:defRPr sz="1800">
                <a:latin typeface="Inter Medium"/>
                <a:ea typeface="Inter Medium"/>
                <a:cs typeface="Inter Medium"/>
                <a:sym typeface="Inter Medium"/>
              </a:defRPr>
            </a:lvl1pPr>
            <a:lvl2pPr lvl="1" rtl="0">
              <a:spcBef>
                <a:spcPts val="0"/>
              </a:spcBef>
              <a:spcAft>
                <a:spcPts val="0"/>
              </a:spcAft>
              <a:buSzPts val="1800"/>
              <a:buNone/>
              <a:defRPr sz="1800"/>
            </a:lvl2pPr>
            <a:lvl3pPr lvl="2" rtl="0">
              <a:spcBef>
                <a:spcPts val="0"/>
              </a:spcBef>
              <a:spcAft>
                <a:spcPts val="0"/>
              </a:spcAft>
              <a:buSzPts val="1800"/>
              <a:buNone/>
              <a:defRPr sz="1800"/>
            </a:lvl3pPr>
            <a:lvl4pPr lvl="3" rtl="0">
              <a:spcBef>
                <a:spcPts val="0"/>
              </a:spcBef>
              <a:spcAft>
                <a:spcPts val="0"/>
              </a:spcAft>
              <a:buSzPts val="1800"/>
              <a:buNone/>
              <a:defRPr sz="1800"/>
            </a:lvl4pPr>
            <a:lvl5pPr lvl="4" rtl="0">
              <a:spcBef>
                <a:spcPts val="0"/>
              </a:spcBef>
              <a:spcAft>
                <a:spcPts val="0"/>
              </a:spcAft>
              <a:buSzPts val="1800"/>
              <a:buNone/>
              <a:defRPr sz="1800"/>
            </a:lvl5pPr>
            <a:lvl6pPr lvl="5" rtl="0">
              <a:spcBef>
                <a:spcPts val="0"/>
              </a:spcBef>
              <a:spcAft>
                <a:spcPts val="0"/>
              </a:spcAft>
              <a:buSzPts val="1800"/>
              <a:buNone/>
              <a:defRPr sz="1800"/>
            </a:lvl6pPr>
            <a:lvl7pPr lvl="6" rtl="0">
              <a:spcBef>
                <a:spcPts val="0"/>
              </a:spcBef>
              <a:spcAft>
                <a:spcPts val="0"/>
              </a:spcAft>
              <a:buSzPts val="1800"/>
              <a:buNone/>
              <a:defRPr sz="1800"/>
            </a:lvl7pPr>
            <a:lvl8pPr lvl="7" rtl="0">
              <a:spcBef>
                <a:spcPts val="0"/>
              </a:spcBef>
              <a:spcAft>
                <a:spcPts val="0"/>
              </a:spcAft>
              <a:buSzPts val="1800"/>
              <a:buNone/>
              <a:defRPr sz="1800"/>
            </a:lvl8pPr>
            <a:lvl9pPr lvl="8" rtl="0">
              <a:spcBef>
                <a:spcPts val="0"/>
              </a:spcBef>
              <a:spcAft>
                <a:spcPts val="0"/>
              </a:spcAft>
              <a:buSzPts val="1800"/>
              <a:buNone/>
              <a:defRPr sz="1800"/>
            </a:lvl9pPr>
          </a:lstStyle>
          <a:p/>
        </p:txBody>
      </p:sp>
      <p:sp>
        <p:nvSpPr>
          <p:cNvPr id="204" name="Google Shape;204;p24"/>
          <p:cNvSpPr/>
          <p:nvPr>
            <p:ph idx="19" type="pic"/>
          </p:nvPr>
        </p:nvSpPr>
        <p:spPr>
          <a:xfrm>
            <a:off x="5737975" y="3020950"/>
            <a:ext cx="760800" cy="760800"/>
          </a:xfrm>
          <a:prstGeom prst="ellipse">
            <a:avLst/>
          </a:prstGeom>
          <a:noFill/>
          <a:ln>
            <a:noFill/>
          </a:ln>
        </p:spPr>
      </p:sp>
      <p:sp>
        <p:nvSpPr>
          <p:cNvPr id="205" name="Google Shape;205;p24"/>
          <p:cNvSpPr txBox="1"/>
          <p:nvPr>
            <p:ph idx="12" type="sldNum"/>
          </p:nvPr>
        </p:nvSpPr>
        <p:spPr>
          <a:xfrm>
            <a:off x="8140933" y="4417542"/>
            <a:ext cx="548700" cy="393600"/>
          </a:xfrm>
          <a:prstGeom prst="rect">
            <a:avLst/>
          </a:prstGeom>
        </p:spPr>
        <p:txBody>
          <a:bodyPr anchorCtr="0" anchor="ctr" bIns="91425" lIns="91425" spcFirstLastPara="1" rIns="91425" wrap="square" tIns="91425">
            <a:normAutofit/>
          </a:bodyPr>
          <a:lstStyle>
            <a:lvl1pPr lvl="0" rtl="0">
              <a:buNone/>
              <a:defRPr>
                <a:solidFill>
                  <a:schemeClr val="lt1"/>
                </a:solidFill>
                <a:latin typeface="Inter"/>
                <a:ea typeface="Inter"/>
                <a:cs typeface="Inter"/>
                <a:sym typeface="Inter"/>
              </a:defRPr>
            </a:lvl1pPr>
            <a:lvl2pPr lvl="1" rtl="0">
              <a:buNone/>
              <a:defRPr>
                <a:solidFill>
                  <a:schemeClr val="lt1"/>
                </a:solidFill>
                <a:latin typeface="Inter"/>
                <a:ea typeface="Inter"/>
                <a:cs typeface="Inter"/>
                <a:sym typeface="Inter"/>
              </a:defRPr>
            </a:lvl2pPr>
            <a:lvl3pPr lvl="2" rtl="0">
              <a:buNone/>
              <a:defRPr>
                <a:solidFill>
                  <a:schemeClr val="lt1"/>
                </a:solidFill>
                <a:latin typeface="Inter"/>
                <a:ea typeface="Inter"/>
                <a:cs typeface="Inter"/>
                <a:sym typeface="Inter"/>
              </a:defRPr>
            </a:lvl3pPr>
            <a:lvl4pPr lvl="3" rtl="0">
              <a:buNone/>
              <a:defRPr>
                <a:solidFill>
                  <a:schemeClr val="lt1"/>
                </a:solidFill>
                <a:latin typeface="Inter"/>
                <a:ea typeface="Inter"/>
                <a:cs typeface="Inter"/>
                <a:sym typeface="Inter"/>
              </a:defRPr>
            </a:lvl4pPr>
            <a:lvl5pPr lvl="4" rtl="0">
              <a:buNone/>
              <a:defRPr>
                <a:solidFill>
                  <a:schemeClr val="lt1"/>
                </a:solidFill>
                <a:latin typeface="Inter"/>
                <a:ea typeface="Inter"/>
                <a:cs typeface="Inter"/>
                <a:sym typeface="Inter"/>
              </a:defRPr>
            </a:lvl5pPr>
            <a:lvl6pPr lvl="5" rtl="0">
              <a:buNone/>
              <a:defRPr>
                <a:solidFill>
                  <a:schemeClr val="lt1"/>
                </a:solidFill>
                <a:latin typeface="Inter"/>
                <a:ea typeface="Inter"/>
                <a:cs typeface="Inter"/>
                <a:sym typeface="Inter"/>
              </a:defRPr>
            </a:lvl6pPr>
            <a:lvl7pPr lvl="6" rtl="0">
              <a:buNone/>
              <a:defRPr>
                <a:solidFill>
                  <a:schemeClr val="lt1"/>
                </a:solidFill>
                <a:latin typeface="Inter"/>
                <a:ea typeface="Inter"/>
                <a:cs typeface="Inter"/>
                <a:sym typeface="Inter"/>
              </a:defRPr>
            </a:lvl7pPr>
            <a:lvl8pPr lvl="7" rtl="0">
              <a:buNone/>
              <a:defRPr>
                <a:solidFill>
                  <a:schemeClr val="lt1"/>
                </a:solidFill>
                <a:latin typeface="Inter"/>
                <a:ea typeface="Inter"/>
                <a:cs typeface="Inter"/>
                <a:sym typeface="Inter"/>
              </a:defRPr>
            </a:lvl8pPr>
            <a:lvl9pPr lvl="8" rtl="0">
              <a:buNone/>
              <a:defRPr>
                <a:solidFill>
                  <a:schemeClr val="lt1"/>
                </a:solidFill>
                <a:latin typeface="Inter"/>
                <a:ea typeface="Inter"/>
                <a:cs typeface="Inter"/>
                <a:sym typeface="Inter"/>
              </a:defRPr>
            </a:lvl9pPr>
          </a:lstStyle>
          <a:p>
            <a:pPr indent="0" lvl="0" marL="0" rtl="0" algn="r">
              <a:spcBef>
                <a:spcPts val="0"/>
              </a:spcBef>
              <a:spcAft>
                <a:spcPts val="0"/>
              </a:spcAft>
              <a:buNone/>
            </a:pPr>
            <a:fld id="{00000000-1234-1234-1234-123412341234}" type="slidenum">
              <a:rPr lang="en"/>
              <a:t>‹#›</a:t>
            </a:fld>
            <a:endParaRPr/>
          </a:p>
        </p:txBody>
      </p:sp>
      <p:sp>
        <p:nvSpPr>
          <p:cNvPr id="206" name="Google Shape;206;p24"/>
          <p:cNvSpPr txBox="1"/>
          <p:nvPr>
            <p:ph idx="20" type="sldNum"/>
          </p:nvPr>
        </p:nvSpPr>
        <p:spPr>
          <a:xfrm>
            <a:off x="7704106" y="4417550"/>
            <a:ext cx="777600" cy="393600"/>
          </a:xfrm>
          <a:prstGeom prst="rect">
            <a:avLst/>
          </a:prstGeom>
        </p:spPr>
        <p:txBody>
          <a:bodyPr anchorCtr="0" anchor="ctr" bIns="91425" lIns="91425" spcFirstLastPara="1" rIns="91425" wrap="square" tIns="91425">
            <a:normAutofit/>
          </a:bodyPr>
          <a:lstStyle>
            <a:lvl1pPr lvl="0" rtl="0">
              <a:buNone/>
              <a:defRPr>
                <a:solidFill>
                  <a:schemeClr val="lt1"/>
                </a:solidFill>
                <a:latin typeface="Inter"/>
                <a:ea typeface="Inter"/>
                <a:cs typeface="Inter"/>
                <a:sym typeface="Inter"/>
              </a:defRPr>
            </a:lvl1pPr>
            <a:lvl2pPr lvl="1" rtl="0">
              <a:buNone/>
              <a:defRPr>
                <a:solidFill>
                  <a:schemeClr val="lt1"/>
                </a:solidFill>
                <a:latin typeface="Inter"/>
                <a:ea typeface="Inter"/>
                <a:cs typeface="Inter"/>
                <a:sym typeface="Inter"/>
              </a:defRPr>
            </a:lvl2pPr>
            <a:lvl3pPr lvl="2" rtl="0">
              <a:buNone/>
              <a:defRPr>
                <a:solidFill>
                  <a:schemeClr val="lt1"/>
                </a:solidFill>
                <a:latin typeface="Inter"/>
                <a:ea typeface="Inter"/>
                <a:cs typeface="Inter"/>
                <a:sym typeface="Inter"/>
              </a:defRPr>
            </a:lvl3pPr>
            <a:lvl4pPr lvl="3" rtl="0">
              <a:buNone/>
              <a:defRPr>
                <a:solidFill>
                  <a:schemeClr val="lt1"/>
                </a:solidFill>
                <a:latin typeface="Inter"/>
                <a:ea typeface="Inter"/>
                <a:cs typeface="Inter"/>
                <a:sym typeface="Inter"/>
              </a:defRPr>
            </a:lvl4pPr>
            <a:lvl5pPr lvl="4" rtl="0">
              <a:buNone/>
              <a:defRPr>
                <a:solidFill>
                  <a:schemeClr val="lt1"/>
                </a:solidFill>
                <a:latin typeface="Inter"/>
                <a:ea typeface="Inter"/>
                <a:cs typeface="Inter"/>
                <a:sym typeface="Inter"/>
              </a:defRPr>
            </a:lvl5pPr>
            <a:lvl6pPr lvl="5" rtl="0">
              <a:buNone/>
              <a:defRPr>
                <a:solidFill>
                  <a:schemeClr val="lt1"/>
                </a:solidFill>
                <a:latin typeface="Inter"/>
                <a:ea typeface="Inter"/>
                <a:cs typeface="Inter"/>
                <a:sym typeface="Inter"/>
              </a:defRPr>
            </a:lvl6pPr>
            <a:lvl7pPr lvl="6" rtl="0">
              <a:buNone/>
              <a:defRPr>
                <a:solidFill>
                  <a:schemeClr val="lt1"/>
                </a:solidFill>
                <a:latin typeface="Inter"/>
                <a:ea typeface="Inter"/>
                <a:cs typeface="Inter"/>
                <a:sym typeface="Inter"/>
              </a:defRPr>
            </a:lvl7pPr>
            <a:lvl8pPr lvl="7" rtl="0">
              <a:buNone/>
              <a:defRPr>
                <a:solidFill>
                  <a:schemeClr val="lt1"/>
                </a:solidFill>
                <a:latin typeface="Inter"/>
                <a:ea typeface="Inter"/>
                <a:cs typeface="Inter"/>
                <a:sym typeface="Inter"/>
              </a:defRPr>
            </a:lvl8pPr>
            <a:lvl9pPr lvl="8" rtl="0">
              <a:buNone/>
              <a:defRPr>
                <a:solidFill>
                  <a:schemeClr val="lt1"/>
                </a:solidFill>
                <a:latin typeface="Inter"/>
                <a:ea typeface="Inter"/>
                <a:cs typeface="Inter"/>
                <a:sym typeface="Inter"/>
              </a:defRPr>
            </a:lvl9pPr>
          </a:lstStyle>
          <a:p>
            <a:pPr indent="0" lvl="0" marL="0" rtl="0" algn="r">
              <a:spcBef>
                <a:spcPts val="0"/>
              </a:spcBef>
              <a:spcAft>
                <a:spcPts val="0"/>
              </a:spcAft>
              <a:buNone/>
            </a:pPr>
            <a:r>
              <a:rPr lang="en"/>
              <a:t>Slide /</a:t>
            </a:r>
            <a:endParaRPr/>
          </a:p>
        </p:txBody>
      </p:sp>
      <p:sp>
        <p:nvSpPr>
          <p:cNvPr id="207" name="Google Shape;207;p24"/>
          <p:cNvSpPr txBox="1"/>
          <p:nvPr>
            <p:ph idx="21" type="body"/>
          </p:nvPr>
        </p:nvSpPr>
        <p:spPr>
          <a:xfrm>
            <a:off x="6740625" y="2014146"/>
            <a:ext cx="1796700" cy="1159200"/>
          </a:xfrm>
          <a:prstGeom prst="rect">
            <a:avLst/>
          </a:prstGeom>
        </p:spPr>
        <p:txBody>
          <a:bodyPr anchorCtr="0" anchor="t" bIns="91425" lIns="91425" spcFirstLastPara="1" rIns="91425" wrap="square" tIns="91425">
            <a:normAutofit/>
          </a:bodyPr>
          <a:lstStyle>
            <a:lvl1pPr indent="-298450" lvl="0" marL="457200" rtl="0">
              <a:spcBef>
                <a:spcPts val="0"/>
              </a:spcBef>
              <a:spcAft>
                <a:spcPts val="0"/>
              </a:spcAft>
              <a:buSzPts val="1100"/>
              <a:buChar char="●"/>
              <a:defRPr sz="1100"/>
            </a:lvl1pPr>
            <a:lvl2pPr indent="-298450" lvl="1" marL="914400" rtl="0">
              <a:spcBef>
                <a:spcPts val="0"/>
              </a:spcBef>
              <a:spcAft>
                <a:spcPts val="0"/>
              </a:spcAft>
              <a:buSzPts val="1100"/>
              <a:buChar char="○"/>
              <a:defRPr sz="1100"/>
            </a:lvl2pPr>
            <a:lvl3pPr indent="-298450" lvl="2" marL="1371600" rtl="0">
              <a:spcBef>
                <a:spcPts val="0"/>
              </a:spcBef>
              <a:spcAft>
                <a:spcPts val="0"/>
              </a:spcAft>
              <a:buSzPts val="1100"/>
              <a:buChar char="■"/>
              <a:defRPr sz="1100"/>
            </a:lvl3pPr>
            <a:lvl4pPr indent="-298450" lvl="3" marL="1828800" rtl="0">
              <a:spcBef>
                <a:spcPts val="0"/>
              </a:spcBef>
              <a:spcAft>
                <a:spcPts val="0"/>
              </a:spcAft>
              <a:buSzPts val="1100"/>
              <a:buChar char="●"/>
              <a:defRPr sz="1100"/>
            </a:lvl4pPr>
            <a:lvl5pPr indent="-298450" lvl="4" marL="2286000" rtl="0">
              <a:spcBef>
                <a:spcPts val="0"/>
              </a:spcBef>
              <a:spcAft>
                <a:spcPts val="0"/>
              </a:spcAft>
              <a:buSzPts val="1100"/>
              <a:buChar char="○"/>
              <a:defRPr sz="1100"/>
            </a:lvl5pPr>
            <a:lvl6pPr indent="-298450" lvl="5" marL="2743200" rtl="0">
              <a:spcBef>
                <a:spcPts val="0"/>
              </a:spcBef>
              <a:spcAft>
                <a:spcPts val="0"/>
              </a:spcAft>
              <a:buSzPts val="1100"/>
              <a:buChar char="■"/>
              <a:defRPr sz="1100"/>
            </a:lvl6pPr>
            <a:lvl7pPr indent="-298450" lvl="6" marL="3200400" rtl="0">
              <a:spcBef>
                <a:spcPts val="0"/>
              </a:spcBef>
              <a:spcAft>
                <a:spcPts val="0"/>
              </a:spcAft>
              <a:buSzPts val="1100"/>
              <a:buChar char="●"/>
              <a:defRPr sz="1100"/>
            </a:lvl7pPr>
            <a:lvl8pPr indent="-298450" lvl="7" marL="3657600" rtl="0">
              <a:spcBef>
                <a:spcPts val="0"/>
              </a:spcBef>
              <a:spcAft>
                <a:spcPts val="0"/>
              </a:spcAft>
              <a:buSzPts val="1100"/>
              <a:buChar char="○"/>
              <a:defRPr sz="1100"/>
            </a:lvl8pPr>
            <a:lvl9pPr indent="-298450" lvl="8" marL="4114800" rtl="0">
              <a:spcBef>
                <a:spcPts val="0"/>
              </a:spcBef>
              <a:spcAft>
                <a:spcPts val="0"/>
              </a:spcAft>
              <a:buSzPts val="1100"/>
              <a:buChar char="■"/>
              <a:defRPr sz="1100"/>
            </a:lvl9pPr>
          </a:lstStyle>
          <a:p/>
        </p:txBody>
      </p:sp>
      <p:sp>
        <p:nvSpPr>
          <p:cNvPr id="208" name="Google Shape;208;p24"/>
          <p:cNvSpPr txBox="1"/>
          <p:nvPr>
            <p:ph idx="22" type="body"/>
          </p:nvPr>
        </p:nvSpPr>
        <p:spPr>
          <a:xfrm>
            <a:off x="6740625" y="3877246"/>
            <a:ext cx="1796700" cy="1159200"/>
          </a:xfrm>
          <a:prstGeom prst="rect">
            <a:avLst/>
          </a:prstGeom>
        </p:spPr>
        <p:txBody>
          <a:bodyPr anchorCtr="0" anchor="t" bIns="91425" lIns="91425" spcFirstLastPara="1" rIns="91425" wrap="square" tIns="91425">
            <a:normAutofit/>
          </a:bodyPr>
          <a:lstStyle>
            <a:lvl1pPr indent="-298450" lvl="0" marL="457200" rtl="0">
              <a:spcBef>
                <a:spcPts val="0"/>
              </a:spcBef>
              <a:spcAft>
                <a:spcPts val="0"/>
              </a:spcAft>
              <a:buSzPts val="1100"/>
              <a:buChar char="●"/>
              <a:defRPr sz="1100"/>
            </a:lvl1pPr>
            <a:lvl2pPr indent="-298450" lvl="1" marL="914400" rtl="0">
              <a:spcBef>
                <a:spcPts val="0"/>
              </a:spcBef>
              <a:spcAft>
                <a:spcPts val="0"/>
              </a:spcAft>
              <a:buSzPts val="1100"/>
              <a:buChar char="○"/>
              <a:defRPr sz="1100"/>
            </a:lvl2pPr>
            <a:lvl3pPr indent="-298450" lvl="2" marL="1371600" rtl="0">
              <a:spcBef>
                <a:spcPts val="0"/>
              </a:spcBef>
              <a:spcAft>
                <a:spcPts val="0"/>
              </a:spcAft>
              <a:buSzPts val="1100"/>
              <a:buChar char="■"/>
              <a:defRPr sz="1100"/>
            </a:lvl3pPr>
            <a:lvl4pPr indent="-298450" lvl="3" marL="1828800" rtl="0">
              <a:spcBef>
                <a:spcPts val="0"/>
              </a:spcBef>
              <a:spcAft>
                <a:spcPts val="0"/>
              </a:spcAft>
              <a:buSzPts val="1100"/>
              <a:buChar char="●"/>
              <a:defRPr sz="1100"/>
            </a:lvl4pPr>
            <a:lvl5pPr indent="-298450" lvl="4" marL="2286000" rtl="0">
              <a:spcBef>
                <a:spcPts val="0"/>
              </a:spcBef>
              <a:spcAft>
                <a:spcPts val="0"/>
              </a:spcAft>
              <a:buSzPts val="1100"/>
              <a:buChar char="○"/>
              <a:defRPr sz="1100"/>
            </a:lvl5pPr>
            <a:lvl6pPr indent="-298450" lvl="5" marL="2743200" rtl="0">
              <a:spcBef>
                <a:spcPts val="0"/>
              </a:spcBef>
              <a:spcAft>
                <a:spcPts val="0"/>
              </a:spcAft>
              <a:buSzPts val="1100"/>
              <a:buChar char="■"/>
              <a:defRPr sz="1100"/>
            </a:lvl6pPr>
            <a:lvl7pPr indent="-298450" lvl="6" marL="3200400" rtl="0">
              <a:spcBef>
                <a:spcPts val="0"/>
              </a:spcBef>
              <a:spcAft>
                <a:spcPts val="0"/>
              </a:spcAft>
              <a:buSzPts val="1100"/>
              <a:buChar char="●"/>
              <a:defRPr sz="1100"/>
            </a:lvl7pPr>
            <a:lvl8pPr indent="-298450" lvl="7" marL="3657600" rtl="0">
              <a:spcBef>
                <a:spcPts val="0"/>
              </a:spcBef>
              <a:spcAft>
                <a:spcPts val="0"/>
              </a:spcAft>
              <a:buSzPts val="1100"/>
              <a:buChar char="○"/>
              <a:defRPr sz="1100"/>
            </a:lvl8pPr>
            <a:lvl9pPr indent="-298450" lvl="8" marL="4114800" rtl="0">
              <a:spcBef>
                <a:spcPts val="0"/>
              </a:spcBef>
              <a:spcAft>
                <a:spcPts val="0"/>
              </a:spcAft>
              <a:buSzPts val="1100"/>
              <a:buChar char="■"/>
              <a:defRPr sz="1100"/>
            </a:lvl9pPr>
          </a:lstStyle>
          <a:p/>
        </p:txBody>
      </p:sp>
      <p:pic>
        <p:nvPicPr>
          <p:cNvPr id="209" name="Google Shape;209;p24"/>
          <p:cNvPicPr preferRelativeResize="0"/>
          <p:nvPr/>
        </p:nvPicPr>
        <p:blipFill>
          <a:blip r:embed="rId2">
            <a:alphaModFix/>
          </a:blip>
          <a:stretch>
            <a:fillRect/>
          </a:stretch>
        </p:blipFill>
        <p:spPr>
          <a:xfrm>
            <a:off x="457529" y="4543025"/>
            <a:ext cx="950976" cy="142646"/>
          </a:xfrm>
          <a:prstGeom prst="rect">
            <a:avLst/>
          </a:prstGeom>
          <a:noFill/>
          <a:ln>
            <a:noFill/>
          </a:ln>
        </p:spPr>
      </p:pic>
    </p:spTree>
  </p:cSld>
  <p:clrMapOvr>
    <a:masterClrMapping/>
  </p:clrMapOvr>
</p:sldLayout>
</file>

<file path=ppt/slideLayouts/slideLayout2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ustom Layout 1">
  <p:cSld name="CUSTOM">
    <p:spTree>
      <p:nvGrpSpPr>
        <p:cNvPr id="210" name="Shape 210"/>
        <p:cNvGrpSpPr/>
        <p:nvPr/>
      </p:nvGrpSpPr>
      <p:grpSpPr>
        <a:xfrm>
          <a:off x="0" y="0"/>
          <a:ext cx="0" cy="0"/>
          <a:chOff x="0" y="0"/>
          <a:chExt cx="0" cy="0"/>
        </a:xfrm>
      </p:grpSpPr>
      <p:pic>
        <p:nvPicPr>
          <p:cNvPr id="211" name="Google Shape;211;p25"/>
          <p:cNvPicPr preferRelativeResize="0"/>
          <p:nvPr/>
        </p:nvPicPr>
        <p:blipFill>
          <a:blip r:embed="rId2">
            <a:alphaModFix/>
          </a:blip>
          <a:stretch>
            <a:fillRect/>
          </a:stretch>
        </p:blipFill>
        <p:spPr>
          <a:xfrm>
            <a:off x="457529" y="4543025"/>
            <a:ext cx="950976" cy="142646"/>
          </a:xfrm>
          <a:prstGeom prst="rect">
            <a:avLst/>
          </a:prstGeom>
          <a:noFill/>
          <a:ln>
            <a:noFill/>
          </a:ln>
        </p:spPr>
      </p:pic>
      <p:sp>
        <p:nvSpPr>
          <p:cNvPr id="212" name="Google Shape;212;p25"/>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lt1"/>
              </a:buClr>
              <a:buSzPts val="3200"/>
              <a:buFont typeface="Inter ExtraBold"/>
              <a:buNone/>
              <a:defRPr sz="3200">
                <a:solidFill>
                  <a:schemeClr val="lt1"/>
                </a:solidFill>
                <a:latin typeface="Inter ExtraBold"/>
                <a:ea typeface="Inter ExtraBold"/>
                <a:cs typeface="Inter ExtraBold"/>
                <a:sym typeface="Inter ExtraBold"/>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p:txBody>
      </p:sp>
      <p:sp>
        <p:nvSpPr>
          <p:cNvPr id="213" name="Google Shape;213;p25"/>
          <p:cNvSpPr txBox="1"/>
          <p:nvPr>
            <p:ph idx="12" type="sldNum"/>
          </p:nvPr>
        </p:nvSpPr>
        <p:spPr>
          <a:xfrm>
            <a:off x="8096041" y="4417542"/>
            <a:ext cx="548700" cy="393600"/>
          </a:xfrm>
          <a:prstGeom prst="rect">
            <a:avLst/>
          </a:prstGeom>
        </p:spPr>
        <p:txBody>
          <a:bodyPr anchorCtr="0" anchor="ctr" bIns="91425" lIns="91425" spcFirstLastPara="1" rIns="91425" wrap="square" tIns="91425">
            <a:normAutofit/>
          </a:bodyPr>
          <a:lstStyle>
            <a:lvl1pPr lvl="0" rtl="0">
              <a:buNone/>
              <a:defRPr>
                <a:solidFill>
                  <a:schemeClr val="lt1"/>
                </a:solidFill>
                <a:latin typeface="Inter"/>
                <a:ea typeface="Inter"/>
                <a:cs typeface="Inter"/>
                <a:sym typeface="Inter"/>
              </a:defRPr>
            </a:lvl1pPr>
            <a:lvl2pPr lvl="1" rtl="0">
              <a:buNone/>
              <a:defRPr>
                <a:solidFill>
                  <a:schemeClr val="lt1"/>
                </a:solidFill>
                <a:latin typeface="Inter"/>
                <a:ea typeface="Inter"/>
                <a:cs typeface="Inter"/>
                <a:sym typeface="Inter"/>
              </a:defRPr>
            </a:lvl2pPr>
            <a:lvl3pPr lvl="2" rtl="0">
              <a:buNone/>
              <a:defRPr>
                <a:solidFill>
                  <a:schemeClr val="lt1"/>
                </a:solidFill>
                <a:latin typeface="Inter"/>
                <a:ea typeface="Inter"/>
                <a:cs typeface="Inter"/>
                <a:sym typeface="Inter"/>
              </a:defRPr>
            </a:lvl3pPr>
            <a:lvl4pPr lvl="3" rtl="0">
              <a:buNone/>
              <a:defRPr>
                <a:solidFill>
                  <a:schemeClr val="lt1"/>
                </a:solidFill>
                <a:latin typeface="Inter"/>
                <a:ea typeface="Inter"/>
                <a:cs typeface="Inter"/>
                <a:sym typeface="Inter"/>
              </a:defRPr>
            </a:lvl4pPr>
            <a:lvl5pPr lvl="4" rtl="0">
              <a:buNone/>
              <a:defRPr>
                <a:solidFill>
                  <a:schemeClr val="lt1"/>
                </a:solidFill>
                <a:latin typeface="Inter"/>
                <a:ea typeface="Inter"/>
                <a:cs typeface="Inter"/>
                <a:sym typeface="Inter"/>
              </a:defRPr>
            </a:lvl5pPr>
            <a:lvl6pPr lvl="5" rtl="0">
              <a:buNone/>
              <a:defRPr>
                <a:solidFill>
                  <a:schemeClr val="lt1"/>
                </a:solidFill>
                <a:latin typeface="Inter"/>
                <a:ea typeface="Inter"/>
                <a:cs typeface="Inter"/>
                <a:sym typeface="Inter"/>
              </a:defRPr>
            </a:lvl6pPr>
            <a:lvl7pPr lvl="6" rtl="0">
              <a:buNone/>
              <a:defRPr>
                <a:solidFill>
                  <a:schemeClr val="lt1"/>
                </a:solidFill>
                <a:latin typeface="Inter"/>
                <a:ea typeface="Inter"/>
                <a:cs typeface="Inter"/>
                <a:sym typeface="Inter"/>
              </a:defRPr>
            </a:lvl7pPr>
            <a:lvl8pPr lvl="7" rtl="0">
              <a:buNone/>
              <a:defRPr>
                <a:solidFill>
                  <a:schemeClr val="lt1"/>
                </a:solidFill>
                <a:latin typeface="Inter"/>
                <a:ea typeface="Inter"/>
                <a:cs typeface="Inter"/>
                <a:sym typeface="Inter"/>
              </a:defRPr>
            </a:lvl8pPr>
            <a:lvl9pPr lvl="8" rtl="0">
              <a:buNone/>
              <a:defRPr>
                <a:solidFill>
                  <a:schemeClr val="lt1"/>
                </a:solidFill>
                <a:latin typeface="Inter"/>
                <a:ea typeface="Inter"/>
                <a:cs typeface="Inter"/>
                <a:sym typeface="Inter"/>
              </a:defRPr>
            </a:lvl9pPr>
          </a:lstStyle>
          <a:p>
            <a:pPr indent="0" lvl="0" marL="0" rtl="0" algn="r">
              <a:spcBef>
                <a:spcPts val="0"/>
              </a:spcBef>
              <a:spcAft>
                <a:spcPts val="0"/>
              </a:spcAft>
              <a:buNone/>
            </a:pPr>
            <a:fld id="{00000000-1234-1234-1234-123412341234}" type="slidenum">
              <a:rPr lang="en"/>
              <a:t>‹#›</a:t>
            </a:fld>
            <a:endParaRPr/>
          </a:p>
        </p:txBody>
      </p:sp>
      <p:sp>
        <p:nvSpPr>
          <p:cNvPr id="214" name="Google Shape;214;p25"/>
          <p:cNvSpPr txBox="1"/>
          <p:nvPr>
            <p:ph idx="2" type="sldNum"/>
          </p:nvPr>
        </p:nvSpPr>
        <p:spPr>
          <a:xfrm>
            <a:off x="8474304" y="4417550"/>
            <a:ext cx="281700" cy="393600"/>
          </a:xfrm>
          <a:prstGeom prst="rect">
            <a:avLst/>
          </a:prstGeom>
        </p:spPr>
        <p:txBody>
          <a:bodyPr anchorCtr="0" anchor="ctr" bIns="91425" lIns="91425" spcFirstLastPara="1" rIns="91425" wrap="square" tIns="91425">
            <a:normAutofit/>
          </a:bodyPr>
          <a:lstStyle>
            <a:lvl1pPr lvl="0" rtl="0" algn="l">
              <a:buNone/>
              <a:defRPr sz="1108">
                <a:solidFill>
                  <a:srgbClr val="666666"/>
                </a:solidFill>
                <a:latin typeface="Inter"/>
                <a:ea typeface="Inter"/>
                <a:cs typeface="Inter"/>
                <a:sym typeface="Inter"/>
              </a:defRPr>
            </a:lvl1pPr>
            <a:lvl2pPr lvl="1" rtl="0" algn="l">
              <a:buNone/>
              <a:defRPr sz="1108">
                <a:solidFill>
                  <a:srgbClr val="666666"/>
                </a:solidFill>
                <a:latin typeface="Inter"/>
                <a:ea typeface="Inter"/>
                <a:cs typeface="Inter"/>
                <a:sym typeface="Inter"/>
              </a:defRPr>
            </a:lvl2pPr>
            <a:lvl3pPr lvl="2" rtl="0" algn="l">
              <a:buNone/>
              <a:defRPr sz="1108">
                <a:solidFill>
                  <a:srgbClr val="666666"/>
                </a:solidFill>
                <a:latin typeface="Inter"/>
                <a:ea typeface="Inter"/>
                <a:cs typeface="Inter"/>
                <a:sym typeface="Inter"/>
              </a:defRPr>
            </a:lvl3pPr>
            <a:lvl4pPr lvl="3" rtl="0" algn="l">
              <a:buNone/>
              <a:defRPr sz="1108">
                <a:solidFill>
                  <a:srgbClr val="666666"/>
                </a:solidFill>
                <a:latin typeface="Inter"/>
                <a:ea typeface="Inter"/>
                <a:cs typeface="Inter"/>
                <a:sym typeface="Inter"/>
              </a:defRPr>
            </a:lvl4pPr>
            <a:lvl5pPr lvl="4" rtl="0" algn="l">
              <a:buNone/>
              <a:defRPr sz="1108">
                <a:solidFill>
                  <a:srgbClr val="666666"/>
                </a:solidFill>
                <a:latin typeface="Inter"/>
                <a:ea typeface="Inter"/>
                <a:cs typeface="Inter"/>
                <a:sym typeface="Inter"/>
              </a:defRPr>
            </a:lvl5pPr>
            <a:lvl6pPr lvl="5" rtl="0" algn="l">
              <a:buNone/>
              <a:defRPr sz="1108">
                <a:solidFill>
                  <a:srgbClr val="666666"/>
                </a:solidFill>
                <a:latin typeface="Inter"/>
                <a:ea typeface="Inter"/>
                <a:cs typeface="Inter"/>
                <a:sym typeface="Inter"/>
              </a:defRPr>
            </a:lvl6pPr>
            <a:lvl7pPr lvl="6" rtl="0" algn="l">
              <a:buNone/>
              <a:defRPr sz="1108">
                <a:solidFill>
                  <a:srgbClr val="666666"/>
                </a:solidFill>
                <a:latin typeface="Inter"/>
                <a:ea typeface="Inter"/>
                <a:cs typeface="Inter"/>
                <a:sym typeface="Inter"/>
              </a:defRPr>
            </a:lvl7pPr>
            <a:lvl8pPr lvl="7" rtl="0" algn="l">
              <a:buNone/>
              <a:defRPr sz="1108">
                <a:solidFill>
                  <a:srgbClr val="666666"/>
                </a:solidFill>
                <a:latin typeface="Inter"/>
                <a:ea typeface="Inter"/>
                <a:cs typeface="Inter"/>
                <a:sym typeface="Inter"/>
              </a:defRPr>
            </a:lvl8pPr>
            <a:lvl9pPr lvl="8" rtl="0" algn="l">
              <a:buNone/>
              <a:defRPr sz="1108">
                <a:solidFill>
                  <a:srgbClr val="666666"/>
                </a:solidFill>
                <a:latin typeface="Inter"/>
                <a:ea typeface="Inter"/>
                <a:cs typeface="Inter"/>
                <a:sym typeface="Inter"/>
              </a:defRPr>
            </a:lvl9pPr>
          </a:lstStyle>
          <a:p>
            <a:pPr indent="0" lvl="0" marL="0" rtl="0" algn="l">
              <a:spcBef>
                <a:spcPts val="0"/>
              </a:spcBef>
              <a:spcAft>
                <a:spcPts val="0"/>
              </a:spcAft>
              <a:buNone/>
            </a:pPr>
            <a:r>
              <a:rPr lang="en"/>
              <a:t xml:space="preserve"> /</a:t>
            </a:r>
            <a:endParaRPr/>
          </a:p>
        </p:txBody>
      </p:sp>
    </p:spTree>
  </p:cSld>
  <p:clrMapOvr>
    <a:masterClrMapping/>
  </p:clrMapOvr>
</p:sldLayout>
</file>

<file path=ppt/slideLayouts/slideLayout2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se Study (1)">
  <p:cSld name="BIG_NUMBER_1_1">
    <p:bg>
      <p:bgPr>
        <a:solidFill>
          <a:schemeClr val="dk1"/>
        </a:solidFill>
      </p:bgPr>
    </p:bg>
    <p:spTree>
      <p:nvGrpSpPr>
        <p:cNvPr id="215" name="Shape 215"/>
        <p:cNvGrpSpPr/>
        <p:nvPr/>
      </p:nvGrpSpPr>
      <p:grpSpPr>
        <a:xfrm>
          <a:off x="0" y="0"/>
          <a:ext cx="0" cy="0"/>
          <a:chOff x="0" y="0"/>
          <a:chExt cx="0" cy="0"/>
        </a:xfrm>
      </p:grpSpPr>
      <p:sp>
        <p:nvSpPr>
          <p:cNvPr id="216" name="Google Shape;216;p26"/>
          <p:cNvSpPr txBox="1"/>
          <p:nvPr>
            <p:ph type="title"/>
          </p:nvPr>
        </p:nvSpPr>
        <p:spPr>
          <a:xfrm>
            <a:off x="311700" y="445025"/>
            <a:ext cx="4412700" cy="5727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lt1"/>
              </a:buClr>
              <a:buSzPts val="3200"/>
              <a:buFont typeface="Inter ExtraBold"/>
              <a:buNone/>
              <a:defRPr sz="3200">
                <a:solidFill>
                  <a:schemeClr val="lt1"/>
                </a:solidFill>
                <a:latin typeface="Inter ExtraBold"/>
                <a:ea typeface="Inter ExtraBold"/>
                <a:cs typeface="Inter ExtraBold"/>
                <a:sym typeface="Inter ExtraBold"/>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p:txBody>
      </p:sp>
      <p:sp>
        <p:nvSpPr>
          <p:cNvPr id="217" name="Google Shape;217;p26"/>
          <p:cNvSpPr txBox="1"/>
          <p:nvPr>
            <p:ph idx="1" type="subTitle"/>
          </p:nvPr>
        </p:nvSpPr>
        <p:spPr>
          <a:xfrm>
            <a:off x="311700" y="1055100"/>
            <a:ext cx="4412700" cy="5727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lt1"/>
              </a:buClr>
              <a:buSzPts val="1800"/>
              <a:buNone/>
              <a:defRPr>
                <a:solidFill>
                  <a:schemeClr val="lt1"/>
                </a:solidFill>
              </a:defRPr>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p:txBody>
      </p:sp>
      <p:cxnSp>
        <p:nvCxnSpPr>
          <p:cNvPr id="218" name="Google Shape;218;p26"/>
          <p:cNvCxnSpPr/>
          <p:nvPr/>
        </p:nvCxnSpPr>
        <p:spPr>
          <a:xfrm rot="10800000">
            <a:off x="4549601" y="1710538"/>
            <a:ext cx="0" cy="2168700"/>
          </a:xfrm>
          <a:prstGeom prst="straightConnector1">
            <a:avLst/>
          </a:prstGeom>
          <a:noFill/>
          <a:ln cap="flat" cmpd="sng" w="9525">
            <a:solidFill>
              <a:schemeClr val="dk1"/>
            </a:solidFill>
            <a:prstDash val="solid"/>
            <a:round/>
            <a:headEnd len="med" w="med" type="none"/>
            <a:tailEnd len="med" w="med" type="none"/>
          </a:ln>
        </p:spPr>
      </p:cxnSp>
      <p:sp>
        <p:nvSpPr>
          <p:cNvPr id="219" name="Google Shape;219;p26"/>
          <p:cNvSpPr txBox="1"/>
          <p:nvPr>
            <p:ph idx="2" type="body"/>
          </p:nvPr>
        </p:nvSpPr>
        <p:spPr>
          <a:xfrm>
            <a:off x="311700" y="1570900"/>
            <a:ext cx="4412700" cy="2534400"/>
          </a:xfrm>
          <a:prstGeom prst="rect">
            <a:avLst/>
          </a:prstGeom>
        </p:spPr>
        <p:txBody>
          <a:bodyPr anchorCtr="0" anchor="t" bIns="91425" lIns="91425" spcFirstLastPara="1" rIns="91425" wrap="square" tIns="91425">
            <a:normAutofit/>
          </a:bodyPr>
          <a:lstStyle>
            <a:lvl1pPr indent="-342900" lvl="0" marL="457200" rtl="0">
              <a:spcBef>
                <a:spcPts val="0"/>
              </a:spcBef>
              <a:spcAft>
                <a:spcPts val="0"/>
              </a:spcAft>
              <a:buClr>
                <a:srgbClr val="D9D9D9"/>
              </a:buClr>
              <a:buSzPts val="1800"/>
              <a:buChar char="●"/>
              <a:defRPr>
                <a:solidFill>
                  <a:srgbClr val="D9D9D9"/>
                </a:solidFill>
              </a:defRPr>
            </a:lvl1pPr>
            <a:lvl2pPr indent="-317500" lvl="1" marL="914400" rtl="0">
              <a:spcBef>
                <a:spcPts val="0"/>
              </a:spcBef>
              <a:spcAft>
                <a:spcPts val="0"/>
              </a:spcAft>
              <a:buClr>
                <a:srgbClr val="D9D9D9"/>
              </a:buClr>
              <a:buSzPts val="1400"/>
              <a:buChar char="○"/>
              <a:defRPr>
                <a:solidFill>
                  <a:srgbClr val="D9D9D9"/>
                </a:solidFill>
              </a:defRPr>
            </a:lvl2pPr>
            <a:lvl3pPr indent="-317500" lvl="2" marL="1371600" rtl="0">
              <a:spcBef>
                <a:spcPts val="0"/>
              </a:spcBef>
              <a:spcAft>
                <a:spcPts val="0"/>
              </a:spcAft>
              <a:buClr>
                <a:srgbClr val="D9D9D9"/>
              </a:buClr>
              <a:buSzPts val="1400"/>
              <a:buChar char="■"/>
              <a:defRPr>
                <a:solidFill>
                  <a:srgbClr val="D9D9D9"/>
                </a:solidFill>
              </a:defRPr>
            </a:lvl3pPr>
            <a:lvl4pPr indent="-317500" lvl="3" marL="1828800" rtl="0">
              <a:spcBef>
                <a:spcPts val="0"/>
              </a:spcBef>
              <a:spcAft>
                <a:spcPts val="0"/>
              </a:spcAft>
              <a:buClr>
                <a:srgbClr val="D9D9D9"/>
              </a:buClr>
              <a:buSzPts val="1400"/>
              <a:buChar char="●"/>
              <a:defRPr>
                <a:solidFill>
                  <a:srgbClr val="D9D9D9"/>
                </a:solidFill>
              </a:defRPr>
            </a:lvl4pPr>
            <a:lvl5pPr indent="-317500" lvl="4" marL="2286000" rtl="0">
              <a:spcBef>
                <a:spcPts val="0"/>
              </a:spcBef>
              <a:spcAft>
                <a:spcPts val="0"/>
              </a:spcAft>
              <a:buClr>
                <a:srgbClr val="D9D9D9"/>
              </a:buClr>
              <a:buSzPts val="1400"/>
              <a:buChar char="○"/>
              <a:defRPr>
                <a:solidFill>
                  <a:srgbClr val="D9D9D9"/>
                </a:solidFill>
              </a:defRPr>
            </a:lvl5pPr>
            <a:lvl6pPr indent="-317500" lvl="5" marL="2743200" rtl="0">
              <a:spcBef>
                <a:spcPts val="0"/>
              </a:spcBef>
              <a:spcAft>
                <a:spcPts val="0"/>
              </a:spcAft>
              <a:buClr>
                <a:srgbClr val="D9D9D9"/>
              </a:buClr>
              <a:buSzPts val="1400"/>
              <a:buChar char="■"/>
              <a:defRPr>
                <a:solidFill>
                  <a:srgbClr val="D9D9D9"/>
                </a:solidFill>
              </a:defRPr>
            </a:lvl6pPr>
            <a:lvl7pPr indent="-317500" lvl="6" marL="3200400" rtl="0">
              <a:spcBef>
                <a:spcPts val="0"/>
              </a:spcBef>
              <a:spcAft>
                <a:spcPts val="0"/>
              </a:spcAft>
              <a:buClr>
                <a:srgbClr val="D9D9D9"/>
              </a:buClr>
              <a:buSzPts val="1400"/>
              <a:buChar char="●"/>
              <a:defRPr>
                <a:solidFill>
                  <a:srgbClr val="D9D9D9"/>
                </a:solidFill>
              </a:defRPr>
            </a:lvl7pPr>
            <a:lvl8pPr indent="-317500" lvl="7" marL="3657600" rtl="0">
              <a:spcBef>
                <a:spcPts val="0"/>
              </a:spcBef>
              <a:spcAft>
                <a:spcPts val="0"/>
              </a:spcAft>
              <a:buClr>
                <a:srgbClr val="D9D9D9"/>
              </a:buClr>
              <a:buSzPts val="1400"/>
              <a:buChar char="○"/>
              <a:defRPr>
                <a:solidFill>
                  <a:srgbClr val="D9D9D9"/>
                </a:solidFill>
              </a:defRPr>
            </a:lvl8pPr>
            <a:lvl9pPr indent="-317500" lvl="8" marL="4114800" rtl="0">
              <a:spcBef>
                <a:spcPts val="0"/>
              </a:spcBef>
              <a:spcAft>
                <a:spcPts val="0"/>
              </a:spcAft>
              <a:buClr>
                <a:srgbClr val="D9D9D9"/>
              </a:buClr>
              <a:buSzPts val="1400"/>
              <a:buChar char="■"/>
              <a:defRPr>
                <a:solidFill>
                  <a:srgbClr val="D9D9D9"/>
                </a:solidFill>
              </a:defRPr>
            </a:lvl9pPr>
          </a:lstStyle>
          <a:p/>
        </p:txBody>
      </p:sp>
      <p:sp>
        <p:nvSpPr>
          <p:cNvPr id="220" name="Google Shape;220;p26"/>
          <p:cNvSpPr/>
          <p:nvPr>
            <p:ph idx="3" type="pic"/>
          </p:nvPr>
        </p:nvSpPr>
        <p:spPr>
          <a:xfrm>
            <a:off x="5133600" y="0"/>
            <a:ext cx="4010400" cy="2775900"/>
          </a:xfrm>
          <a:prstGeom prst="rect">
            <a:avLst/>
          </a:prstGeom>
          <a:noFill/>
          <a:ln>
            <a:noFill/>
          </a:ln>
        </p:spPr>
      </p:sp>
      <p:pic>
        <p:nvPicPr>
          <p:cNvPr id="221" name="Google Shape;221;p26"/>
          <p:cNvPicPr preferRelativeResize="0"/>
          <p:nvPr/>
        </p:nvPicPr>
        <p:blipFill>
          <a:blip r:embed="rId2">
            <a:alphaModFix/>
          </a:blip>
          <a:stretch>
            <a:fillRect/>
          </a:stretch>
        </p:blipFill>
        <p:spPr>
          <a:xfrm>
            <a:off x="5133599" y="2946925"/>
            <a:ext cx="3572248" cy="1596099"/>
          </a:xfrm>
          <a:prstGeom prst="rect">
            <a:avLst/>
          </a:prstGeom>
          <a:noFill/>
          <a:ln>
            <a:noFill/>
          </a:ln>
        </p:spPr>
      </p:pic>
      <p:sp>
        <p:nvSpPr>
          <p:cNvPr id="222" name="Google Shape;222;p26"/>
          <p:cNvSpPr txBox="1"/>
          <p:nvPr>
            <p:ph hasCustomPrompt="1" idx="4" type="title"/>
          </p:nvPr>
        </p:nvSpPr>
        <p:spPr>
          <a:xfrm>
            <a:off x="5276850" y="2946925"/>
            <a:ext cx="3285900" cy="1015500"/>
          </a:xfrm>
          <a:prstGeom prst="rect">
            <a:avLst/>
          </a:prstGeom>
        </p:spPr>
        <p:txBody>
          <a:bodyPr anchorCtr="0" anchor="b" bIns="91425" lIns="91425" spcFirstLastPara="1" rIns="91425" wrap="square" tIns="91425">
            <a:normAutofit/>
          </a:bodyPr>
          <a:lstStyle>
            <a:lvl1pPr lvl="0" rtl="0">
              <a:spcBef>
                <a:spcPts val="0"/>
              </a:spcBef>
              <a:spcAft>
                <a:spcPts val="0"/>
              </a:spcAft>
              <a:buClr>
                <a:schemeClr val="dk1"/>
              </a:buClr>
              <a:buSzPts val="6500"/>
              <a:buFont typeface="Inter SemiBold"/>
              <a:buNone/>
              <a:defRPr sz="6500">
                <a:solidFill>
                  <a:schemeClr val="dk1"/>
                </a:solidFill>
                <a:latin typeface="Inter SemiBold"/>
                <a:ea typeface="Inter SemiBold"/>
                <a:cs typeface="Inter SemiBold"/>
                <a:sym typeface="Inter SemiBold"/>
              </a:defRPr>
            </a:lvl1pPr>
            <a:lvl2pPr lvl="1" rtl="0">
              <a:spcBef>
                <a:spcPts val="0"/>
              </a:spcBef>
              <a:spcAft>
                <a:spcPts val="0"/>
              </a:spcAft>
              <a:buSzPts val="12000"/>
              <a:buNone/>
              <a:defRPr sz="12000"/>
            </a:lvl2pPr>
            <a:lvl3pPr lvl="2" rtl="0">
              <a:spcBef>
                <a:spcPts val="0"/>
              </a:spcBef>
              <a:spcAft>
                <a:spcPts val="0"/>
              </a:spcAft>
              <a:buSzPts val="12000"/>
              <a:buNone/>
              <a:defRPr sz="12000"/>
            </a:lvl3pPr>
            <a:lvl4pPr lvl="3" rtl="0">
              <a:spcBef>
                <a:spcPts val="0"/>
              </a:spcBef>
              <a:spcAft>
                <a:spcPts val="0"/>
              </a:spcAft>
              <a:buSzPts val="12000"/>
              <a:buNone/>
              <a:defRPr sz="12000"/>
            </a:lvl4pPr>
            <a:lvl5pPr lvl="4" rtl="0">
              <a:spcBef>
                <a:spcPts val="0"/>
              </a:spcBef>
              <a:spcAft>
                <a:spcPts val="0"/>
              </a:spcAft>
              <a:buSzPts val="12000"/>
              <a:buNone/>
              <a:defRPr sz="12000"/>
            </a:lvl5pPr>
            <a:lvl6pPr lvl="5" rtl="0">
              <a:spcBef>
                <a:spcPts val="0"/>
              </a:spcBef>
              <a:spcAft>
                <a:spcPts val="0"/>
              </a:spcAft>
              <a:buSzPts val="12000"/>
              <a:buNone/>
              <a:defRPr sz="12000"/>
            </a:lvl6pPr>
            <a:lvl7pPr lvl="6" rtl="0">
              <a:spcBef>
                <a:spcPts val="0"/>
              </a:spcBef>
              <a:spcAft>
                <a:spcPts val="0"/>
              </a:spcAft>
              <a:buSzPts val="12000"/>
              <a:buNone/>
              <a:defRPr sz="12000"/>
            </a:lvl7pPr>
            <a:lvl8pPr lvl="7" rtl="0">
              <a:spcBef>
                <a:spcPts val="0"/>
              </a:spcBef>
              <a:spcAft>
                <a:spcPts val="0"/>
              </a:spcAft>
              <a:buSzPts val="12000"/>
              <a:buNone/>
              <a:defRPr sz="12000"/>
            </a:lvl8pPr>
            <a:lvl9pPr lvl="8" rtl="0">
              <a:spcBef>
                <a:spcPts val="0"/>
              </a:spcBef>
              <a:spcAft>
                <a:spcPts val="0"/>
              </a:spcAft>
              <a:buSzPts val="12000"/>
              <a:buNone/>
              <a:defRPr sz="12000"/>
            </a:lvl9pPr>
          </a:lstStyle>
          <a:p>
            <a:r>
              <a:t>xx%</a:t>
            </a:r>
          </a:p>
        </p:txBody>
      </p:sp>
      <p:sp>
        <p:nvSpPr>
          <p:cNvPr id="223" name="Google Shape;223;p26"/>
          <p:cNvSpPr txBox="1"/>
          <p:nvPr>
            <p:ph idx="5" type="subTitle"/>
          </p:nvPr>
        </p:nvSpPr>
        <p:spPr>
          <a:xfrm>
            <a:off x="5276988" y="3715100"/>
            <a:ext cx="3285900" cy="5727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dk1"/>
              </a:buClr>
              <a:buSzPts val="1200"/>
              <a:buFont typeface="Space Mono"/>
              <a:buNone/>
              <a:defRPr sz="1200">
                <a:solidFill>
                  <a:schemeClr val="dk1"/>
                </a:solidFill>
                <a:latin typeface="Space Mono"/>
                <a:ea typeface="Space Mono"/>
                <a:cs typeface="Space Mono"/>
                <a:sym typeface="Space Mono"/>
              </a:defRPr>
            </a:lvl1pPr>
            <a:lvl2pPr lvl="1" rtl="0">
              <a:spcBef>
                <a:spcPts val="0"/>
              </a:spcBef>
              <a:spcAft>
                <a:spcPts val="0"/>
              </a:spcAft>
              <a:buSzPts val="1200"/>
              <a:buNone/>
              <a:defRPr sz="1200"/>
            </a:lvl2pPr>
            <a:lvl3pPr lvl="2" rtl="0">
              <a:spcBef>
                <a:spcPts val="0"/>
              </a:spcBef>
              <a:spcAft>
                <a:spcPts val="0"/>
              </a:spcAft>
              <a:buSzPts val="1200"/>
              <a:buNone/>
              <a:defRPr sz="1200"/>
            </a:lvl3pPr>
            <a:lvl4pPr lvl="3" rtl="0">
              <a:spcBef>
                <a:spcPts val="0"/>
              </a:spcBef>
              <a:spcAft>
                <a:spcPts val="0"/>
              </a:spcAft>
              <a:buSzPts val="1200"/>
              <a:buNone/>
              <a:defRPr sz="1200"/>
            </a:lvl4pPr>
            <a:lvl5pPr lvl="4" rtl="0">
              <a:spcBef>
                <a:spcPts val="0"/>
              </a:spcBef>
              <a:spcAft>
                <a:spcPts val="0"/>
              </a:spcAft>
              <a:buSzPts val="1200"/>
              <a:buNone/>
              <a:defRPr sz="1200"/>
            </a:lvl5pPr>
            <a:lvl6pPr lvl="5" rtl="0">
              <a:spcBef>
                <a:spcPts val="0"/>
              </a:spcBef>
              <a:spcAft>
                <a:spcPts val="0"/>
              </a:spcAft>
              <a:buSzPts val="1200"/>
              <a:buNone/>
              <a:defRPr sz="1200"/>
            </a:lvl6pPr>
            <a:lvl7pPr lvl="6" rtl="0">
              <a:spcBef>
                <a:spcPts val="0"/>
              </a:spcBef>
              <a:spcAft>
                <a:spcPts val="0"/>
              </a:spcAft>
              <a:buSzPts val="1200"/>
              <a:buNone/>
              <a:defRPr sz="1200"/>
            </a:lvl7pPr>
            <a:lvl8pPr lvl="7" rtl="0">
              <a:spcBef>
                <a:spcPts val="0"/>
              </a:spcBef>
              <a:spcAft>
                <a:spcPts val="0"/>
              </a:spcAft>
              <a:buSzPts val="1200"/>
              <a:buNone/>
              <a:defRPr sz="1200"/>
            </a:lvl8pPr>
            <a:lvl9pPr lvl="8" rtl="0">
              <a:spcBef>
                <a:spcPts val="0"/>
              </a:spcBef>
              <a:spcAft>
                <a:spcPts val="0"/>
              </a:spcAft>
              <a:buSzPts val="1200"/>
              <a:buNone/>
              <a:defRPr sz="1200"/>
            </a:lvl9pPr>
          </a:lstStyle>
          <a:p/>
        </p:txBody>
      </p:sp>
      <p:sp>
        <p:nvSpPr>
          <p:cNvPr id="224" name="Google Shape;224;p26"/>
          <p:cNvSpPr txBox="1"/>
          <p:nvPr>
            <p:ph idx="12" type="sldNum"/>
          </p:nvPr>
        </p:nvSpPr>
        <p:spPr>
          <a:xfrm>
            <a:off x="8096041" y="4417542"/>
            <a:ext cx="548700" cy="393600"/>
          </a:xfrm>
          <a:prstGeom prst="rect">
            <a:avLst/>
          </a:prstGeom>
        </p:spPr>
        <p:txBody>
          <a:bodyPr anchorCtr="0" anchor="ctr" bIns="91425" lIns="91425" spcFirstLastPara="1" rIns="91425" wrap="square" tIns="91425">
            <a:normAutofit/>
          </a:bodyPr>
          <a:lstStyle>
            <a:lvl1pPr lvl="0" rtl="0">
              <a:buNone/>
              <a:defRPr>
                <a:solidFill>
                  <a:schemeClr val="lt1"/>
                </a:solidFill>
                <a:latin typeface="Inter"/>
                <a:ea typeface="Inter"/>
                <a:cs typeface="Inter"/>
                <a:sym typeface="Inter"/>
              </a:defRPr>
            </a:lvl1pPr>
            <a:lvl2pPr lvl="1" rtl="0">
              <a:buNone/>
              <a:defRPr>
                <a:solidFill>
                  <a:schemeClr val="lt1"/>
                </a:solidFill>
                <a:latin typeface="Inter"/>
                <a:ea typeface="Inter"/>
                <a:cs typeface="Inter"/>
                <a:sym typeface="Inter"/>
              </a:defRPr>
            </a:lvl2pPr>
            <a:lvl3pPr lvl="2" rtl="0">
              <a:buNone/>
              <a:defRPr>
                <a:solidFill>
                  <a:schemeClr val="lt1"/>
                </a:solidFill>
                <a:latin typeface="Inter"/>
                <a:ea typeface="Inter"/>
                <a:cs typeface="Inter"/>
                <a:sym typeface="Inter"/>
              </a:defRPr>
            </a:lvl3pPr>
            <a:lvl4pPr lvl="3" rtl="0">
              <a:buNone/>
              <a:defRPr>
                <a:solidFill>
                  <a:schemeClr val="lt1"/>
                </a:solidFill>
                <a:latin typeface="Inter"/>
                <a:ea typeface="Inter"/>
                <a:cs typeface="Inter"/>
                <a:sym typeface="Inter"/>
              </a:defRPr>
            </a:lvl4pPr>
            <a:lvl5pPr lvl="4" rtl="0">
              <a:buNone/>
              <a:defRPr>
                <a:solidFill>
                  <a:schemeClr val="lt1"/>
                </a:solidFill>
                <a:latin typeface="Inter"/>
                <a:ea typeface="Inter"/>
                <a:cs typeface="Inter"/>
                <a:sym typeface="Inter"/>
              </a:defRPr>
            </a:lvl5pPr>
            <a:lvl6pPr lvl="5" rtl="0">
              <a:buNone/>
              <a:defRPr>
                <a:solidFill>
                  <a:schemeClr val="lt1"/>
                </a:solidFill>
                <a:latin typeface="Inter"/>
                <a:ea typeface="Inter"/>
                <a:cs typeface="Inter"/>
                <a:sym typeface="Inter"/>
              </a:defRPr>
            </a:lvl6pPr>
            <a:lvl7pPr lvl="6" rtl="0">
              <a:buNone/>
              <a:defRPr>
                <a:solidFill>
                  <a:schemeClr val="lt1"/>
                </a:solidFill>
                <a:latin typeface="Inter"/>
                <a:ea typeface="Inter"/>
                <a:cs typeface="Inter"/>
                <a:sym typeface="Inter"/>
              </a:defRPr>
            </a:lvl7pPr>
            <a:lvl8pPr lvl="7" rtl="0">
              <a:buNone/>
              <a:defRPr>
                <a:solidFill>
                  <a:schemeClr val="lt1"/>
                </a:solidFill>
                <a:latin typeface="Inter"/>
                <a:ea typeface="Inter"/>
                <a:cs typeface="Inter"/>
                <a:sym typeface="Inter"/>
              </a:defRPr>
            </a:lvl8pPr>
            <a:lvl9pPr lvl="8" rtl="0">
              <a:buNone/>
              <a:defRPr>
                <a:solidFill>
                  <a:schemeClr val="lt1"/>
                </a:solidFill>
                <a:latin typeface="Inter"/>
                <a:ea typeface="Inter"/>
                <a:cs typeface="Inter"/>
                <a:sym typeface="Inter"/>
              </a:defRPr>
            </a:lvl9pPr>
          </a:lstStyle>
          <a:p>
            <a:pPr indent="0" lvl="0" marL="0" rtl="0" algn="r">
              <a:spcBef>
                <a:spcPts val="0"/>
              </a:spcBef>
              <a:spcAft>
                <a:spcPts val="0"/>
              </a:spcAft>
              <a:buNone/>
            </a:pPr>
            <a:fld id="{00000000-1234-1234-1234-123412341234}" type="slidenum">
              <a:rPr lang="en"/>
              <a:t>‹#›</a:t>
            </a:fld>
            <a:endParaRPr/>
          </a:p>
        </p:txBody>
      </p:sp>
      <p:sp>
        <p:nvSpPr>
          <p:cNvPr id="225" name="Google Shape;225;p26"/>
          <p:cNvSpPr txBox="1"/>
          <p:nvPr>
            <p:ph idx="6" type="sldNum"/>
          </p:nvPr>
        </p:nvSpPr>
        <p:spPr>
          <a:xfrm>
            <a:off x="8474304" y="4417550"/>
            <a:ext cx="281700" cy="393600"/>
          </a:xfrm>
          <a:prstGeom prst="rect">
            <a:avLst/>
          </a:prstGeom>
        </p:spPr>
        <p:txBody>
          <a:bodyPr anchorCtr="0" anchor="ctr" bIns="91425" lIns="91425" spcFirstLastPara="1" rIns="91425" wrap="square" tIns="91425">
            <a:normAutofit/>
          </a:bodyPr>
          <a:lstStyle>
            <a:lvl1pPr lvl="0" rtl="0" algn="l">
              <a:buNone/>
              <a:defRPr sz="1108">
                <a:solidFill>
                  <a:srgbClr val="666666"/>
                </a:solidFill>
                <a:latin typeface="Inter"/>
                <a:ea typeface="Inter"/>
                <a:cs typeface="Inter"/>
                <a:sym typeface="Inter"/>
              </a:defRPr>
            </a:lvl1pPr>
            <a:lvl2pPr lvl="1" rtl="0" algn="l">
              <a:buNone/>
              <a:defRPr sz="1108">
                <a:solidFill>
                  <a:srgbClr val="666666"/>
                </a:solidFill>
                <a:latin typeface="Inter"/>
                <a:ea typeface="Inter"/>
                <a:cs typeface="Inter"/>
                <a:sym typeface="Inter"/>
              </a:defRPr>
            </a:lvl2pPr>
            <a:lvl3pPr lvl="2" rtl="0" algn="l">
              <a:buNone/>
              <a:defRPr sz="1108">
                <a:solidFill>
                  <a:srgbClr val="666666"/>
                </a:solidFill>
                <a:latin typeface="Inter"/>
                <a:ea typeface="Inter"/>
                <a:cs typeface="Inter"/>
                <a:sym typeface="Inter"/>
              </a:defRPr>
            </a:lvl3pPr>
            <a:lvl4pPr lvl="3" rtl="0" algn="l">
              <a:buNone/>
              <a:defRPr sz="1108">
                <a:solidFill>
                  <a:srgbClr val="666666"/>
                </a:solidFill>
                <a:latin typeface="Inter"/>
                <a:ea typeface="Inter"/>
                <a:cs typeface="Inter"/>
                <a:sym typeface="Inter"/>
              </a:defRPr>
            </a:lvl4pPr>
            <a:lvl5pPr lvl="4" rtl="0" algn="l">
              <a:buNone/>
              <a:defRPr sz="1108">
                <a:solidFill>
                  <a:srgbClr val="666666"/>
                </a:solidFill>
                <a:latin typeface="Inter"/>
                <a:ea typeface="Inter"/>
                <a:cs typeface="Inter"/>
                <a:sym typeface="Inter"/>
              </a:defRPr>
            </a:lvl5pPr>
            <a:lvl6pPr lvl="5" rtl="0" algn="l">
              <a:buNone/>
              <a:defRPr sz="1108">
                <a:solidFill>
                  <a:srgbClr val="666666"/>
                </a:solidFill>
                <a:latin typeface="Inter"/>
                <a:ea typeface="Inter"/>
                <a:cs typeface="Inter"/>
                <a:sym typeface="Inter"/>
              </a:defRPr>
            </a:lvl6pPr>
            <a:lvl7pPr lvl="6" rtl="0" algn="l">
              <a:buNone/>
              <a:defRPr sz="1108">
                <a:solidFill>
                  <a:srgbClr val="666666"/>
                </a:solidFill>
                <a:latin typeface="Inter"/>
                <a:ea typeface="Inter"/>
                <a:cs typeface="Inter"/>
                <a:sym typeface="Inter"/>
              </a:defRPr>
            </a:lvl7pPr>
            <a:lvl8pPr lvl="7" rtl="0" algn="l">
              <a:buNone/>
              <a:defRPr sz="1108">
                <a:solidFill>
                  <a:srgbClr val="666666"/>
                </a:solidFill>
                <a:latin typeface="Inter"/>
                <a:ea typeface="Inter"/>
                <a:cs typeface="Inter"/>
                <a:sym typeface="Inter"/>
              </a:defRPr>
            </a:lvl8pPr>
            <a:lvl9pPr lvl="8" rtl="0" algn="l">
              <a:buNone/>
              <a:defRPr sz="1108">
                <a:solidFill>
                  <a:srgbClr val="666666"/>
                </a:solidFill>
                <a:latin typeface="Inter"/>
                <a:ea typeface="Inter"/>
                <a:cs typeface="Inter"/>
                <a:sym typeface="Inter"/>
              </a:defRPr>
            </a:lvl9pPr>
          </a:lstStyle>
          <a:p>
            <a:pPr indent="0" lvl="0" marL="0" rtl="0" algn="l">
              <a:spcBef>
                <a:spcPts val="0"/>
              </a:spcBef>
              <a:spcAft>
                <a:spcPts val="0"/>
              </a:spcAft>
              <a:buNone/>
            </a:pPr>
            <a:r>
              <a:rPr lang="en"/>
              <a:t xml:space="preserve"> /</a:t>
            </a:r>
            <a:endParaRPr/>
          </a:p>
        </p:txBody>
      </p:sp>
      <p:pic>
        <p:nvPicPr>
          <p:cNvPr id="226" name="Google Shape;226;p26"/>
          <p:cNvPicPr preferRelativeResize="0"/>
          <p:nvPr/>
        </p:nvPicPr>
        <p:blipFill>
          <a:blip r:embed="rId3">
            <a:alphaModFix/>
          </a:blip>
          <a:stretch>
            <a:fillRect/>
          </a:stretch>
        </p:blipFill>
        <p:spPr>
          <a:xfrm>
            <a:off x="457529" y="4543025"/>
            <a:ext cx="950976" cy="142646"/>
          </a:xfrm>
          <a:prstGeom prst="rect">
            <a:avLst/>
          </a:prstGeom>
          <a:noFill/>
          <a:ln>
            <a:noFill/>
          </a:ln>
        </p:spPr>
      </p:pic>
    </p:spTree>
  </p:cSld>
  <p:clrMapOvr>
    <a:masterClrMapping/>
  </p:clrMapOvr>
</p:sldLayout>
</file>

<file path=ppt/slideLayouts/slideLayout2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_3">
  <p:cSld name="TITLE_3">
    <p:spTree>
      <p:nvGrpSpPr>
        <p:cNvPr id="227" name="Shape 227"/>
        <p:cNvGrpSpPr/>
        <p:nvPr/>
      </p:nvGrpSpPr>
      <p:grpSpPr>
        <a:xfrm>
          <a:off x="0" y="0"/>
          <a:ext cx="0" cy="0"/>
          <a:chOff x="0" y="0"/>
          <a:chExt cx="0" cy="0"/>
        </a:xfrm>
      </p:grpSpPr>
      <p:sp>
        <p:nvSpPr>
          <p:cNvPr id="228" name="Google Shape;228;p27"/>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rtl="0" algn="ctr">
              <a:spcBef>
                <a:spcPts val="0"/>
              </a:spcBef>
              <a:spcAft>
                <a:spcPts val="0"/>
              </a:spcAft>
              <a:buSzPts val="5200"/>
              <a:buNone/>
              <a:defRPr sz="5200"/>
            </a:lvl1pPr>
            <a:lvl2pPr lvl="1" rtl="0" algn="ctr">
              <a:spcBef>
                <a:spcPts val="0"/>
              </a:spcBef>
              <a:spcAft>
                <a:spcPts val="0"/>
              </a:spcAft>
              <a:buSzPts val="5200"/>
              <a:buNone/>
              <a:defRPr sz="5200"/>
            </a:lvl2pPr>
            <a:lvl3pPr lvl="2" rtl="0" algn="ctr">
              <a:spcBef>
                <a:spcPts val="0"/>
              </a:spcBef>
              <a:spcAft>
                <a:spcPts val="0"/>
              </a:spcAft>
              <a:buSzPts val="5200"/>
              <a:buNone/>
              <a:defRPr sz="5200"/>
            </a:lvl3pPr>
            <a:lvl4pPr lvl="3" rtl="0" algn="ctr">
              <a:spcBef>
                <a:spcPts val="0"/>
              </a:spcBef>
              <a:spcAft>
                <a:spcPts val="0"/>
              </a:spcAft>
              <a:buSzPts val="5200"/>
              <a:buNone/>
              <a:defRPr sz="5200"/>
            </a:lvl4pPr>
            <a:lvl5pPr lvl="4" rtl="0" algn="ctr">
              <a:spcBef>
                <a:spcPts val="0"/>
              </a:spcBef>
              <a:spcAft>
                <a:spcPts val="0"/>
              </a:spcAft>
              <a:buSzPts val="5200"/>
              <a:buNone/>
              <a:defRPr sz="5200"/>
            </a:lvl5pPr>
            <a:lvl6pPr lvl="5" rtl="0" algn="ctr">
              <a:spcBef>
                <a:spcPts val="0"/>
              </a:spcBef>
              <a:spcAft>
                <a:spcPts val="0"/>
              </a:spcAft>
              <a:buSzPts val="5200"/>
              <a:buNone/>
              <a:defRPr sz="5200"/>
            </a:lvl6pPr>
            <a:lvl7pPr lvl="6" rtl="0" algn="ctr">
              <a:spcBef>
                <a:spcPts val="0"/>
              </a:spcBef>
              <a:spcAft>
                <a:spcPts val="0"/>
              </a:spcAft>
              <a:buSzPts val="5200"/>
              <a:buNone/>
              <a:defRPr sz="5200"/>
            </a:lvl7pPr>
            <a:lvl8pPr lvl="7" rtl="0" algn="ctr">
              <a:spcBef>
                <a:spcPts val="0"/>
              </a:spcBef>
              <a:spcAft>
                <a:spcPts val="0"/>
              </a:spcAft>
              <a:buSzPts val="5200"/>
              <a:buNone/>
              <a:defRPr sz="5200"/>
            </a:lvl8pPr>
            <a:lvl9pPr lvl="8" rtl="0" algn="ctr">
              <a:spcBef>
                <a:spcPts val="0"/>
              </a:spcBef>
              <a:spcAft>
                <a:spcPts val="0"/>
              </a:spcAft>
              <a:buSzPts val="5200"/>
              <a:buNone/>
              <a:defRPr sz="5200"/>
            </a:lvl9pPr>
          </a:lstStyle>
          <a:p/>
        </p:txBody>
      </p:sp>
      <p:sp>
        <p:nvSpPr>
          <p:cNvPr id="229" name="Google Shape;229;p27"/>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rtl="0" algn="ctr">
              <a:lnSpc>
                <a:spcPct val="100000"/>
              </a:lnSpc>
              <a:spcBef>
                <a:spcPts val="0"/>
              </a:spcBef>
              <a:spcAft>
                <a:spcPts val="0"/>
              </a:spcAft>
              <a:buSzPts val="2800"/>
              <a:buNone/>
              <a:defRPr sz="2800"/>
            </a:lvl1pPr>
            <a:lvl2pPr lvl="1" rtl="0" algn="ctr">
              <a:lnSpc>
                <a:spcPct val="100000"/>
              </a:lnSpc>
              <a:spcBef>
                <a:spcPts val="0"/>
              </a:spcBef>
              <a:spcAft>
                <a:spcPts val="0"/>
              </a:spcAft>
              <a:buSzPts val="2800"/>
              <a:buNone/>
              <a:defRPr sz="2800"/>
            </a:lvl2pPr>
            <a:lvl3pPr lvl="2" rtl="0" algn="ctr">
              <a:lnSpc>
                <a:spcPct val="100000"/>
              </a:lnSpc>
              <a:spcBef>
                <a:spcPts val="0"/>
              </a:spcBef>
              <a:spcAft>
                <a:spcPts val="0"/>
              </a:spcAft>
              <a:buSzPts val="2800"/>
              <a:buNone/>
              <a:defRPr sz="2800"/>
            </a:lvl3pPr>
            <a:lvl4pPr lvl="3" rtl="0" algn="ctr">
              <a:lnSpc>
                <a:spcPct val="100000"/>
              </a:lnSpc>
              <a:spcBef>
                <a:spcPts val="0"/>
              </a:spcBef>
              <a:spcAft>
                <a:spcPts val="0"/>
              </a:spcAft>
              <a:buSzPts val="2800"/>
              <a:buNone/>
              <a:defRPr sz="2800"/>
            </a:lvl4pPr>
            <a:lvl5pPr lvl="4" rtl="0" algn="ctr">
              <a:lnSpc>
                <a:spcPct val="100000"/>
              </a:lnSpc>
              <a:spcBef>
                <a:spcPts val="0"/>
              </a:spcBef>
              <a:spcAft>
                <a:spcPts val="0"/>
              </a:spcAft>
              <a:buSzPts val="2800"/>
              <a:buNone/>
              <a:defRPr sz="2800"/>
            </a:lvl5pPr>
            <a:lvl6pPr lvl="5" rtl="0" algn="ctr">
              <a:lnSpc>
                <a:spcPct val="100000"/>
              </a:lnSpc>
              <a:spcBef>
                <a:spcPts val="0"/>
              </a:spcBef>
              <a:spcAft>
                <a:spcPts val="0"/>
              </a:spcAft>
              <a:buSzPts val="2800"/>
              <a:buNone/>
              <a:defRPr sz="2800"/>
            </a:lvl6pPr>
            <a:lvl7pPr lvl="6" rtl="0" algn="ctr">
              <a:lnSpc>
                <a:spcPct val="100000"/>
              </a:lnSpc>
              <a:spcBef>
                <a:spcPts val="0"/>
              </a:spcBef>
              <a:spcAft>
                <a:spcPts val="0"/>
              </a:spcAft>
              <a:buSzPts val="2800"/>
              <a:buNone/>
              <a:defRPr sz="2800"/>
            </a:lvl7pPr>
            <a:lvl8pPr lvl="7" rtl="0" algn="ctr">
              <a:lnSpc>
                <a:spcPct val="100000"/>
              </a:lnSpc>
              <a:spcBef>
                <a:spcPts val="0"/>
              </a:spcBef>
              <a:spcAft>
                <a:spcPts val="0"/>
              </a:spcAft>
              <a:buSzPts val="2800"/>
              <a:buNone/>
              <a:defRPr sz="2800"/>
            </a:lvl8pPr>
            <a:lvl9pPr lvl="8" rtl="0" algn="ctr">
              <a:lnSpc>
                <a:spcPct val="100000"/>
              </a:lnSpc>
              <a:spcBef>
                <a:spcPts val="0"/>
              </a:spcBef>
              <a:spcAft>
                <a:spcPts val="0"/>
              </a:spcAft>
              <a:buSzPts val="2800"/>
              <a:buNone/>
              <a:defRPr sz="2800"/>
            </a:lvl9pPr>
          </a:lstStyle>
          <a:p/>
        </p:txBody>
      </p:sp>
    </p:spTree>
  </p:cSld>
  <p:clrMapOvr>
    <a:masterClrMapping/>
  </p:clrMapOvr>
</p:sldLayout>
</file>

<file path=ppt/slideLayouts/slideLayout2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1)" type="title">
  <p:cSld name="TITLE">
    <p:bg>
      <p:bgPr>
        <a:blipFill>
          <a:blip r:embed="rId2">
            <a:alphaModFix/>
          </a:blip>
          <a:stretch>
            <a:fillRect/>
          </a:stretch>
        </a:blipFill>
      </p:bgPr>
    </p:bg>
    <p:spTree>
      <p:nvGrpSpPr>
        <p:cNvPr id="234" name="Shape 234"/>
        <p:cNvGrpSpPr/>
        <p:nvPr/>
      </p:nvGrpSpPr>
      <p:grpSpPr>
        <a:xfrm>
          <a:off x="0" y="0"/>
          <a:ext cx="0" cy="0"/>
          <a:chOff x="0" y="0"/>
          <a:chExt cx="0" cy="0"/>
        </a:xfrm>
      </p:grpSpPr>
      <p:pic>
        <p:nvPicPr>
          <p:cNvPr id="235" name="Google Shape;235;p29"/>
          <p:cNvPicPr preferRelativeResize="0"/>
          <p:nvPr/>
        </p:nvPicPr>
        <p:blipFill rotWithShape="1">
          <a:blip r:embed="rId3">
            <a:alphaModFix/>
          </a:blip>
          <a:srcRect b="-803" l="-566" r="-566" t="-813"/>
          <a:stretch/>
        </p:blipFill>
        <p:spPr>
          <a:xfrm>
            <a:off x="1286050" y="747975"/>
            <a:ext cx="6572150" cy="3647601"/>
          </a:xfrm>
          <a:prstGeom prst="rect">
            <a:avLst/>
          </a:prstGeom>
          <a:noFill/>
          <a:ln>
            <a:noFill/>
          </a:ln>
        </p:spPr>
      </p:pic>
      <p:sp>
        <p:nvSpPr>
          <p:cNvPr id="236" name="Google Shape;236;p29"/>
          <p:cNvSpPr/>
          <p:nvPr/>
        </p:nvSpPr>
        <p:spPr>
          <a:xfrm>
            <a:off x="1422300" y="777025"/>
            <a:ext cx="6299400" cy="3589500"/>
          </a:xfrm>
          <a:prstGeom prst="rect">
            <a:avLst/>
          </a:pr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7" name="Google Shape;237;p29"/>
          <p:cNvSpPr txBox="1"/>
          <p:nvPr>
            <p:ph type="ctrTitle"/>
          </p:nvPr>
        </p:nvSpPr>
        <p:spPr>
          <a:xfrm>
            <a:off x="1422350" y="1250875"/>
            <a:ext cx="6299400" cy="2418900"/>
          </a:xfrm>
          <a:prstGeom prst="rect">
            <a:avLst/>
          </a:prstGeom>
        </p:spPr>
        <p:txBody>
          <a:bodyPr anchorCtr="0" anchor="ctr" bIns="91425" lIns="91425" spcFirstLastPara="1" rIns="91425" wrap="square" tIns="91425">
            <a:normAutofit/>
          </a:bodyPr>
          <a:lstStyle>
            <a:lvl1pPr lvl="0" rtl="0" algn="ctr">
              <a:lnSpc>
                <a:spcPct val="85000"/>
              </a:lnSpc>
              <a:spcBef>
                <a:spcPts val="0"/>
              </a:spcBef>
              <a:spcAft>
                <a:spcPts val="0"/>
              </a:spcAft>
              <a:buClr>
                <a:schemeClr val="lt1"/>
              </a:buClr>
              <a:buSzPts val="5500"/>
              <a:buNone/>
              <a:defRPr b="1" sz="5500">
                <a:solidFill>
                  <a:schemeClr val="lt1"/>
                </a:solidFill>
              </a:defRPr>
            </a:lvl1pPr>
            <a:lvl2pPr lvl="1" rtl="0" algn="ctr">
              <a:spcBef>
                <a:spcPts val="0"/>
              </a:spcBef>
              <a:spcAft>
                <a:spcPts val="0"/>
              </a:spcAft>
              <a:buSzPts val="5200"/>
              <a:buFont typeface="Inter"/>
              <a:buNone/>
              <a:defRPr sz="5200">
                <a:latin typeface="Inter"/>
                <a:ea typeface="Inter"/>
                <a:cs typeface="Inter"/>
                <a:sym typeface="Inter"/>
              </a:defRPr>
            </a:lvl2pPr>
            <a:lvl3pPr lvl="2" rtl="0" algn="ctr">
              <a:spcBef>
                <a:spcPts val="0"/>
              </a:spcBef>
              <a:spcAft>
                <a:spcPts val="0"/>
              </a:spcAft>
              <a:buSzPts val="5200"/>
              <a:buFont typeface="Inter"/>
              <a:buNone/>
              <a:defRPr sz="5200">
                <a:latin typeface="Inter"/>
                <a:ea typeface="Inter"/>
                <a:cs typeface="Inter"/>
                <a:sym typeface="Inter"/>
              </a:defRPr>
            </a:lvl3pPr>
            <a:lvl4pPr lvl="3" rtl="0" algn="ctr">
              <a:spcBef>
                <a:spcPts val="0"/>
              </a:spcBef>
              <a:spcAft>
                <a:spcPts val="0"/>
              </a:spcAft>
              <a:buSzPts val="5200"/>
              <a:buFont typeface="Inter"/>
              <a:buNone/>
              <a:defRPr sz="5200">
                <a:latin typeface="Inter"/>
                <a:ea typeface="Inter"/>
                <a:cs typeface="Inter"/>
                <a:sym typeface="Inter"/>
              </a:defRPr>
            </a:lvl4pPr>
            <a:lvl5pPr lvl="4" rtl="0" algn="ctr">
              <a:spcBef>
                <a:spcPts val="0"/>
              </a:spcBef>
              <a:spcAft>
                <a:spcPts val="0"/>
              </a:spcAft>
              <a:buSzPts val="5200"/>
              <a:buFont typeface="Inter"/>
              <a:buNone/>
              <a:defRPr sz="5200">
                <a:latin typeface="Inter"/>
                <a:ea typeface="Inter"/>
                <a:cs typeface="Inter"/>
                <a:sym typeface="Inter"/>
              </a:defRPr>
            </a:lvl5pPr>
            <a:lvl6pPr lvl="5" rtl="0" algn="ctr">
              <a:spcBef>
                <a:spcPts val="0"/>
              </a:spcBef>
              <a:spcAft>
                <a:spcPts val="0"/>
              </a:spcAft>
              <a:buSzPts val="5200"/>
              <a:buFont typeface="Inter"/>
              <a:buNone/>
              <a:defRPr sz="5200">
                <a:latin typeface="Inter"/>
                <a:ea typeface="Inter"/>
                <a:cs typeface="Inter"/>
                <a:sym typeface="Inter"/>
              </a:defRPr>
            </a:lvl6pPr>
            <a:lvl7pPr lvl="6" rtl="0" algn="ctr">
              <a:spcBef>
                <a:spcPts val="0"/>
              </a:spcBef>
              <a:spcAft>
                <a:spcPts val="0"/>
              </a:spcAft>
              <a:buSzPts val="5200"/>
              <a:buFont typeface="Inter"/>
              <a:buNone/>
              <a:defRPr sz="5200">
                <a:latin typeface="Inter"/>
                <a:ea typeface="Inter"/>
                <a:cs typeface="Inter"/>
                <a:sym typeface="Inter"/>
              </a:defRPr>
            </a:lvl7pPr>
            <a:lvl8pPr lvl="7" rtl="0" algn="ctr">
              <a:spcBef>
                <a:spcPts val="0"/>
              </a:spcBef>
              <a:spcAft>
                <a:spcPts val="0"/>
              </a:spcAft>
              <a:buSzPts val="5200"/>
              <a:buFont typeface="Inter"/>
              <a:buNone/>
              <a:defRPr sz="5200">
                <a:latin typeface="Inter"/>
                <a:ea typeface="Inter"/>
                <a:cs typeface="Inter"/>
                <a:sym typeface="Inter"/>
              </a:defRPr>
            </a:lvl8pPr>
            <a:lvl9pPr lvl="8" rtl="0" algn="ctr">
              <a:spcBef>
                <a:spcPts val="0"/>
              </a:spcBef>
              <a:spcAft>
                <a:spcPts val="0"/>
              </a:spcAft>
              <a:buSzPts val="5200"/>
              <a:buFont typeface="Inter"/>
              <a:buNone/>
              <a:defRPr sz="5200">
                <a:latin typeface="Inter"/>
                <a:ea typeface="Inter"/>
                <a:cs typeface="Inter"/>
                <a:sym typeface="Inter"/>
              </a:defRPr>
            </a:lvl9pPr>
          </a:lstStyle>
          <a:p/>
        </p:txBody>
      </p:sp>
      <p:sp>
        <p:nvSpPr>
          <p:cNvPr id="238" name="Google Shape;238;p29"/>
          <p:cNvSpPr txBox="1"/>
          <p:nvPr>
            <p:ph idx="1" type="subTitle"/>
          </p:nvPr>
        </p:nvSpPr>
        <p:spPr>
          <a:xfrm>
            <a:off x="1732725" y="3364675"/>
            <a:ext cx="2688600" cy="783900"/>
          </a:xfrm>
          <a:prstGeom prst="rect">
            <a:avLst/>
          </a:prstGeom>
        </p:spPr>
        <p:txBody>
          <a:bodyPr anchorCtr="0" anchor="b" bIns="91425" lIns="91425" spcFirstLastPara="1" rIns="91425" wrap="square" tIns="91425">
            <a:normAutofit/>
          </a:bodyPr>
          <a:lstStyle>
            <a:lvl1pPr lvl="0" rtl="0">
              <a:lnSpc>
                <a:spcPct val="100000"/>
              </a:lnSpc>
              <a:spcBef>
                <a:spcPts val="0"/>
              </a:spcBef>
              <a:spcAft>
                <a:spcPts val="0"/>
              </a:spcAft>
              <a:buClr>
                <a:schemeClr val="lt1"/>
              </a:buClr>
              <a:buSzPts val="1400"/>
              <a:buFont typeface="Inter"/>
              <a:buNone/>
              <a:defRPr sz="1400">
                <a:solidFill>
                  <a:schemeClr val="lt1"/>
                </a:solidFill>
                <a:latin typeface="Inter"/>
                <a:ea typeface="Inter"/>
                <a:cs typeface="Inter"/>
                <a:sym typeface="Inter"/>
              </a:defRPr>
            </a:lvl1pPr>
            <a:lvl2pPr lvl="1" rtl="0" algn="ctr">
              <a:lnSpc>
                <a:spcPct val="100000"/>
              </a:lnSpc>
              <a:spcBef>
                <a:spcPts val="0"/>
              </a:spcBef>
              <a:spcAft>
                <a:spcPts val="0"/>
              </a:spcAft>
              <a:buSzPts val="2800"/>
              <a:buFont typeface="Inter"/>
              <a:buNone/>
              <a:defRPr sz="2800">
                <a:latin typeface="Inter"/>
                <a:ea typeface="Inter"/>
                <a:cs typeface="Inter"/>
                <a:sym typeface="Inter"/>
              </a:defRPr>
            </a:lvl2pPr>
            <a:lvl3pPr lvl="2" rtl="0" algn="ctr">
              <a:lnSpc>
                <a:spcPct val="100000"/>
              </a:lnSpc>
              <a:spcBef>
                <a:spcPts val="0"/>
              </a:spcBef>
              <a:spcAft>
                <a:spcPts val="0"/>
              </a:spcAft>
              <a:buSzPts val="2800"/>
              <a:buFont typeface="Inter"/>
              <a:buNone/>
              <a:defRPr sz="2800">
                <a:latin typeface="Inter"/>
                <a:ea typeface="Inter"/>
                <a:cs typeface="Inter"/>
                <a:sym typeface="Inter"/>
              </a:defRPr>
            </a:lvl3pPr>
            <a:lvl4pPr lvl="3" rtl="0" algn="ctr">
              <a:lnSpc>
                <a:spcPct val="100000"/>
              </a:lnSpc>
              <a:spcBef>
                <a:spcPts val="0"/>
              </a:spcBef>
              <a:spcAft>
                <a:spcPts val="0"/>
              </a:spcAft>
              <a:buSzPts val="2800"/>
              <a:buFont typeface="Inter"/>
              <a:buNone/>
              <a:defRPr sz="2800">
                <a:latin typeface="Inter"/>
                <a:ea typeface="Inter"/>
                <a:cs typeface="Inter"/>
                <a:sym typeface="Inter"/>
              </a:defRPr>
            </a:lvl4pPr>
            <a:lvl5pPr lvl="4" rtl="0" algn="ctr">
              <a:lnSpc>
                <a:spcPct val="100000"/>
              </a:lnSpc>
              <a:spcBef>
                <a:spcPts val="0"/>
              </a:spcBef>
              <a:spcAft>
                <a:spcPts val="0"/>
              </a:spcAft>
              <a:buSzPts val="2800"/>
              <a:buFont typeface="Inter"/>
              <a:buNone/>
              <a:defRPr sz="2800">
                <a:latin typeface="Inter"/>
                <a:ea typeface="Inter"/>
                <a:cs typeface="Inter"/>
                <a:sym typeface="Inter"/>
              </a:defRPr>
            </a:lvl5pPr>
            <a:lvl6pPr lvl="5" rtl="0" algn="ctr">
              <a:lnSpc>
                <a:spcPct val="100000"/>
              </a:lnSpc>
              <a:spcBef>
                <a:spcPts val="0"/>
              </a:spcBef>
              <a:spcAft>
                <a:spcPts val="0"/>
              </a:spcAft>
              <a:buSzPts val="2800"/>
              <a:buFont typeface="Inter"/>
              <a:buNone/>
              <a:defRPr sz="2800">
                <a:latin typeface="Inter"/>
                <a:ea typeface="Inter"/>
                <a:cs typeface="Inter"/>
                <a:sym typeface="Inter"/>
              </a:defRPr>
            </a:lvl6pPr>
            <a:lvl7pPr lvl="6" rtl="0" algn="ctr">
              <a:lnSpc>
                <a:spcPct val="100000"/>
              </a:lnSpc>
              <a:spcBef>
                <a:spcPts val="0"/>
              </a:spcBef>
              <a:spcAft>
                <a:spcPts val="0"/>
              </a:spcAft>
              <a:buSzPts val="2800"/>
              <a:buFont typeface="Inter"/>
              <a:buNone/>
              <a:defRPr sz="2800">
                <a:latin typeface="Inter"/>
                <a:ea typeface="Inter"/>
                <a:cs typeface="Inter"/>
                <a:sym typeface="Inter"/>
              </a:defRPr>
            </a:lvl7pPr>
            <a:lvl8pPr lvl="7" rtl="0" algn="ctr">
              <a:lnSpc>
                <a:spcPct val="100000"/>
              </a:lnSpc>
              <a:spcBef>
                <a:spcPts val="0"/>
              </a:spcBef>
              <a:spcAft>
                <a:spcPts val="0"/>
              </a:spcAft>
              <a:buSzPts val="2800"/>
              <a:buFont typeface="Inter"/>
              <a:buNone/>
              <a:defRPr sz="2800">
                <a:latin typeface="Inter"/>
                <a:ea typeface="Inter"/>
                <a:cs typeface="Inter"/>
                <a:sym typeface="Inter"/>
              </a:defRPr>
            </a:lvl8pPr>
            <a:lvl9pPr lvl="8" rtl="0" algn="ctr">
              <a:lnSpc>
                <a:spcPct val="100000"/>
              </a:lnSpc>
              <a:spcBef>
                <a:spcPts val="0"/>
              </a:spcBef>
              <a:spcAft>
                <a:spcPts val="0"/>
              </a:spcAft>
              <a:buSzPts val="2800"/>
              <a:buFont typeface="Inter"/>
              <a:buNone/>
              <a:defRPr sz="2800">
                <a:latin typeface="Inter"/>
                <a:ea typeface="Inter"/>
                <a:cs typeface="Inter"/>
                <a:sym typeface="Inter"/>
              </a:defRPr>
            </a:lvl9pPr>
          </a:lstStyle>
          <a:p/>
        </p:txBody>
      </p:sp>
      <p:pic>
        <p:nvPicPr>
          <p:cNvPr id="239" name="Google Shape;239;p29"/>
          <p:cNvPicPr preferRelativeResize="0"/>
          <p:nvPr/>
        </p:nvPicPr>
        <p:blipFill>
          <a:blip r:embed="rId4">
            <a:alphaModFix/>
          </a:blip>
          <a:stretch>
            <a:fillRect/>
          </a:stretch>
        </p:blipFill>
        <p:spPr>
          <a:xfrm>
            <a:off x="1804962" y="1107025"/>
            <a:ext cx="1262574" cy="188225"/>
          </a:xfrm>
          <a:prstGeom prst="rect">
            <a:avLst/>
          </a:prstGeom>
          <a:noFill/>
          <a:ln>
            <a:noFill/>
          </a:ln>
        </p:spPr>
      </p:pic>
      <p:sp>
        <p:nvSpPr>
          <p:cNvPr id="240" name="Google Shape;240;p29"/>
          <p:cNvSpPr txBox="1"/>
          <p:nvPr>
            <p:ph idx="2" type="subTitle"/>
          </p:nvPr>
        </p:nvSpPr>
        <p:spPr>
          <a:xfrm>
            <a:off x="4722750" y="3364675"/>
            <a:ext cx="2688600" cy="783900"/>
          </a:xfrm>
          <a:prstGeom prst="rect">
            <a:avLst/>
          </a:prstGeom>
        </p:spPr>
        <p:txBody>
          <a:bodyPr anchorCtr="0" anchor="b" bIns="91425" lIns="91425" spcFirstLastPara="1" rIns="91425" wrap="square" tIns="91425">
            <a:normAutofit/>
          </a:bodyPr>
          <a:lstStyle>
            <a:lvl1pPr lvl="0" rtl="0" algn="r">
              <a:lnSpc>
                <a:spcPct val="100000"/>
              </a:lnSpc>
              <a:spcBef>
                <a:spcPts val="0"/>
              </a:spcBef>
              <a:spcAft>
                <a:spcPts val="0"/>
              </a:spcAft>
              <a:buClr>
                <a:schemeClr val="lt1"/>
              </a:buClr>
              <a:buSzPts val="1000"/>
              <a:buFont typeface="Space Mono"/>
              <a:buNone/>
              <a:defRPr sz="1000">
                <a:solidFill>
                  <a:schemeClr val="lt1"/>
                </a:solidFill>
                <a:latin typeface="Space Mono"/>
                <a:ea typeface="Space Mono"/>
                <a:cs typeface="Space Mono"/>
                <a:sym typeface="Space Mono"/>
              </a:defRPr>
            </a:lvl1pPr>
            <a:lvl2pPr lvl="1" rtl="0" algn="r">
              <a:lnSpc>
                <a:spcPct val="100000"/>
              </a:lnSpc>
              <a:spcBef>
                <a:spcPts val="0"/>
              </a:spcBef>
              <a:spcAft>
                <a:spcPts val="0"/>
              </a:spcAft>
              <a:buSzPts val="2800"/>
              <a:buFont typeface="Space Mono"/>
              <a:buNone/>
              <a:defRPr sz="2800">
                <a:latin typeface="Space Mono"/>
                <a:ea typeface="Space Mono"/>
                <a:cs typeface="Space Mono"/>
                <a:sym typeface="Space Mono"/>
              </a:defRPr>
            </a:lvl2pPr>
            <a:lvl3pPr lvl="2" rtl="0" algn="r">
              <a:lnSpc>
                <a:spcPct val="100000"/>
              </a:lnSpc>
              <a:spcBef>
                <a:spcPts val="0"/>
              </a:spcBef>
              <a:spcAft>
                <a:spcPts val="0"/>
              </a:spcAft>
              <a:buSzPts val="2800"/>
              <a:buFont typeface="Space Mono"/>
              <a:buNone/>
              <a:defRPr sz="2800">
                <a:latin typeface="Space Mono"/>
                <a:ea typeface="Space Mono"/>
                <a:cs typeface="Space Mono"/>
                <a:sym typeface="Space Mono"/>
              </a:defRPr>
            </a:lvl3pPr>
            <a:lvl4pPr lvl="3" rtl="0" algn="r">
              <a:lnSpc>
                <a:spcPct val="100000"/>
              </a:lnSpc>
              <a:spcBef>
                <a:spcPts val="0"/>
              </a:spcBef>
              <a:spcAft>
                <a:spcPts val="0"/>
              </a:spcAft>
              <a:buSzPts val="2800"/>
              <a:buFont typeface="Space Mono"/>
              <a:buNone/>
              <a:defRPr sz="2800">
                <a:latin typeface="Space Mono"/>
                <a:ea typeface="Space Mono"/>
                <a:cs typeface="Space Mono"/>
                <a:sym typeface="Space Mono"/>
              </a:defRPr>
            </a:lvl4pPr>
            <a:lvl5pPr lvl="4" rtl="0" algn="r">
              <a:lnSpc>
                <a:spcPct val="100000"/>
              </a:lnSpc>
              <a:spcBef>
                <a:spcPts val="0"/>
              </a:spcBef>
              <a:spcAft>
                <a:spcPts val="0"/>
              </a:spcAft>
              <a:buSzPts val="2800"/>
              <a:buFont typeface="Space Mono"/>
              <a:buNone/>
              <a:defRPr sz="2800">
                <a:latin typeface="Space Mono"/>
                <a:ea typeface="Space Mono"/>
                <a:cs typeface="Space Mono"/>
                <a:sym typeface="Space Mono"/>
              </a:defRPr>
            </a:lvl5pPr>
            <a:lvl6pPr lvl="5" rtl="0" algn="r">
              <a:lnSpc>
                <a:spcPct val="100000"/>
              </a:lnSpc>
              <a:spcBef>
                <a:spcPts val="0"/>
              </a:spcBef>
              <a:spcAft>
                <a:spcPts val="0"/>
              </a:spcAft>
              <a:buSzPts val="2800"/>
              <a:buFont typeface="Space Mono"/>
              <a:buNone/>
              <a:defRPr sz="2800">
                <a:latin typeface="Space Mono"/>
                <a:ea typeface="Space Mono"/>
                <a:cs typeface="Space Mono"/>
                <a:sym typeface="Space Mono"/>
              </a:defRPr>
            </a:lvl6pPr>
            <a:lvl7pPr lvl="6" rtl="0" algn="r">
              <a:lnSpc>
                <a:spcPct val="100000"/>
              </a:lnSpc>
              <a:spcBef>
                <a:spcPts val="0"/>
              </a:spcBef>
              <a:spcAft>
                <a:spcPts val="0"/>
              </a:spcAft>
              <a:buSzPts val="2800"/>
              <a:buFont typeface="Space Mono"/>
              <a:buNone/>
              <a:defRPr sz="2800">
                <a:latin typeface="Space Mono"/>
                <a:ea typeface="Space Mono"/>
                <a:cs typeface="Space Mono"/>
                <a:sym typeface="Space Mono"/>
              </a:defRPr>
            </a:lvl7pPr>
            <a:lvl8pPr lvl="7" rtl="0" algn="r">
              <a:lnSpc>
                <a:spcPct val="100000"/>
              </a:lnSpc>
              <a:spcBef>
                <a:spcPts val="0"/>
              </a:spcBef>
              <a:spcAft>
                <a:spcPts val="0"/>
              </a:spcAft>
              <a:buSzPts val="2800"/>
              <a:buFont typeface="Space Mono"/>
              <a:buNone/>
              <a:defRPr sz="2800">
                <a:latin typeface="Space Mono"/>
                <a:ea typeface="Space Mono"/>
                <a:cs typeface="Space Mono"/>
                <a:sym typeface="Space Mono"/>
              </a:defRPr>
            </a:lvl8pPr>
            <a:lvl9pPr lvl="8" rtl="0" algn="r">
              <a:lnSpc>
                <a:spcPct val="100000"/>
              </a:lnSpc>
              <a:spcBef>
                <a:spcPts val="0"/>
              </a:spcBef>
              <a:spcAft>
                <a:spcPts val="0"/>
              </a:spcAft>
              <a:buSzPts val="2800"/>
              <a:buFont typeface="Space Mono"/>
              <a:buNone/>
              <a:defRPr sz="2800">
                <a:latin typeface="Space Mono"/>
                <a:ea typeface="Space Mono"/>
                <a:cs typeface="Space Mono"/>
                <a:sym typeface="Space Mono"/>
              </a:defRPr>
            </a:lvl9pPr>
          </a:lstStyle>
          <a:p/>
        </p:txBody>
      </p:sp>
      <p:pic>
        <p:nvPicPr>
          <p:cNvPr id="241" name="Google Shape;241;p29"/>
          <p:cNvPicPr preferRelativeResize="0"/>
          <p:nvPr/>
        </p:nvPicPr>
        <p:blipFill>
          <a:blip r:embed="rId5">
            <a:alphaModFix/>
          </a:blip>
          <a:stretch>
            <a:fillRect/>
          </a:stretch>
        </p:blipFill>
        <p:spPr>
          <a:xfrm>
            <a:off x="-762396" y="0"/>
            <a:ext cx="548700" cy="2288640"/>
          </a:xfrm>
          <a:prstGeom prst="rect">
            <a:avLst/>
          </a:prstGeom>
          <a:noFill/>
          <a:ln>
            <a:noFill/>
          </a:ln>
        </p:spPr>
      </p:pic>
      <p:sp>
        <p:nvSpPr>
          <p:cNvPr id="242" name="Google Shape;242;p29"/>
          <p:cNvSpPr txBox="1"/>
          <p:nvPr>
            <p:ph idx="3" type="subTitle"/>
          </p:nvPr>
        </p:nvSpPr>
        <p:spPr>
          <a:xfrm>
            <a:off x="4683500" y="1003625"/>
            <a:ext cx="2727900" cy="849600"/>
          </a:xfrm>
          <a:prstGeom prst="rect">
            <a:avLst/>
          </a:prstGeom>
        </p:spPr>
        <p:txBody>
          <a:bodyPr anchorCtr="0" anchor="t" bIns="91425" lIns="91425" spcFirstLastPara="1" rIns="91425" wrap="square" tIns="91425">
            <a:normAutofit/>
          </a:bodyPr>
          <a:lstStyle>
            <a:lvl1pPr lvl="0" rtl="0" algn="r">
              <a:lnSpc>
                <a:spcPct val="100000"/>
              </a:lnSpc>
              <a:spcBef>
                <a:spcPts val="0"/>
              </a:spcBef>
              <a:spcAft>
                <a:spcPts val="0"/>
              </a:spcAft>
              <a:buClr>
                <a:schemeClr val="lt1"/>
              </a:buClr>
              <a:buSzPts val="1200"/>
              <a:buFont typeface="Inter"/>
              <a:buNone/>
              <a:defRPr sz="1200">
                <a:solidFill>
                  <a:schemeClr val="lt1"/>
                </a:solidFill>
                <a:latin typeface="Inter"/>
                <a:ea typeface="Inter"/>
                <a:cs typeface="Inter"/>
                <a:sym typeface="Inter"/>
              </a:defRPr>
            </a:lvl1pPr>
            <a:lvl2pPr lvl="1" rtl="0" algn="r">
              <a:lnSpc>
                <a:spcPct val="100000"/>
              </a:lnSpc>
              <a:spcBef>
                <a:spcPts val="0"/>
              </a:spcBef>
              <a:spcAft>
                <a:spcPts val="0"/>
              </a:spcAft>
              <a:buSzPts val="2800"/>
              <a:buFont typeface="Inter"/>
              <a:buNone/>
              <a:defRPr sz="2800">
                <a:latin typeface="Inter"/>
                <a:ea typeface="Inter"/>
                <a:cs typeface="Inter"/>
                <a:sym typeface="Inter"/>
              </a:defRPr>
            </a:lvl2pPr>
            <a:lvl3pPr lvl="2" rtl="0" algn="r">
              <a:lnSpc>
                <a:spcPct val="100000"/>
              </a:lnSpc>
              <a:spcBef>
                <a:spcPts val="0"/>
              </a:spcBef>
              <a:spcAft>
                <a:spcPts val="0"/>
              </a:spcAft>
              <a:buSzPts val="2800"/>
              <a:buFont typeface="Inter"/>
              <a:buNone/>
              <a:defRPr sz="2800">
                <a:latin typeface="Inter"/>
                <a:ea typeface="Inter"/>
                <a:cs typeface="Inter"/>
                <a:sym typeface="Inter"/>
              </a:defRPr>
            </a:lvl3pPr>
            <a:lvl4pPr lvl="3" rtl="0" algn="r">
              <a:lnSpc>
                <a:spcPct val="100000"/>
              </a:lnSpc>
              <a:spcBef>
                <a:spcPts val="0"/>
              </a:spcBef>
              <a:spcAft>
                <a:spcPts val="0"/>
              </a:spcAft>
              <a:buSzPts val="2800"/>
              <a:buFont typeface="Inter"/>
              <a:buNone/>
              <a:defRPr sz="2800">
                <a:latin typeface="Inter"/>
                <a:ea typeface="Inter"/>
                <a:cs typeface="Inter"/>
                <a:sym typeface="Inter"/>
              </a:defRPr>
            </a:lvl4pPr>
            <a:lvl5pPr lvl="4" rtl="0" algn="r">
              <a:lnSpc>
                <a:spcPct val="100000"/>
              </a:lnSpc>
              <a:spcBef>
                <a:spcPts val="0"/>
              </a:spcBef>
              <a:spcAft>
                <a:spcPts val="0"/>
              </a:spcAft>
              <a:buSzPts val="2800"/>
              <a:buFont typeface="Inter"/>
              <a:buNone/>
              <a:defRPr sz="2800">
                <a:latin typeface="Inter"/>
                <a:ea typeface="Inter"/>
                <a:cs typeface="Inter"/>
                <a:sym typeface="Inter"/>
              </a:defRPr>
            </a:lvl5pPr>
            <a:lvl6pPr lvl="5" rtl="0" algn="r">
              <a:lnSpc>
                <a:spcPct val="100000"/>
              </a:lnSpc>
              <a:spcBef>
                <a:spcPts val="0"/>
              </a:spcBef>
              <a:spcAft>
                <a:spcPts val="0"/>
              </a:spcAft>
              <a:buSzPts val="2800"/>
              <a:buFont typeface="Inter"/>
              <a:buNone/>
              <a:defRPr sz="2800">
                <a:latin typeface="Inter"/>
                <a:ea typeface="Inter"/>
                <a:cs typeface="Inter"/>
                <a:sym typeface="Inter"/>
              </a:defRPr>
            </a:lvl6pPr>
            <a:lvl7pPr lvl="6" rtl="0" algn="r">
              <a:lnSpc>
                <a:spcPct val="100000"/>
              </a:lnSpc>
              <a:spcBef>
                <a:spcPts val="0"/>
              </a:spcBef>
              <a:spcAft>
                <a:spcPts val="0"/>
              </a:spcAft>
              <a:buSzPts val="2800"/>
              <a:buFont typeface="Inter"/>
              <a:buNone/>
              <a:defRPr sz="2800">
                <a:latin typeface="Inter"/>
                <a:ea typeface="Inter"/>
                <a:cs typeface="Inter"/>
                <a:sym typeface="Inter"/>
              </a:defRPr>
            </a:lvl7pPr>
            <a:lvl8pPr lvl="7" rtl="0" algn="r">
              <a:lnSpc>
                <a:spcPct val="100000"/>
              </a:lnSpc>
              <a:spcBef>
                <a:spcPts val="0"/>
              </a:spcBef>
              <a:spcAft>
                <a:spcPts val="0"/>
              </a:spcAft>
              <a:buSzPts val="2800"/>
              <a:buFont typeface="Inter"/>
              <a:buNone/>
              <a:defRPr sz="2800">
                <a:latin typeface="Inter"/>
                <a:ea typeface="Inter"/>
                <a:cs typeface="Inter"/>
                <a:sym typeface="Inter"/>
              </a:defRPr>
            </a:lvl8pPr>
            <a:lvl9pPr lvl="8" rtl="0" algn="r">
              <a:lnSpc>
                <a:spcPct val="100000"/>
              </a:lnSpc>
              <a:spcBef>
                <a:spcPts val="0"/>
              </a:spcBef>
              <a:spcAft>
                <a:spcPts val="0"/>
              </a:spcAft>
              <a:buSzPts val="2800"/>
              <a:buFont typeface="Inter"/>
              <a:buNone/>
              <a:defRPr sz="2800">
                <a:latin typeface="Inter"/>
                <a:ea typeface="Inter"/>
                <a:cs typeface="Inter"/>
                <a:sym typeface="Inter"/>
              </a:defRPr>
            </a:lvl9pPr>
          </a:lstStyle>
          <a:p/>
        </p:txBody>
      </p:sp>
    </p:spTree>
  </p:cSld>
  <p:clrMapOvr>
    <a:masterClrMapping/>
  </p:clrMapOvr>
</p:sldLayout>
</file>

<file path=ppt/slideLayouts/slideLayout2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2)">
  <p:cSld name="TITLE_2">
    <p:bg>
      <p:bgPr>
        <a:blipFill>
          <a:blip r:embed="rId2">
            <a:alphaModFix/>
          </a:blip>
          <a:stretch>
            <a:fillRect/>
          </a:stretch>
        </a:blipFill>
      </p:bgPr>
    </p:bg>
    <p:spTree>
      <p:nvGrpSpPr>
        <p:cNvPr id="243" name="Shape 243"/>
        <p:cNvGrpSpPr/>
        <p:nvPr/>
      </p:nvGrpSpPr>
      <p:grpSpPr>
        <a:xfrm>
          <a:off x="0" y="0"/>
          <a:ext cx="0" cy="0"/>
          <a:chOff x="0" y="0"/>
          <a:chExt cx="0" cy="0"/>
        </a:xfrm>
      </p:grpSpPr>
      <p:pic>
        <p:nvPicPr>
          <p:cNvPr id="244" name="Google Shape;244;p30"/>
          <p:cNvPicPr preferRelativeResize="0"/>
          <p:nvPr/>
        </p:nvPicPr>
        <p:blipFill>
          <a:blip r:embed="rId3">
            <a:alphaModFix/>
          </a:blip>
          <a:stretch>
            <a:fillRect/>
          </a:stretch>
        </p:blipFill>
        <p:spPr>
          <a:xfrm>
            <a:off x="329825" y="304850"/>
            <a:ext cx="8484350" cy="4049675"/>
          </a:xfrm>
          <a:prstGeom prst="rect">
            <a:avLst/>
          </a:prstGeom>
          <a:noFill/>
          <a:ln>
            <a:noFill/>
          </a:ln>
        </p:spPr>
      </p:pic>
      <p:sp>
        <p:nvSpPr>
          <p:cNvPr id="245" name="Google Shape;245;p30"/>
          <p:cNvSpPr txBox="1"/>
          <p:nvPr>
            <p:ph type="ctrTitle"/>
          </p:nvPr>
        </p:nvSpPr>
        <p:spPr>
          <a:xfrm>
            <a:off x="562450" y="523025"/>
            <a:ext cx="7995000" cy="3146700"/>
          </a:xfrm>
          <a:prstGeom prst="rect">
            <a:avLst/>
          </a:prstGeom>
        </p:spPr>
        <p:txBody>
          <a:bodyPr anchorCtr="0" anchor="t" bIns="91425" lIns="91425" spcFirstLastPara="1" rIns="91425" wrap="square" tIns="91425">
            <a:normAutofit/>
          </a:bodyPr>
          <a:lstStyle>
            <a:lvl1pPr lvl="0" rtl="0">
              <a:lnSpc>
                <a:spcPct val="85000"/>
              </a:lnSpc>
              <a:spcBef>
                <a:spcPts val="0"/>
              </a:spcBef>
              <a:spcAft>
                <a:spcPts val="0"/>
              </a:spcAft>
              <a:buClr>
                <a:schemeClr val="lt1"/>
              </a:buClr>
              <a:buSzPts val="7000"/>
              <a:buNone/>
              <a:defRPr b="1" sz="7000">
                <a:solidFill>
                  <a:schemeClr val="lt1"/>
                </a:solidFill>
              </a:defRPr>
            </a:lvl1pPr>
            <a:lvl2pPr lvl="1" rtl="0" algn="ctr">
              <a:spcBef>
                <a:spcPts val="0"/>
              </a:spcBef>
              <a:spcAft>
                <a:spcPts val="0"/>
              </a:spcAft>
              <a:buSzPts val="5200"/>
              <a:buFont typeface="Inter"/>
              <a:buNone/>
              <a:defRPr sz="5200">
                <a:latin typeface="Inter"/>
                <a:ea typeface="Inter"/>
                <a:cs typeface="Inter"/>
                <a:sym typeface="Inter"/>
              </a:defRPr>
            </a:lvl2pPr>
            <a:lvl3pPr lvl="2" rtl="0" algn="ctr">
              <a:spcBef>
                <a:spcPts val="0"/>
              </a:spcBef>
              <a:spcAft>
                <a:spcPts val="0"/>
              </a:spcAft>
              <a:buSzPts val="5200"/>
              <a:buFont typeface="Inter"/>
              <a:buNone/>
              <a:defRPr sz="5200">
                <a:latin typeface="Inter"/>
                <a:ea typeface="Inter"/>
                <a:cs typeface="Inter"/>
                <a:sym typeface="Inter"/>
              </a:defRPr>
            </a:lvl3pPr>
            <a:lvl4pPr lvl="3" rtl="0" algn="ctr">
              <a:spcBef>
                <a:spcPts val="0"/>
              </a:spcBef>
              <a:spcAft>
                <a:spcPts val="0"/>
              </a:spcAft>
              <a:buSzPts val="5200"/>
              <a:buFont typeface="Inter"/>
              <a:buNone/>
              <a:defRPr sz="5200">
                <a:latin typeface="Inter"/>
                <a:ea typeface="Inter"/>
                <a:cs typeface="Inter"/>
                <a:sym typeface="Inter"/>
              </a:defRPr>
            </a:lvl4pPr>
            <a:lvl5pPr lvl="4" rtl="0" algn="ctr">
              <a:spcBef>
                <a:spcPts val="0"/>
              </a:spcBef>
              <a:spcAft>
                <a:spcPts val="0"/>
              </a:spcAft>
              <a:buSzPts val="5200"/>
              <a:buFont typeface="Inter"/>
              <a:buNone/>
              <a:defRPr sz="5200">
                <a:latin typeface="Inter"/>
                <a:ea typeface="Inter"/>
                <a:cs typeface="Inter"/>
                <a:sym typeface="Inter"/>
              </a:defRPr>
            </a:lvl5pPr>
            <a:lvl6pPr lvl="5" rtl="0" algn="ctr">
              <a:spcBef>
                <a:spcPts val="0"/>
              </a:spcBef>
              <a:spcAft>
                <a:spcPts val="0"/>
              </a:spcAft>
              <a:buSzPts val="5200"/>
              <a:buFont typeface="Inter"/>
              <a:buNone/>
              <a:defRPr sz="5200">
                <a:latin typeface="Inter"/>
                <a:ea typeface="Inter"/>
                <a:cs typeface="Inter"/>
                <a:sym typeface="Inter"/>
              </a:defRPr>
            </a:lvl6pPr>
            <a:lvl7pPr lvl="6" rtl="0" algn="ctr">
              <a:spcBef>
                <a:spcPts val="0"/>
              </a:spcBef>
              <a:spcAft>
                <a:spcPts val="0"/>
              </a:spcAft>
              <a:buSzPts val="5200"/>
              <a:buFont typeface="Inter"/>
              <a:buNone/>
              <a:defRPr sz="5200">
                <a:latin typeface="Inter"/>
                <a:ea typeface="Inter"/>
                <a:cs typeface="Inter"/>
                <a:sym typeface="Inter"/>
              </a:defRPr>
            </a:lvl7pPr>
            <a:lvl8pPr lvl="7" rtl="0" algn="ctr">
              <a:spcBef>
                <a:spcPts val="0"/>
              </a:spcBef>
              <a:spcAft>
                <a:spcPts val="0"/>
              </a:spcAft>
              <a:buSzPts val="5200"/>
              <a:buFont typeface="Inter"/>
              <a:buNone/>
              <a:defRPr sz="5200">
                <a:latin typeface="Inter"/>
                <a:ea typeface="Inter"/>
                <a:cs typeface="Inter"/>
                <a:sym typeface="Inter"/>
              </a:defRPr>
            </a:lvl8pPr>
            <a:lvl9pPr lvl="8" rtl="0" algn="ctr">
              <a:spcBef>
                <a:spcPts val="0"/>
              </a:spcBef>
              <a:spcAft>
                <a:spcPts val="0"/>
              </a:spcAft>
              <a:buSzPts val="5200"/>
              <a:buFont typeface="Inter"/>
              <a:buNone/>
              <a:defRPr sz="5200">
                <a:latin typeface="Inter"/>
                <a:ea typeface="Inter"/>
                <a:cs typeface="Inter"/>
                <a:sym typeface="Inter"/>
              </a:defRPr>
            </a:lvl9pPr>
          </a:lstStyle>
          <a:p/>
        </p:txBody>
      </p:sp>
      <p:sp>
        <p:nvSpPr>
          <p:cNvPr id="246" name="Google Shape;246;p30"/>
          <p:cNvSpPr txBox="1"/>
          <p:nvPr>
            <p:ph idx="1" type="subTitle"/>
          </p:nvPr>
        </p:nvSpPr>
        <p:spPr>
          <a:xfrm>
            <a:off x="550200" y="3381025"/>
            <a:ext cx="2076300" cy="783900"/>
          </a:xfrm>
          <a:prstGeom prst="rect">
            <a:avLst/>
          </a:prstGeom>
        </p:spPr>
        <p:txBody>
          <a:bodyPr anchorCtr="0" anchor="b" bIns="91425" lIns="91425" spcFirstLastPara="1" rIns="91425" wrap="square" tIns="91425">
            <a:normAutofit/>
          </a:bodyPr>
          <a:lstStyle>
            <a:lvl1pPr lvl="0" rtl="0">
              <a:lnSpc>
                <a:spcPct val="100000"/>
              </a:lnSpc>
              <a:spcBef>
                <a:spcPts val="0"/>
              </a:spcBef>
              <a:spcAft>
                <a:spcPts val="0"/>
              </a:spcAft>
              <a:buClr>
                <a:schemeClr val="lt1"/>
              </a:buClr>
              <a:buSzPts val="1400"/>
              <a:buFont typeface="Inter"/>
              <a:buNone/>
              <a:defRPr sz="1400">
                <a:solidFill>
                  <a:schemeClr val="lt1"/>
                </a:solidFill>
                <a:latin typeface="Inter"/>
                <a:ea typeface="Inter"/>
                <a:cs typeface="Inter"/>
                <a:sym typeface="Inter"/>
              </a:defRPr>
            </a:lvl1pPr>
            <a:lvl2pPr lvl="1" rtl="0" algn="ctr">
              <a:lnSpc>
                <a:spcPct val="100000"/>
              </a:lnSpc>
              <a:spcBef>
                <a:spcPts val="0"/>
              </a:spcBef>
              <a:spcAft>
                <a:spcPts val="0"/>
              </a:spcAft>
              <a:buSzPts val="2800"/>
              <a:buFont typeface="Inter"/>
              <a:buNone/>
              <a:defRPr sz="2800">
                <a:latin typeface="Inter"/>
                <a:ea typeface="Inter"/>
                <a:cs typeface="Inter"/>
                <a:sym typeface="Inter"/>
              </a:defRPr>
            </a:lvl2pPr>
            <a:lvl3pPr lvl="2" rtl="0" algn="ctr">
              <a:lnSpc>
                <a:spcPct val="100000"/>
              </a:lnSpc>
              <a:spcBef>
                <a:spcPts val="0"/>
              </a:spcBef>
              <a:spcAft>
                <a:spcPts val="0"/>
              </a:spcAft>
              <a:buSzPts val="2800"/>
              <a:buFont typeface="Inter"/>
              <a:buNone/>
              <a:defRPr sz="2800">
                <a:latin typeface="Inter"/>
                <a:ea typeface="Inter"/>
                <a:cs typeface="Inter"/>
                <a:sym typeface="Inter"/>
              </a:defRPr>
            </a:lvl3pPr>
            <a:lvl4pPr lvl="3" rtl="0" algn="ctr">
              <a:lnSpc>
                <a:spcPct val="100000"/>
              </a:lnSpc>
              <a:spcBef>
                <a:spcPts val="0"/>
              </a:spcBef>
              <a:spcAft>
                <a:spcPts val="0"/>
              </a:spcAft>
              <a:buSzPts val="2800"/>
              <a:buFont typeface="Inter"/>
              <a:buNone/>
              <a:defRPr sz="2800">
                <a:latin typeface="Inter"/>
                <a:ea typeface="Inter"/>
                <a:cs typeface="Inter"/>
                <a:sym typeface="Inter"/>
              </a:defRPr>
            </a:lvl4pPr>
            <a:lvl5pPr lvl="4" rtl="0" algn="ctr">
              <a:lnSpc>
                <a:spcPct val="100000"/>
              </a:lnSpc>
              <a:spcBef>
                <a:spcPts val="0"/>
              </a:spcBef>
              <a:spcAft>
                <a:spcPts val="0"/>
              </a:spcAft>
              <a:buSzPts val="2800"/>
              <a:buFont typeface="Inter"/>
              <a:buNone/>
              <a:defRPr sz="2800">
                <a:latin typeface="Inter"/>
                <a:ea typeface="Inter"/>
                <a:cs typeface="Inter"/>
                <a:sym typeface="Inter"/>
              </a:defRPr>
            </a:lvl5pPr>
            <a:lvl6pPr lvl="5" rtl="0" algn="ctr">
              <a:lnSpc>
                <a:spcPct val="100000"/>
              </a:lnSpc>
              <a:spcBef>
                <a:spcPts val="0"/>
              </a:spcBef>
              <a:spcAft>
                <a:spcPts val="0"/>
              </a:spcAft>
              <a:buSzPts val="2800"/>
              <a:buFont typeface="Inter"/>
              <a:buNone/>
              <a:defRPr sz="2800">
                <a:latin typeface="Inter"/>
                <a:ea typeface="Inter"/>
                <a:cs typeface="Inter"/>
                <a:sym typeface="Inter"/>
              </a:defRPr>
            </a:lvl6pPr>
            <a:lvl7pPr lvl="6" rtl="0" algn="ctr">
              <a:lnSpc>
                <a:spcPct val="100000"/>
              </a:lnSpc>
              <a:spcBef>
                <a:spcPts val="0"/>
              </a:spcBef>
              <a:spcAft>
                <a:spcPts val="0"/>
              </a:spcAft>
              <a:buSzPts val="2800"/>
              <a:buFont typeface="Inter"/>
              <a:buNone/>
              <a:defRPr sz="2800">
                <a:latin typeface="Inter"/>
                <a:ea typeface="Inter"/>
                <a:cs typeface="Inter"/>
                <a:sym typeface="Inter"/>
              </a:defRPr>
            </a:lvl7pPr>
            <a:lvl8pPr lvl="7" rtl="0" algn="ctr">
              <a:lnSpc>
                <a:spcPct val="100000"/>
              </a:lnSpc>
              <a:spcBef>
                <a:spcPts val="0"/>
              </a:spcBef>
              <a:spcAft>
                <a:spcPts val="0"/>
              </a:spcAft>
              <a:buSzPts val="2800"/>
              <a:buFont typeface="Inter"/>
              <a:buNone/>
              <a:defRPr sz="2800">
                <a:latin typeface="Inter"/>
                <a:ea typeface="Inter"/>
                <a:cs typeface="Inter"/>
                <a:sym typeface="Inter"/>
              </a:defRPr>
            </a:lvl8pPr>
            <a:lvl9pPr lvl="8" rtl="0" algn="ctr">
              <a:lnSpc>
                <a:spcPct val="100000"/>
              </a:lnSpc>
              <a:spcBef>
                <a:spcPts val="0"/>
              </a:spcBef>
              <a:spcAft>
                <a:spcPts val="0"/>
              </a:spcAft>
              <a:buSzPts val="2800"/>
              <a:buFont typeface="Inter"/>
              <a:buNone/>
              <a:defRPr sz="2800">
                <a:latin typeface="Inter"/>
                <a:ea typeface="Inter"/>
                <a:cs typeface="Inter"/>
                <a:sym typeface="Inter"/>
              </a:defRPr>
            </a:lvl9pPr>
          </a:lstStyle>
          <a:p/>
        </p:txBody>
      </p:sp>
      <p:pic>
        <p:nvPicPr>
          <p:cNvPr id="247" name="Google Shape;247;p30"/>
          <p:cNvPicPr preferRelativeResize="0"/>
          <p:nvPr/>
        </p:nvPicPr>
        <p:blipFill>
          <a:blip r:embed="rId4">
            <a:alphaModFix/>
          </a:blip>
          <a:stretch>
            <a:fillRect/>
          </a:stretch>
        </p:blipFill>
        <p:spPr>
          <a:xfrm>
            <a:off x="6396000" y="3736800"/>
            <a:ext cx="2076451" cy="309550"/>
          </a:xfrm>
          <a:prstGeom prst="rect">
            <a:avLst/>
          </a:prstGeom>
          <a:noFill/>
          <a:ln>
            <a:noFill/>
          </a:ln>
        </p:spPr>
      </p:pic>
      <p:sp>
        <p:nvSpPr>
          <p:cNvPr id="248" name="Google Shape;248;p30"/>
          <p:cNvSpPr txBox="1"/>
          <p:nvPr>
            <p:ph idx="2" type="subTitle"/>
          </p:nvPr>
        </p:nvSpPr>
        <p:spPr>
          <a:xfrm>
            <a:off x="5944025" y="4354525"/>
            <a:ext cx="2688600" cy="574800"/>
          </a:xfrm>
          <a:prstGeom prst="rect">
            <a:avLst/>
          </a:prstGeom>
        </p:spPr>
        <p:txBody>
          <a:bodyPr anchorCtr="0" anchor="b" bIns="91425" lIns="91425" spcFirstLastPara="1" rIns="91425" wrap="square" tIns="91425">
            <a:normAutofit/>
          </a:bodyPr>
          <a:lstStyle>
            <a:lvl1pPr lvl="0" rtl="0" algn="r">
              <a:lnSpc>
                <a:spcPct val="100000"/>
              </a:lnSpc>
              <a:spcBef>
                <a:spcPts val="0"/>
              </a:spcBef>
              <a:spcAft>
                <a:spcPts val="0"/>
              </a:spcAft>
              <a:buClr>
                <a:schemeClr val="lt1"/>
              </a:buClr>
              <a:buSzPts val="1200"/>
              <a:buFont typeface="Space Mono"/>
              <a:buNone/>
              <a:defRPr sz="1200">
                <a:solidFill>
                  <a:schemeClr val="lt1"/>
                </a:solidFill>
                <a:latin typeface="Space Mono"/>
                <a:ea typeface="Space Mono"/>
                <a:cs typeface="Space Mono"/>
                <a:sym typeface="Space Mono"/>
              </a:defRPr>
            </a:lvl1pPr>
            <a:lvl2pPr lvl="1" rtl="0" algn="r">
              <a:lnSpc>
                <a:spcPct val="100000"/>
              </a:lnSpc>
              <a:spcBef>
                <a:spcPts val="0"/>
              </a:spcBef>
              <a:spcAft>
                <a:spcPts val="0"/>
              </a:spcAft>
              <a:buSzPts val="2800"/>
              <a:buFont typeface="Space Mono"/>
              <a:buNone/>
              <a:defRPr sz="2800">
                <a:latin typeface="Space Mono"/>
                <a:ea typeface="Space Mono"/>
                <a:cs typeface="Space Mono"/>
                <a:sym typeface="Space Mono"/>
              </a:defRPr>
            </a:lvl2pPr>
            <a:lvl3pPr lvl="2" rtl="0" algn="r">
              <a:lnSpc>
                <a:spcPct val="100000"/>
              </a:lnSpc>
              <a:spcBef>
                <a:spcPts val="0"/>
              </a:spcBef>
              <a:spcAft>
                <a:spcPts val="0"/>
              </a:spcAft>
              <a:buSzPts val="2800"/>
              <a:buFont typeface="Space Mono"/>
              <a:buNone/>
              <a:defRPr sz="2800">
                <a:latin typeface="Space Mono"/>
                <a:ea typeface="Space Mono"/>
                <a:cs typeface="Space Mono"/>
                <a:sym typeface="Space Mono"/>
              </a:defRPr>
            </a:lvl3pPr>
            <a:lvl4pPr lvl="3" rtl="0" algn="r">
              <a:lnSpc>
                <a:spcPct val="100000"/>
              </a:lnSpc>
              <a:spcBef>
                <a:spcPts val="0"/>
              </a:spcBef>
              <a:spcAft>
                <a:spcPts val="0"/>
              </a:spcAft>
              <a:buSzPts val="2800"/>
              <a:buFont typeface="Space Mono"/>
              <a:buNone/>
              <a:defRPr sz="2800">
                <a:latin typeface="Space Mono"/>
                <a:ea typeface="Space Mono"/>
                <a:cs typeface="Space Mono"/>
                <a:sym typeface="Space Mono"/>
              </a:defRPr>
            </a:lvl4pPr>
            <a:lvl5pPr lvl="4" rtl="0" algn="r">
              <a:lnSpc>
                <a:spcPct val="100000"/>
              </a:lnSpc>
              <a:spcBef>
                <a:spcPts val="0"/>
              </a:spcBef>
              <a:spcAft>
                <a:spcPts val="0"/>
              </a:spcAft>
              <a:buSzPts val="2800"/>
              <a:buFont typeface="Space Mono"/>
              <a:buNone/>
              <a:defRPr sz="2800">
                <a:latin typeface="Space Mono"/>
                <a:ea typeface="Space Mono"/>
                <a:cs typeface="Space Mono"/>
                <a:sym typeface="Space Mono"/>
              </a:defRPr>
            </a:lvl5pPr>
            <a:lvl6pPr lvl="5" rtl="0" algn="r">
              <a:lnSpc>
                <a:spcPct val="100000"/>
              </a:lnSpc>
              <a:spcBef>
                <a:spcPts val="0"/>
              </a:spcBef>
              <a:spcAft>
                <a:spcPts val="0"/>
              </a:spcAft>
              <a:buSzPts val="2800"/>
              <a:buFont typeface="Space Mono"/>
              <a:buNone/>
              <a:defRPr sz="2800">
                <a:latin typeface="Space Mono"/>
                <a:ea typeface="Space Mono"/>
                <a:cs typeface="Space Mono"/>
                <a:sym typeface="Space Mono"/>
              </a:defRPr>
            </a:lvl6pPr>
            <a:lvl7pPr lvl="6" rtl="0" algn="r">
              <a:lnSpc>
                <a:spcPct val="100000"/>
              </a:lnSpc>
              <a:spcBef>
                <a:spcPts val="0"/>
              </a:spcBef>
              <a:spcAft>
                <a:spcPts val="0"/>
              </a:spcAft>
              <a:buSzPts val="2800"/>
              <a:buFont typeface="Space Mono"/>
              <a:buNone/>
              <a:defRPr sz="2800">
                <a:latin typeface="Space Mono"/>
                <a:ea typeface="Space Mono"/>
                <a:cs typeface="Space Mono"/>
                <a:sym typeface="Space Mono"/>
              </a:defRPr>
            </a:lvl7pPr>
            <a:lvl8pPr lvl="7" rtl="0" algn="r">
              <a:lnSpc>
                <a:spcPct val="100000"/>
              </a:lnSpc>
              <a:spcBef>
                <a:spcPts val="0"/>
              </a:spcBef>
              <a:spcAft>
                <a:spcPts val="0"/>
              </a:spcAft>
              <a:buSzPts val="2800"/>
              <a:buFont typeface="Space Mono"/>
              <a:buNone/>
              <a:defRPr sz="2800">
                <a:latin typeface="Space Mono"/>
                <a:ea typeface="Space Mono"/>
                <a:cs typeface="Space Mono"/>
                <a:sym typeface="Space Mono"/>
              </a:defRPr>
            </a:lvl8pPr>
            <a:lvl9pPr lvl="8" rtl="0" algn="r">
              <a:lnSpc>
                <a:spcPct val="100000"/>
              </a:lnSpc>
              <a:spcBef>
                <a:spcPts val="0"/>
              </a:spcBef>
              <a:spcAft>
                <a:spcPts val="0"/>
              </a:spcAft>
              <a:buSzPts val="2800"/>
              <a:buFont typeface="Space Mono"/>
              <a:buNone/>
              <a:defRPr sz="2800">
                <a:latin typeface="Space Mono"/>
                <a:ea typeface="Space Mono"/>
                <a:cs typeface="Space Mono"/>
                <a:sym typeface="Space Mono"/>
              </a:defRPr>
            </a:lvl9pPr>
          </a:lstStyle>
          <a:p/>
        </p:txBody>
      </p:sp>
      <p:pic>
        <p:nvPicPr>
          <p:cNvPr id="249" name="Google Shape;249;p30"/>
          <p:cNvPicPr preferRelativeResize="0"/>
          <p:nvPr/>
        </p:nvPicPr>
        <p:blipFill>
          <a:blip r:embed="rId5">
            <a:alphaModFix/>
          </a:blip>
          <a:stretch>
            <a:fillRect/>
          </a:stretch>
        </p:blipFill>
        <p:spPr>
          <a:xfrm>
            <a:off x="-762396" y="0"/>
            <a:ext cx="548700" cy="2288640"/>
          </a:xfrm>
          <a:prstGeom prst="rect">
            <a:avLst/>
          </a:prstGeom>
          <a:noFill/>
          <a:ln>
            <a:noFill/>
          </a:ln>
        </p:spPr>
      </p:pic>
    </p:spTree>
  </p:cSld>
  <p:clrMapOvr>
    <a:masterClrMapping/>
  </p:clrMapOvr>
</p:sldLayout>
</file>

<file path=ppt/slideLayouts/slideLayout2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3)">
  <p:cSld name="TITLE_2_1">
    <p:bg>
      <p:bgPr>
        <a:solidFill>
          <a:schemeClr val="dk1"/>
        </a:solidFill>
      </p:bgPr>
    </p:bg>
    <p:spTree>
      <p:nvGrpSpPr>
        <p:cNvPr id="250" name="Shape 250"/>
        <p:cNvGrpSpPr/>
        <p:nvPr/>
      </p:nvGrpSpPr>
      <p:grpSpPr>
        <a:xfrm>
          <a:off x="0" y="0"/>
          <a:ext cx="0" cy="0"/>
          <a:chOff x="0" y="0"/>
          <a:chExt cx="0" cy="0"/>
        </a:xfrm>
      </p:grpSpPr>
      <p:sp>
        <p:nvSpPr>
          <p:cNvPr id="251" name="Google Shape;251;p31"/>
          <p:cNvSpPr txBox="1"/>
          <p:nvPr>
            <p:ph type="ctrTitle"/>
          </p:nvPr>
        </p:nvSpPr>
        <p:spPr>
          <a:xfrm>
            <a:off x="574500" y="904600"/>
            <a:ext cx="7995000" cy="2453700"/>
          </a:xfrm>
          <a:prstGeom prst="rect">
            <a:avLst/>
          </a:prstGeom>
        </p:spPr>
        <p:txBody>
          <a:bodyPr anchorCtr="0" anchor="t" bIns="91425" lIns="91425" spcFirstLastPara="1" rIns="91425" wrap="square" tIns="91425">
            <a:normAutofit/>
          </a:bodyPr>
          <a:lstStyle>
            <a:lvl1pPr lvl="0" rtl="0">
              <a:lnSpc>
                <a:spcPct val="85000"/>
              </a:lnSpc>
              <a:spcBef>
                <a:spcPts val="0"/>
              </a:spcBef>
              <a:spcAft>
                <a:spcPts val="0"/>
              </a:spcAft>
              <a:buClr>
                <a:schemeClr val="lt1"/>
              </a:buClr>
              <a:buSzPts val="10500"/>
              <a:buNone/>
              <a:defRPr b="1" sz="10500">
                <a:solidFill>
                  <a:schemeClr val="lt1"/>
                </a:solidFill>
              </a:defRPr>
            </a:lvl1pPr>
            <a:lvl2pPr lvl="1" rtl="0" algn="ctr">
              <a:spcBef>
                <a:spcPts val="0"/>
              </a:spcBef>
              <a:spcAft>
                <a:spcPts val="0"/>
              </a:spcAft>
              <a:buSzPts val="10500"/>
              <a:buFont typeface="Inter"/>
              <a:buNone/>
              <a:defRPr sz="10500">
                <a:latin typeface="Inter"/>
                <a:ea typeface="Inter"/>
                <a:cs typeface="Inter"/>
                <a:sym typeface="Inter"/>
              </a:defRPr>
            </a:lvl2pPr>
            <a:lvl3pPr lvl="2" rtl="0" algn="ctr">
              <a:spcBef>
                <a:spcPts val="0"/>
              </a:spcBef>
              <a:spcAft>
                <a:spcPts val="0"/>
              </a:spcAft>
              <a:buSzPts val="10500"/>
              <a:buFont typeface="Inter"/>
              <a:buNone/>
              <a:defRPr sz="10500">
                <a:latin typeface="Inter"/>
                <a:ea typeface="Inter"/>
                <a:cs typeface="Inter"/>
                <a:sym typeface="Inter"/>
              </a:defRPr>
            </a:lvl3pPr>
            <a:lvl4pPr lvl="3" rtl="0" algn="ctr">
              <a:spcBef>
                <a:spcPts val="0"/>
              </a:spcBef>
              <a:spcAft>
                <a:spcPts val="0"/>
              </a:spcAft>
              <a:buSzPts val="10500"/>
              <a:buFont typeface="Inter"/>
              <a:buNone/>
              <a:defRPr sz="10500">
                <a:latin typeface="Inter"/>
                <a:ea typeface="Inter"/>
                <a:cs typeface="Inter"/>
                <a:sym typeface="Inter"/>
              </a:defRPr>
            </a:lvl4pPr>
            <a:lvl5pPr lvl="4" rtl="0" algn="ctr">
              <a:spcBef>
                <a:spcPts val="0"/>
              </a:spcBef>
              <a:spcAft>
                <a:spcPts val="0"/>
              </a:spcAft>
              <a:buSzPts val="10500"/>
              <a:buFont typeface="Inter"/>
              <a:buNone/>
              <a:defRPr sz="10500">
                <a:latin typeface="Inter"/>
                <a:ea typeface="Inter"/>
                <a:cs typeface="Inter"/>
                <a:sym typeface="Inter"/>
              </a:defRPr>
            </a:lvl5pPr>
            <a:lvl6pPr lvl="5" rtl="0" algn="ctr">
              <a:spcBef>
                <a:spcPts val="0"/>
              </a:spcBef>
              <a:spcAft>
                <a:spcPts val="0"/>
              </a:spcAft>
              <a:buSzPts val="10500"/>
              <a:buFont typeface="Inter"/>
              <a:buNone/>
              <a:defRPr sz="10500">
                <a:latin typeface="Inter"/>
                <a:ea typeface="Inter"/>
                <a:cs typeface="Inter"/>
                <a:sym typeface="Inter"/>
              </a:defRPr>
            </a:lvl6pPr>
            <a:lvl7pPr lvl="6" rtl="0" algn="ctr">
              <a:spcBef>
                <a:spcPts val="0"/>
              </a:spcBef>
              <a:spcAft>
                <a:spcPts val="0"/>
              </a:spcAft>
              <a:buSzPts val="10500"/>
              <a:buFont typeface="Inter"/>
              <a:buNone/>
              <a:defRPr sz="10500">
                <a:latin typeface="Inter"/>
                <a:ea typeface="Inter"/>
                <a:cs typeface="Inter"/>
                <a:sym typeface="Inter"/>
              </a:defRPr>
            </a:lvl7pPr>
            <a:lvl8pPr lvl="7" rtl="0" algn="ctr">
              <a:spcBef>
                <a:spcPts val="0"/>
              </a:spcBef>
              <a:spcAft>
                <a:spcPts val="0"/>
              </a:spcAft>
              <a:buSzPts val="10500"/>
              <a:buFont typeface="Inter"/>
              <a:buNone/>
              <a:defRPr sz="10500">
                <a:latin typeface="Inter"/>
                <a:ea typeface="Inter"/>
                <a:cs typeface="Inter"/>
                <a:sym typeface="Inter"/>
              </a:defRPr>
            </a:lvl8pPr>
            <a:lvl9pPr lvl="8" rtl="0" algn="ctr">
              <a:spcBef>
                <a:spcPts val="0"/>
              </a:spcBef>
              <a:spcAft>
                <a:spcPts val="0"/>
              </a:spcAft>
              <a:buSzPts val="10500"/>
              <a:buFont typeface="Inter"/>
              <a:buNone/>
              <a:defRPr sz="10500">
                <a:latin typeface="Inter"/>
                <a:ea typeface="Inter"/>
                <a:cs typeface="Inter"/>
                <a:sym typeface="Inter"/>
              </a:defRPr>
            </a:lvl9pPr>
          </a:lstStyle>
          <a:p/>
        </p:txBody>
      </p:sp>
      <p:sp>
        <p:nvSpPr>
          <p:cNvPr id="252" name="Google Shape;252;p31"/>
          <p:cNvSpPr txBox="1"/>
          <p:nvPr>
            <p:ph idx="1" type="subTitle"/>
          </p:nvPr>
        </p:nvSpPr>
        <p:spPr>
          <a:xfrm>
            <a:off x="574500" y="3381025"/>
            <a:ext cx="3211500" cy="628500"/>
          </a:xfrm>
          <a:prstGeom prst="rect">
            <a:avLst/>
          </a:prstGeom>
        </p:spPr>
        <p:txBody>
          <a:bodyPr anchorCtr="0" anchor="b" bIns="91425" lIns="91425" spcFirstLastPara="1" rIns="91425" wrap="square" tIns="91425">
            <a:normAutofit/>
          </a:bodyPr>
          <a:lstStyle>
            <a:lvl1pPr lvl="0" rtl="0">
              <a:lnSpc>
                <a:spcPct val="100000"/>
              </a:lnSpc>
              <a:spcBef>
                <a:spcPts val="0"/>
              </a:spcBef>
              <a:spcAft>
                <a:spcPts val="0"/>
              </a:spcAft>
              <a:buClr>
                <a:schemeClr val="lt1"/>
              </a:buClr>
              <a:buSzPts val="1400"/>
              <a:buFont typeface="Inter"/>
              <a:buNone/>
              <a:defRPr sz="1400">
                <a:solidFill>
                  <a:schemeClr val="lt1"/>
                </a:solidFill>
                <a:latin typeface="Inter"/>
                <a:ea typeface="Inter"/>
                <a:cs typeface="Inter"/>
                <a:sym typeface="Inter"/>
              </a:defRPr>
            </a:lvl1pPr>
            <a:lvl2pPr lvl="1" rtl="0" algn="ctr">
              <a:lnSpc>
                <a:spcPct val="100000"/>
              </a:lnSpc>
              <a:spcBef>
                <a:spcPts val="0"/>
              </a:spcBef>
              <a:spcAft>
                <a:spcPts val="0"/>
              </a:spcAft>
              <a:buSzPts val="2800"/>
              <a:buFont typeface="Inter"/>
              <a:buNone/>
              <a:defRPr sz="2800">
                <a:latin typeface="Inter"/>
                <a:ea typeface="Inter"/>
                <a:cs typeface="Inter"/>
                <a:sym typeface="Inter"/>
              </a:defRPr>
            </a:lvl2pPr>
            <a:lvl3pPr lvl="2" rtl="0" algn="ctr">
              <a:lnSpc>
                <a:spcPct val="100000"/>
              </a:lnSpc>
              <a:spcBef>
                <a:spcPts val="0"/>
              </a:spcBef>
              <a:spcAft>
                <a:spcPts val="0"/>
              </a:spcAft>
              <a:buSzPts val="2800"/>
              <a:buFont typeface="Inter"/>
              <a:buNone/>
              <a:defRPr sz="2800">
                <a:latin typeface="Inter"/>
                <a:ea typeface="Inter"/>
                <a:cs typeface="Inter"/>
                <a:sym typeface="Inter"/>
              </a:defRPr>
            </a:lvl3pPr>
            <a:lvl4pPr lvl="3" rtl="0" algn="ctr">
              <a:lnSpc>
                <a:spcPct val="100000"/>
              </a:lnSpc>
              <a:spcBef>
                <a:spcPts val="0"/>
              </a:spcBef>
              <a:spcAft>
                <a:spcPts val="0"/>
              </a:spcAft>
              <a:buSzPts val="2800"/>
              <a:buFont typeface="Inter"/>
              <a:buNone/>
              <a:defRPr sz="2800">
                <a:latin typeface="Inter"/>
                <a:ea typeface="Inter"/>
                <a:cs typeface="Inter"/>
                <a:sym typeface="Inter"/>
              </a:defRPr>
            </a:lvl4pPr>
            <a:lvl5pPr lvl="4" rtl="0" algn="ctr">
              <a:lnSpc>
                <a:spcPct val="100000"/>
              </a:lnSpc>
              <a:spcBef>
                <a:spcPts val="0"/>
              </a:spcBef>
              <a:spcAft>
                <a:spcPts val="0"/>
              </a:spcAft>
              <a:buSzPts val="2800"/>
              <a:buFont typeface="Inter"/>
              <a:buNone/>
              <a:defRPr sz="2800">
                <a:latin typeface="Inter"/>
                <a:ea typeface="Inter"/>
                <a:cs typeface="Inter"/>
                <a:sym typeface="Inter"/>
              </a:defRPr>
            </a:lvl5pPr>
            <a:lvl6pPr lvl="5" rtl="0" algn="ctr">
              <a:lnSpc>
                <a:spcPct val="100000"/>
              </a:lnSpc>
              <a:spcBef>
                <a:spcPts val="0"/>
              </a:spcBef>
              <a:spcAft>
                <a:spcPts val="0"/>
              </a:spcAft>
              <a:buSzPts val="2800"/>
              <a:buFont typeface="Inter"/>
              <a:buNone/>
              <a:defRPr sz="2800">
                <a:latin typeface="Inter"/>
                <a:ea typeface="Inter"/>
                <a:cs typeface="Inter"/>
                <a:sym typeface="Inter"/>
              </a:defRPr>
            </a:lvl6pPr>
            <a:lvl7pPr lvl="6" rtl="0" algn="ctr">
              <a:lnSpc>
                <a:spcPct val="100000"/>
              </a:lnSpc>
              <a:spcBef>
                <a:spcPts val="0"/>
              </a:spcBef>
              <a:spcAft>
                <a:spcPts val="0"/>
              </a:spcAft>
              <a:buSzPts val="2800"/>
              <a:buFont typeface="Inter"/>
              <a:buNone/>
              <a:defRPr sz="2800">
                <a:latin typeface="Inter"/>
                <a:ea typeface="Inter"/>
                <a:cs typeface="Inter"/>
                <a:sym typeface="Inter"/>
              </a:defRPr>
            </a:lvl7pPr>
            <a:lvl8pPr lvl="7" rtl="0" algn="ctr">
              <a:lnSpc>
                <a:spcPct val="100000"/>
              </a:lnSpc>
              <a:spcBef>
                <a:spcPts val="0"/>
              </a:spcBef>
              <a:spcAft>
                <a:spcPts val="0"/>
              </a:spcAft>
              <a:buSzPts val="2800"/>
              <a:buFont typeface="Inter"/>
              <a:buNone/>
              <a:defRPr sz="2800">
                <a:latin typeface="Inter"/>
                <a:ea typeface="Inter"/>
                <a:cs typeface="Inter"/>
                <a:sym typeface="Inter"/>
              </a:defRPr>
            </a:lvl8pPr>
            <a:lvl9pPr lvl="8" rtl="0" algn="ctr">
              <a:lnSpc>
                <a:spcPct val="100000"/>
              </a:lnSpc>
              <a:spcBef>
                <a:spcPts val="0"/>
              </a:spcBef>
              <a:spcAft>
                <a:spcPts val="0"/>
              </a:spcAft>
              <a:buSzPts val="2800"/>
              <a:buFont typeface="Inter"/>
              <a:buNone/>
              <a:defRPr sz="2800">
                <a:latin typeface="Inter"/>
                <a:ea typeface="Inter"/>
                <a:cs typeface="Inter"/>
                <a:sym typeface="Inter"/>
              </a:defRPr>
            </a:lvl9pPr>
          </a:lstStyle>
          <a:p/>
        </p:txBody>
      </p:sp>
      <p:sp>
        <p:nvSpPr>
          <p:cNvPr id="253" name="Google Shape;253;p31"/>
          <p:cNvSpPr txBox="1"/>
          <p:nvPr>
            <p:ph idx="2" type="subTitle"/>
          </p:nvPr>
        </p:nvSpPr>
        <p:spPr>
          <a:xfrm>
            <a:off x="574500" y="525175"/>
            <a:ext cx="7995000" cy="356700"/>
          </a:xfrm>
          <a:prstGeom prst="rect">
            <a:avLst/>
          </a:prstGeom>
        </p:spPr>
        <p:txBody>
          <a:bodyPr anchorCtr="0" anchor="ctr" bIns="91425" lIns="91425" spcFirstLastPara="1" rIns="91425" wrap="square" tIns="91425">
            <a:normAutofit/>
          </a:bodyPr>
          <a:lstStyle>
            <a:lvl1pPr lvl="0" rtl="0">
              <a:lnSpc>
                <a:spcPct val="100000"/>
              </a:lnSpc>
              <a:spcBef>
                <a:spcPts val="0"/>
              </a:spcBef>
              <a:spcAft>
                <a:spcPts val="0"/>
              </a:spcAft>
              <a:buClr>
                <a:schemeClr val="lt1"/>
              </a:buClr>
              <a:buSzPts val="1200"/>
              <a:buFont typeface="Space Mono"/>
              <a:buNone/>
              <a:defRPr sz="1200">
                <a:solidFill>
                  <a:schemeClr val="lt1"/>
                </a:solidFill>
                <a:latin typeface="Space Mono"/>
                <a:ea typeface="Space Mono"/>
                <a:cs typeface="Space Mono"/>
                <a:sym typeface="Space Mono"/>
              </a:defRPr>
            </a:lvl1pPr>
            <a:lvl2pPr lvl="1" rtl="0" algn="r">
              <a:lnSpc>
                <a:spcPct val="100000"/>
              </a:lnSpc>
              <a:spcBef>
                <a:spcPts val="0"/>
              </a:spcBef>
              <a:spcAft>
                <a:spcPts val="0"/>
              </a:spcAft>
              <a:buSzPts val="2800"/>
              <a:buFont typeface="Space Mono"/>
              <a:buNone/>
              <a:defRPr sz="2800">
                <a:latin typeface="Space Mono"/>
                <a:ea typeface="Space Mono"/>
                <a:cs typeface="Space Mono"/>
                <a:sym typeface="Space Mono"/>
              </a:defRPr>
            </a:lvl2pPr>
            <a:lvl3pPr lvl="2" rtl="0" algn="r">
              <a:lnSpc>
                <a:spcPct val="100000"/>
              </a:lnSpc>
              <a:spcBef>
                <a:spcPts val="0"/>
              </a:spcBef>
              <a:spcAft>
                <a:spcPts val="0"/>
              </a:spcAft>
              <a:buSzPts val="2800"/>
              <a:buFont typeface="Space Mono"/>
              <a:buNone/>
              <a:defRPr sz="2800">
                <a:latin typeface="Space Mono"/>
                <a:ea typeface="Space Mono"/>
                <a:cs typeface="Space Mono"/>
                <a:sym typeface="Space Mono"/>
              </a:defRPr>
            </a:lvl3pPr>
            <a:lvl4pPr lvl="3" rtl="0" algn="r">
              <a:lnSpc>
                <a:spcPct val="100000"/>
              </a:lnSpc>
              <a:spcBef>
                <a:spcPts val="0"/>
              </a:spcBef>
              <a:spcAft>
                <a:spcPts val="0"/>
              </a:spcAft>
              <a:buSzPts val="2800"/>
              <a:buFont typeface="Space Mono"/>
              <a:buNone/>
              <a:defRPr sz="2800">
                <a:latin typeface="Space Mono"/>
                <a:ea typeface="Space Mono"/>
                <a:cs typeface="Space Mono"/>
                <a:sym typeface="Space Mono"/>
              </a:defRPr>
            </a:lvl4pPr>
            <a:lvl5pPr lvl="4" rtl="0" algn="r">
              <a:lnSpc>
                <a:spcPct val="100000"/>
              </a:lnSpc>
              <a:spcBef>
                <a:spcPts val="0"/>
              </a:spcBef>
              <a:spcAft>
                <a:spcPts val="0"/>
              </a:spcAft>
              <a:buSzPts val="2800"/>
              <a:buFont typeface="Space Mono"/>
              <a:buNone/>
              <a:defRPr sz="2800">
                <a:latin typeface="Space Mono"/>
                <a:ea typeface="Space Mono"/>
                <a:cs typeface="Space Mono"/>
                <a:sym typeface="Space Mono"/>
              </a:defRPr>
            </a:lvl5pPr>
            <a:lvl6pPr lvl="5" rtl="0" algn="r">
              <a:lnSpc>
                <a:spcPct val="100000"/>
              </a:lnSpc>
              <a:spcBef>
                <a:spcPts val="0"/>
              </a:spcBef>
              <a:spcAft>
                <a:spcPts val="0"/>
              </a:spcAft>
              <a:buSzPts val="2800"/>
              <a:buFont typeface="Space Mono"/>
              <a:buNone/>
              <a:defRPr sz="2800">
                <a:latin typeface="Space Mono"/>
                <a:ea typeface="Space Mono"/>
                <a:cs typeface="Space Mono"/>
                <a:sym typeface="Space Mono"/>
              </a:defRPr>
            </a:lvl6pPr>
            <a:lvl7pPr lvl="6" rtl="0" algn="r">
              <a:lnSpc>
                <a:spcPct val="100000"/>
              </a:lnSpc>
              <a:spcBef>
                <a:spcPts val="0"/>
              </a:spcBef>
              <a:spcAft>
                <a:spcPts val="0"/>
              </a:spcAft>
              <a:buSzPts val="2800"/>
              <a:buFont typeface="Space Mono"/>
              <a:buNone/>
              <a:defRPr sz="2800">
                <a:latin typeface="Space Mono"/>
                <a:ea typeface="Space Mono"/>
                <a:cs typeface="Space Mono"/>
                <a:sym typeface="Space Mono"/>
              </a:defRPr>
            </a:lvl7pPr>
            <a:lvl8pPr lvl="7" rtl="0" algn="r">
              <a:lnSpc>
                <a:spcPct val="100000"/>
              </a:lnSpc>
              <a:spcBef>
                <a:spcPts val="0"/>
              </a:spcBef>
              <a:spcAft>
                <a:spcPts val="0"/>
              </a:spcAft>
              <a:buSzPts val="2800"/>
              <a:buFont typeface="Space Mono"/>
              <a:buNone/>
              <a:defRPr sz="2800">
                <a:latin typeface="Space Mono"/>
                <a:ea typeface="Space Mono"/>
                <a:cs typeface="Space Mono"/>
                <a:sym typeface="Space Mono"/>
              </a:defRPr>
            </a:lvl8pPr>
            <a:lvl9pPr lvl="8" rtl="0" algn="r">
              <a:lnSpc>
                <a:spcPct val="100000"/>
              </a:lnSpc>
              <a:spcBef>
                <a:spcPts val="0"/>
              </a:spcBef>
              <a:spcAft>
                <a:spcPts val="0"/>
              </a:spcAft>
              <a:buSzPts val="2800"/>
              <a:buFont typeface="Space Mono"/>
              <a:buNone/>
              <a:defRPr sz="2800">
                <a:latin typeface="Space Mono"/>
                <a:ea typeface="Space Mono"/>
                <a:cs typeface="Space Mono"/>
                <a:sym typeface="Space Mono"/>
              </a:defRPr>
            </a:lvl9pPr>
          </a:lstStyle>
          <a:p/>
        </p:txBody>
      </p:sp>
      <p:pic>
        <p:nvPicPr>
          <p:cNvPr id="254" name="Google Shape;254;p31"/>
          <p:cNvPicPr preferRelativeResize="0"/>
          <p:nvPr/>
        </p:nvPicPr>
        <p:blipFill>
          <a:blip r:embed="rId2">
            <a:alphaModFix/>
          </a:blip>
          <a:stretch>
            <a:fillRect/>
          </a:stretch>
        </p:blipFill>
        <p:spPr>
          <a:xfrm>
            <a:off x="-762396" y="0"/>
            <a:ext cx="548700" cy="2288640"/>
          </a:xfrm>
          <a:prstGeom prst="rect">
            <a:avLst/>
          </a:prstGeom>
          <a:noFill/>
          <a:ln>
            <a:noFill/>
          </a:ln>
        </p:spPr>
      </p:pic>
      <p:pic>
        <p:nvPicPr>
          <p:cNvPr id="255" name="Google Shape;255;p31"/>
          <p:cNvPicPr preferRelativeResize="0"/>
          <p:nvPr/>
        </p:nvPicPr>
        <p:blipFill>
          <a:blip r:embed="rId3">
            <a:alphaModFix/>
          </a:blip>
          <a:stretch>
            <a:fillRect/>
          </a:stretch>
        </p:blipFill>
        <p:spPr>
          <a:xfrm>
            <a:off x="736976" y="4258999"/>
            <a:ext cx="1986800" cy="298025"/>
          </a:xfrm>
          <a:prstGeom prst="rect">
            <a:avLst/>
          </a:prstGeom>
          <a:noFill/>
          <a:ln>
            <a:noFill/>
          </a:ln>
        </p:spPr>
      </p:pic>
      <p:sp>
        <p:nvSpPr>
          <p:cNvPr id="256" name="Google Shape;256;p31"/>
          <p:cNvSpPr txBox="1"/>
          <p:nvPr>
            <p:ph idx="3" type="subTitle"/>
          </p:nvPr>
        </p:nvSpPr>
        <p:spPr>
          <a:xfrm>
            <a:off x="5783250" y="4292200"/>
            <a:ext cx="2786400" cy="356700"/>
          </a:xfrm>
          <a:prstGeom prst="rect">
            <a:avLst/>
          </a:prstGeom>
        </p:spPr>
        <p:txBody>
          <a:bodyPr anchorCtr="0" anchor="ctr" bIns="91425" lIns="91425" spcFirstLastPara="1" rIns="91425" wrap="square" tIns="91425">
            <a:normAutofit/>
          </a:bodyPr>
          <a:lstStyle>
            <a:lvl1pPr lvl="0" rtl="0" algn="r">
              <a:lnSpc>
                <a:spcPct val="100000"/>
              </a:lnSpc>
              <a:spcBef>
                <a:spcPts val="0"/>
              </a:spcBef>
              <a:spcAft>
                <a:spcPts val="0"/>
              </a:spcAft>
              <a:buClr>
                <a:schemeClr val="lt1"/>
              </a:buClr>
              <a:buSzPts val="1200"/>
              <a:buFont typeface="Space Mono"/>
              <a:buNone/>
              <a:defRPr sz="1200">
                <a:solidFill>
                  <a:schemeClr val="lt1"/>
                </a:solidFill>
                <a:latin typeface="Space Mono"/>
                <a:ea typeface="Space Mono"/>
                <a:cs typeface="Space Mono"/>
                <a:sym typeface="Space Mono"/>
              </a:defRPr>
            </a:lvl1pPr>
            <a:lvl2pPr lvl="1" rtl="0" algn="r">
              <a:lnSpc>
                <a:spcPct val="100000"/>
              </a:lnSpc>
              <a:spcBef>
                <a:spcPts val="0"/>
              </a:spcBef>
              <a:spcAft>
                <a:spcPts val="0"/>
              </a:spcAft>
              <a:buSzPts val="2800"/>
              <a:buFont typeface="Space Mono"/>
              <a:buNone/>
              <a:defRPr sz="2800">
                <a:latin typeface="Space Mono"/>
                <a:ea typeface="Space Mono"/>
                <a:cs typeface="Space Mono"/>
                <a:sym typeface="Space Mono"/>
              </a:defRPr>
            </a:lvl2pPr>
            <a:lvl3pPr lvl="2" rtl="0" algn="r">
              <a:lnSpc>
                <a:spcPct val="100000"/>
              </a:lnSpc>
              <a:spcBef>
                <a:spcPts val="0"/>
              </a:spcBef>
              <a:spcAft>
                <a:spcPts val="0"/>
              </a:spcAft>
              <a:buSzPts val="2800"/>
              <a:buFont typeface="Space Mono"/>
              <a:buNone/>
              <a:defRPr sz="2800">
                <a:latin typeface="Space Mono"/>
                <a:ea typeface="Space Mono"/>
                <a:cs typeface="Space Mono"/>
                <a:sym typeface="Space Mono"/>
              </a:defRPr>
            </a:lvl3pPr>
            <a:lvl4pPr lvl="3" rtl="0" algn="r">
              <a:lnSpc>
                <a:spcPct val="100000"/>
              </a:lnSpc>
              <a:spcBef>
                <a:spcPts val="0"/>
              </a:spcBef>
              <a:spcAft>
                <a:spcPts val="0"/>
              </a:spcAft>
              <a:buSzPts val="2800"/>
              <a:buFont typeface="Space Mono"/>
              <a:buNone/>
              <a:defRPr sz="2800">
                <a:latin typeface="Space Mono"/>
                <a:ea typeface="Space Mono"/>
                <a:cs typeface="Space Mono"/>
                <a:sym typeface="Space Mono"/>
              </a:defRPr>
            </a:lvl4pPr>
            <a:lvl5pPr lvl="4" rtl="0" algn="r">
              <a:lnSpc>
                <a:spcPct val="100000"/>
              </a:lnSpc>
              <a:spcBef>
                <a:spcPts val="0"/>
              </a:spcBef>
              <a:spcAft>
                <a:spcPts val="0"/>
              </a:spcAft>
              <a:buSzPts val="2800"/>
              <a:buFont typeface="Space Mono"/>
              <a:buNone/>
              <a:defRPr sz="2800">
                <a:latin typeface="Space Mono"/>
                <a:ea typeface="Space Mono"/>
                <a:cs typeface="Space Mono"/>
                <a:sym typeface="Space Mono"/>
              </a:defRPr>
            </a:lvl5pPr>
            <a:lvl6pPr lvl="5" rtl="0" algn="r">
              <a:lnSpc>
                <a:spcPct val="100000"/>
              </a:lnSpc>
              <a:spcBef>
                <a:spcPts val="0"/>
              </a:spcBef>
              <a:spcAft>
                <a:spcPts val="0"/>
              </a:spcAft>
              <a:buSzPts val="2800"/>
              <a:buFont typeface="Space Mono"/>
              <a:buNone/>
              <a:defRPr sz="2800">
                <a:latin typeface="Space Mono"/>
                <a:ea typeface="Space Mono"/>
                <a:cs typeface="Space Mono"/>
                <a:sym typeface="Space Mono"/>
              </a:defRPr>
            </a:lvl6pPr>
            <a:lvl7pPr lvl="6" rtl="0" algn="r">
              <a:lnSpc>
                <a:spcPct val="100000"/>
              </a:lnSpc>
              <a:spcBef>
                <a:spcPts val="0"/>
              </a:spcBef>
              <a:spcAft>
                <a:spcPts val="0"/>
              </a:spcAft>
              <a:buSzPts val="2800"/>
              <a:buFont typeface="Space Mono"/>
              <a:buNone/>
              <a:defRPr sz="2800">
                <a:latin typeface="Space Mono"/>
                <a:ea typeface="Space Mono"/>
                <a:cs typeface="Space Mono"/>
                <a:sym typeface="Space Mono"/>
              </a:defRPr>
            </a:lvl7pPr>
            <a:lvl8pPr lvl="7" rtl="0" algn="r">
              <a:lnSpc>
                <a:spcPct val="100000"/>
              </a:lnSpc>
              <a:spcBef>
                <a:spcPts val="0"/>
              </a:spcBef>
              <a:spcAft>
                <a:spcPts val="0"/>
              </a:spcAft>
              <a:buSzPts val="2800"/>
              <a:buFont typeface="Space Mono"/>
              <a:buNone/>
              <a:defRPr sz="2800">
                <a:latin typeface="Space Mono"/>
                <a:ea typeface="Space Mono"/>
                <a:cs typeface="Space Mono"/>
                <a:sym typeface="Space Mono"/>
              </a:defRPr>
            </a:lvl8pPr>
            <a:lvl9pPr lvl="8" rtl="0" algn="r">
              <a:lnSpc>
                <a:spcPct val="100000"/>
              </a:lnSpc>
              <a:spcBef>
                <a:spcPts val="0"/>
              </a:spcBef>
              <a:spcAft>
                <a:spcPts val="0"/>
              </a:spcAft>
              <a:buSzPts val="2800"/>
              <a:buFont typeface="Space Mono"/>
              <a:buNone/>
              <a:defRPr sz="2800">
                <a:latin typeface="Space Mono"/>
                <a:ea typeface="Space Mono"/>
                <a:cs typeface="Space Mono"/>
                <a:sym typeface="Space Mono"/>
              </a:defRPr>
            </a:lvl9pPr>
          </a:lstStyle>
          <a:p/>
        </p:txBody>
      </p:sp>
    </p:spTree>
  </p:cSld>
  <p:clrMapOvr>
    <a:masterClrMapping/>
  </p:clrMapOvr>
</p:sldLayout>
</file>

<file path=ppt/slideLayouts/slideLayout3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4)">
  <p:cSld name="TITLE_1">
    <p:bg>
      <p:bgPr>
        <a:solidFill>
          <a:schemeClr val="dk1"/>
        </a:solidFill>
      </p:bgPr>
    </p:bg>
    <p:spTree>
      <p:nvGrpSpPr>
        <p:cNvPr id="257" name="Shape 257"/>
        <p:cNvGrpSpPr/>
        <p:nvPr/>
      </p:nvGrpSpPr>
      <p:grpSpPr>
        <a:xfrm>
          <a:off x="0" y="0"/>
          <a:ext cx="0" cy="0"/>
          <a:chOff x="0" y="0"/>
          <a:chExt cx="0" cy="0"/>
        </a:xfrm>
      </p:grpSpPr>
      <p:sp>
        <p:nvSpPr>
          <p:cNvPr id="258" name="Google Shape;258;p32"/>
          <p:cNvSpPr/>
          <p:nvPr/>
        </p:nvSpPr>
        <p:spPr>
          <a:xfrm>
            <a:off x="1500850" y="854700"/>
            <a:ext cx="6142200" cy="3434100"/>
          </a:xfrm>
          <a:prstGeom prst="rect">
            <a:avLst/>
          </a:pr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9" name="Google Shape;259;p32"/>
          <p:cNvSpPr txBox="1"/>
          <p:nvPr>
            <p:ph type="ctrTitle"/>
          </p:nvPr>
        </p:nvSpPr>
        <p:spPr>
          <a:xfrm>
            <a:off x="688400" y="1063650"/>
            <a:ext cx="5671200" cy="1673400"/>
          </a:xfrm>
          <a:prstGeom prst="rect">
            <a:avLst/>
          </a:prstGeom>
        </p:spPr>
        <p:txBody>
          <a:bodyPr anchorCtr="0" anchor="b" bIns="91425" lIns="91425" spcFirstLastPara="1" rIns="91425" wrap="square" tIns="91425">
            <a:normAutofit/>
          </a:bodyPr>
          <a:lstStyle>
            <a:lvl1pPr lvl="0" rtl="0">
              <a:spcBef>
                <a:spcPts val="0"/>
              </a:spcBef>
              <a:spcAft>
                <a:spcPts val="0"/>
              </a:spcAft>
              <a:buClr>
                <a:schemeClr val="lt1"/>
              </a:buClr>
              <a:buSzPts val="5000"/>
              <a:buFont typeface="Inter Medium"/>
              <a:buNone/>
              <a:defRPr sz="5000">
                <a:solidFill>
                  <a:schemeClr val="lt1"/>
                </a:solidFill>
                <a:latin typeface="Inter Medium"/>
                <a:ea typeface="Inter Medium"/>
                <a:cs typeface="Inter Medium"/>
                <a:sym typeface="Inter Medium"/>
              </a:defRPr>
            </a:lvl1pPr>
            <a:lvl2pPr lvl="1" rtl="0" algn="ctr">
              <a:spcBef>
                <a:spcPts val="0"/>
              </a:spcBef>
              <a:spcAft>
                <a:spcPts val="0"/>
              </a:spcAft>
              <a:buSzPts val="5200"/>
              <a:buFont typeface="Inter"/>
              <a:buNone/>
              <a:defRPr sz="5200">
                <a:latin typeface="Inter"/>
                <a:ea typeface="Inter"/>
                <a:cs typeface="Inter"/>
                <a:sym typeface="Inter"/>
              </a:defRPr>
            </a:lvl2pPr>
            <a:lvl3pPr lvl="2" rtl="0" algn="ctr">
              <a:spcBef>
                <a:spcPts val="0"/>
              </a:spcBef>
              <a:spcAft>
                <a:spcPts val="0"/>
              </a:spcAft>
              <a:buSzPts val="5200"/>
              <a:buFont typeface="Inter"/>
              <a:buNone/>
              <a:defRPr sz="5200">
                <a:latin typeface="Inter"/>
                <a:ea typeface="Inter"/>
                <a:cs typeface="Inter"/>
                <a:sym typeface="Inter"/>
              </a:defRPr>
            </a:lvl3pPr>
            <a:lvl4pPr lvl="3" rtl="0" algn="ctr">
              <a:spcBef>
                <a:spcPts val="0"/>
              </a:spcBef>
              <a:spcAft>
                <a:spcPts val="0"/>
              </a:spcAft>
              <a:buSzPts val="5200"/>
              <a:buFont typeface="Inter"/>
              <a:buNone/>
              <a:defRPr sz="5200">
                <a:latin typeface="Inter"/>
                <a:ea typeface="Inter"/>
                <a:cs typeface="Inter"/>
                <a:sym typeface="Inter"/>
              </a:defRPr>
            </a:lvl4pPr>
            <a:lvl5pPr lvl="4" rtl="0" algn="ctr">
              <a:spcBef>
                <a:spcPts val="0"/>
              </a:spcBef>
              <a:spcAft>
                <a:spcPts val="0"/>
              </a:spcAft>
              <a:buSzPts val="5200"/>
              <a:buFont typeface="Inter"/>
              <a:buNone/>
              <a:defRPr sz="5200">
                <a:latin typeface="Inter"/>
                <a:ea typeface="Inter"/>
                <a:cs typeface="Inter"/>
                <a:sym typeface="Inter"/>
              </a:defRPr>
            </a:lvl5pPr>
            <a:lvl6pPr lvl="5" rtl="0" algn="ctr">
              <a:spcBef>
                <a:spcPts val="0"/>
              </a:spcBef>
              <a:spcAft>
                <a:spcPts val="0"/>
              </a:spcAft>
              <a:buSzPts val="5200"/>
              <a:buFont typeface="Inter"/>
              <a:buNone/>
              <a:defRPr sz="5200">
                <a:latin typeface="Inter"/>
                <a:ea typeface="Inter"/>
                <a:cs typeface="Inter"/>
                <a:sym typeface="Inter"/>
              </a:defRPr>
            </a:lvl6pPr>
            <a:lvl7pPr lvl="6" rtl="0" algn="ctr">
              <a:spcBef>
                <a:spcPts val="0"/>
              </a:spcBef>
              <a:spcAft>
                <a:spcPts val="0"/>
              </a:spcAft>
              <a:buSzPts val="5200"/>
              <a:buFont typeface="Inter"/>
              <a:buNone/>
              <a:defRPr sz="5200">
                <a:latin typeface="Inter"/>
                <a:ea typeface="Inter"/>
                <a:cs typeface="Inter"/>
                <a:sym typeface="Inter"/>
              </a:defRPr>
            </a:lvl7pPr>
            <a:lvl8pPr lvl="7" rtl="0" algn="ctr">
              <a:spcBef>
                <a:spcPts val="0"/>
              </a:spcBef>
              <a:spcAft>
                <a:spcPts val="0"/>
              </a:spcAft>
              <a:buSzPts val="5200"/>
              <a:buFont typeface="Inter"/>
              <a:buNone/>
              <a:defRPr sz="5200">
                <a:latin typeface="Inter"/>
                <a:ea typeface="Inter"/>
                <a:cs typeface="Inter"/>
                <a:sym typeface="Inter"/>
              </a:defRPr>
            </a:lvl8pPr>
            <a:lvl9pPr lvl="8" rtl="0" algn="ctr">
              <a:spcBef>
                <a:spcPts val="0"/>
              </a:spcBef>
              <a:spcAft>
                <a:spcPts val="0"/>
              </a:spcAft>
              <a:buSzPts val="5200"/>
              <a:buFont typeface="Inter"/>
              <a:buNone/>
              <a:defRPr sz="5200">
                <a:latin typeface="Inter"/>
                <a:ea typeface="Inter"/>
                <a:cs typeface="Inter"/>
                <a:sym typeface="Inter"/>
              </a:defRPr>
            </a:lvl9pPr>
          </a:lstStyle>
          <a:p/>
        </p:txBody>
      </p:sp>
      <p:sp>
        <p:nvSpPr>
          <p:cNvPr id="260" name="Google Shape;260;p32"/>
          <p:cNvSpPr txBox="1"/>
          <p:nvPr>
            <p:ph idx="1" type="subTitle"/>
          </p:nvPr>
        </p:nvSpPr>
        <p:spPr>
          <a:xfrm>
            <a:off x="3516925" y="3916825"/>
            <a:ext cx="2842500" cy="746400"/>
          </a:xfrm>
          <a:prstGeom prst="rect">
            <a:avLst/>
          </a:prstGeom>
        </p:spPr>
        <p:txBody>
          <a:bodyPr anchorCtr="0" anchor="b" bIns="91425" lIns="91425" spcFirstLastPara="1" rIns="91425" wrap="square" tIns="91425">
            <a:normAutofit/>
          </a:bodyPr>
          <a:lstStyle>
            <a:lvl1pPr lvl="0" rtl="0" algn="r">
              <a:lnSpc>
                <a:spcPct val="100000"/>
              </a:lnSpc>
              <a:spcBef>
                <a:spcPts val="0"/>
              </a:spcBef>
              <a:spcAft>
                <a:spcPts val="0"/>
              </a:spcAft>
              <a:buClr>
                <a:schemeClr val="lt1"/>
              </a:buClr>
              <a:buSzPts val="1400"/>
              <a:buFont typeface="Space Mono"/>
              <a:buNone/>
              <a:defRPr sz="1400">
                <a:solidFill>
                  <a:schemeClr val="lt1"/>
                </a:solidFill>
                <a:latin typeface="Space Mono"/>
                <a:ea typeface="Space Mono"/>
                <a:cs typeface="Space Mono"/>
                <a:sym typeface="Space Mono"/>
              </a:defRPr>
            </a:lvl1pPr>
            <a:lvl2pPr lvl="1" rtl="0" algn="r">
              <a:lnSpc>
                <a:spcPct val="100000"/>
              </a:lnSpc>
              <a:spcBef>
                <a:spcPts val="0"/>
              </a:spcBef>
              <a:spcAft>
                <a:spcPts val="0"/>
              </a:spcAft>
              <a:buSzPts val="1400"/>
              <a:buFont typeface="Space Mono"/>
              <a:buNone/>
              <a:defRPr>
                <a:latin typeface="Space Mono"/>
                <a:ea typeface="Space Mono"/>
                <a:cs typeface="Space Mono"/>
                <a:sym typeface="Space Mono"/>
              </a:defRPr>
            </a:lvl2pPr>
            <a:lvl3pPr lvl="2" rtl="0" algn="r">
              <a:lnSpc>
                <a:spcPct val="100000"/>
              </a:lnSpc>
              <a:spcBef>
                <a:spcPts val="0"/>
              </a:spcBef>
              <a:spcAft>
                <a:spcPts val="0"/>
              </a:spcAft>
              <a:buSzPts val="1400"/>
              <a:buFont typeface="Space Mono"/>
              <a:buNone/>
              <a:defRPr>
                <a:latin typeface="Space Mono"/>
                <a:ea typeface="Space Mono"/>
                <a:cs typeface="Space Mono"/>
                <a:sym typeface="Space Mono"/>
              </a:defRPr>
            </a:lvl3pPr>
            <a:lvl4pPr lvl="3" rtl="0" algn="r">
              <a:lnSpc>
                <a:spcPct val="100000"/>
              </a:lnSpc>
              <a:spcBef>
                <a:spcPts val="0"/>
              </a:spcBef>
              <a:spcAft>
                <a:spcPts val="0"/>
              </a:spcAft>
              <a:buSzPts val="1400"/>
              <a:buFont typeface="Space Mono"/>
              <a:buNone/>
              <a:defRPr>
                <a:latin typeface="Space Mono"/>
                <a:ea typeface="Space Mono"/>
                <a:cs typeface="Space Mono"/>
                <a:sym typeface="Space Mono"/>
              </a:defRPr>
            </a:lvl4pPr>
            <a:lvl5pPr lvl="4" rtl="0" algn="r">
              <a:lnSpc>
                <a:spcPct val="100000"/>
              </a:lnSpc>
              <a:spcBef>
                <a:spcPts val="0"/>
              </a:spcBef>
              <a:spcAft>
                <a:spcPts val="0"/>
              </a:spcAft>
              <a:buSzPts val="1400"/>
              <a:buFont typeface="Space Mono"/>
              <a:buNone/>
              <a:defRPr>
                <a:latin typeface="Space Mono"/>
                <a:ea typeface="Space Mono"/>
                <a:cs typeface="Space Mono"/>
                <a:sym typeface="Space Mono"/>
              </a:defRPr>
            </a:lvl5pPr>
            <a:lvl6pPr lvl="5" rtl="0" algn="r">
              <a:lnSpc>
                <a:spcPct val="100000"/>
              </a:lnSpc>
              <a:spcBef>
                <a:spcPts val="0"/>
              </a:spcBef>
              <a:spcAft>
                <a:spcPts val="0"/>
              </a:spcAft>
              <a:buSzPts val="1400"/>
              <a:buFont typeface="Space Mono"/>
              <a:buNone/>
              <a:defRPr>
                <a:latin typeface="Space Mono"/>
                <a:ea typeface="Space Mono"/>
                <a:cs typeface="Space Mono"/>
                <a:sym typeface="Space Mono"/>
              </a:defRPr>
            </a:lvl6pPr>
            <a:lvl7pPr lvl="6" rtl="0" algn="r">
              <a:lnSpc>
                <a:spcPct val="100000"/>
              </a:lnSpc>
              <a:spcBef>
                <a:spcPts val="0"/>
              </a:spcBef>
              <a:spcAft>
                <a:spcPts val="0"/>
              </a:spcAft>
              <a:buSzPts val="1400"/>
              <a:buFont typeface="Space Mono"/>
              <a:buNone/>
              <a:defRPr>
                <a:latin typeface="Space Mono"/>
                <a:ea typeface="Space Mono"/>
                <a:cs typeface="Space Mono"/>
                <a:sym typeface="Space Mono"/>
              </a:defRPr>
            </a:lvl7pPr>
            <a:lvl8pPr lvl="7" rtl="0" algn="r">
              <a:lnSpc>
                <a:spcPct val="100000"/>
              </a:lnSpc>
              <a:spcBef>
                <a:spcPts val="0"/>
              </a:spcBef>
              <a:spcAft>
                <a:spcPts val="0"/>
              </a:spcAft>
              <a:buSzPts val="1400"/>
              <a:buFont typeface="Space Mono"/>
              <a:buNone/>
              <a:defRPr>
                <a:latin typeface="Space Mono"/>
                <a:ea typeface="Space Mono"/>
                <a:cs typeface="Space Mono"/>
                <a:sym typeface="Space Mono"/>
              </a:defRPr>
            </a:lvl8pPr>
            <a:lvl9pPr lvl="8" rtl="0" algn="r">
              <a:lnSpc>
                <a:spcPct val="100000"/>
              </a:lnSpc>
              <a:spcBef>
                <a:spcPts val="0"/>
              </a:spcBef>
              <a:spcAft>
                <a:spcPts val="0"/>
              </a:spcAft>
              <a:buSzPts val="1400"/>
              <a:buFont typeface="Space Mono"/>
              <a:buNone/>
              <a:defRPr>
                <a:latin typeface="Space Mono"/>
                <a:ea typeface="Space Mono"/>
                <a:cs typeface="Space Mono"/>
                <a:sym typeface="Space Mono"/>
              </a:defRPr>
            </a:lvl9pPr>
          </a:lstStyle>
          <a:p/>
        </p:txBody>
      </p:sp>
      <p:sp>
        <p:nvSpPr>
          <p:cNvPr id="261" name="Google Shape;261;p3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indent="0" lvl="0" marL="0" rtl="0" algn="r">
              <a:spcBef>
                <a:spcPts val="0"/>
              </a:spcBef>
              <a:spcAft>
                <a:spcPts val="0"/>
              </a:spcAft>
              <a:buNone/>
            </a:pPr>
            <a:fld id="{00000000-1234-1234-1234-123412341234}" type="slidenum">
              <a:rPr lang="en"/>
              <a:t>‹#›</a:t>
            </a:fld>
            <a:endParaRPr/>
          </a:p>
        </p:txBody>
      </p:sp>
      <p:pic>
        <p:nvPicPr>
          <p:cNvPr id="262" name="Google Shape;262;p32"/>
          <p:cNvPicPr preferRelativeResize="0"/>
          <p:nvPr/>
        </p:nvPicPr>
        <p:blipFill>
          <a:blip r:embed="rId2">
            <a:alphaModFix/>
          </a:blip>
          <a:stretch>
            <a:fillRect/>
          </a:stretch>
        </p:blipFill>
        <p:spPr>
          <a:xfrm>
            <a:off x="-1092126" y="0"/>
            <a:ext cx="852650" cy="2590802"/>
          </a:xfrm>
          <a:prstGeom prst="rect">
            <a:avLst/>
          </a:prstGeom>
          <a:noFill/>
          <a:ln>
            <a:noFill/>
          </a:ln>
        </p:spPr>
      </p:pic>
      <p:pic>
        <p:nvPicPr>
          <p:cNvPr id="263" name="Google Shape;263;p32"/>
          <p:cNvPicPr preferRelativeResize="0"/>
          <p:nvPr/>
        </p:nvPicPr>
        <p:blipFill>
          <a:blip r:embed="rId3">
            <a:alphaModFix/>
          </a:blip>
          <a:stretch>
            <a:fillRect/>
          </a:stretch>
        </p:blipFill>
        <p:spPr>
          <a:xfrm>
            <a:off x="6858000" y="0"/>
            <a:ext cx="2286000" cy="5143500"/>
          </a:xfrm>
          <a:prstGeom prst="rect">
            <a:avLst/>
          </a:prstGeom>
          <a:noFill/>
          <a:ln>
            <a:noFill/>
          </a:ln>
        </p:spPr>
      </p:pic>
      <p:sp>
        <p:nvSpPr>
          <p:cNvPr id="264" name="Google Shape;264;p32"/>
          <p:cNvSpPr txBox="1"/>
          <p:nvPr>
            <p:ph idx="2" type="subTitle"/>
          </p:nvPr>
        </p:nvSpPr>
        <p:spPr>
          <a:xfrm>
            <a:off x="688400" y="488925"/>
            <a:ext cx="5671200" cy="574800"/>
          </a:xfrm>
          <a:prstGeom prst="rect">
            <a:avLst/>
          </a:prstGeom>
        </p:spPr>
        <p:txBody>
          <a:bodyPr anchorCtr="0" anchor="b" bIns="91425" lIns="91425" spcFirstLastPara="1" rIns="91425" wrap="square" tIns="91425">
            <a:normAutofit/>
          </a:bodyPr>
          <a:lstStyle>
            <a:lvl1pPr lvl="0" rtl="0">
              <a:lnSpc>
                <a:spcPct val="100000"/>
              </a:lnSpc>
              <a:spcBef>
                <a:spcPts val="0"/>
              </a:spcBef>
              <a:spcAft>
                <a:spcPts val="0"/>
              </a:spcAft>
              <a:buClr>
                <a:schemeClr val="lt1"/>
              </a:buClr>
              <a:buSzPts val="1600"/>
              <a:buFont typeface="Space Mono"/>
              <a:buNone/>
              <a:defRPr sz="1600">
                <a:solidFill>
                  <a:schemeClr val="lt1"/>
                </a:solidFill>
                <a:latin typeface="Space Mono"/>
                <a:ea typeface="Space Mono"/>
                <a:cs typeface="Space Mono"/>
                <a:sym typeface="Space Mono"/>
              </a:defRPr>
            </a:lvl1pPr>
            <a:lvl2pPr lvl="1" rtl="0" algn="ctr">
              <a:lnSpc>
                <a:spcPct val="100000"/>
              </a:lnSpc>
              <a:spcBef>
                <a:spcPts val="0"/>
              </a:spcBef>
              <a:spcAft>
                <a:spcPts val="0"/>
              </a:spcAft>
              <a:buSzPts val="2800"/>
              <a:buFont typeface="Inter"/>
              <a:buNone/>
              <a:defRPr sz="2800">
                <a:latin typeface="Inter"/>
                <a:ea typeface="Inter"/>
                <a:cs typeface="Inter"/>
                <a:sym typeface="Inter"/>
              </a:defRPr>
            </a:lvl2pPr>
            <a:lvl3pPr lvl="2" rtl="0" algn="ctr">
              <a:lnSpc>
                <a:spcPct val="100000"/>
              </a:lnSpc>
              <a:spcBef>
                <a:spcPts val="0"/>
              </a:spcBef>
              <a:spcAft>
                <a:spcPts val="0"/>
              </a:spcAft>
              <a:buSzPts val="2800"/>
              <a:buFont typeface="Inter"/>
              <a:buNone/>
              <a:defRPr sz="2800">
                <a:latin typeface="Inter"/>
                <a:ea typeface="Inter"/>
                <a:cs typeface="Inter"/>
                <a:sym typeface="Inter"/>
              </a:defRPr>
            </a:lvl3pPr>
            <a:lvl4pPr lvl="3" rtl="0" algn="ctr">
              <a:lnSpc>
                <a:spcPct val="100000"/>
              </a:lnSpc>
              <a:spcBef>
                <a:spcPts val="0"/>
              </a:spcBef>
              <a:spcAft>
                <a:spcPts val="0"/>
              </a:spcAft>
              <a:buSzPts val="2800"/>
              <a:buFont typeface="Inter"/>
              <a:buNone/>
              <a:defRPr sz="2800">
                <a:latin typeface="Inter"/>
                <a:ea typeface="Inter"/>
                <a:cs typeface="Inter"/>
                <a:sym typeface="Inter"/>
              </a:defRPr>
            </a:lvl4pPr>
            <a:lvl5pPr lvl="4" rtl="0" algn="ctr">
              <a:lnSpc>
                <a:spcPct val="100000"/>
              </a:lnSpc>
              <a:spcBef>
                <a:spcPts val="0"/>
              </a:spcBef>
              <a:spcAft>
                <a:spcPts val="0"/>
              </a:spcAft>
              <a:buSzPts val="2800"/>
              <a:buFont typeface="Inter"/>
              <a:buNone/>
              <a:defRPr sz="2800">
                <a:latin typeface="Inter"/>
                <a:ea typeface="Inter"/>
                <a:cs typeface="Inter"/>
                <a:sym typeface="Inter"/>
              </a:defRPr>
            </a:lvl5pPr>
            <a:lvl6pPr lvl="5" rtl="0" algn="ctr">
              <a:lnSpc>
                <a:spcPct val="100000"/>
              </a:lnSpc>
              <a:spcBef>
                <a:spcPts val="0"/>
              </a:spcBef>
              <a:spcAft>
                <a:spcPts val="0"/>
              </a:spcAft>
              <a:buSzPts val="2800"/>
              <a:buFont typeface="Inter"/>
              <a:buNone/>
              <a:defRPr sz="2800">
                <a:latin typeface="Inter"/>
                <a:ea typeface="Inter"/>
                <a:cs typeface="Inter"/>
                <a:sym typeface="Inter"/>
              </a:defRPr>
            </a:lvl6pPr>
            <a:lvl7pPr lvl="6" rtl="0" algn="ctr">
              <a:lnSpc>
                <a:spcPct val="100000"/>
              </a:lnSpc>
              <a:spcBef>
                <a:spcPts val="0"/>
              </a:spcBef>
              <a:spcAft>
                <a:spcPts val="0"/>
              </a:spcAft>
              <a:buSzPts val="2800"/>
              <a:buFont typeface="Inter"/>
              <a:buNone/>
              <a:defRPr sz="2800">
                <a:latin typeface="Inter"/>
                <a:ea typeface="Inter"/>
                <a:cs typeface="Inter"/>
                <a:sym typeface="Inter"/>
              </a:defRPr>
            </a:lvl7pPr>
            <a:lvl8pPr lvl="7" rtl="0" algn="ctr">
              <a:lnSpc>
                <a:spcPct val="100000"/>
              </a:lnSpc>
              <a:spcBef>
                <a:spcPts val="0"/>
              </a:spcBef>
              <a:spcAft>
                <a:spcPts val="0"/>
              </a:spcAft>
              <a:buSzPts val="2800"/>
              <a:buFont typeface="Inter"/>
              <a:buNone/>
              <a:defRPr sz="2800">
                <a:latin typeface="Inter"/>
                <a:ea typeface="Inter"/>
                <a:cs typeface="Inter"/>
                <a:sym typeface="Inter"/>
              </a:defRPr>
            </a:lvl8pPr>
            <a:lvl9pPr lvl="8" rtl="0" algn="ctr">
              <a:lnSpc>
                <a:spcPct val="100000"/>
              </a:lnSpc>
              <a:spcBef>
                <a:spcPts val="0"/>
              </a:spcBef>
              <a:spcAft>
                <a:spcPts val="0"/>
              </a:spcAft>
              <a:buSzPts val="2800"/>
              <a:buFont typeface="Inter"/>
              <a:buNone/>
              <a:defRPr sz="2800">
                <a:latin typeface="Inter"/>
                <a:ea typeface="Inter"/>
                <a:cs typeface="Inter"/>
                <a:sym typeface="Inter"/>
              </a:defRPr>
            </a:lvl9pPr>
          </a:lstStyle>
          <a:p/>
        </p:txBody>
      </p:sp>
      <p:sp>
        <p:nvSpPr>
          <p:cNvPr id="265" name="Google Shape;265;p32"/>
          <p:cNvSpPr/>
          <p:nvPr>
            <p:ph idx="3" type="pic"/>
          </p:nvPr>
        </p:nvSpPr>
        <p:spPr>
          <a:xfrm>
            <a:off x="7143150" y="2959375"/>
            <a:ext cx="1715700" cy="1715700"/>
          </a:xfrm>
          <a:prstGeom prst="rect">
            <a:avLst/>
          </a:prstGeom>
          <a:noFill/>
          <a:ln>
            <a:noFill/>
          </a:ln>
        </p:spPr>
      </p:sp>
      <p:pic>
        <p:nvPicPr>
          <p:cNvPr id="266" name="Google Shape;266;p32"/>
          <p:cNvPicPr preferRelativeResize="0"/>
          <p:nvPr/>
        </p:nvPicPr>
        <p:blipFill>
          <a:blip r:embed="rId4">
            <a:alphaModFix/>
          </a:blip>
          <a:stretch>
            <a:fillRect/>
          </a:stretch>
        </p:blipFill>
        <p:spPr>
          <a:xfrm>
            <a:off x="797747" y="4336402"/>
            <a:ext cx="1470794" cy="220625"/>
          </a:xfrm>
          <a:prstGeom prst="rect">
            <a:avLst/>
          </a:prstGeom>
          <a:noFill/>
          <a:ln>
            <a:noFill/>
          </a:ln>
        </p:spPr>
      </p:pic>
    </p:spTree>
  </p:cSld>
  <p:clrMapOvr>
    <a:masterClrMapping/>
  </p:clrMapOvr>
</p:sldLayout>
</file>

<file path=ppt/slideLayouts/slideLayout3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OC (1)">
  <p:cSld name="TITLE_1_1">
    <p:bg>
      <p:bgPr>
        <a:solidFill>
          <a:schemeClr val="dk1"/>
        </a:solidFill>
      </p:bgPr>
    </p:bg>
    <p:spTree>
      <p:nvGrpSpPr>
        <p:cNvPr id="267" name="Shape 267"/>
        <p:cNvGrpSpPr/>
        <p:nvPr/>
      </p:nvGrpSpPr>
      <p:grpSpPr>
        <a:xfrm>
          <a:off x="0" y="0"/>
          <a:ext cx="0" cy="0"/>
          <a:chOff x="0" y="0"/>
          <a:chExt cx="0" cy="0"/>
        </a:xfrm>
      </p:grpSpPr>
      <p:pic>
        <p:nvPicPr>
          <p:cNvPr id="268" name="Google Shape;268;p33"/>
          <p:cNvPicPr preferRelativeResize="0"/>
          <p:nvPr/>
        </p:nvPicPr>
        <p:blipFill>
          <a:blip r:embed="rId2">
            <a:alphaModFix/>
          </a:blip>
          <a:stretch>
            <a:fillRect/>
          </a:stretch>
        </p:blipFill>
        <p:spPr>
          <a:xfrm>
            <a:off x="0" y="0"/>
            <a:ext cx="2286000" cy="5143500"/>
          </a:xfrm>
          <a:prstGeom prst="rect">
            <a:avLst/>
          </a:prstGeom>
          <a:noFill/>
          <a:ln>
            <a:noFill/>
          </a:ln>
        </p:spPr>
      </p:pic>
      <p:sp>
        <p:nvSpPr>
          <p:cNvPr id="269" name="Google Shape;269;p33"/>
          <p:cNvSpPr txBox="1"/>
          <p:nvPr>
            <p:ph idx="1" type="subTitle"/>
          </p:nvPr>
        </p:nvSpPr>
        <p:spPr>
          <a:xfrm>
            <a:off x="2868200" y="996200"/>
            <a:ext cx="1718100" cy="580500"/>
          </a:xfrm>
          <a:prstGeom prst="rect">
            <a:avLst/>
          </a:prstGeom>
        </p:spPr>
        <p:txBody>
          <a:bodyPr anchorCtr="0" anchor="t" bIns="91425" lIns="91425" spcFirstLastPara="1" rIns="91425" wrap="square" tIns="91425">
            <a:normAutofit/>
          </a:bodyPr>
          <a:lstStyle>
            <a:lvl1pPr lvl="0" rtl="0">
              <a:lnSpc>
                <a:spcPct val="100000"/>
              </a:lnSpc>
              <a:spcBef>
                <a:spcPts val="0"/>
              </a:spcBef>
              <a:spcAft>
                <a:spcPts val="0"/>
              </a:spcAft>
              <a:buClr>
                <a:schemeClr val="lt1"/>
              </a:buClr>
              <a:buSzPts val="1400"/>
              <a:buNone/>
              <a:defRPr sz="1400">
                <a:solidFill>
                  <a:schemeClr val="lt1"/>
                </a:solidFill>
              </a:defRPr>
            </a:lvl1pPr>
            <a:lvl2pPr lvl="1" rtl="0">
              <a:lnSpc>
                <a:spcPct val="100000"/>
              </a:lnSpc>
              <a:spcBef>
                <a:spcPts val="0"/>
              </a:spcBef>
              <a:spcAft>
                <a:spcPts val="0"/>
              </a:spcAft>
              <a:buSzPts val="1400"/>
              <a:buNone/>
              <a:defRPr/>
            </a:lvl2pPr>
            <a:lvl3pPr lvl="2" rtl="0">
              <a:lnSpc>
                <a:spcPct val="100000"/>
              </a:lnSpc>
              <a:spcBef>
                <a:spcPts val="0"/>
              </a:spcBef>
              <a:spcAft>
                <a:spcPts val="0"/>
              </a:spcAft>
              <a:buSzPts val="1400"/>
              <a:buNone/>
              <a:defRPr/>
            </a:lvl3pPr>
            <a:lvl4pPr lvl="3" rtl="0">
              <a:lnSpc>
                <a:spcPct val="100000"/>
              </a:lnSpc>
              <a:spcBef>
                <a:spcPts val="0"/>
              </a:spcBef>
              <a:spcAft>
                <a:spcPts val="0"/>
              </a:spcAft>
              <a:buSzPts val="1400"/>
              <a:buNone/>
              <a:defRPr/>
            </a:lvl4pPr>
            <a:lvl5pPr lvl="4" rtl="0">
              <a:lnSpc>
                <a:spcPct val="100000"/>
              </a:lnSpc>
              <a:spcBef>
                <a:spcPts val="0"/>
              </a:spcBef>
              <a:spcAft>
                <a:spcPts val="0"/>
              </a:spcAft>
              <a:buSzPts val="1400"/>
              <a:buNone/>
              <a:defRPr/>
            </a:lvl5pPr>
            <a:lvl6pPr lvl="5" rtl="0">
              <a:lnSpc>
                <a:spcPct val="100000"/>
              </a:lnSpc>
              <a:spcBef>
                <a:spcPts val="0"/>
              </a:spcBef>
              <a:spcAft>
                <a:spcPts val="0"/>
              </a:spcAft>
              <a:buSzPts val="1400"/>
              <a:buNone/>
              <a:defRPr/>
            </a:lvl6pPr>
            <a:lvl7pPr lvl="6" rtl="0">
              <a:lnSpc>
                <a:spcPct val="100000"/>
              </a:lnSpc>
              <a:spcBef>
                <a:spcPts val="0"/>
              </a:spcBef>
              <a:spcAft>
                <a:spcPts val="0"/>
              </a:spcAft>
              <a:buSzPts val="1400"/>
              <a:buNone/>
              <a:defRPr/>
            </a:lvl7pPr>
            <a:lvl8pPr lvl="7" rtl="0">
              <a:lnSpc>
                <a:spcPct val="100000"/>
              </a:lnSpc>
              <a:spcBef>
                <a:spcPts val="0"/>
              </a:spcBef>
              <a:spcAft>
                <a:spcPts val="0"/>
              </a:spcAft>
              <a:buSzPts val="1400"/>
              <a:buNone/>
              <a:defRPr/>
            </a:lvl8pPr>
            <a:lvl9pPr lvl="8" rtl="0">
              <a:lnSpc>
                <a:spcPct val="100000"/>
              </a:lnSpc>
              <a:spcBef>
                <a:spcPts val="0"/>
              </a:spcBef>
              <a:spcAft>
                <a:spcPts val="0"/>
              </a:spcAft>
              <a:buSzPts val="1400"/>
              <a:buNone/>
              <a:defRPr/>
            </a:lvl9pPr>
          </a:lstStyle>
          <a:p/>
        </p:txBody>
      </p:sp>
      <p:pic>
        <p:nvPicPr>
          <p:cNvPr id="270" name="Google Shape;270;p33"/>
          <p:cNvPicPr preferRelativeResize="0"/>
          <p:nvPr/>
        </p:nvPicPr>
        <p:blipFill>
          <a:blip r:embed="rId3">
            <a:alphaModFix/>
          </a:blip>
          <a:stretch>
            <a:fillRect/>
          </a:stretch>
        </p:blipFill>
        <p:spPr>
          <a:xfrm>
            <a:off x="-1092126" y="0"/>
            <a:ext cx="852650" cy="2590802"/>
          </a:xfrm>
          <a:prstGeom prst="rect">
            <a:avLst/>
          </a:prstGeom>
          <a:noFill/>
          <a:ln>
            <a:noFill/>
          </a:ln>
        </p:spPr>
      </p:pic>
      <p:sp>
        <p:nvSpPr>
          <p:cNvPr id="271" name="Google Shape;271;p33"/>
          <p:cNvSpPr txBox="1"/>
          <p:nvPr>
            <p:ph idx="2" type="subTitle"/>
          </p:nvPr>
        </p:nvSpPr>
        <p:spPr>
          <a:xfrm>
            <a:off x="296425" y="443350"/>
            <a:ext cx="1586400" cy="1393500"/>
          </a:xfrm>
          <a:prstGeom prst="rect">
            <a:avLst/>
          </a:prstGeom>
        </p:spPr>
        <p:txBody>
          <a:bodyPr anchorCtr="0" anchor="t" bIns="91425" lIns="91425" spcFirstLastPara="1" rIns="91425" wrap="square" tIns="91425">
            <a:normAutofit/>
          </a:bodyPr>
          <a:lstStyle>
            <a:lvl1pPr lvl="0" rtl="0">
              <a:lnSpc>
                <a:spcPct val="100000"/>
              </a:lnSpc>
              <a:spcBef>
                <a:spcPts val="0"/>
              </a:spcBef>
              <a:spcAft>
                <a:spcPts val="0"/>
              </a:spcAft>
              <a:buClr>
                <a:schemeClr val="dk1"/>
              </a:buClr>
              <a:buSzPts val="1800"/>
              <a:buFont typeface="Space Mono"/>
              <a:buNone/>
              <a:defRPr>
                <a:solidFill>
                  <a:schemeClr val="dk1"/>
                </a:solidFill>
                <a:latin typeface="Space Mono"/>
                <a:ea typeface="Space Mono"/>
                <a:cs typeface="Space Mono"/>
                <a:sym typeface="Space Mono"/>
              </a:defRPr>
            </a:lvl1pPr>
            <a:lvl2pPr lvl="1" rtl="0" algn="ctr">
              <a:lnSpc>
                <a:spcPct val="100000"/>
              </a:lnSpc>
              <a:spcBef>
                <a:spcPts val="0"/>
              </a:spcBef>
              <a:spcAft>
                <a:spcPts val="0"/>
              </a:spcAft>
              <a:buSzPts val="2800"/>
              <a:buFont typeface="Inter"/>
              <a:buNone/>
              <a:defRPr sz="2800">
                <a:latin typeface="Inter"/>
                <a:ea typeface="Inter"/>
                <a:cs typeface="Inter"/>
                <a:sym typeface="Inter"/>
              </a:defRPr>
            </a:lvl2pPr>
            <a:lvl3pPr lvl="2" rtl="0" algn="ctr">
              <a:lnSpc>
                <a:spcPct val="100000"/>
              </a:lnSpc>
              <a:spcBef>
                <a:spcPts val="0"/>
              </a:spcBef>
              <a:spcAft>
                <a:spcPts val="0"/>
              </a:spcAft>
              <a:buSzPts val="2800"/>
              <a:buFont typeface="Inter"/>
              <a:buNone/>
              <a:defRPr sz="2800">
                <a:latin typeface="Inter"/>
                <a:ea typeface="Inter"/>
                <a:cs typeface="Inter"/>
                <a:sym typeface="Inter"/>
              </a:defRPr>
            </a:lvl3pPr>
            <a:lvl4pPr lvl="3" rtl="0" algn="ctr">
              <a:lnSpc>
                <a:spcPct val="100000"/>
              </a:lnSpc>
              <a:spcBef>
                <a:spcPts val="0"/>
              </a:spcBef>
              <a:spcAft>
                <a:spcPts val="0"/>
              </a:spcAft>
              <a:buSzPts val="2800"/>
              <a:buFont typeface="Inter"/>
              <a:buNone/>
              <a:defRPr sz="2800">
                <a:latin typeface="Inter"/>
                <a:ea typeface="Inter"/>
                <a:cs typeface="Inter"/>
                <a:sym typeface="Inter"/>
              </a:defRPr>
            </a:lvl4pPr>
            <a:lvl5pPr lvl="4" rtl="0" algn="ctr">
              <a:lnSpc>
                <a:spcPct val="100000"/>
              </a:lnSpc>
              <a:spcBef>
                <a:spcPts val="0"/>
              </a:spcBef>
              <a:spcAft>
                <a:spcPts val="0"/>
              </a:spcAft>
              <a:buSzPts val="2800"/>
              <a:buFont typeface="Inter"/>
              <a:buNone/>
              <a:defRPr sz="2800">
                <a:latin typeface="Inter"/>
                <a:ea typeface="Inter"/>
                <a:cs typeface="Inter"/>
                <a:sym typeface="Inter"/>
              </a:defRPr>
            </a:lvl5pPr>
            <a:lvl6pPr lvl="5" rtl="0" algn="ctr">
              <a:lnSpc>
                <a:spcPct val="100000"/>
              </a:lnSpc>
              <a:spcBef>
                <a:spcPts val="0"/>
              </a:spcBef>
              <a:spcAft>
                <a:spcPts val="0"/>
              </a:spcAft>
              <a:buSzPts val="2800"/>
              <a:buFont typeface="Inter"/>
              <a:buNone/>
              <a:defRPr sz="2800">
                <a:latin typeface="Inter"/>
                <a:ea typeface="Inter"/>
                <a:cs typeface="Inter"/>
                <a:sym typeface="Inter"/>
              </a:defRPr>
            </a:lvl6pPr>
            <a:lvl7pPr lvl="6" rtl="0" algn="ctr">
              <a:lnSpc>
                <a:spcPct val="100000"/>
              </a:lnSpc>
              <a:spcBef>
                <a:spcPts val="0"/>
              </a:spcBef>
              <a:spcAft>
                <a:spcPts val="0"/>
              </a:spcAft>
              <a:buSzPts val="2800"/>
              <a:buFont typeface="Inter"/>
              <a:buNone/>
              <a:defRPr sz="2800">
                <a:latin typeface="Inter"/>
                <a:ea typeface="Inter"/>
                <a:cs typeface="Inter"/>
                <a:sym typeface="Inter"/>
              </a:defRPr>
            </a:lvl7pPr>
            <a:lvl8pPr lvl="7" rtl="0" algn="ctr">
              <a:lnSpc>
                <a:spcPct val="100000"/>
              </a:lnSpc>
              <a:spcBef>
                <a:spcPts val="0"/>
              </a:spcBef>
              <a:spcAft>
                <a:spcPts val="0"/>
              </a:spcAft>
              <a:buSzPts val="2800"/>
              <a:buFont typeface="Inter"/>
              <a:buNone/>
              <a:defRPr sz="2800">
                <a:latin typeface="Inter"/>
                <a:ea typeface="Inter"/>
                <a:cs typeface="Inter"/>
                <a:sym typeface="Inter"/>
              </a:defRPr>
            </a:lvl8pPr>
            <a:lvl9pPr lvl="8" rtl="0" algn="ctr">
              <a:lnSpc>
                <a:spcPct val="100000"/>
              </a:lnSpc>
              <a:spcBef>
                <a:spcPts val="0"/>
              </a:spcBef>
              <a:spcAft>
                <a:spcPts val="0"/>
              </a:spcAft>
              <a:buSzPts val="2800"/>
              <a:buFont typeface="Inter"/>
              <a:buNone/>
              <a:defRPr sz="2800">
                <a:latin typeface="Inter"/>
                <a:ea typeface="Inter"/>
                <a:cs typeface="Inter"/>
                <a:sym typeface="Inter"/>
              </a:defRPr>
            </a:lvl9pPr>
          </a:lstStyle>
          <a:p/>
        </p:txBody>
      </p:sp>
      <p:sp>
        <p:nvSpPr>
          <p:cNvPr id="272" name="Google Shape;272;p33"/>
          <p:cNvSpPr txBox="1"/>
          <p:nvPr>
            <p:ph idx="3" type="subTitle"/>
          </p:nvPr>
        </p:nvSpPr>
        <p:spPr>
          <a:xfrm>
            <a:off x="2868200" y="415700"/>
            <a:ext cx="1718100" cy="580500"/>
          </a:xfrm>
          <a:prstGeom prst="rect">
            <a:avLst/>
          </a:prstGeom>
        </p:spPr>
        <p:txBody>
          <a:bodyPr anchorCtr="0" anchor="t" bIns="91425" lIns="91425" spcFirstLastPara="1" rIns="91425" wrap="square" tIns="91425">
            <a:normAutofit/>
          </a:bodyPr>
          <a:lstStyle>
            <a:lvl1pPr lvl="0" rtl="0">
              <a:lnSpc>
                <a:spcPct val="100000"/>
              </a:lnSpc>
              <a:spcBef>
                <a:spcPts val="0"/>
              </a:spcBef>
              <a:spcAft>
                <a:spcPts val="0"/>
              </a:spcAft>
              <a:buClr>
                <a:srgbClr val="2EF098"/>
              </a:buClr>
              <a:buSzPts val="4000"/>
              <a:buFont typeface="Space Mono"/>
              <a:buNone/>
              <a:defRPr sz="4000">
                <a:solidFill>
                  <a:srgbClr val="2EF098"/>
                </a:solidFill>
                <a:latin typeface="Space Mono"/>
                <a:ea typeface="Space Mono"/>
                <a:cs typeface="Space Mono"/>
                <a:sym typeface="Space Mono"/>
              </a:defRPr>
            </a:lvl1pPr>
            <a:lvl2pPr lvl="1" rtl="0">
              <a:lnSpc>
                <a:spcPct val="100000"/>
              </a:lnSpc>
              <a:spcBef>
                <a:spcPts val="0"/>
              </a:spcBef>
              <a:spcAft>
                <a:spcPts val="0"/>
              </a:spcAft>
              <a:buSzPts val="1400"/>
              <a:buFont typeface="Space Mono"/>
              <a:buNone/>
              <a:defRPr>
                <a:latin typeface="Space Mono"/>
                <a:ea typeface="Space Mono"/>
                <a:cs typeface="Space Mono"/>
                <a:sym typeface="Space Mono"/>
              </a:defRPr>
            </a:lvl2pPr>
            <a:lvl3pPr lvl="2" rtl="0">
              <a:lnSpc>
                <a:spcPct val="100000"/>
              </a:lnSpc>
              <a:spcBef>
                <a:spcPts val="0"/>
              </a:spcBef>
              <a:spcAft>
                <a:spcPts val="0"/>
              </a:spcAft>
              <a:buSzPts val="1400"/>
              <a:buFont typeface="Space Mono"/>
              <a:buNone/>
              <a:defRPr>
                <a:latin typeface="Space Mono"/>
                <a:ea typeface="Space Mono"/>
                <a:cs typeface="Space Mono"/>
                <a:sym typeface="Space Mono"/>
              </a:defRPr>
            </a:lvl3pPr>
            <a:lvl4pPr lvl="3" rtl="0">
              <a:lnSpc>
                <a:spcPct val="100000"/>
              </a:lnSpc>
              <a:spcBef>
                <a:spcPts val="0"/>
              </a:spcBef>
              <a:spcAft>
                <a:spcPts val="0"/>
              </a:spcAft>
              <a:buSzPts val="1400"/>
              <a:buFont typeface="Space Mono"/>
              <a:buNone/>
              <a:defRPr>
                <a:latin typeface="Space Mono"/>
                <a:ea typeface="Space Mono"/>
                <a:cs typeface="Space Mono"/>
                <a:sym typeface="Space Mono"/>
              </a:defRPr>
            </a:lvl4pPr>
            <a:lvl5pPr lvl="4" rtl="0">
              <a:lnSpc>
                <a:spcPct val="100000"/>
              </a:lnSpc>
              <a:spcBef>
                <a:spcPts val="0"/>
              </a:spcBef>
              <a:spcAft>
                <a:spcPts val="0"/>
              </a:spcAft>
              <a:buSzPts val="1400"/>
              <a:buFont typeface="Space Mono"/>
              <a:buNone/>
              <a:defRPr>
                <a:latin typeface="Space Mono"/>
                <a:ea typeface="Space Mono"/>
                <a:cs typeface="Space Mono"/>
                <a:sym typeface="Space Mono"/>
              </a:defRPr>
            </a:lvl5pPr>
            <a:lvl6pPr lvl="5" rtl="0">
              <a:lnSpc>
                <a:spcPct val="100000"/>
              </a:lnSpc>
              <a:spcBef>
                <a:spcPts val="0"/>
              </a:spcBef>
              <a:spcAft>
                <a:spcPts val="0"/>
              </a:spcAft>
              <a:buSzPts val="1400"/>
              <a:buFont typeface="Space Mono"/>
              <a:buNone/>
              <a:defRPr>
                <a:latin typeface="Space Mono"/>
                <a:ea typeface="Space Mono"/>
                <a:cs typeface="Space Mono"/>
                <a:sym typeface="Space Mono"/>
              </a:defRPr>
            </a:lvl6pPr>
            <a:lvl7pPr lvl="6" rtl="0">
              <a:lnSpc>
                <a:spcPct val="100000"/>
              </a:lnSpc>
              <a:spcBef>
                <a:spcPts val="0"/>
              </a:spcBef>
              <a:spcAft>
                <a:spcPts val="0"/>
              </a:spcAft>
              <a:buSzPts val="1400"/>
              <a:buFont typeface="Space Mono"/>
              <a:buNone/>
              <a:defRPr>
                <a:latin typeface="Space Mono"/>
                <a:ea typeface="Space Mono"/>
                <a:cs typeface="Space Mono"/>
                <a:sym typeface="Space Mono"/>
              </a:defRPr>
            </a:lvl7pPr>
            <a:lvl8pPr lvl="7" rtl="0">
              <a:lnSpc>
                <a:spcPct val="100000"/>
              </a:lnSpc>
              <a:spcBef>
                <a:spcPts val="0"/>
              </a:spcBef>
              <a:spcAft>
                <a:spcPts val="0"/>
              </a:spcAft>
              <a:buSzPts val="1400"/>
              <a:buFont typeface="Space Mono"/>
              <a:buNone/>
              <a:defRPr>
                <a:latin typeface="Space Mono"/>
                <a:ea typeface="Space Mono"/>
                <a:cs typeface="Space Mono"/>
                <a:sym typeface="Space Mono"/>
              </a:defRPr>
            </a:lvl8pPr>
            <a:lvl9pPr lvl="8" rtl="0">
              <a:lnSpc>
                <a:spcPct val="100000"/>
              </a:lnSpc>
              <a:spcBef>
                <a:spcPts val="0"/>
              </a:spcBef>
              <a:spcAft>
                <a:spcPts val="0"/>
              </a:spcAft>
              <a:buSzPts val="1400"/>
              <a:buFont typeface="Space Mono"/>
              <a:buNone/>
              <a:defRPr>
                <a:latin typeface="Space Mono"/>
                <a:ea typeface="Space Mono"/>
                <a:cs typeface="Space Mono"/>
                <a:sym typeface="Space Mono"/>
              </a:defRPr>
            </a:lvl9pPr>
          </a:lstStyle>
          <a:p/>
        </p:txBody>
      </p:sp>
      <p:sp>
        <p:nvSpPr>
          <p:cNvPr id="273" name="Google Shape;273;p33"/>
          <p:cNvSpPr txBox="1"/>
          <p:nvPr>
            <p:ph idx="4" type="subTitle"/>
          </p:nvPr>
        </p:nvSpPr>
        <p:spPr>
          <a:xfrm>
            <a:off x="4862017" y="996200"/>
            <a:ext cx="1718100" cy="580500"/>
          </a:xfrm>
          <a:prstGeom prst="rect">
            <a:avLst/>
          </a:prstGeom>
        </p:spPr>
        <p:txBody>
          <a:bodyPr anchorCtr="0" anchor="t" bIns="91425" lIns="91425" spcFirstLastPara="1" rIns="91425" wrap="square" tIns="91425">
            <a:normAutofit/>
          </a:bodyPr>
          <a:lstStyle>
            <a:lvl1pPr lvl="0" rtl="0">
              <a:lnSpc>
                <a:spcPct val="100000"/>
              </a:lnSpc>
              <a:spcBef>
                <a:spcPts val="0"/>
              </a:spcBef>
              <a:spcAft>
                <a:spcPts val="0"/>
              </a:spcAft>
              <a:buClr>
                <a:schemeClr val="lt1"/>
              </a:buClr>
              <a:buSzPts val="1400"/>
              <a:buNone/>
              <a:defRPr sz="1400">
                <a:solidFill>
                  <a:schemeClr val="lt1"/>
                </a:solidFill>
              </a:defRPr>
            </a:lvl1pPr>
            <a:lvl2pPr lvl="1" rtl="0">
              <a:lnSpc>
                <a:spcPct val="100000"/>
              </a:lnSpc>
              <a:spcBef>
                <a:spcPts val="0"/>
              </a:spcBef>
              <a:spcAft>
                <a:spcPts val="0"/>
              </a:spcAft>
              <a:buSzPts val="1400"/>
              <a:buNone/>
              <a:defRPr/>
            </a:lvl2pPr>
            <a:lvl3pPr lvl="2" rtl="0">
              <a:lnSpc>
                <a:spcPct val="100000"/>
              </a:lnSpc>
              <a:spcBef>
                <a:spcPts val="0"/>
              </a:spcBef>
              <a:spcAft>
                <a:spcPts val="0"/>
              </a:spcAft>
              <a:buSzPts val="1400"/>
              <a:buNone/>
              <a:defRPr/>
            </a:lvl3pPr>
            <a:lvl4pPr lvl="3" rtl="0">
              <a:lnSpc>
                <a:spcPct val="100000"/>
              </a:lnSpc>
              <a:spcBef>
                <a:spcPts val="0"/>
              </a:spcBef>
              <a:spcAft>
                <a:spcPts val="0"/>
              </a:spcAft>
              <a:buSzPts val="1400"/>
              <a:buNone/>
              <a:defRPr/>
            </a:lvl4pPr>
            <a:lvl5pPr lvl="4" rtl="0">
              <a:lnSpc>
                <a:spcPct val="100000"/>
              </a:lnSpc>
              <a:spcBef>
                <a:spcPts val="0"/>
              </a:spcBef>
              <a:spcAft>
                <a:spcPts val="0"/>
              </a:spcAft>
              <a:buSzPts val="1400"/>
              <a:buNone/>
              <a:defRPr/>
            </a:lvl5pPr>
            <a:lvl6pPr lvl="5" rtl="0">
              <a:lnSpc>
                <a:spcPct val="100000"/>
              </a:lnSpc>
              <a:spcBef>
                <a:spcPts val="0"/>
              </a:spcBef>
              <a:spcAft>
                <a:spcPts val="0"/>
              </a:spcAft>
              <a:buSzPts val="1400"/>
              <a:buNone/>
              <a:defRPr/>
            </a:lvl6pPr>
            <a:lvl7pPr lvl="6" rtl="0">
              <a:lnSpc>
                <a:spcPct val="100000"/>
              </a:lnSpc>
              <a:spcBef>
                <a:spcPts val="0"/>
              </a:spcBef>
              <a:spcAft>
                <a:spcPts val="0"/>
              </a:spcAft>
              <a:buSzPts val="1400"/>
              <a:buNone/>
              <a:defRPr/>
            </a:lvl7pPr>
            <a:lvl8pPr lvl="7" rtl="0">
              <a:lnSpc>
                <a:spcPct val="100000"/>
              </a:lnSpc>
              <a:spcBef>
                <a:spcPts val="0"/>
              </a:spcBef>
              <a:spcAft>
                <a:spcPts val="0"/>
              </a:spcAft>
              <a:buSzPts val="1400"/>
              <a:buNone/>
              <a:defRPr/>
            </a:lvl8pPr>
            <a:lvl9pPr lvl="8" rtl="0">
              <a:lnSpc>
                <a:spcPct val="100000"/>
              </a:lnSpc>
              <a:spcBef>
                <a:spcPts val="0"/>
              </a:spcBef>
              <a:spcAft>
                <a:spcPts val="0"/>
              </a:spcAft>
              <a:buSzPts val="1400"/>
              <a:buNone/>
              <a:defRPr/>
            </a:lvl9pPr>
          </a:lstStyle>
          <a:p/>
        </p:txBody>
      </p:sp>
      <p:sp>
        <p:nvSpPr>
          <p:cNvPr id="274" name="Google Shape;274;p33"/>
          <p:cNvSpPr txBox="1"/>
          <p:nvPr>
            <p:ph idx="5" type="subTitle"/>
          </p:nvPr>
        </p:nvSpPr>
        <p:spPr>
          <a:xfrm>
            <a:off x="4862017" y="415700"/>
            <a:ext cx="1718100" cy="580500"/>
          </a:xfrm>
          <a:prstGeom prst="rect">
            <a:avLst/>
          </a:prstGeom>
        </p:spPr>
        <p:txBody>
          <a:bodyPr anchorCtr="0" anchor="t" bIns="91425" lIns="91425" spcFirstLastPara="1" rIns="91425" wrap="square" tIns="91425">
            <a:normAutofit/>
          </a:bodyPr>
          <a:lstStyle>
            <a:lvl1pPr lvl="0" rtl="0">
              <a:lnSpc>
                <a:spcPct val="100000"/>
              </a:lnSpc>
              <a:spcBef>
                <a:spcPts val="0"/>
              </a:spcBef>
              <a:spcAft>
                <a:spcPts val="0"/>
              </a:spcAft>
              <a:buClr>
                <a:srgbClr val="2EF098"/>
              </a:buClr>
              <a:buSzPts val="4000"/>
              <a:buFont typeface="Space Mono"/>
              <a:buNone/>
              <a:defRPr sz="4000">
                <a:solidFill>
                  <a:srgbClr val="2EF098"/>
                </a:solidFill>
                <a:latin typeface="Space Mono"/>
                <a:ea typeface="Space Mono"/>
                <a:cs typeface="Space Mono"/>
                <a:sym typeface="Space Mono"/>
              </a:defRPr>
            </a:lvl1pPr>
            <a:lvl2pPr lvl="1" rtl="0">
              <a:lnSpc>
                <a:spcPct val="100000"/>
              </a:lnSpc>
              <a:spcBef>
                <a:spcPts val="0"/>
              </a:spcBef>
              <a:spcAft>
                <a:spcPts val="0"/>
              </a:spcAft>
              <a:buSzPts val="1400"/>
              <a:buFont typeface="Space Mono"/>
              <a:buNone/>
              <a:defRPr>
                <a:latin typeface="Space Mono"/>
                <a:ea typeface="Space Mono"/>
                <a:cs typeface="Space Mono"/>
                <a:sym typeface="Space Mono"/>
              </a:defRPr>
            </a:lvl2pPr>
            <a:lvl3pPr lvl="2" rtl="0">
              <a:lnSpc>
                <a:spcPct val="100000"/>
              </a:lnSpc>
              <a:spcBef>
                <a:spcPts val="0"/>
              </a:spcBef>
              <a:spcAft>
                <a:spcPts val="0"/>
              </a:spcAft>
              <a:buSzPts val="1400"/>
              <a:buFont typeface="Space Mono"/>
              <a:buNone/>
              <a:defRPr>
                <a:latin typeface="Space Mono"/>
                <a:ea typeface="Space Mono"/>
                <a:cs typeface="Space Mono"/>
                <a:sym typeface="Space Mono"/>
              </a:defRPr>
            </a:lvl3pPr>
            <a:lvl4pPr lvl="3" rtl="0">
              <a:lnSpc>
                <a:spcPct val="100000"/>
              </a:lnSpc>
              <a:spcBef>
                <a:spcPts val="0"/>
              </a:spcBef>
              <a:spcAft>
                <a:spcPts val="0"/>
              </a:spcAft>
              <a:buSzPts val="1400"/>
              <a:buFont typeface="Space Mono"/>
              <a:buNone/>
              <a:defRPr>
                <a:latin typeface="Space Mono"/>
                <a:ea typeface="Space Mono"/>
                <a:cs typeface="Space Mono"/>
                <a:sym typeface="Space Mono"/>
              </a:defRPr>
            </a:lvl4pPr>
            <a:lvl5pPr lvl="4" rtl="0">
              <a:lnSpc>
                <a:spcPct val="100000"/>
              </a:lnSpc>
              <a:spcBef>
                <a:spcPts val="0"/>
              </a:spcBef>
              <a:spcAft>
                <a:spcPts val="0"/>
              </a:spcAft>
              <a:buSzPts val="1400"/>
              <a:buFont typeface="Space Mono"/>
              <a:buNone/>
              <a:defRPr>
                <a:latin typeface="Space Mono"/>
                <a:ea typeface="Space Mono"/>
                <a:cs typeface="Space Mono"/>
                <a:sym typeface="Space Mono"/>
              </a:defRPr>
            </a:lvl5pPr>
            <a:lvl6pPr lvl="5" rtl="0">
              <a:lnSpc>
                <a:spcPct val="100000"/>
              </a:lnSpc>
              <a:spcBef>
                <a:spcPts val="0"/>
              </a:spcBef>
              <a:spcAft>
                <a:spcPts val="0"/>
              </a:spcAft>
              <a:buSzPts val="1400"/>
              <a:buFont typeface="Space Mono"/>
              <a:buNone/>
              <a:defRPr>
                <a:latin typeface="Space Mono"/>
                <a:ea typeface="Space Mono"/>
                <a:cs typeface="Space Mono"/>
                <a:sym typeface="Space Mono"/>
              </a:defRPr>
            </a:lvl6pPr>
            <a:lvl7pPr lvl="6" rtl="0">
              <a:lnSpc>
                <a:spcPct val="100000"/>
              </a:lnSpc>
              <a:spcBef>
                <a:spcPts val="0"/>
              </a:spcBef>
              <a:spcAft>
                <a:spcPts val="0"/>
              </a:spcAft>
              <a:buSzPts val="1400"/>
              <a:buFont typeface="Space Mono"/>
              <a:buNone/>
              <a:defRPr>
                <a:latin typeface="Space Mono"/>
                <a:ea typeface="Space Mono"/>
                <a:cs typeface="Space Mono"/>
                <a:sym typeface="Space Mono"/>
              </a:defRPr>
            </a:lvl7pPr>
            <a:lvl8pPr lvl="7" rtl="0">
              <a:lnSpc>
                <a:spcPct val="100000"/>
              </a:lnSpc>
              <a:spcBef>
                <a:spcPts val="0"/>
              </a:spcBef>
              <a:spcAft>
                <a:spcPts val="0"/>
              </a:spcAft>
              <a:buSzPts val="1400"/>
              <a:buFont typeface="Space Mono"/>
              <a:buNone/>
              <a:defRPr>
                <a:latin typeface="Space Mono"/>
                <a:ea typeface="Space Mono"/>
                <a:cs typeface="Space Mono"/>
                <a:sym typeface="Space Mono"/>
              </a:defRPr>
            </a:lvl8pPr>
            <a:lvl9pPr lvl="8" rtl="0">
              <a:lnSpc>
                <a:spcPct val="100000"/>
              </a:lnSpc>
              <a:spcBef>
                <a:spcPts val="0"/>
              </a:spcBef>
              <a:spcAft>
                <a:spcPts val="0"/>
              </a:spcAft>
              <a:buSzPts val="1400"/>
              <a:buFont typeface="Space Mono"/>
              <a:buNone/>
              <a:defRPr>
                <a:latin typeface="Space Mono"/>
                <a:ea typeface="Space Mono"/>
                <a:cs typeface="Space Mono"/>
                <a:sym typeface="Space Mono"/>
              </a:defRPr>
            </a:lvl9pPr>
          </a:lstStyle>
          <a:p/>
        </p:txBody>
      </p:sp>
      <p:sp>
        <p:nvSpPr>
          <p:cNvPr id="275" name="Google Shape;275;p33"/>
          <p:cNvSpPr txBox="1"/>
          <p:nvPr>
            <p:ph idx="6" type="subTitle"/>
          </p:nvPr>
        </p:nvSpPr>
        <p:spPr>
          <a:xfrm>
            <a:off x="6855834" y="996200"/>
            <a:ext cx="1718100" cy="580500"/>
          </a:xfrm>
          <a:prstGeom prst="rect">
            <a:avLst/>
          </a:prstGeom>
        </p:spPr>
        <p:txBody>
          <a:bodyPr anchorCtr="0" anchor="t" bIns="91425" lIns="91425" spcFirstLastPara="1" rIns="91425" wrap="square" tIns="91425">
            <a:normAutofit/>
          </a:bodyPr>
          <a:lstStyle>
            <a:lvl1pPr lvl="0" rtl="0">
              <a:lnSpc>
                <a:spcPct val="100000"/>
              </a:lnSpc>
              <a:spcBef>
                <a:spcPts val="0"/>
              </a:spcBef>
              <a:spcAft>
                <a:spcPts val="0"/>
              </a:spcAft>
              <a:buClr>
                <a:schemeClr val="lt1"/>
              </a:buClr>
              <a:buSzPts val="1400"/>
              <a:buNone/>
              <a:defRPr sz="1400">
                <a:solidFill>
                  <a:schemeClr val="lt1"/>
                </a:solidFill>
              </a:defRPr>
            </a:lvl1pPr>
            <a:lvl2pPr lvl="1" rtl="0">
              <a:lnSpc>
                <a:spcPct val="100000"/>
              </a:lnSpc>
              <a:spcBef>
                <a:spcPts val="0"/>
              </a:spcBef>
              <a:spcAft>
                <a:spcPts val="0"/>
              </a:spcAft>
              <a:buSzPts val="1400"/>
              <a:buNone/>
              <a:defRPr/>
            </a:lvl2pPr>
            <a:lvl3pPr lvl="2" rtl="0">
              <a:lnSpc>
                <a:spcPct val="100000"/>
              </a:lnSpc>
              <a:spcBef>
                <a:spcPts val="0"/>
              </a:spcBef>
              <a:spcAft>
                <a:spcPts val="0"/>
              </a:spcAft>
              <a:buSzPts val="1400"/>
              <a:buNone/>
              <a:defRPr/>
            </a:lvl3pPr>
            <a:lvl4pPr lvl="3" rtl="0">
              <a:lnSpc>
                <a:spcPct val="100000"/>
              </a:lnSpc>
              <a:spcBef>
                <a:spcPts val="0"/>
              </a:spcBef>
              <a:spcAft>
                <a:spcPts val="0"/>
              </a:spcAft>
              <a:buSzPts val="1400"/>
              <a:buNone/>
              <a:defRPr/>
            </a:lvl4pPr>
            <a:lvl5pPr lvl="4" rtl="0">
              <a:lnSpc>
                <a:spcPct val="100000"/>
              </a:lnSpc>
              <a:spcBef>
                <a:spcPts val="0"/>
              </a:spcBef>
              <a:spcAft>
                <a:spcPts val="0"/>
              </a:spcAft>
              <a:buSzPts val="1400"/>
              <a:buNone/>
              <a:defRPr/>
            </a:lvl5pPr>
            <a:lvl6pPr lvl="5" rtl="0">
              <a:lnSpc>
                <a:spcPct val="100000"/>
              </a:lnSpc>
              <a:spcBef>
                <a:spcPts val="0"/>
              </a:spcBef>
              <a:spcAft>
                <a:spcPts val="0"/>
              </a:spcAft>
              <a:buSzPts val="1400"/>
              <a:buNone/>
              <a:defRPr/>
            </a:lvl6pPr>
            <a:lvl7pPr lvl="6" rtl="0">
              <a:lnSpc>
                <a:spcPct val="100000"/>
              </a:lnSpc>
              <a:spcBef>
                <a:spcPts val="0"/>
              </a:spcBef>
              <a:spcAft>
                <a:spcPts val="0"/>
              </a:spcAft>
              <a:buSzPts val="1400"/>
              <a:buNone/>
              <a:defRPr/>
            </a:lvl7pPr>
            <a:lvl8pPr lvl="7" rtl="0">
              <a:lnSpc>
                <a:spcPct val="100000"/>
              </a:lnSpc>
              <a:spcBef>
                <a:spcPts val="0"/>
              </a:spcBef>
              <a:spcAft>
                <a:spcPts val="0"/>
              </a:spcAft>
              <a:buSzPts val="1400"/>
              <a:buNone/>
              <a:defRPr/>
            </a:lvl8pPr>
            <a:lvl9pPr lvl="8" rtl="0">
              <a:lnSpc>
                <a:spcPct val="100000"/>
              </a:lnSpc>
              <a:spcBef>
                <a:spcPts val="0"/>
              </a:spcBef>
              <a:spcAft>
                <a:spcPts val="0"/>
              </a:spcAft>
              <a:buSzPts val="1400"/>
              <a:buNone/>
              <a:defRPr/>
            </a:lvl9pPr>
          </a:lstStyle>
          <a:p/>
        </p:txBody>
      </p:sp>
      <p:sp>
        <p:nvSpPr>
          <p:cNvPr id="276" name="Google Shape;276;p33"/>
          <p:cNvSpPr txBox="1"/>
          <p:nvPr>
            <p:ph idx="7" type="subTitle"/>
          </p:nvPr>
        </p:nvSpPr>
        <p:spPr>
          <a:xfrm>
            <a:off x="6855834" y="415700"/>
            <a:ext cx="1718100" cy="580500"/>
          </a:xfrm>
          <a:prstGeom prst="rect">
            <a:avLst/>
          </a:prstGeom>
        </p:spPr>
        <p:txBody>
          <a:bodyPr anchorCtr="0" anchor="t" bIns="91425" lIns="91425" spcFirstLastPara="1" rIns="91425" wrap="square" tIns="91425">
            <a:normAutofit/>
          </a:bodyPr>
          <a:lstStyle>
            <a:lvl1pPr lvl="0" rtl="0">
              <a:lnSpc>
                <a:spcPct val="100000"/>
              </a:lnSpc>
              <a:spcBef>
                <a:spcPts val="0"/>
              </a:spcBef>
              <a:spcAft>
                <a:spcPts val="0"/>
              </a:spcAft>
              <a:buClr>
                <a:srgbClr val="2EF098"/>
              </a:buClr>
              <a:buSzPts val="4000"/>
              <a:buFont typeface="Space Mono"/>
              <a:buNone/>
              <a:defRPr sz="4000">
                <a:solidFill>
                  <a:srgbClr val="2EF098"/>
                </a:solidFill>
                <a:latin typeface="Space Mono"/>
                <a:ea typeface="Space Mono"/>
                <a:cs typeface="Space Mono"/>
                <a:sym typeface="Space Mono"/>
              </a:defRPr>
            </a:lvl1pPr>
            <a:lvl2pPr lvl="1" rtl="0">
              <a:lnSpc>
                <a:spcPct val="100000"/>
              </a:lnSpc>
              <a:spcBef>
                <a:spcPts val="0"/>
              </a:spcBef>
              <a:spcAft>
                <a:spcPts val="0"/>
              </a:spcAft>
              <a:buSzPts val="1400"/>
              <a:buFont typeface="Space Mono"/>
              <a:buNone/>
              <a:defRPr>
                <a:latin typeface="Space Mono"/>
                <a:ea typeface="Space Mono"/>
                <a:cs typeface="Space Mono"/>
                <a:sym typeface="Space Mono"/>
              </a:defRPr>
            </a:lvl2pPr>
            <a:lvl3pPr lvl="2" rtl="0">
              <a:lnSpc>
                <a:spcPct val="100000"/>
              </a:lnSpc>
              <a:spcBef>
                <a:spcPts val="0"/>
              </a:spcBef>
              <a:spcAft>
                <a:spcPts val="0"/>
              </a:spcAft>
              <a:buSzPts val="1400"/>
              <a:buFont typeface="Space Mono"/>
              <a:buNone/>
              <a:defRPr>
                <a:latin typeface="Space Mono"/>
                <a:ea typeface="Space Mono"/>
                <a:cs typeface="Space Mono"/>
                <a:sym typeface="Space Mono"/>
              </a:defRPr>
            </a:lvl3pPr>
            <a:lvl4pPr lvl="3" rtl="0">
              <a:lnSpc>
                <a:spcPct val="100000"/>
              </a:lnSpc>
              <a:spcBef>
                <a:spcPts val="0"/>
              </a:spcBef>
              <a:spcAft>
                <a:spcPts val="0"/>
              </a:spcAft>
              <a:buSzPts val="1400"/>
              <a:buFont typeface="Space Mono"/>
              <a:buNone/>
              <a:defRPr>
                <a:latin typeface="Space Mono"/>
                <a:ea typeface="Space Mono"/>
                <a:cs typeface="Space Mono"/>
                <a:sym typeface="Space Mono"/>
              </a:defRPr>
            </a:lvl4pPr>
            <a:lvl5pPr lvl="4" rtl="0">
              <a:lnSpc>
                <a:spcPct val="100000"/>
              </a:lnSpc>
              <a:spcBef>
                <a:spcPts val="0"/>
              </a:spcBef>
              <a:spcAft>
                <a:spcPts val="0"/>
              </a:spcAft>
              <a:buSzPts val="1400"/>
              <a:buFont typeface="Space Mono"/>
              <a:buNone/>
              <a:defRPr>
                <a:latin typeface="Space Mono"/>
                <a:ea typeface="Space Mono"/>
                <a:cs typeface="Space Mono"/>
                <a:sym typeface="Space Mono"/>
              </a:defRPr>
            </a:lvl5pPr>
            <a:lvl6pPr lvl="5" rtl="0">
              <a:lnSpc>
                <a:spcPct val="100000"/>
              </a:lnSpc>
              <a:spcBef>
                <a:spcPts val="0"/>
              </a:spcBef>
              <a:spcAft>
                <a:spcPts val="0"/>
              </a:spcAft>
              <a:buSzPts val="1400"/>
              <a:buFont typeface="Space Mono"/>
              <a:buNone/>
              <a:defRPr>
                <a:latin typeface="Space Mono"/>
                <a:ea typeface="Space Mono"/>
                <a:cs typeface="Space Mono"/>
                <a:sym typeface="Space Mono"/>
              </a:defRPr>
            </a:lvl6pPr>
            <a:lvl7pPr lvl="6" rtl="0">
              <a:lnSpc>
                <a:spcPct val="100000"/>
              </a:lnSpc>
              <a:spcBef>
                <a:spcPts val="0"/>
              </a:spcBef>
              <a:spcAft>
                <a:spcPts val="0"/>
              </a:spcAft>
              <a:buSzPts val="1400"/>
              <a:buFont typeface="Space Mono"/>
              <a:buNone/>
              <a:defRPr>
                <a:latin typeface="Space Mono"/>
                <a:ea typeface="Space Mono"/>
                <a:cs typeface="Space Mono"/>
                <a:sym typeface="Space Mono"/>
              </a:defRPr>
            </a:lvl7pPr>
            <a:lvl8pPr lvl="7" rtl="0">
              <a:lnSpc>
                <a:spcPct val="100000"/>
              </a:lnSpc>
              <a:spcBef>
                <a:spcPts val="0"/>
              </a:spcBef>
              <a:spcAft>
                <a:spcPts val="0"/>
              </a:spcAft>
              <a:buSzPts val="1400"/>
              <a:buFont typeface="Space Mono"/>
              <a:buNone/>
              <a:defRPr>
                <a:latin typeface="Space Mono"/>
                <a:ea typeface="Space Mono"/>
                <a:cs typeface="Space Mono"/>
                <a:sym typeface="Space Mono"/>
              </a:defRPr>
            </a:lvl8pPr>
            <a:lvl9pPr lvl="8" rtl="0">
              <a:lnSpc>
                <a:spcPct val="100000"/>
              </a:lnSpc>
              <a:spcBef>
                <a:spcPts val="0"/>
              </a:spcBef>
              <a:spcAft>
                <a:spcPts val="0"/>
              </a:spcAft>
              <a:buSzPts val="1400"/>
              <a:buFont typeface="Space Mono"/>
              <a:buNone/>
              <a:defRPr>
                <a:latin typeface="Space Mono"/>
                <a:ea typeface="Space Mono"/>
                <a:cs typeface="Space Mono"/>
                <a:sym typeface="Space Mono"/>
              </a:defRPr>
            </a:lvl9pPr>
          </a:lstStyle>
          <a:p/>
        </p:txBody>
      </p:sp>
      <p:sp>
        <p:nvSpPr>
          <p:cNvPr id="277" name="Google Shape;277;p33"/>
          <p:cNvSpPr txBox="1"/>
          <p:nvPr>
            <p:ph idx="8" type="subTitle"/>
          </p:nvPr>
        </p:nvSpPr>
        <p:spPr>
          <a:xfrm>
            <a:off x="2868200" y="2507025"/>
            <a:ext cx="1718100" cy="580500"/>
          </a:xfrm>
          <a:prstGeom prst="rect">
            <a:avLst/>
          </a:prstGeom>
        </p:spPr>
        <p:txBody>
          <a:bodyPr anchorCtr="0" anchor="t" bIns="91425" lIns="91425" spcFirstLastPara="1" rIns="91425" wrap="square" tIns="91425">
            <a:normAutofit/>
          </a:bodyPr>
          <a:lstStyle>
            <a:lvl1pPr lvl="0" rtl="0">
              <a:lnSpc>
                <a:spcPct val="100000"/>
              </a:lnSpc>
              <a:spcBef>
                <a:spcPts val="0"/>
              </a:spcBef>
              <a:spcAft>
                <a:spcPts val="0"/>
              </a:spcAft>
              <a:buClr>
                <a:schemeClr val="lt1"/>
              </a:buClr>
              <a:buSzPts val="1400"/>
              <a:buNone/>
              <a:defRPr sz="1400">
                <a:solidFill>
                  <a:schemeClr val="lt1"/>
                </a:solidFill>
              </a:defRPr>
            </a:lvl1pPr>
            <a:lvl2pPr lvl="1" rtl="0">
              <a:lnSpc>
                <a:spcPct val="100000"/>
              </a:lnSpc>
              <a:spcBef>
                <a:spcPts val="0"/>
              </a:spcBef>
              <a:spcAft>
                <a:spcPts val="0"/>
              </a:spcAft>
              <a:buSzPts val="1400"/>
              <a:buNone/>
              <a:defRPr/>
            </a:lvl2pPr>
            <a:lvl3pPr lvl="2" rtl="0">
              <a:lnSpc>
                <a:spcPct val="100000"/>
              </a:lnSpc>
              <a:spcBef>
                <a:spcPts val="0"/>
              </a:spcBef>
              <a:spcAft>
                <a:spcPts val="0"/>
              </a:spcAft>
              <a:buSzPts val="1400"/>
              <a:buNone/>
              <a:defRPr/>
            </a:lvl3pPr>
            <a:lvl4pPr lvl="3" rtl="0">
              <a:lnSpc>
                <a:spcPct val="100000"/>
              </a:lnSpc>
              <a:spcBef>
                <a:spcPts val="0"/>
              </a:spcBef>
              <a:spcAft>
                <a:spcPts val="0"/>
              </a:spcAft>
              <a:buSzPts val="1400"/>
              <a:buNone/>
              <a:defRPr/>
            </a:lvl4pPr>
            <a:lvl5pPr lvl="4" rtl="0">
              <a:lnSpc>
                <a:spcPct val="100000"/>
              </a:lnSpc>
              <a:spcBef>
                <a:spcPts val="0"/>
              </a:spcBef>
              <a:spcAft>
                <a:spcPts val="0"/>
              </a:spcAft>
              <a:buSzPts val="1400"/>
              <a:buNone/>
              <a:defRPr/>
            </a:lvl5pPr>
            <a:lvl6pPr lvl="5" rtl="0">
              <a:lnSpc>
                <a:spcPct val="100000"/>
              </a:lnSpc>
              <a:spcBef>
                <a:spcPts val="0"/>
              </a:spcBef>
              <a:spcAft>
                <a:spcPts val="0"/>
              </a:spcAft>
              <a:buSzPts val="1400"/>
              <a:buNone/>
              <a:defRPr/>
            </a:lvl6pPr>
            <a:lvl7pPr lvl="6" rtl="0">
              <a:lnSpc>
                <a:spcPct val="100000"/>
              </a:lnSpc>
              <a:spcBef>
                <a:spcPts val="0"/>
              </a:spcBef>
              <a:spcAft>
                <a:spcPts val="0"/>
              </a:spcAft>
              <a:buSzPts val="1400"/>
              <a:buNone/>
              <a:defRPr/>
            </a:lvl7pPr>
            <a:lvl8pPr lvl="7" rtl="0">
              <a:lnSpc>
                <a:spcPct val="100000"/>
              </a:lnSpc>
              <a:spcBef>
                <a:spcPts val="0"/>
              </a:spcBef>
              <a:spcAft>
                <a:spcPts val="0"/>
              </a:spcAft>
              <a:buSzPts val="1400"/>
              <a:buNone/>
              <a:defRPr/>
            </a:lvl8pPr>
            <a:lvl9pPr lvl="8" rtl="0">
              <a:lnSpc>
                <a:spcPct val="100000"/>
              </a:lnSpc>
              <a:spcBef>
                <a:spcPts val="0"/>
              </a:spcBef>
              <a:spcAft>
                <a:spcPts val="0"/>
              </a:spcAft>
              <a:buSzPts val="1400"/>
              <a:buNone/>
              <a:defRPr/>
            </a:lvl9pPr>
          </a:lstStyle>
          <a:p/>
        </p:txBody>
      </p:sp>
      <p:sp>
        <p:nvSpPr>
          <p:cNvPr id="278" name="Google Shape;278;p33"/>
          <p:cNvSpPr txBox="1"/>
          <p:nvPr>
            <p:ph idx="9" type="subTitle"/>
          </p:nvPr>
        </p:nvSpPr>
        <p:spPr>
          <a:xfrm>
            <a:off x="2868200" y="1926525"/>
            <a:ext cx="1718100" cy="580500"/>
          </a:xfrm>
          <a:prstGeom prst="rect">
            <a:avLst/>
          </a:prstGeom>
        </p:spPr>
        <p:txBody>
          <a:bodyPr anchorCtr="0" anchor="t" bIns="91425" lIns="91425" spcFirstLastPara="1" rIns="91425" wrap="square" tIns="91425">
            <a:normAutofit/>
          </a:bodyPr>
          <a:lstStyle>
            <a:lvl1pPr lvl="0" rtl="0">
              <a:lnSpc>
                <a:spcPct val="100000"/>
              </a:lnSpc>
              <a:spcBef>
                <a:spcPts val="0"/>
              </a:spcBef>
              <a:spcAft>
                <a:spcPts val="0"/>
              </a:spcAft>
              <a:buClr>
                <a:srgbClr val="2EF098"/>
              </a:buClr>
              <a:buSzPts val="4000"/>
              <a:buFont typeface="Space Mono"/>
              <a:buNone/>
              <a:defRPr sz="4000">
                <a:solidFill>
                  <a:srgbClr val="2EF098"/>
                </a:solidFill>
                <a:latin typeface="Space Mono"/>
                <a:ea typeface="Space Mono"/>
                <a:cs typeface="Space Mono"/>
                <a:sym typeface="Space Mono"/>
              </a:defRPr>
            </a:lvl1pPr>
            <a:lvl2pPr lvl="1" rtl="0">
              <a:lnSpc>
                <a:spcPct val="100000"/>
              </a:lnSpc>
              <a:spcBef>
                <a:spcPts val="0"/>
              </a:spcBef>
              <a:spcAft>
                <a:spcPts val="0"/>
              </a:spcAft>
              <a:buSzPts val="1400"/>
              <a:buFont typeface="Space Mono"/>
              <a:buNone/>
              <a:defRPr>
                <a:latin typeface="Space Mono"/>
                <a:ea typeface="Space Mono"/>
                <a:cs typeface="Space Mono"/>
                <a:sym typeface="Space Mono"/>
              </a:defRPr>
            </a:lvl2pPr>
            <a:lvl3pPr lvl="2" rtl="0">
              <a:lnSpc>
                <a:spcPct val="100000"/>
              </a:lnSpc>
              <a:spcBef>
                <a:spcPts val="0"/>
              </a:spcBef>
              <a:spcAft>
                <a:spcPts val="0"/>
              </a:spcAft>
              <a:buSzPts val="1400"/>
              <a:buFont typeface="Space Mono"/>
              <a:buNone/>
              <a:defRPr>
                <a:latin typeface="Space Mono"/>
                <a:ea typeface="Space Mono"/>
                <a:cs typeface="Space Mono"/>
                <a:sym typeface="Space Mono"/>
              </a:defRPr>
            </a:lvl3pPr>
            <a:lvl4pPr lvl="3" rtl="0">
              <a:lnSpc>
                <a:spcPct val="100000"/>
              </a:lnSpc>
              <a:spcBef>
                <a:spcPts val="0"/>
              </a:spcBef>
              <a:spcAft>
                <a:spcPts val="0"/>
              </a:spcAft>
              <a:buSzPts val="1400"/>
              <a:buFont typeface="Space Mono"/>
              <a:buNone/>
              <a:defRPr>
                <a:latin typeface="Space Mono"/>
                <a:ea typeface="Space Mono"/>
                <a:cs typeface="Space Mono"/>
                <a:sym typeface="Space Mono"/>
              </a:defRPr>
            </a:lvl4pPr>
            <a:lvl5pPr lvl="4" rtl="0">
              <a:lnSpc>
                <a:spcPct val="100000"/>
              </a:lnSpc>
              <a:spcBef>
                <a:spcPts val="0"/>
              </a:spcBef>
              <a:spcAft>
                <a:spcPts val="0"/>
              </a:spcAft>
              <a:buSzPts val="1400"/>
              <a:buFont typeface="Space Mono"/>
              <a:buNone/>
              <a:defRPr>
                <a:latin typeface="Space Mono"/>
                <a:ea typeface="Space Mono"/>
                <a:cs typeface="Space Mono"/>
                <a:sym typeface="Space Mono"/>
              </a:defRPr>
            </a:lvl5pPr>
            <a:lvl6pPr lvl="5" rtl="0">
              <a:lnSpc>
                <a:spcPct val="100000"/>
              </a:lnSpc>
              <a:spcBef>
                <a:spcPts val="0"/>
              </a:spcBef>
              <a:spcAft>
                <a:spcPts val="0"/>
              </a:spcAft>
              <a:buSzPts val="1400"/>
              <a:buFont typeface="Space Mono"/>
              <a:buNone/>
              <a:defRPr>
                <a:latin typeface="Space Mono"/>
                <a:ea typeface="Space Mono"/>
                <a:cs typeface="Space Mono"/>
                <a:sym typeface="Space Mono"/>
              </a:defRPr>
            </a:lvl6pPr>
            <a:lvl7pPr lvl="6" rtl="0">
              <a:lnSpc>
                <a:spcPct val="100000"/>
              </a:lnSpc>
              <a:spcBef>
                <a:spcPts val="0"/>
              </a:spcBef>
              <a:spcAft>
                <a:spcPts val="0"/>
              </a:spcAft>
              <a:buSzPts val="1400"/>
              <a:buFont typeface="Space Mono"/>
              <a:buNone/>
              <a:defRPr>
                <a:latin typeface="Space Mono"/>
                <a:ea typeface="Space Mono"/>
                <a:cs typeface="Space Mono"/>
                <a:sym typeface="Space Mono"/>
              </a:defRPr>
            </a:lvl7pPr>
            <a:lvl8pPr lvl="7" rtl="0">
              <a:lnSpc>
                <a:spcPct val="100000"/>
              </a:lnSpc>
              <a:spcBef>
                <a:spcPts val="0"/>
              </a:spcBef>
              <a:spcAft>
                <a:spcPts val="0"/>
              </a:spcAft>
              <a:buSzPts val="1400"/>
              <a:buFont typeface="Space Mono"/>
              <a:buNone/>
              <a:defRPr>
                <a:latin typeface="Space Mono"/>
                <a:ea typeface="Space Mono"/>
                <a:cs typeface="Space Mono"/>
                <a:sym typeface="Space Mono"/>
              </a:defRPr>
            </a:lvl8pPr>
            <a:lvl9pPr lvl="8" rtl="0">
              <a:lnSpc>
                <a:spcPct val="100000"/>
              </a:lnSpc>
              <a:spcBef>
                <a:spcPts val="0"/>
              </a:spcBef>
              <a:spcAft>
                <a:spcPts val="0"/>
              </a:spcAft>
              <a:buSzPts val="1400"/>
              <a:buFont typeface="Space Mono"/>
              <a:buNone/>
              <a:defRPr>
                <a:latin typeface="Space Mono"/>
                <a:ea typeface="Space Mono"/>
                <a:cs typeface="Space Mono"/>
                <a:sym typeface="Space Mono"/>
              </a:defRPr>
            </a:lvl9pPr>
          </a:lstStyle>
          <a:p/>
        </p:txBody>
      </p:sp>
      <p:sp>
        <p:nvSpPr>
          <p:cNvPr id="279" name="Google Shape;279;p33"/>
          <p:cNvSpPr txBox="1"/>
          <p:nvPr>
            <p:ph idx="13" type="subTitle"/>
          </p:nvPr>
        </p:nvSpPr>
        <p:spPr>
          <a:xfrm>
            <a:off x="4862017" y="2507025"/>
            <a:ext cx="1718100" cy="580500"/>
          </a:xfrm>
          <a:prstGeom prst="rect">
            <a:avLst/>
          </a:prstGeom>
        </p:spPr>
        <p:txBody>
          <a:bodyPr anchorCtr="0" anchor="t" bIns="91425" lIns="91425" spcFirstLastPara="1" rIns="91425" wrap="square" tIns="91425">
            <a:normAutofit/>
          </a:bodyPr>
          <a:lstStyle>
            <a:lvl1pPr lvl="0" rtl="0">
              <a:lnSpc>
                <a:spcPct val="100000"/>
              </a:lnSpc>
              <a:spcBef>
                <a:spcPts val="0"/>
              </a:spcBef>
              <a:spcAft>
                <a:spcPts val="0"/>
              </a:spcAft>
              <a:buClr>
                <a:schemeClr val="lt1"/>
              </a:buClr>
              <a:buSzPts val="1400"/>
              <a:buNone/>
              <a:defRPr sz="1400">
                <a:solidFill>
                  <a:schemeClr val="lt1"/>
                </a:solidFill>
              </a:defRPr>
            </a:lvl1pPr>
            <a:lvl2pPr lvl="1" rtl="0">
              <a:lnSpc>
                <a:spcPct val="100000"/>
              </a:lnSpc>
              <a:spcBef>
                <a:spcPts val="0"/>
              </a:spcBef>
              <a:spcAft>
                <a:spcPts val="0"/>
              </a:spcAft>
              <a:buSzPts val="1400"/>
              <a:buNone/>
              <a:defRPr/>
            </a:lvl2pPr>
            <a:lvl3pPr lvl="2" rtl="0">
              <a:lnSpc>
                <a:spcPct val="100000"/>
              </a:lnSpc>
              <a:spcBef>
                <a:spcPts val="0"/>
              </a:spcBef>
              <a:spcAft>
                <a:spcPts val="0"/>
              </a:spcAft>
              <a:buSzPts val="1400"/>
              <a:buNone/>
              <a:defRPr/>
            </a:lvl3pPr>
            <a:lvl4pPr lvl="3" rtl="0">
              <a:lnSpc>
                <a:spcPct val="100000"/>
              </a:lnSpc>
              <a:spcBef>
                <a:spcPts val="0"/>
              </a:spcBef>
              <a:spcAft>
                <a:spcPts val="0"/>
              </a:spcAft>
              <a:buSzPts val="1400"/>
              <a:buNone/>
              <a:defRPr/>
            </a:lvl4pPr>
            <a:lvl5pPr lvl="4" rtl="0">
              <a:lnSpc>
                <a:spcPct val="100000"/>
              </a:lnSpc>
              <a:spcBef>
                <a:spcPts val="0"/>
              </a:spcBef>
              <a:spcAft>
                <a:spcPts val="0"/>
              </a:spcAft>
              <a:buSzPts val="1400"/>
              <a:buNone/>
              <a:defRPr/>
            </a:lvl5pPr>
            <a:lvl6pPr lvl="5" rtl="0">
              <a:lnSpc>
                <a:spcPct val="100000"/>
              </a:lnSpc>
              <a:spcBef>
                <a:spcPts val="0"/>
              </a:spcBef>
              <a:spcAft>
                <a:spcPts val="0"/>
              </a:spcAft>
              <a:buSzPts val="1400"/>
              <a:buNone/>
              <a:defRPr/>
            </a:lvl6pPr>
            <a:lvl7pPr lvl="6" rtl="0">
              <a:lnSpc>
                <a:spcPct val="100000"/>
              </a:lnSpc>
              <a:spcBef>
                <a:spcPts val="0"/>
              </a:spcBef>
              <a:spcAft>
                <a:spcPts val="0"/>
              </a:spcAft>
              <a:buSzPts val="1400"/>
              <a:buNone/>
              <a:defRPr/>
            </a:lvl7pPr>
            <a:lvl8pPr lvl="7" rtl="0">
              <a:lnSpc>
                <a:spcPct val="100000"/>
              </a:lnSpc>
              <a:spcBef>
                <a:spcPts val="0"/>
              </a:spcBef>
              <a:spcAft>
                <a:spcPts val="0"/>
              </a:spcAft>
              <a:buSzPts val="1400"/>
              <a:buNone/>
              <a:defRPr/>
            </a:lvl8pPr>
            <a:lvl9pPr lvl="8" rtl="0">
              <a:lnSpc>
                <a:spcPct val="100000"/>
              </a:lnSpc>
              <a:spcBef>
                <a:spcPts val="0"/>
              </a:spcBef>
              <a:spcAft>
                <a:spcPts val="0"/>
              </a:spcAft>
              <a:buSzPts val="1400"/>
              <a:buNone/>
              <a:defRPr/>
            </a:lvl9pPr>
          </a:lstStyle>
          <a:p/>
        </p:txBody>
      </p:sp>
      <p:sp>
        <p:nvSpPr>
          <p:cNvPr id="280" name="Google Shape;280;p33"/>
          <p:cNvSpPr txBox="1"/>
          <p:nvPr>
            <p:ph idx="14" type="subTitle"/>
          </p:nvPr>
        </p:nvSpPr>
        <p:spPr>
          <a:xfrm>
            <a:off x="4862017" y="1926525"/>
            <a:ext cx="1718100" cy="580500"/>
          </a:xfrm>
          <a:prstGeom prst="rect">
            <a:avLst/>
          </a:prstGeom>
        </p:spPr>
        <p:txBody>
          <a:bodyPr anchorCtr="0" anchor="t" bIns="91425" lIns="91425" spcFirstLastPara="1" rIns="91425" wrap="square" tIns="91425">
            <a:normAutofit/>
          </a:bodyPr>
          <a:lstStyle>
            <a:lvl1pPr lvl="0" rtl="0">
              <a:lnSpc>
                <a:spcPct val="100000"/>
              </a:lnSpc>
              <a:spcBef>
                <a:spcPts val="0"/>
              </a:spcBef>
              <a:spcAft>
                <a:spcPts val="0"/>
              </a:spcAft>
              <a:buClr>
                <a:srgbClr val="2EF098"/>
              </a:buClr>
              <a:buSzPts val="4000"/>
              <a:buFont typeface="Space Mono"/>
              <a:buNone/>
              <a:defRPr sz="4000">
                <a:solidFill>
                  <a:srgbClr val="2EF098"/>
                </a:solidFill>
                <a:latin typeface="Space Mono"/>
                <a:ea typeface="Space Mono"/>
                <a:cs typeface="Space Mono"/>
                <a:sym typeface="Space Mono"/>
              </a:defRPr>
            </a:lvl1pPr>
            <a:lvl2pPr lvl="1" rtl="0">
              <a:lnSpc>
                <a:spcPct val="100000"/>
              </a:lnSpc>
              <a:spcBef>
                <a:spcPts val="0"/>
              </a:spcBef>
              <a:spcAft>
                <a:spcPts val="0"/>
              </a:spcAft>
              <a:buSzPts val="1400"/>
              <a:buFont typeface="Space Mono"/>
              <a:buNone/>
              <a:defRPr>
                <a:latin typeface="Space Mono"/>
                <a:ea typeface="Space Mono"/>
                <a:cs typeface="Space Mono"/>
                <a:sym typeface="Space Mono"/>
              </a:defRPr>
            </a:lvl2pPr>
            <a:lvl3pPr lvl="2" rtl="0">
              <a:lnSpc>
                <a:spcPct val="100000"/>
              </a:lnSpc>
              <a:spcBef>
                <a:spcPts val="0"/>
              </a:spcBef>
              <a:spcAft>
                <a:spcPts val="0"/>
              </a:spcAft>
              <a:buSzPts val="1400"/>
              <a:buFont typeface="Space Mono"/>
              <a:buNone/>
              <a:defRPr>
                <a:latin typeface="Space Mono"/>
                <a:ea typeface="Space Mono"/>
                <a:cs typeface="Space Mono"/>
                <a:sym typeface="Space Mono"/>
              </a:defRPr>
            </a:lvl3pPr>
            <a:lvl4pPr lvl="3" rtl="0">
              <a:lnSpc>
                <a:spcPct val="100000"/>
              </a:lnSpc>
              <a:spcBef>
                <a:spcPts val="0"/>
              </a:spcBef>
              <a:spcAft>
                <a:spcPts val="0"/>
              </a:spcAft>
              <a:buSzPts val="1400"/>
              <a:buFont typeface="Space Mono"/>
              <a:buNone/>
              <a:defRPr>
                <a:latin typeface="Space Mono"/>
                <a:ea typeface="Space Mono"/>
                <a:cs typeface="Space Mono"/>
                <a:sym typeface="Space Mono"/>
              </a:defRPr>
            </a:lvl4pPr>
            <a:lvl5pPr lvl="4" rtl="0">
              <a:lnSpc>
                <a:spcPct val="100000"/>
              </a:lnSpc>
              <a:spcBef>
                <a:spcPts val="0"/>
              </a:spcBef>
              <a:spcAft>
                <a:spcPts val="0"/>
              </a:spcAft>
              <a:buSzPts val="1400"/>
              <a:buFont typeface="Space Mono"/>
              <a:buNone/>
              <a:defRPr>
                <a:latin typeface="Space Mono"/>
                <a:ea typeface="Space Mono"/>
                <a:cs typeface="Space Mono"/>
                <a:sym typeface="Space Mono"/>
              </a:defRPr>
            </a:lvl5pPr>
            <a:lvl6pPr lvl="5" rtl="0">
              <a:lnSpc>
                <a:spcPct val="100000"/>
              </a:lnSpc>
              <a:spcBef>
                <a:spcPts val="0"/>
              </a:spcBef>
              <a:spcAft>
                <a:spcPts val="0"/>
              </a:spcAft>
              <a:buSzPts val="1400"/>
              <a:buFont typeface="Space Mono"/>
              <a:buNone/>
              <a:defRPr>
                <a:latin typeface="Space Mono"/>
                <a:ea typeface="Space Mono"/>
                <a:cs typeface="Space Mono"/>
                <a:sym typeface="Space Mono"/>
              </a:defRPr>
            </a:lvl6pPr>
            <a:lvl7pPr lvl="6" rtl="0">
              <a:lnSpc>
                <a:spcPct val="100000"/>
              </a:lnSpc>
              <a:spcBef>
                <a:spcPts val="0"/>
              </a:spcBef>
              <a:spcAft>
                <a:spcPts val="0"/>
              </a:spcAft>
              <a:buSzPts val="1400"/>
              <a:buFont typeface="Space Mono"/>
              <a:buNone/>
              <a:defRPr>
                <a:latin typeface="Space Mono"/>
                <a:ea typeface="Space Mono"/>
                <a:cs typeface="Space Mono"/>
                <a:sym typeface="Space Mono"/>
              </a:defRPr>
            </a:lvl7pPr>
            <a:lvl8pPr lvl="7" rtl="0">
              <a:lnSpc>
                <a:spcPct val="100000"/>
              </a:lnSpc>
              <a:spcBef>
                <a:spcPts val="0"/>
              </a:spcBef>
              <a:spcAft>
                <a:spcPts val="0"/>
              </a:spcAft>
              <a:buSzPts val="1400"/>
              <a:buFont typeface="Space Mono"/>
              <a:buNone/>
              <a:defRPr>
                <a:latin typeface="Space Mono"/>
                <a:ea typeface="Space Mono"/>
                <a:cs typeface="Space Mono"/>
                <a:sym typeface="Space Mono"/>
              </a:defRPr>
            </a:lvl8pPr>
            <a:lvl9pPr lvl="8" rtl="0">
              <a:lnSpc>
                <a:spcPct val="100000"/>
              </a:lnSpc>
              <a:spcBef>
                <a:spcPts val="0"/>
              </a:spcBef>
              <a:spcAft>
                <a:spcPts val="0"/>
              </a:spcAft>
              <a:buSzPts val="1400"/>
              <a:buFont typeface="Space Mono"/>
              <a:buNone/>
              <a:defRPr>
                <a:latin typeface="Space Mono"/>
                <a:ea typeface="Space Mono"/>
                <a:cs typeface="Space Mono"/>
                <a:sym typeface="Space Mono"/>
              </a:defRPr>
            </a:lvl9pPr>
          </a:lstStyle>
          <a:p/>
        </p:txBody>
      </p:sp>
      <p:sp>
        <p:nvSpPr>
          <p:cNvPr id="281" name="Google Shape;281;p33"/>
          <p:cNvSpPr txBox="1"/>
          <p:nvPr>
            <p:ph idx="15" type="subTitle"/>
          </p:nvPr>
        </p:nvSpPr>
        <p:spPr>
          <a:xfrm>
            <a:off x="6855834" y="2507025"/>
            <a:ext cx="1718100" cy="580500"/>
          </a:xfrm>
          <a:prstGeom prst="rect">
            <a:avLst/>
          </a:prstGeom>
        </p:spPr>
        <p:txBody>
          <a:bodyPr anchorCtr="0" anchor="t" bIns="91425" lIns="91425" spcFirstLastPara="1" rIns="91425" wrap="square" tIns="91425">
            <a:normAutofit/>
          </a:bodyPr>
          <a:lstStyle>
            <a:lvl1pPr lvl="0" rtl="0">
              <a:lnSpc>
                <a:spcPct val="100000"/>
              </a:lnSpc>
              <a:spcBef>
                <a:spcPts val="0"/>
              </a:spcBef>
              <a:spcAft>
                <a:spcPts val="0"/>
              </a:spcAft>
              <a:buClr>
                <a:schemeClr val="lt1"/>
              </a:buClr>
              <a:buSzPts val="1400"/>
              <a:buNone/>
              <a:defRPr sz="1400">
                <a:solidFill>
                  <a:schemeClr val="lt1"/>
                </a:solidFill>
              </a:defRPr>
            </a:lvl1pPr>
            <a:lvl2pPr lvl="1" rtl="0">
              <a:lnSpc>
                <a:spcPct val="100000"/>
              </a:lnSpc>
              <a:spcBef>
                <a:spcPts val="0"/>
              </a:spcBef>
              <a:spcAft>
                <a:spcPts val="0"/>
              </a:spcAft>
              <a:buSzPts val="1400"/>
              <a:buNone/>
              <a:defRPr/>
            </a:lvl2pPr>
            <a:lvl3pPr lvl="2" rtl="0">
              <a:lnSpc>
                <a:spcPct val="100000"/>
              </a:lnSpc>
              <a:spcBef>
                <a:spcPts val="0"/>
              </a:spcBef>
              <a:spcAft>
                <a:spcPts val="0"/>
              </a:spcAft>
              <a:buSzPts val="1400"/>
              <a:buNone/>
              <a:defRPr/>
            </a:lvl3pPr>
            <a:lvl4pPr lvl="3" rtl="0">
              <a:lnSpc>
                <a:spcPct val="100000"/>
              </a:lnSpc>
              <a:spcBef>
                <a:spcPts val="0"/>
              </a:spcBef>
              <a:spcAft>
                <a:spcPts val="0"/>
              </a:spcAft>
              <a:buSzPts val="1400"/>
              <a:buNone/>
              <a:defRPr/>
            </a:lvl4pPr>
            <a:lvl5pPr lvl="4" rtl="0">
              <a:lnSpc>
                <a:spcPct val="100000"/>
              </a:lnSpc>
              <a:spcBef>
                <a:spcPts val="0"/>
              </a:spcBef>
              <a:spcAft>
                <a:spcPts val="0"/>
              </a:spcAft>
              <a:buSzPts val="1400"/>
              <a:buNone/>
              <a:defRPr/>
            </a:lvl5pPr>
            <a:lvl6pPr lvl="5" rtl="0">
              <a:lnSpc>
                <a:spcPct val="100000"/>
              </a:lnSpc>
              <a:spcBef>
                <a:spcPts val="0"/>
              </a:spcBef>
              <a:spcAft>
                <a:spcPts val="0"/>
              </a:spcAft>
              <a:buSzPts val="1400"/>
              <a:buNone/>
              <a:defRPr/>
            </a:lvl6pPr>
            <a:lvl7pPr lvl="6" rtl="0">
              <a:lnSpc>
                <a:spcPct val="100000"/>
              </a:lnSpc>
              <a:spcBef>
                <a:spcPts val="0"/>
              </a:spcBef>
              <a:spcAft>
                <a:spcPts val="0"/>
              </a:spcAft>
              <a:buSzPts val="1400"/>
              <a:buNone/>
              <a:defRPr/>
            </a:lvl7pPr>
            <a:lvl8pPr lvl="7" rtl="0">
              <a:lnSpc>
                <a:spcPct val="100000"/>
              </a:lnSpc>
              <a:spcBef>
                <a:spcPts val="0"/>
              </a:spcBef>
              <a:spcAft>
                <a:spcPts val="0"/>
              </a:spcAft>
              <a:buSzPts val="1400"/>
              <a:buNone/>
              <a:defRPr/>
            </a:lvl8pPr>
            <a:lvl9pPr lvl="8" rtl="0">
              <a:lnSpc>
                <a:spcPct val="100000"/>
              </a:lnSpc>
              <a:spcBef>
                <a:spcPts val="0"/>
              </a:spcBef>
              <a:spcAft>
                <a:spcPts val="0"/>
              </a:spcAft>
              <a:buSzPts val="1400"/>
              <a:buNone/>
              <a:defRPr/>
            </a:lvl9pPr>
          </a:lstStyle>
          <a:p/>
        </p:txBody>
      </p:sp>
      <p:sp>
        <p:nvSpPr>
          <p:cNvPr id="282" name="Google Shape;282;p33"/>
          <p:cNvSpPr txBox="1"/>
          <p:nvPr>
            <p:ph idx="16" type="subTitle"/>
          </p:nvPr>
        </p:nvSpPr>
        <p:spPr>
          <a:xfrm>
            <a:off x="6855834" y="1926525"/>
            <a:ext cx="1718100" cy="580500"/>
          </a:xfrm>
          <a:prstGeom prst="rect">
            <a:avLst/>
          </a:prstGeom>
        </p:spPr>
        <p:txBody>
          <a:bodyPr anchorCtr="0" anchor="t" bIns="91425" lIns="91425" spcFirstLastPara="1" rIns="91425" wrap="square" tIns="91425">
            <a:normAutofit/>
          </a:bodyPr>
          <a:lstStyle>
            <a:lvl1pPr lvl="0" rtl="0">
              <a:lnSpc>
                <a:spcPct val="100000"/>
              </a:lnSpc>
              <a:spcBef>
                <a:spcPts val="0"/>
              </a:spcBef>
              <a:spcAft>
                <a:spcPts val="0"/>
              </a:spcAft>
              <a:buClr>
                <a:srgbClr val="2EF098"/>
              </a:buClr>
              <a:buSzPts val="4000"/>
              <a:buFont typeface="Space Mono"/>
              <a:buNone/>
              <a:defRPr sz="4000">
                <a:solidFill>
                  <a:srgbClr val="2EF098"/>
                </a:solidFill>
                <a:latin typeface="Space Mono"/>
                <a:ea typeface="Space Mono"/>
                <a:cs typeface="Space Mono"/>
                <a:sym typeface="Space Mono"/>
              </a:defRPr>
            </a:lvl1pPr>
            <a:lvl2pPr lvl="1" rtl="0">
              <a:lnSpc>
                <a:spcPct val="100000"/>
              </a:lnSpc>
              <a:spcBef>
                <a:spcPts val="0"/>
              </a:spcBef>
              <a:spcAft>
                <a:spcPts val="0"/>
              </a:spcAft>
              <a:buSzPts val="1400"/>
              <a:buFont typeface="Space Mono"/>
              <a:buNone/>
              <a:defRPr>
                <a:latin typeface="Space Mono"/>
                <a:ea typeface="Space Mono"/>
                <a:cs typeface="Space Mono"/>
                <a:sym typeface="Space Mono"/>
              </a:defRPr>
            </a:lvl2pPr>
            <a:lvl3pPr lvl="2" rtl="0">
              <a:lnSpc>
                <a:spcPct val="100000"/>
              </a:lnSpc>
              <a:spcBef>
                <a:spcPts val="0"/>
              </a:spcBef>
              <a:spcAft>
                <a:spcPts val="0"/>
              </a:spcAft>
              <a:buSzPts val="1400"/>
              <a:buFont typeface="Space Mono"/>
              <a:buNone/>
              <a:defRPr>
                <a:latin typeface="Space Mono"/>
                <a:ea typeface="Space Mono"/>
                <a:cs typeface="Space Mono"/>
                <a:sym typeface="Space Mono"/>
              </a:defRPr>
            </a:lvl3pPr>
            <a:lvl4pPr lvl="3" rtl="0">
              <a:lnSpc>
                <a:spcPct val="100000"/>
              </a:lnSpc>
              <a:spcBef>
                <a:spcPts val="0"/>
              </a:spcBef>
              <a:spcAft>
                <a:spcPts val="0"/>
              </a:spcAft>
              <a:buSzPts val="1400"/>
              <a:buFont typeface="Space Mono"/>
              <a:buNone/>
              <a:defRPr>
                <a:latin typeface="Space Mono"/>
                <a:ea typeface="Space Mono"/>
                <a:cs typeface="Space Mono"/>
                <a:sym typeface="Space Mono"/>
              </a:defRPr>
            </a:lvl4pPr>
            <a:lvl5pPr lvl="4" rtl="0">
              <a:lnSpc>
                <a:spcPct val="100000"/>
              </a:lnSpc>
              <a:spcBef>
                <a:spcPts val="0"/>
              </a:spcBef>
              <a:spcAft>
                <a:spcPts val="0"/>
              </a:spcAft>
              <a:buSzPts val="1400"/>
              <a:buFont typeface="Space Mono"/>
              <a:buNone/>
              <a:defRPr>
                <a:latin typeface="Space Mono"/>
                <a:ea typeface="Space Mono"/>
                <a:cs typeface="Space Mono"/>
                <a:sym typeface="Space Mono"/>
              </a:defRPr>
            </a:lvl5pPr>
            <a:lvl6pPr lvl="5" rtl="0">
              <a:lnSpc>
                <a:spcPct val="100000"/>
              </a:lnSpc>
              <a:spcBef>
                <a:spcPts val="0"/>
              </a:spcBef>
              <a:spcAft>
                <a:spcPts val="0"/>
              </a:spcAft>
              <a:buSzPts val="1400"/>
              <a:buFont typeface="Space Mono"/>
              <a:buNone/>
              <a:defRPr>
                <a:latin typeface="Space Mono"/>
                <a:ea typeface="Space Mono"/>
                <a:cs typeface="Space Mono"/>
                <a:sym typeface="Space Mono"/>
              </a:defRPr>
            </a:lvl6pPr>
            <a:lvl7pPr lvl="6" rtl="0">
              <a:lnSpc>
                <a:spcPct val="100000"/>
              </a:lnSpc>
              <a:spcBef>
                <a:spcPts val="0"/>
              </a:spcBef>
              <a:spcAft>
                <a:spcPts val="0"/>
              </a:spcAft>
              <a:buSzPts val="1400"/>
              <a:buFont typeface="Space Mono"/>
              <a:buNone/>
              <a:defRPr>
                <a:latin typeface="Space Mono"/>
                <a:ea typeface="Space Mono"/>
                <a:cs typeface="Space Mono"/>
                <a:sym typeface="Space Mono"/>
              </a:defRPr>
            </a:lvl7pPr>
            <a:lvl8pPr lvl="7" rtl="0">
              <a:lnSpc>
                <a:spcPct val="100000"/>
              </a:lnSpc>
              <a:spcBef>
                <a:spcPts val="0"/>
              </a:spcBef>
              <a:spcAft>
                <a:spcPts val="0"/>
              </a:spcAft>
              <a:buSzPts val="1400"/>
              <a:buFont typeface="Space Mono"/>
              <a:buNone/>
              <a:defRPr>
                <a:latin typeface="Space Mono"/>
                <a:ea typeface="Space Mono"/>
                <a:cs typeface="Space Mono"/>
                <a:sym typeface="Space Mono"/>
              </a:defRPr>
            </a:lvl8pPr>
            <a:lvl9pPr lvl="8" rtl="0">
              <a:lnSpc>
                <a:spcPct val="100000"/>
              </a:lnSpc>
              <a:spcBef>
                <a:spcPts val="0"/>
              </a:spcBef>
              <a:spcAft>
                <a:spcPts val="0"/>
              </a:spcAft>
              <a:buSzPts val="1400"/>
              <a:buFont typeface="Space Mono"/>
              <a:buNone/>
              <a:defRPr>
                <a:latin typeface="Space Mono"/>
                <a:ea typeface="Space Mono"/>
                <a:cs typeface="Space Mono"/>
                <a:sym typeface="Space Mono"/>
              </a:defRPr>
            </a:lvl9pPr>
          </a:lstStyle>
          <a:p/>
        </p:txBody>
      </p:sp>
      <p:sp>
        <p:nvSpPr>
          <p:cNvPr id="283" name="Google Shape;283;p33"/>
          <p:cNvSpPr txBox="1"/>
          <p:nvPr>
            <p:ph idx="17" type="subTitle"/>
          </p:nvPr>
        </p:nvSpPr>
        <p:spPr>
          <a:xfrm>
            <a:off x="2868200" y="4017850"/>
            <a:ext cx="1718100" cy="580500"/>
          </a:xfrm>
          <a:prstGeom prst="rect">
            <a:avLst/>
          </a:prstGeom>
        </p:spPr>
        <p:txBody>
          <a:bodyPr anchorCtr="0" anchor="t" bIns="91425" lIns="91425" spcFirstLastPara="1" rIns="91425" wrap="square" tIns="91425">
            <a:normAutofit/>
          </a:bodyPr>
          <a:lstStyle>
            <a:lvl1pPr lvl="0" rtl="0">
              <a:lnSpc>
                <a:spcPct val="100000"/>
              </a:lnSpc>
              <a:spcBef>
                <a:spcPts val="0"/>
              </a:spcBef>
              <a:spcAft>
                <a:spcPts val="0"/>
              </a:spcAft>
              <a:buClr>
                <a:schemeClr val="lt1"/>
              </a:buClr>
              <a:buSzPts val="1400"/>
              <a:buNone/>
              <a:defRPr sz="1400">
                <a:solidFill>
                  <a:schemeClr val="lt1"/>
                </a:solidFill>
              </a:defRPr>
            </a:lvl1pPr>
            <a:lvl2pPr lvl="1" rtl="0">
              <a:lnSpc>
                <a:spcPct val="100000"/>
              </a:lnSpc>
              <a:spcBef>
                <a:spcPts val="0"/>
              </a:spcBef>
              <a:spcAft>
                <a:spcPts val="0"/>
              </a:spcAft>
              <a:buSzPts val="1400"/>
              <a:buNone/>
              <a:defRPr/>
            </a:lvl2pPr>
            <a:lvl3pPr lvl="2" rtl="0">
              <a:lnSpc>
                <a:spcPct val="100000"/>
              </a:lnSpc>
              <a:spcBef>
                <a:spcPts val="0"/>
              </a:spcBef>
              <a:spcAft>
                <a:spcPts val="0"/>
              </a:spcAft>
              <a:buSzPts val="1400"/>
              <a:buNone/>
              <a:defRPr/>
            </a:lvl3pPr>
            <a:lvl4pPr lvl="3" rtl="0">
              <a:lnSpc>
                <a:spcPct val="100000"/>
              </a:lnSpc>
              <a:spcBef>
                <a:spcPts val="0"/>
              </a:spcBef>
              <a:spcAft>
                <a:spcPts val="0"/>
              </a:spcAft>
              <a:buSzPts val="1400"/>
              <a:buNone/>
              <a:defRPr/>
            </a:lvl4pPr>
            <a:lvl5pPr lvl="4" rtl="0">
              <a:lnSpc>
                <a:spcPct val="100000"/>
              </a:lnSpc>
              <a:spcBef>
                <a:spcPts val="0"/>
              </a:spcBef>
              <a:spcAft>
                <a:spcPts val="0"/>
              </a:spcAft>
              <a:buSzPts val="1400"/>
              <a:buNone/>
              <a:defRPr/>
            </a:lvl5pPr>
            <a:lvl6pPr lvl="5" rtl="0">
              <a:lnSpc>
                <a:spcPct val="100000"/>
              </a:lnSpc>
              <a:spcBef>
                <a:spcPts val="0"/>
              </a:spcBef>
              <a:spcAft>
                <a:spcPts val="0"/>
              </a:spcAft>
              <a:buSzPts val="1400"/>
              <a:buNone/>
              <a:defRPr/>
            </a:lvl6pPr>
            <a:lvl7pPr lvl="6" rtl="0">
              <a:lnSpc>
                <a:spcPct val="100000"/>
              </a:lnSpc>
              <a:spcBef>
                <a:spcPts val="0"/>
              </a:spcBef>
              <a:spcAft>
                <a:spcPts val="0"/>
              </a:spcAft>
              <a:buSzPts val="1400"/>
              <a:buNone/>
              <a:defRPr/>
            </a:lvl7pPr>
            <a:lvl8pPr lvl="7" rtl="0">
              <a:lnSpc>
                <a:spcPct val="100000"/>
              </a:lnSpc>
              <a:spcBef>
                <a:spcPts val="0"/>
              </a:spcBef>
              <a:spcAft>
                <a:spcPts val="0"/>
              </a:spcAft>
              <a:buSzPts val="1400"/>
              <a:buNone/>
              <a:defRPr/>
            </a:lvl8pPr>
            <a:lvl9pPr lvl="8" rtl="0">
              <a:lnSpc>
                <a:spcPct val="100000"/>
              </a:lnSpc>
              <a:spcBef>
                <a:spcPts val="0"/>
              </a:spcBef>
              <a:spcAft>
                <a:spcPts val="0"/>
              </a:spcAft>
              <a:buSzPts val="1400"/>
              <a:buNone/>
              <a:defRPr/>
            </a:lvl9pPr>
          </a:lstStyle>
          <a:p/>
        </p:txBody>
      </p:sp>
      <p:sp>
        <p:nvSpPr>
          <p:cNvPr id="284" name="Google Shape;284;p33"/>
          <p:cNvSpPr txBox="1"/>
          <p:nvPr>
            <p:ph idx="18" type="subTitle"/>
          </p:nvPr>
        </p:nvSpPr>
        <p:spPr>
          <a:xfrm>
            <a:off x="2868200" y="3437350"/>
            <a:ext cx="1718100" cy="580500"/>
          </a:xfrm>
          <a:prstGeom prst="rect">
            <a:avLst/>
          </a:prstGeom>
        </p:spPr>
        <p:txBody>
          <a:bodyPr anchorCtr="0" anchor="t" bIns="91425" lIns="91425" spcFirstLastPara="1" rIns="91425" wrap="square" tIns="91425">
            <a:normAutofit/>
          </a:bodyPr>
          <a:lstStyle>
            <a:lvl1pPr lvl="0" rtl="0">
              <a:lnSpc>
                <a:spcPct val="100000"/>
              </a:lnSpc>
              <a:spcBef>
                <a:spcPts val="0"/>
              </a:spcBef>
              <a:spcAft>
                <a:spcPts val="0"/>
              </a:spcAft>
              <a:buClr>
                <a:srgbClr val="2EF098"/>
              </a:buClr>
              <a:buSzPts val="4000"/>
              <a:buFont typeface="Space Mono"/>
              <a:buNone/>
              <a:defRPr sz="4000">
                <a:solidFill>
                  <a:srgbClr val="2EF098"/>
                </a:solidFill>
                <a:latin typeface="Space Mono"/>
                <a:ea typeface="Space Mono"/>
                <a:cs typeface="Space Mono"/>
                <a:sym typeface="Space Mono"/>
              </a:defRPr>
            </a:lvl1pPr>
            <a:lvl2pPr lvl="1" rtl="0">
              <a:lnSpc>
                <a:spcPct val="100000"/>
              </a:lnSpc>
              <a:spcBef>
                <a:spcPts val="0"/>
              </a:spcBef>
              <a:spcAft>
                <a:spcPts val="0"/>
              </a:spcAft>
              <a:buSzPts val="1400"/>
              <a:buFont typeface="Space Mono"/>
              <a:buNone/>
              <a:defRPr>
                <a:latin typeface="Space Mono"/>
                <a:ea typeface="Space Mono"/>
                <a:cs typeface="Space Mono"/>
                <a:sym typeface="Space Mono"/>
              </a:defRPr>
            </a:lvl2pPr>
            <a:lvl3pPr lvl="2" rtl="0">
              <a:lnSpc>
                <a:spcPct val="100000"/>
              </a:lnSpc>
              <a:spcBef>
                <a:spcPts val="0"/>
              </a:spcBef>
              <a:spcAft>
                <a:spcPts val="0"/>
              </a:spcAft>
              <a:buSzPts val="1400"/>
              <a:buFont typeface="Space Mono"/>
              <a:buNone/>
              <a:defRPr>
                <a:latin typeface="Space Mono"/>
                <a:ea typeface="Space Mono"/>
                <a:cs typeface="Space Mono"/>
                <a:sym typeface="Space Mono"/>
              </a:defRPr>
            </a:lvl3pPr>
            <a:lvl4pPr lvl="3" rtl="0">
              <a:lnSpc>
                <a:spcPct val="100000"/>
              </a:lnSpc>
              <a:spcBef>
                <a:spcPts val="0"/>
              </a:spcBef>
              <a:spcAft>
                <a:spcPts val="0"/>
              </a:spcAft>
              <a:buSzPts val="1400"/>
              <a:buFont typeface="Space Mono"/>
              <a:buNone/>
              <a:defRPr>
                <a:latin typeface="Space Mono"/>
                <a:ea typeface="Space Mono"/>
                <a:cs typeface="Space Mono"/>
                <a:sym typeface="Space Mono"/>
              </a:defRPr>
            </a:lvl4pPr>
            <a:lvl5pPr lvl="4" rtl="0">
              <a:lnSpc>
                <a:spcPct val="100000"/>
              </a:lnSpc>
              <a:spcBef>
                <a:spcPts val="0"/>
              </a:spcBef>
              <a:spcAft>
                <a:spcPts val="0"/>
              </a:spcAft>
              <a:buSzPts val="1400"/>
              <a:buFont typeface="Space Mono"/>
              <a:buNone/>
              <a:defRPr>
                <a:latin typeface="Space Mono"/>
                <a:ea typeface="Space Mono"/>
                <a:cs typeface="Space Mono"/>
                <a:sym typeface="Space Mono"/>
              </a:defRPr>
            </a:lvl5pPr>
            <a:lvl6pPr lvl="5" rtl="0">
              <a:lnSpc>
                <a:spcPct val="100000"/>
              </a:lnSpc>
              <a:spcBef>
                <a:spcPts val="0"/>
              </a:spcBef>
              <a:spcAft>
                <a:spcPts val="0"/>
              </a:spcAft>
              <a:buSzPts val="1400"/>
              <a:buFont typeface="Space Mono"/>
              <a:buNone/>
              <a:defRPr>
                <a:latin typeface="Space Mono"/>
                <a:ea typeface="Space Mono"/>
                <a:cs typeface="Space Mono"/>
                <a:sym typeface="Space Mono"/>
              </a:defRPr>
            </a:lvl6pPr>
            <a:lvl7pPr lvl="6" rtl="0">
              <a:lnSpc>
                <a:spcPct val="100000"/>
              </a:lnSpc>
              <a:spcBef>
                <a:spcPts val="0"/>
              </a:spcBef>
              <a:spcAft>
                <a:spcPts val="0"/>
              </a:spcAft>
              <a:buSzPts val="1400"/>
              <a:buFont typeface="Space Mono"/>
              <a:buNone/>
              <a:defRPr>
                <a:latin typeface="Space Mono"/>
                <a:ea typeface="Space Mono"/>
                <a:cs typeface="Space Mono"/>
                <a:sym typeface="Space Mono"/>
              </a:defRPr>
            </a:lvl7pPr>
            <a:lvl8pPr lvl="7" rtl="0">
              <a:lnSpc>
                <a:spcPct val="100000"/>
              </a:lnSpc>
              <a:spcBef>
                <a:spcPts val="0"/>
              </a:spcBef>
              <a:spcAft>
                <a:spcPts val="0"/>
              </a:spcAft>
              <a:buSzPts val="1400"/>
              <a:buFont typeface="Space Mono"/>
              <a:buNone/>
              <a:defRPr>
                <a:latin typeface="Space Mono"/>
                <a:ea typeface="Space Mono"/>
                <a:cs typeface="Space Mono"/>
                <a:sym typeface="Space Mono"/>
              </a:defRPr>
            </a:lvl8pPr>
            <a:lvl9pPr lvl="8" rtl="0">
              <a:lnSpc>
                <a:spcPct val="100000"/>
              </a:lnSpc>
              <a:spcBef>
                <a:spcPts val="0"/>
              </a:spcBef>
              <a:spcAft>
                <a:spcPts val="0"/>
              </a:spcAft>
              <a:buSzPts val="1400"/>
              <a:buFont typeface="Space Mono"/>
              <a:buNone/>
              <a:defRPr>
                <a:latin typeface="Space Mono"/>
                <a:ea typeface="Space Mono"/>
                <a:cs typeface="Space Mono"/>
                <a:sym typeface="Space Mono"/>
              </a:defRPr>
            </a:lvl9pPr>
          </a:lstStyle>
          <a:p/>
        </p:txBody>
      </p:sp>
      <p:sp>
        <p:nvSpPr>
          <p:cNvPr id="285" name="Google Shape;285;p33"/>
          <p:cNvSpPr txBox="1"/>
          <p:nvPr>
            <p:ph idx="19" type="subTitle"/>
          </p:nvPr>
        </p:nvSpPr>
        <p:spPr>
          <a:xfrm>
            <a:off x="4862017" y="4017850"/>
            <a:ext cx="1718100" cy="580500"/>
          </a:xfrm>
          <a:prstGeom prst="rect">
            <a:avLst/>
          </a:prstGeom>
        </p:spPr>
        <p:txBody>
          <a:bodyPr anchorCtr="0" anchor="t" bIns="91425" lIns="91425" spcFirstLastPara="1" rIns="91425" wrap="square" tIns="91425">
            <a:normAutofit/>
          </a:bodyPr>
          <a:lstStyle>
            <a:lvl1pPr lvl="0" rtl="0">
              <a:lnSpc>
                <a:spcPct val="100000"/>
              </a:lnSpc>
              <a:spcBef>
                <a:spcPts val="0"/>
              </a:spcBef>
              <a:spcAft>
                <a:spcPts val="0"/>
              </a:spcAft>
              <a:buClr>
                <a:schemeClr val="lt1"/>
              </a:buClr>
              <a:buSzPts val="1400"/>
              <a:buNone/>
              <a:defRPr sz="1400">
                <a:solidFill>
                  <a:schemeClr val="lt1"/>
                </a:solidFill>
              </a:defRPr>
            </a:lvl1pPr>
            <a:lvl2pPr lvl="1" rtl="0">
              <a:lnSpc>
                <a:spcPct val="100000"/>
              </a:lnSpc>
              <a:spcBef>
                <a:spcPts val="0"/>
              </a:spcBef>
              <a:spcAft>
                <a:spcPts val="0"/>
              </a:spcAft>
              <a:buSzPts val="1400"/>
              <a:buNone/>
              <a:defRPr/>
            </a:lvl2pPr>
            <a:lvl3pPr lvl="2" rtl="0">
              <a:lnSpc>
                <a:spcPct val="100000"/>
              </a:lnSpc>
              <a:spcBef>
                <a:spcPts val="0"/>
              </a:spcBef>
              <a:spcAft>
                <a:spcPts val="0"/>
              </a:spcAft>
              <a:buSzPts val="1400"/>
              <a:buNone/>
              <a:defRPr/>
            </a:lvl3pPr>
            <a:lvl4pPr lvl="3" rtl="0">
              <a:lnSpc>
                <a:spcPct val="100000"/>
              </a:lnSpc>
              <a:spcBef>
                <a:spcPts val="0"/>
              </a:spcBef>
              <a:spcAft>
                <a:spcPts val="0"/>
              </a:spcAft>
              <a:buSzPts val="1400"/>
              <a:buNone/>
              <a:defRPr/>
            </a:lvl4pPr>
            <a:lvl5pPr lvl="4" rtl="0">
              <a:lnSpc>
                <a:spcPct val="100000"/>
              </a:lnSpc>
              <a:spcBef>
                <a:spcPts val="0"/>
              </a:spcBef>
              <a:spcAft>
                <a:spcPts val="0"/>
              </a:spcAft>
              <a:buSzPts val="1400"/>
              <a:buNone/>
              <a:defRPr/>
            </a:lvl5pPr>
            <a:lvl6pPr lvl="5" rtl="0">
              <a:lnSpc>
                <a:spcPct val="100000"/>
              </a:lnSpc>
              <a:spcBef>
                <a:spcPts val="0"/>
              </a:spcBef>
              <a:spcAft>
                <a:spcPts val="0"/>
              </a:spcAft>
              <a:buSzPts val="1400"/>
              <a:buNone/>
              <a:defRPr/>
            </a:lvl6pPr>
            <a:lvl7pPr lvl="6" rtl="0">
              <a:lnSpc>
                <a:spcPct val="100000"/>
              </a:lnSpc>
              <a:spcBef>
                <a:spcPts val="0"/>
              </a:spcBef>
              <a:spcAft>
                <a:spcPts val="0"/>
              </a:spcAft>
              <a:buSzPts val="1400"/>
              <a:buNone/>
              <a:defRPr/>
            </a:lvl7pPr>
            <a:lvl8pPr lvl="7" rtl="0">
              <a:lnSpc>
                <a:spcPct val="100000"/>
              </a:lnSpc>
              <a:spcBef>
                <a:spcPts val="0"/>
              </a:spcBef>
              <a:spcAft>
                <a:spcPts val="0"/>
              </a:spcAft>
              <a:buSzPts val="1400"/>
              <a:buNone/>
              <a:defRPr/>
            </a:lvl8pPr>
            <a:lvl9pPr lvl="8" rtl="0">
              <a:lnSpc>
                <a:spcPct val="100000"/>
              </a:lnSpc>
              <a:spcBef>
                <a:spcPts val="0"/>
              </a:spcBef>
              <a:spcAft>
                <a:spcPts val="0"/>
              </a:spcAft>
              <a:buSzPts val="1400"/>
              <a:buNone/>
              <a:defRPr/>
            </a:lvl9pPr>
          </a:lstStyle>
          <a:p/>
        </p:txBody>
      </p:sp>
      <p:sp>
        <p:nvSpPr>
          <p:cNvPr id="286" name="Google Shape;286;p33"/>
          <p:cNvSpPr txBox="1"/>
          <p:nvPr>
            <p:ph idx="20" type="subTitle"/>
          </p:nvPr>
        </p:nvSpPr>
        <p:spPr>
          <a:xfrm>
            <a:off x="4862017" y="3437350"/>
            <a:ext cx="1718100" cy="580500"/>
          </a:xfrm>
          <a:prstGeom prst="rect">
            <a:avLst/>
          </a:prstGeom>
        </p:spPr>
        <p:txBody>
          <a:bodyPr anchorCtr="0" anchor="t" bIns="91425" lIns="91425" spcFirstLastPara="1" rIns="91425" wrap="square" tIns="91425">
            <a:normAutofit/>
          </a:bodyPr>
          <a:lstStyle>
            <a:lvl1pPr lvl="0" rtl="0">
              <a:lnSpc>
                <a:spcPct val="100000"/>
              </a:lnSpc>
              <a:spcBef>
                <a:spcPts val="0"/>
              </a:spcBef>
              <a:spcAft>
                <a:spcPts val="0"/>
              </a:spcAft>
              <a:buClr>
                <a:srgbClr val="2EF098"/>
              </a:buClr>
              <a:buSzPts val="4000"/>
              <a:buFont typeface="Space Mono"/>
              <a:buNone/>
              <a:defRPr sz="4000">
                <a:solidFill>
                  <a:srgbClr val="2EF098"/>
                </a:solidFill>
                <a:latin typeface="Space Mono"/>
                <a:ea typeface="Space Mono"/>
                <a:cs typeface="Space Mono"/>
                <a:sym typeface="Space Mono"/>
              </a:defRPr>
            </a:lvl1pPr>
            <a:lvl2pPr lvl="1" rtl="0">
              <a:lnSpc>
                <a:spcPct val="100000"/>
              </a:lnSpc>
              <a:spcBef>
                <a:spcPts val="0"/>
              </a:spcBef>
              <a:spcAft>
                <a:spcPts val="0"/>
              </a:spcAft>
              <a:buSzPts val="1400"/>
              <a:buFont typeface="Space Mono"/>
              <a:buNone/>
              <a:defRPr>
                <a:latin typeface="Space Mono"/>
                <a:ea typeface="Space Mono"/>
                <a:cs typeface="Space Mono"/>
                <a:sym typeface="Space Mono"/>
              </a:defRPr>
            </a:lvl2pPr>
            <a:lvl3pPr lvl="2" rtl="0">
              <a:lnSpc>
                <a:spcPct val="100000"/>
              </a:lnSpc>
              <a:spcBef>
                <a:spcPts val="0"/>
              </a:spcBef>
              <a:spcAft>
                <a:spcPts val="0"/>
              </a:spcAft>
              <a:buSzPts val="1400"/>
              <a:buFont typeface="Space Mono"/>
              <a:buNone/>
              <a:defRPr>
                <a:latin typeface="Space Mono"/>
                <a:ea typeface="Space Mono"/>
                <a:cs typeface="Space Mono"/>
                <a:sym typeface="Space Mono"/>
              </a:defRPr>
            </a:lvl3pPr>
            <a:lvl4pPr lvl="3" rtl="0">
              <a:lnSpc>
                <a:spcPct val="100000"/>
              </a:lnSpc>
              <a:spcBef>
                <a:spcPts val="0"/>
              </a:spcBef>
              <a:spcAft>
                <a:spcPts val="0"/>
              </a:spcAft>
              <a:buSzPts val="1400"/>
              <a:buFont typeface="Space Mono"/>
              <a:buNone/>
              <a:defRPr>
                <a:latin typeface="Space Mono"/>
                <a:ea typeface="Space Mono"/>
                <a:cs typeface="Space Mono"/>
                <a:sym typeface="Space Mono"/>
              </a:defRPr>
            </a:lvl4pPr>
            <a:lvl5pPr lvl="4" rtl="0">
              <a:lnSpc>
                <a:spcPct val="100000"/>
              </a:lnSpc>
              <a:spcBef>
                <a:spcPts val="0"/>
              </a:spcBef>
              <a:spcAft>
                <a:spcPts val="0"/>
              </a:spcAft>
              <a:buSzPts val="1400"/>
              <a:buFont typeface="Space Mono"/>
              <a:buNone/>
              <a:defRPr>
                <a:latin typeface="Space Mono"/>
                <a:ea typeface="Space Mono"/>
                <a:cs typeface="Space Mono"/>
                <a:sym typeface="Space Mono"/>
              </a:defRPr>
            </a:lvl5pPr>
            <a:lvl6pPr lvl="5" rtl="0">
              <a:lnSpc>
                <a:spcPct val="100000"/>
              </a:lnSpc>
              <a:spcBef>
                <a:spcPts val="0"/>
              </a:spcBef>
              <a:spcAft>
                <a:spcPts val="0"/>
              </a:spcAft>
              <a:buSzPts val="1400"/>
              <a:buFont typeface="Space Mono"/>
              <a:buNone/>
              <a:defRPr>
                <a:latin typeface="Space Mono"/>
                <a:ea typeface="Space Mono"/>
                <a:cs typeface="Space Mono"/>
                <a:sym typeface="Space Mono"/>
              </a:defRPr>
            </a:lvl6pPr>
            <a:lvl7pPr lvl="6" rtl="0">
              <a:lnSpc>
                <a:spcPct val="100000"/>
              </a:lnSpc>
              <a:spcBef>
                <a:spcPts val="0"/>
              </a:spcBef>
              <a:spcAft>
                <a:spcPts val="0"/>
              </a:spcAft>
              <a:buSzPts val="1400"/>
              <a:buFont typeface="Space Mono"/>
              <a:buNone/>
              <a:defRPr>
                <a:latin typeface="Space Mono"/>
                <a:ea typeface="Space Mono"/>
                <a:cs typeface="Space Mono"/>
                <a:sym typeface="Space Mono"/>
              </a:defRPr>
            </a:lvl7pPr>
            <a:lvl8pPr lvl="7" rtl="0">
              <a:lnSpc>
                <a:spcPct val="100000"/>
              </a:lnSpc>
              <a:spcBef>
                <a:spcPts val="0"/>
              </a:spcBef>
              <a:spcAft>
                <a:spcPts val="0"/>
              </a:spcAft>
              <a:buSzPts val="1400"/>
              <a:buFont typeface="Space Mono"/>
              <a:buNone/>
              <a:defRPr>
                <a:latin typeface="Space Mono"/>
                <a:ea typeface="Space Mono"/>
                <a:cs typeface="Space Mono"/>
                <a:sym typeface="Space Mono"/>
              </a:defRPr>
            </a:lvl8pPr>
            <a:lvl9pPr lvl="8" rtl="0">
              <a:lnSpc>
                <a:spcPct val="100000"/>
              </a:lnSpc>
              <a:spcBef>
                <a:spcPts val="0"/>
              </a:spcBef>
              <a:spcAft>
                <a:spcPts val="0"/>
              </a:spcAft>
              <a:buSzPts val="1400"/>
              <a:buFont typeface="Space Mono"/>
              <a:buNone/>
              <a:defRPr>
                <a:latin typeface="Space Mono"/>
                <a:ea typeface="Space Mono"/>
                <a:cs typeface="Space Mono"/>
                <a:sym typeface="Space Mono"/>
              </a:defRPr>
            </a:lvl9pPr>
          </a:lstStyle>
          <a:p/>
        </p:txBody>
      </p:sp>
      <p:sp>
        <p:nvSpPr>
          <p:cNvPr id="287" name="Google Shape;287;p33"/>
          <p:cNvSpPr txBox="1"/>
          <p:nvPr>
            <p:ph idx="21" type="subTitle"/>
          </p:nvPr>
        </p:nvSpPr>
        <p:spPr>
          <a:xfrm>
            <a:off x="6855834" y="4017850"/>
            <a:ext cx="1718100" cy="580500"/>
          </a:xfrm>
          <a:prstGeom prst="rect">
            <a:avLst/>
          </a:prstGeom>
        </p:spPr>
        <p:txBody>
          <a:bodyPr anchorCtr="0" anchor="t" bIns="91425" lIns="91425" spcFirstLastPara="1" rIns="91425" wrap="square" tIns="91425">
            <a:normAutofit/>
          </a:bodyPr>
          <a:lstStyle>
            <a:lvl1pPr lvl="0" rtl="0">
              <a:lnSpc>
                <a:spcPct val="100000"/>
              </a:lnSpc>
              <a:spcBef>
                <a:spcPts val="0"/>
              </a:spcBef>
              <a:spcAft>
                <a:spcPts val="0"/>
              </a:spcAft>
              <a:buClr>
                <a:schemeClr val="lt1"/>
              </a:buClr>
              <a:buSzPts val="1400"/>
              <a:buNone/>
              <a:defRPr sz="1400">
                <a:solidFill>
                  <a:schemeClr val="lt1"/>
                </a:solidFill>
              </a:defRPr>
            </a:lvl1pPr>
            <a:lvl2pPr lvl="1" rtl="0">
              <a:lnSpc>
                <a:spcPct val="100000"/>
              </a:lnSpc>
              <a:spcBef>
                <a:spcPts val="0"/>
              </a:spcBef>
              <a:spcAft>
                <a:spcPts val="0"/>
              </a:spcAft>
              <a:buSzPts val="1400"/>
              <a:buNone/>
              <a:defRPr/>
            </a:lvl2pPr>
            <a:lvl3pPr lvl="2" rtl="0">
              <a:lnSpc>
                <a:spcPct val="100000"/>
              </a:lnSpc>
              <a:spcBef>
                <a:spcPts val="0"/>
              </a:spcBef>
              <a:spcAft>
                <a:spcPts val="0"/>
              </a:spcAft>
              <a:buSzPts val="1400"/>
              <a:buNone/>
              <a:defRPr/>
            </a:lvl3pPr>
            <a:lvl4pPr lvl="3" rtl="0">
              <a:lnSpc>
                <a:spcPct val="100000"/>
              </a:lnSpc>
              <a:spcBef>
                <a:spcPts val="0"/>
              </a:spcBef>
              <a:spcAft>
                <a:spcPts val="0"/>
              </a:spcAft>
              <a:buSzPts val="1400"/>
              <a:buNone/>
              <a:defRPr/>
            </a:lvl4pPr>
            <a:lvl5pPr lvl="4" rtl="0">
              <a:lnSpc>
                <a:spcPct val="100000"/>
              </a:lnSpc>
              <a:spcBef>
                <a:spcPts val="0"/>
              </a:spcBef>
              <a:spcAft>
                <a:spcPts val="0"/>
              </a:spcAft>
              <a:buSzPts val="1400"/>
              <a:buNone/>
              <a:defRPr/>
            </a:lvl5pPr>
            <a:lvl6pPr lvl="5" rtl="0">
              <a:lnSpc>
                <a:spcPct val="100000"/>
              </a:lnSpc>
              <a:spcBef>
                <a:spcPts val="0"/>
              </a:spcBef>
              <a:spcAft>
                <a:spcPts val="0"/>
              </a:spcAft>
              <a:buSzPts val="1400"/>
              <a:buNone/>
              <a:defRPr/>
            </a:lvl6pPr>
            <a:lvl7pPr lvl="6" rtl="0">
              <a:lnSpc>
                <a:spcPct val="100000"/>
              </a:lnSpc>
              <a:spcBef>
                <a:spcPts val="0"/>
              </a:spcBef>
              <a:spcAft>
                <a:spcPts val="0"/>
              </a:spcAft>
              <a:buSzPts val="1400"/>
              <a:buNone/>
              <a:defRPr/>
            </a:lvl7pPr>
            <a:lvl8pPr lvl="7" rtl="0">
              <a:lnSpc>
                <a:spcPct val="100000"/>
              </a:lnSpc>
              <a:spcBef>
                <a:spcPts val="0"/>
              </a:spcBef>
              <a:spcAft>
                <a:spcPts val="0"/>
              </a:spcAft>
              <a:buSzPts val="1400"/>
              <a:buNone/>
              <a:defRPr/>
            </a:lvl8pPr>
            <a:lvl9pPr lvl="8" rtl="0">
              <a:lnSpc>
                <a:spcPct val="100000"/>
              </a:lnSpc>
              <a:spcBef>
                <a:spcPts val="0"/>
              </a:spcBef>
              <a:spcAft>
                <a:spcPts val="0"/>
              </a:spcAft>
              <a:buSzPts val="1400"/>
              <a:buNone/>
              <a:defRPr/>
            </a:lvl9pPr>
          </a:lstStyle>
          <a:p/>
        </p:txBody>
      </p:sp>
      <p:sp>
        <p:nvSpPr>
          <p:cNvPr id="288" name="Google Shape;288;p33"/>
          <p:cNvSpPr txBox="1"/>
          <p:nvPr>
            <p:ph idx="22" type="subTitle"/>
          </p:nvPr>
        </p:nvSpPr>
        <p:spPr>
          <a:xfrm>
            <a:off x="6855834" y="3437350"/>
            <a:ext cx="1718100" cy="580500"/>
          </a:xfrm>
          <a:prstGeom prst="rect">
            <a:avLst/>
          </a:prstGeom>
        </p:spPr>
        <p:txBody>
          <a:bodyPr anchorCtr="0" anchor="t" bIns="91425" lIns="91425" spcFirstLastPara="1" rIns="91425" wrap="square" tIns="91425">
            <a:normAutofit/>
          </a:bodyPr>
          <a:lstStyle>
            <a:lvl1pPr lvl="0" rtl="0">
              <a:lnSpc>
                <a:spcPct val="100000"/>
              </a:lnSpc>
              <a:spcBef>
                <a:spcPts val="0"/>
              </a:spcBef>
              <a:spcAft>
                <a:spcPts val="0"/>
              </a:spcAft>
              <a:buClr>
                <a:srgbClr val="2EF098"/>
              </a:buClr>
              <a:buSzPts val="4000"/>
              <a:buFont typeface="Space Mono"/>
              <a:buNone/>
              <a:defRPr sz="4000">
                <a:solidFill>
                  <a:srgbClr val="2EF098"/>
                </a:solidFill>
                <a:latin typeface="Space Mono"/>
                <a:ea typeface="Space Mono"/>
                <a:cs typeface="Space Mono"/>
                <a:sym typeface="Space Mono"/>
              </a:defRPr>
            </a:lvl1pPr>
            <a:lvl2pPr lvl="1" rtl="0">
              <a:lnSpc>
                <a:spcPct val="100000"/>
              </a:lnSpc>
              <a:spcBef>
                <a:spcPts val="0"/>
              </a:spcBef>
              <a:spcAft>
                <a:spcPts val="0"/>
              </a:spcAft>
              <a:buSzPts val="1400"/>
              <a:buFont typeface="Space Mono"/>
              <a:buNone/>
              <a:defRPr>
                <a:latin typeface="Space Mono"/>
                <a:ea typeface="Space Mono"/>
                <a:cs typeface="Space Mono"/>
                <a:sym typeface="Space Mono"/>
              </a:defRPr>
            </a:lvl2pPr>
            <a:lvl3pPr lvl="2" rtl="0">
              <a:lnSpc>
                <a:spcPct val="100000"/>
              </a:lnSpc>
              <a:spcBef>
                <a:spcPts val="0"/>
              </a:spcBef>
              <a:spcAft>
                <a:spcPts val="0"/>
              </a:spcAft>
              <a:buSzPts val="1400"/>
              <a:buFont typeface="Space Mono"/>
              <a:buNone/>
              <a:defRPr>
                <a:latin typeface="Space Mono"/>
                <a:ea typeface="Space Mono"/>
                <a:cs typeface="Space Mono"/>
                <a:sym typeface="Space Mono"/>
              </a:defRPr>
            </a:lvl3pPr>
            <a:lvl4pPr lvl="3" rtl="0">
              <a:lnSpc>
                <a:spcPct val="100000"/>
              </a:lnSpc>
              <a:spcBef>
                <a:spcPts val="0"/>
              </a:spcBef>
              <a:spcAft>
                <a:spcPts val="0"/>
              </a:spcAft>
              <a:buSzPts val="1400"/>
              <a:buFont typeface="Space Mono"/>
              <a:buNone/>
              <a:defRPr>
                <a:latin typeface="Space Mono"/>
                <a:ea typeface="Space Mono"/>
                <a:cs typeface="Space Mono"/>
                <a:sym typeface="Space Mono"/>
              </a:defRPr>
            </a:lvl4pPr>
            <a:lvl5pPr lvl="4" rtl="0">
              <a:lnSpc>
                <a:spcPct val="100000"/>
              </a:lnSpc>
              <a:spcBef>
                <a:spcPts val="0"/>
              </a:spcBef>
              <a:spcAft>
                <a:spcPts val="0"/>
              </a:spcAft>
              <a:buSzPts val="1400"/>
              <a:buFont typeface="Space Mono"/>
              <a:buNone/>
              <a:defRPr>
                <a:latin typeface="Space Mono"/>
                <a:ea typeface="Space Mono"/>
                <a:cs typeface="Space Mono"/>
                <a:sym typeface="Space Mono"/>
              </a:defRPr>
            </a:lvl5pPr>
            <a:lvl6pPr lvl="5" rtl="0">
              <a:lnSpc>
                <a:spcPct val="100000"/>
              </a:lnSpc>
              <a:spcBef>
                <a:spcPts val="0"/>
              </a:spcBef>
              <a:spcAft>
                <a:spcPts val="0"/>
              </a:spcAft>
              <a:buSzPts val="1400"/>
              <a:buFont typeface="Space Mono"/>
              <a:buNone/>
              <a:defRPr>
                <a:latin typeface="Space Mono"/>
                <a:ea typeface="Space Mono"/>
                <a:cs typeface="Space Mono"/>
                <a:sym typeface="Space Mono"/>
              </a:defRPr>
            </a:lvl6pPr>
            <a:lvl7pPr lvl="6" rtl="0">
              <a:lnSpc>
                <a:spcPct val="100000"/>
              </a:lnSpc>
              <a:spcBef>
                <a:spcPts val="0"/>
              </a:spcBef>
              <a:spcAft>
                <a:spcPts val="0"/>
              </a:spcAft>
              <a:buSzPts val="1400"/>
              <a:buFont typeface="Space Mono"/>
              <a:buNone/>
              <a:defRPr>
                <a:latin typeface="Space Mono"/>
                <a:ea typeface="Space Mono"/>
                <a:cs typeface="Space Mono"/>
                <a:sym typeface="Space Mono"/>
              </a:defRPr>
            </a:lvl7pPr>
            <a:lvl8pPr lvl="7" rtl="0">
              <a:lnSpc>
                <a:spcPct val="100000"/>
              </a:lnSpc>
              <a:spcBef>
                <a:spcPts val="0"/>
              </a:spcBef>
              <a:spcAft>
                <a:spcPts val="0"/>
              </a:spcAft>
              <a:buSzPts val="1400"/>
              <a:buFont typeface="Space Mono"/>
              <a:buNone/>
              <a:defRPr>
                <a:latin typeface="Space Mono"/>
                <a:ea typeface="Space Mono"/>
                <a:cs typeface="Space Mono"/>
                <a:sym typeface="Space Mono"/>
              </a:defRPr>
            </a:lvl8pPr>
            <a:lvl9pPr lvl="8" rtl="0">
              <a:lnSpc>
                <a:spcPct val="100000"/>
              </a:lnSpc>
              <a:spcBef>
                <a:spcPts val="0"/>
              </a:spcBef>
              <a:spcAft>
                <a:spcPts val="0"/>
              </a:spcAft>
              <a:buSzPts val="1400"/>
              <a:buFont typeface="Space Mono"/>
              <a:buNone/>
              <a:defRPr>
                <a:latin typeface="Space Mono"/>
                <a:ea typeface="Space Mono"/>
                <a:cs typeface="Space Mono"/>
                <a:sym typeface="Space Mono"/>
              </a:defRPr>
            </a:lvl9pPr>
          </a:lstStyle>
          <a:p/>
        </p:txBody>
      </p:sp>
      <p:pic>
        <p:nvPicPr>
          <p:cNvPr id="289" name="Google Shape;289;p33"/>
          <p:cNvPicPr preferRelativeResize="0"/>
          <p:nvPr/>
        </p:nvPicPr>
        <p:blipFill>
          <a:blip r:embed="rId4">
            <a:alphaModFix/>
          </a:blip>
          <a:stretch>
            <a:fillRect/>
          </a:stretch>
        </p:blipFill>
        <p:spPr>
          <a:xfrm>
            <a:off x="457953" y="4543525"/>
            <a:ext cx="950126" cy="141650"/>
          </a:xfrm>
          <a:prstGeom prst="rect">
            <a:avLst/>
          </a:prstGeom>
          <a:noFill/>
          <a:ln>
            <a:noFill/>
          </a:ln>
        </p:spPr>
      </p:pic>
    </p:spTree>
  </p:cSld>
  <p:clrMapOvr>
    <a:masterClrMapping/>
  </p:clrMapOvr>
</p:sldLayout>
</file>

<file path=ppt/slideLayouts/slideLayout3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OC (2)">
  <p:cSld name="TITLE_1_1_1">
    <p:bg>
      <p:bgPr>
        <a:solidFill>
          <a:schemeClr val="dk1"/>
        </a:solidFill>
      </p:bgPr>
    </p:bg>
    <p:spTree>
      <p:nvGrpSpPr>
        <p:cNvPr id="290" name="Shape 290"/>
        <p:cNvGrpSpPr/>
        <p:nvPr/>
      </p:nvGrpSpPr>
      <p:grpSpPr>
        <a:xfrm>
          <a:off x="0" y="0"/>
          <a:ext cx="0" cy="0"/>
          <a:chOff x="0" y="0"/>
          <a:chExt cx="0" cy="0"/>
        </a:xfrm>
      </p:grpSpPr>
      <p:pic>
        <p:nvPicPr>
          <p:cNvPr id="291" name="Google Shape;291;p34"/>
          <p:cNvPicPr preferRelativeResize="0"/>
          <p:nvPr/>
        </p:nvPicPr>
        <p:blipFill>
          <a:blip r:embed="rId2">
            <a:alphaModFix/>
          </a:blip>
          <a:stretch>
            <a:fillRect/>
          </a:stretch>
        </p:blipFill>
        <p:spPr>
          <a:xfrm>
            <a:off x="0" y="0"/>
            <a:ext cx="2286000" cy="5143500"/>
          </a:xfrm>
          <a:prstGeom prst="rect">
            <a:avLst/>
          </a:prstGeom>
          <a:noFill/>
          <a:ln>
            <a:noFill/>
          </a:ln>
        </p:spPr>
      </p:pic>
      <p:pic>
        <p:nvPicPr>
          <p:cNvPr id="292" name="Google Shape;292;p34"/>
          <p:cNvPicPr preferRelativeResize="0"/>
          <p:nvPr/>
        </p:nvPicPr>
        <p:blipFill>
          <a:blip r:embed="rId3">
            <a:alphaModFix/>
          </a:blip>
          <a:stretch>
            <a:fillRect/>
          </a:stretch>
        </p:blipFill>
        <p:spPr>
          <a:xfrm>
            <a:off x="-1092126" y="0"/>
            <a:ext cx="852650" cy="2590802"/>
          </a:xfrm>
          <a:prstGeom prst="rect">
            <a:avLst/>
          </a:prstGeom>
          <a:noFill/>
          <a:ln>
            <a:noFill/>
          </a:ln>
        </p:spPr>
      </p:pic>
      <p:sp>
        <p:nvSpPr>
          <p:cNvPr id="293" name="Google Shape;293;p34"/>
          <p:cNvSpPr txBox="1"/>
          <p:nvPr>
            <p:ph idx="1" type="subTitle"/>
          </p:nvPr>
        </p:nvSpPr>
        <p:spPr>
          <a:xfrm>
            <a:off x="296425" y="443350"/>
            <a:ext cx="1586400" cy="1393500"/>
          </a:xfrm>
          <a:prstGeom prst="rect">
            <a:avLst/>
          </a:prstGeom>
        </p:spPr>
        <p:txBody>
          <a:bodyPr anchorCtr="0" anchor="t" bIns="91425" lIns="91425" spcFirstLastPara="1" rIns="91425" wrap="square" tIns="91425">
            <a:normAutofit/>
          </a:bodyPr>
          <a:lstStyle>
            <a:lvl1pPr lvl="0" rtl="0">
              <a:lnSpc>
                <a:spcPct val="100000"/>
              </a:lnSpc>
              <a:spcBef>
                <a:spcPts val="0"/>
              </a:spcBef>
              <a:spcAft>
                <a:spcPts val="0"/>
              </a:spcAft>
              <a:buClr>
                <a:schemeClr val="dk1"/>
              </a:buClr>
              <a:buSzPts val="1800"/>
              <a:buFont typeface="Space Mono"/>
              <a:buNone/>
              <a:defRPr>
                <a:solidFill>
                  <a:schemeClr val="dk1"/>
                </a:solidFill>
                <a:latin typeface="Space Mono"/>
                <a:ea typeface="Space Mono"/>
                <a:cs typeface="Space Mono"/>
                <a:sym typeface="Space Mono"/>
              </a:defRPr>
            </a:lvl1pPr>
            <a:lvl2pPr lvl="1" rtl="0" algn="ctr">
              <a:lnSpc>
                <a:spcPct val="100000"/>
              </a:lnSpc>
              <a:spcBef>
                <a:spcPts val="0"/>
              </a:spcBef>
              <a:spcAft>
                <a:spcPts val="0"/>
              </a:spcAft>
              <a:buSzPts val="2800"/>
              <a:buFont typeface="Inter"/>
              <a:buNone/>
              <a:defRPr sz="2800">
                <a:latin typeface="Inter"/>
                <a:ea typeface="Inter"/>
                <a:cs typeface="Inter"/>
                <a:sym typeface="Inter"/>
              </a:defRPr>
            </a:lvl2pPr>
            <a:lvl3pPr lvl="2" rtl="0" algn="ctr">
              <a:lnSpc>
                <a:spcPct val="100000"/>
              </a:lnSpc>
              <a:spcBef>
                <a:spcPts val="0"/>
              </a:spcBef>
              <a:spcAft>
                <a:spcPts val="0"/>
              </a:spcAft>
              <a:buSzPts val="2800"/>
              <a:buFont typeface="Inter"/>
              <a:buNone/>
              <a:defRPr sz="2800">
                <a:latin typeface="Inter"/>
                <a:ea typeface="Inter"/>
                <a:cs typeface="Inter"/>
                <a:sym typeface="Inter"/>
              </a:defRPr>
            </a:lvl3pPr>
            <a:lvl4pPr lvl="3" rtl="0" algn="ctr">
              <a:lnSpc>
                <a:spcPct val="100000"/>
              </a:lnSpc>
              <a:spcBef>
                <a:spcPts val="0"/>
              </a:spcBef>
              <a:spcAft>
                <a:spcPts val="0"/>
              </a:spcAft>
              <a:buSzPts val="2800"/>
              <a:buFont typeface="Inter"/>
              <a:buNone/>
              <a:defRPr sz="2800">
                <a:latin typeface="Inter"/>
                <a:ea typeface="Inter"/>
                <a:cs typeface="Inter"/>
                <a:sym typeface="Inter"/>
              </a:defRPr>
            </a:lvl4pPr>
            <a:lvl5pPr lvl="4" rtl="0" algn="ctr">
              <a:lnSpc>
                <a:spcPct val="100000"/>
              </a:lnSpc>
              <a:spcBef>
                <a:spcPts val="0"/>
              </a:spcBef>
              <a:spcAft>
                <a:spcPts val="0"/>
              </a:spcAft>
              <a:buSzPts val="2800"/>
              <a:buFont typeface="Inter"/>
              <a:buNone/>
              <a:defRPr sz="2800">
                <a:latin typeface="Inter"/>
                <a:ea typeface="Inter"/>
                <a:cs typeface="Inter"/>
                <a:sym typeface="Inter"/>
              </a:defRPr>
            </a:lvl5pPr>
            <a:lvl6pPr lvl="5" rtl="0" algn="ctr">
              <a:lnSpc>
                <a:spcPct val="100000"/>
              </a:lnSpc>
              <a:spcBef>
                <a:spcPts val="0"/>
              </a:spcBef>
              <a:spcAft>
                <a:spcPts val="0"/>
              </a:spcAft>
              <a:buSzPts val="2800"/>
              <a:buFont typeface="Inter"/>
              <a:buNone/>
              <a:defRPr sz="2800">
                <a:latin typeface="Inter"/>
                <a:ea typeface="Inter"/>
                <a:cs typeface="Inter"/>
                <a:sym typeface="Inter"/>
              </a:defRPr>
            </a:lvl6pPr>
            <a:lvl7pPr lvl="6" rtl="0" algn="ctr">
              <a:lnSpc>
                <a:spcPct val="100000"/>
              </a:lnSpc>
              <a:spcBef>
                <a:spcPts val="0"/>
              </a:spcBef>
              <a:spcAft>
                <a:spcPts val="0"/>
              </a:spcAft>
              <a:buSzPts val="2800"/>
              <a:buFont typeface="Inter"/>
              <a:buNone/>
              <a:defRPr sz="2800">
                <a:latin typeface="Inter"/>
                <a:ea typeface="Inter"/>
                <a:cs typeface="Inter"/>
                <a:sym typeface="Inter"/>
              </a:defRPr>
            </a:lvl7pPr>
            <a:lvl8pPr lvl="7" rtl="0" algn="ctr">
              <a:lnSpc>
                <a:spcPct val="100000"/>
              </a:lnSpc>
              <a:spcBef>
                <a:spcPts val="0"/>
              </a:spcBef>
              <a:spcAft>
                <a:spcPts val="0"/>
              </a:spcAft>
              <a:buSzPts val="2800"/>
              <a:buFont typeface="Inter"/>
              <a:buNone/>
              <a:defRPr sz="2800">
                <a:latin typeface="Inter"/>
                <a:ea typeface="Inter"/>
                <a:cs typeface="Inter"/>
                <a:sym typeface="Inter"/>
              </a:defRPr>
            </a:lvl8pPr>
            <a:lvl9pPr lvl="8" rtl="0" algn="ctr">
              <a:lnSpc>
                <a:spcPct val="100000"/>
              </a:lnSpc>
              <a:spcBef>
                <a:spcPts val="0"/>
              </a:spcBef>
              <a:spcAft>
                <a:spcPts val="0"/>
              </a:spcAft>
              <a:buSzPts val="2800"/>
              <a:buFont typeface="Inter"/>
              <a:buNone/>
              <a:defRPr sz="2800">
                <a:latin typeface="Inter"/>
                <a:ea typeface="Inter"/>
                <a:cs typeface="Inter"/>
                <a:sym typeface="Inter"/>
              </a:defRPr>
            </a:lvl9pPr>
          </a:lstStyle>
          <a:p/>
        </p:txBody>
      </p:sp>
      <p:sp>
        <p:nvSpPr>
          <p:cNvPr id="294" name="Google Shape;294;p34"/>
          <p:cNvSpPr txBox="1"/>
          <p:nvPr>
            <p:ph idx="2" type="subTitle"/>
          </p:nvPr>
        </p:nvSpPr>
        <p:spPr>
          <a:xfrm>
            <a:off x="2868200" y="415700"/>
            <a:ext cx="5775600" cy="580500"/>
          </a:xfrm>
          <a:prstGeom prst="rect">
            <a:avLst/>
          </a:prstGeom>
        </p:spPr>
        <p:txBody>
          <a:bodyPr anchorCtr="0" anchor="t" bIns="91425" lIns="91425" spcFirstLastPara="1" rIns="91425" wrap="square" tIns="91425">
            <a:normAutofit/>
          </a:bodyPr>
          <a:lstStyle>
            <a:lvl1pPr lvl="0" rtl="0">
              <a:lnSpc>
                <a:spcPct val="100000"/>
              </a:lnSpc>
              <a:spcBef>
                <a:spcPts val="0"/>
              </a:spcBef>
              <a:spcAft>
                <a:spcPts val="0"/>
              </a:spcAft>
              <a:buClr>
                <a:srgbClr val="2EF098"/>
              </a:buClr>
              <a:buSzPts val="4000"/>
              <a:buFont typeface="Space Mono"/>
              <a:buNone/>
              <a:defRPr sz="4000">
                <a:solidFill>
                  <a:srgbClr val="2EF098"/>
                </a:solidFill>
                <a:latin typeface="Space Mono"/>
                <a:ea typeface="Space Mono"/>
                <a:cs typeface="Space Mono"/>
                <a:sym typeface="Space Mono"/>
              </a:defRPr>
            </a:lvl1pPr>
            <a:lvl2pPr lvl="1" rtl="0">
              <a:lnSpc>
                <a:spcPct val="100000"/>
              </a:lnSpc>
              <a:spcBef>
                <a:spcPts val="0"/>
              </a:spcBef>
              <a:spcAft>
                <a:spcPts val="0"/>
              </a:spcAft>
              <a:buSzPts val="1400"/>
              <a:buFont typeface="Space Mono"/>
              <a:buNone/>
              <a:defRPr>
                <a:latin typeface="Space Mono"/>
                <a:ea typeface="Space Mono"/>
                <a:cs typeface="Space Mono"/>
                <a:sym typeface="Space Mono"/>
              </a:defRPr>
            </a:lvl2pPr>
            <a:lvl3pPr lvl="2" rtl="0">
              <a:lnSpc>
                <a:spcPct val="100000"/>
              </a:lnSpc>
              <a:spcBef>
                <a:spcPts val="0"/>
              </a:spcBef>
              <a:spcAft>
                <a:spcPts val="0"/>
              </a:spcAft>
              <a:buSzPts val="1400"/>
              <a:buFont typeface="Space Mono"/>
              <a:buNone/>
              <a:defRPr>
                <a:latin typeface="Space Mono"/>
                <a:ea typeface="Space Mono"/>
                <a:cs typeface="Space Mono"/>
                <a:sym typeface="Space Mono"/>
              </a:defRPr>
            </a:lvl3pPr>
            <a:lvl4pPr lvl="3" rtl="0">
              <a:lnSpc>
                <a:spcPct val="100000"/>
              </a:lnSpc>
              <a:spcBef>
                <a:spcPts val="0"/>
              </a:spcBef>
              <a:spcAft>
                <a:spcPts val="0"/>
              </a:spcAft>
              <a:buSzPts val="1400"/>
              <a:buFont typeface="Space Mono"/>
              <a:buNone/>
              <a:defRPr>
                <a:latin typeface="Space Mono"/>
                <a:ea typeface="Space Mono"/>
                <a:cs typeface="Space Mono"/>
                <a:sym typeface="Space Mono"/>
              </a:defRPr>
            </a:lvl4pPr>
            <a:lvl5pPr lvl="4" rtl="0">
              <a:lnSpc>
                <a:spcPct val="100000"/>
              </a:lnSpc>
              <a:spcBef>
                <a:spcPts val="0"/>
              </a:spcBef>
              <a:spcAft>
                <a:spcPts val="0"/>
              </a:spcAft>
              <a:buSzPts val="1400"/>
              <a:buFont typeface="Space Mono"/>
              <a:buNone/>
              <a:defRPr>
                <a:latin typeface="Space Mono"/>
                <a:ea typeface="Space Mono"/>
                <a:cs typeface="Space Mono"/>
                <a:sym typeface="Space Mono"/>
              </a:defRPr>
            </a:lvl5pPr>
            <a:lvl6pPr lvl="5" rtl="0">
              <a:lnSpc>
                <a:spcPct val="100000"/>
              </a:lnSpc>
              <a:spcBef>
                <a:spcPts val="0"/>
              </a:spcBef>
              <a:spcAft>
                <a:spcPts val="0"/>
              </a:spcAft>
              <a:buSzPts val="1400"/>
              <a:buFont typeface="Space Mono"/>
              <a:buNone/>
              <a:defRPr>
                <a:latin typeface="Space Mono"/>
                <a:ea typeface="Space Mono"/>
                <a:cs typeface="Space Mono"/>
                <a:sym typeface="Space Mono"/>
              </a:defRPr>
            </a:lvl6pPr>
            <a:lvl7pPr lvl="6" rtl="0">
              <a:lnSpc>
                <a:spcPct val="100000"/>
              </a:lnSpc>
              <a:spcBef>
                <a:spcPts val="0"/>
              </a:spcBef>
              <a:spcAft>
                <a:spcPts val="0"/>
              </a:spcAft>
              <a:buSzPts val="1400"/>
              <a:buFont typeface="Space Mono"/>
              <a:buNone/>
              <a:defRPr>
                <a:latin typeface="Space Mono"/>
                <a:ea typeface="Space Mono"/>
                <a:cs typeface="Space Mono"/>
                <a:sym typeface="Space Mono"/>
              </a:defRPr>
            </a:lvl7pPr>
            <a:lvl8pPr lvl="7" rtl="0">
              <a:lnSpc>
                <a:spcPct val="100000"/>
              </a:lnSpc>
              <a:spcBef>
                <a:spcPts val="0"/>
              </a:spcBef>
              <a:spcAft>
                <a:spcPts val="0"/>
              </a:spcAft>
              <a:buSzPts val="1400"/>
              <a:buFont typeface="Space Mono"/>
              <a:buNone/>
              <a:defRPr>
                <a:latin typeface="Space Mono"/>
                <a:ea typeface="Space Mono"/>
                <a:cs typeface="Space Mono"/>
                <a:sym typeface="Space Mono"/>
              </a:defRPr>
            </a:lvl8pPr>
            <a:lvl9pPr lvl="8" rtl="0">
              <a:lnSpc>
                <a:spcPct val="100000"/>
              </a:lnSpc>
              <a:spcBef>
                <a:spcPts val="0"/>
              </a:spcBef>
              <a:spcAft>
                <a:spcPts val="0"/>
              </a:spcAft>
              <a:buSzPts val="1400"/>
              <a:buFont typeface="Space Mono"/>
              <a:buNone/>
              <a:defRPr>
                <a:latin typeface="Space Mono"/>
                <a:ea typeface="Space Mono"/>
                <a:cs typeface="Space Mono"/>
                <a:sym typeface="Space Mono"/>
              </a:defRPr>
            </a:lvl9pPr>
          </a:lstStyle>
          <a:p/>
        </p:txBody>
      </p:sp>
      <p:pic>
        <p:nvPicPr>
          <p:cNvPr id="295" name="Google Shape;295;p34"/>
          <p:cNvPicPr preferRelativeResize="0"/>
          <p:nvPr/>
        </p:nvPicPr>
        <p:blipFill>
          <a:blip r:embed="rId4">
            <a:alphaModFix/>
          </a:blip>
          <a:stretch>
            <a:fillRect/>
          </a:stretch>
        </p:blipFill>
        <p:spPr>
          <a:xfrm>
            <a:off x="457953" y="4543525"/>
            <a:ext cx="950126" cy="141650"/>
          </a:xfrm>
          <a:prstGeom prst="rect">
            <a:avLst/>
          </a:prstGeom>
          <a:noFill/>
          <a:ln>
            <a:noFill/>
          </a:ln>
        </p:spPr>
      </p:pic>
      <p:sp>
        <p:nvSpPr>
          <p:cNvPr id="296" name="Google Shape;296;p34"/>
          <p:cNvSpPr txBox="1"/>
          <p:nvPr>
            <p:ph idx="3" type="body"/>
          </p:nvPr>
        </p:nvSpPr>
        <p:spPr>
          <a:xfrm>
            <a:off x="2868200" y="996200"/>
            <a:ext cx="2699400" cy="3688800"/>
          </a:xfrm>
          <a:prstGeom prst="rect">
            <a:avLst/>
          </a:prstGeom>
        </p:spPr>
        <p:txBody>
          <a:bodyPr anchorCtr="0" anchor="ctr" bIns="91425" lIns="91425" spcFirstLastPara="1" rIns="91425" wrap="square" tIns="91425">
            <a:normAutofit/>
          </a:bodyPr>
          <a:lstStyle>
            <a:lvl1pPr indent="-342900" lvl="0" marL="457200" rtl="0">
              <a:spcBef>
                <a:spcPts val="0"/>
              </a:spcBef>
              <a:spcAft>
                <a:spcPts val="0"/>
              </a:spcAft>
              <a:buSzPts val="1800"/>
              <a:buChar char="●"/>
              <a:defRPr/>
            </a:lvl1pPr>
            <a:lvl2pPr indent="-317500" lvl="1" marL="914400" rtl="0">
              <a:spcBef>
                <a:spcPts val="1000"/>
              </a:spcBef>
              <a:spcAft>
                <a:spcPts val="0"/>
              </a:spcAft>
              <a:buSzPts val="1400"/>
              <a:buChar char="○"/>
              <a:defRPr/>
            </a:lvl2pPr>
            <a:lvl3pPr indent="-317500" lvl="2" marL="1371600" rtl="0">
              <a:spcBef>
                <a:spcPts val="1000"/>
              </a:spcBef>
              <a:spcAft>
                <a:spcPts val="0"/>
              </a:spcAft>
              <a:buSzPts val="1400"/>
              <a:buChar char="■"/>
              <a:defRPr/>
            </a:lvl3pPr>
            <a:lvl4pPr indent="-317500" lvl="3" marL="1828800" rtl="0">
              <a:spcBef>
                <a:spcPts val="1000"/>
              </a:spcBef>
              <a:spcAft>
                <a:spcPts val="0"/>
              </a:spcAft>
              <a:buSzPts val="1400"/>
              <a:buChar char="●"/>
              <a:defRPr/>
            </a:lvl4pPr>
            <a:lvl5pPr indent="-317500" lvl="4" marL="2286000" rtl="0">
              <a:spcBef>
                <a:spcPts val="1000"/>
              </a:spcBef>
              <a:spcAft>
                <a:spcPts val="0"/>
              </a:spcAft>
              <a:buSzPts val="1400"/>
              <a:buChar char="○"/>
              <a:defRPr/>
            </a:lvl5pPr>
            <a:lvl6pPr indent="-317500" lvl="5" marL="2743200" rtl="0">
              <a:spcBef>
                <a:spcPts val="1000"/>
              </a:spcBef>
              <a:spcAft>
                <a:spcPts val="0"/>
              </a:spcAft>
              <a:buSzPts val="1400"/>
              <a:buChar char="■"/>
              <a:defRPr/>
            </a:lvl6pPr>
            <a:lvl7pPr indent="-317500" lvl="6" marL="3200400" rtl="0">
              <a:spcBef>
                <a:spcPts val="1000"/>
              </a:spcBef>
              <a:spcAft>
                <a:spcPts val="0"/>
              </a:spcAft>
              <a:buSzPts val="1400"/>
              <a:buChar char="●"/>
              <a:defRPr/>
            </a:lvl7pPr>
            <a:lvl8pPr indent="-317500" lvl="7" marL="3657600" rtl="0">
              <a:spcBef>
                <a:spcPts val="1000"/>
              </a:spcBef>
              <a:spcAft>
                <a:spcPts val="0"/>
              </a:spcAft>
              <a:buSzPts val="1400"/>
              <a:buChar char="○"/>
              <a:defRPr/>
            </a:lvl8pPr>
            <a:lvl9pPr indent="-317500" lvl="8" marL="4114800" rtl="0">
              <a:spcBef>
                <a:spcPts val="1000"/>
              </a:spcBef>
              <a:spcAft>
                <a:spcPts val="1000"/>
              </a:spcAft>
              <a:buSzPts val="1400"/>
              <a:buChar char="■"/>
              <a:defRPr/>
            </a:lvl9pPr>
          </a:lstStyle>
          <a:p/>
        </p:txBody>
      </p:sp>
      <p:sp>
        <p:nvSpPr>
          <p:cNvPr id="297" name="Google Shape;297;p34"/>
          <p:cNvSpPr txBox="1"/>
          <p:nvPr>
            <p:ph idx="4" type="body"/>
          </p:nvPr>
        </p:nvSpPr>
        <p:spPr>
          <a:xfrm>
            <a:off x="5944323" y="996200"/>
            <a:ext cx="2699400" cy="3688800"/>
          </a:xfrm>
          <a:prstGeom prst="rect">
            <a:avLst/>
          </a:prstGeom>
        </p:spPr>
        <p:txBody>
          <a:bodyPr anchorCtr="0" anchor="ctr" bIns="91425" lIns="91425" spcFirstLastPara="1" rIns="91425" wrap="square" tIns="91425">
            <a:normAutofit/>
          </a:bodyPr>
          <a:lstStyle>
            <a:lvl1pPr indent="-342900" lvl="0" marL="457200" rtl="0">
              <a:spcBef>
                <a:spcPts val="0"/>
              </a:spcBef>
              <a:spcAft>
                <a:spcPts val="0"/>
              </a:spcAft>
              <a:buSzPts val="1800"/>
              <a:buChar char="●"/>
              <a:defRPr/>
            </a:lvl1pPr>
            <a:lvl2pPr indent="-317500" lvl="1" marL="914400" rtl="0">
              <a:spcBef>
                <a:spcPts val="1000"/>
              </a:spcBef>
              <a:spcAft>
                <a:spcPts val="0"/>
              </a:spcAft>
              <a:buSzPts val="1400"/>
              <a:buChar char="○"/>
              <a:defRPr/>
            </a:lvl2pPr>
            <a:lvl3pPr indent="-317500" lvl="2" marL="1371600" rtl="0">
              <a:spcBef>
                <a:spcPts val="1000"/>
              </a:spcBef>
              <a:spcAft>
                <a:spcPts val="0"/>
              </a:spcAft>
              <a:buSzPts val="1400"/>
              <a:buChar char="■"/>
              <a:defRPr/>
            </a:lvl3pPr>
            <a:lvl4pPr indent="-317500" lvl="3" marL="1828800" rtl="0">
              <a:spcBef>
                <a:spcPts val="1000"/>
              </a:spcBef>
              <a:spcAft>
                <a:spcPts val="0"/>
              </a:spcAft>
              <a:buSzPts val="1400"/>
              <a:buChar char="●"/>
              <a:defRPr/>
            </a:lvl4pPr>
            <a:lvl5pPr indent="-317500" lvl="4" marL="2286000" rtl="0">
              <a:spcBef>
                <a:spcPts val="1000"/>
              </a:spcBef>
              <a:spcAft>
                <a:spcPts val="0"/>
              </a:spcAft>
              <a:buSzPts val="1400"/>
              <a:buChar char="○"/>
              <a:defRPr/>
            </a:lvl5pPr>
            <a:lvl6pPr indent="-317500" lvl="5" marL="2743200" rtl="0">
              <a:spcBef>
                <a:spcPts val="1000"/>
              </a:spcBef>
              <a:spcAft>
                <a:spcPts val="0"/>
              </a:spcAft>
              <a:buSzPts val="1400"/>
              <a:buChar char="■"/>
              <a:defRPr/>
            </a:lvl6pPr>
            <a:lvl7pPr indent="-317500" lvl="6" marL="3200400" rtl="0">
              <a:spcBef>
                <a:spcPts val="1000"/>
              </a:spcBef>
              <a:spcAft>
                <a:spcPts val="0"/>
              </a:spcAft>
              <a:buSzPts val="1400"/>
              <a:buChar char="●"/>
              <a:defRPr/>
            </a:lvl7pPr>
            <a:lvl8pPr indent="-317500" lvl="7" marL="3657600" rtl="0">
              <a:spcBef>
                <a:spcPts val="1000"/>
              </a:spcBef>
              <a:spcAft>
                <a:spcPts val="0"/>
              </a:spcAft>
              <a:buSzPts val="1400"/>
              <a:buChar char="○"/>
              <a:defRPr/>
            </a:lvl8pPr>
            <a:lvl9pPr indent="-317500" lvl="8" marL="4114800" rtl="0">
              <a:spcBef>
                <a:spcPts val="1000"/>
              </a:spcBef>
              <a:spcAft>
                <a:spcPts val="1000"/>
              </a:spcAft>
              <a:buSzPts val="1400"/>
              <a:buChar char="■"/>
              <a:defRPr/>
            </a:lvl9pPr>
          </a:lstStyle>
          <a:p/>
        </p:txBody>
      </p:sp>
    </p:spTree>
  </p:cSld>
  <p:clrMapOvr>
    <a:masterClrMapping/>
  </p:clrMapOvr>
</p:sldLayout>
</file>

<file path=ppt/slideLayouts/slideLayout3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Middle)" type="secHead">
  <p:cSld name="SECTION_HEADER">
    <p:bg>
      <p:bgPr>
        <a:blipFill>
          <a:blip r:embed="rId2">
            <a:alphaModFix/>
          </a:blip>
          <a:stretch>
            <a:fillRect/>
          </a:stretch>
        </a:blipFill>
      </p:bgPr>
    </p:bg>
    <p:spTree>
      <p:nvGrpSpPr>
        <p:cNvPr id="298" name="Shape 298"/>
        <p:cNvGrpSpPr/>
        <p:nvPr/>
      </p:nvGrpSpPr>
      <p:grpSpPr>
        <a:xfrm>
          <a:off x="0" y="0"/>
          <a:ext cx="0" cy="0"/>
          <a:chOff x="0" y="0"/>
          <a:chExt cx="0" cy="0"/>
        </a:xfrm>
      </p:grpSpPr>
      <p:sp>
        <p:nvSpPr>
          <p:cNvPr id="299" name="Google Shape;299;p35"/>
          <p:cNvSpPr txBox="1"/>
          <p:nvPr>
            <p:ph type="title"/>
          </p:nvPr>
        </p:nvSpPr>
        <p:spPr>
          <a:xfrm>
            <a:off x="1181525" y="1586600"/>
            <a:ext cx="6780900" cy="1970400"/>
          </a:xfrm>
          <a:prstGeom prst="rect">
            <a:avLst/>
          </a:prstGeom>
        </p:spPr>
        <p:txBody>
          <a:bodyPr anchorCtr="0" anchor="ctr" bIns="91425" lIns="91425" spcFirstLastPara="1" rIns="91425" wrap="square" tIns="91425">
            <a:normAutofit/>
          </a:bodyPr>
          <a:lstStyle>
            <a:lvl1pPr lvl="0" rtl="0" algn="ctr">
              <a:lnSpc>
                <a:spcPct val="85000"/>
              </a:lnSpc>
              <a:spcBef>
                <a:spcPts val="0"/>
              </a:spcBef>
              <a:spcAft>
                <a:spcPts val="0"/>
              </a:spcAft>
              <a:buClr>
                <a:schemeClr val="lt1"/>
              </a:buClr>
              <a:buSzPts val="6000"/>
              <a:buFont typeface="Inter SemiBold"/>
              <a:buNone/>
              <a:defRPr sz="6000">
                <a:solidFill>
                  <a:schemeClr val="lt1"/>
                </a:solidFill>
                <a:latin typeface="Inter SemiBold"/>
                <a:ea typeface="Inter SemiBold"/>
                <a:cs typeface="Inter SemiBold"/>
                <a:sym typeface="Inter SemiBold"/>
              </a:defRPr>
            </a:lvl1pPr>
            <a:lvl2pPr lvl="1" rtl="0" algn="ctr">
              <a:spcBef>
                <a:spcPts val="0"/>
              </a:spcBef>
              <a:spcAft>
                <a:spcPts val="0"/>
              </a:spcAft>
              <a:buSzPts val="3600"/>
              <a:buNone/>
              <a:defRPr sz="3600"/>
            </a:lvl2pPr>
            <a:lvl3pPr lvl="2" rtl="0" algn="ctr">
              <a:spcBef>
                <a:spcPts val="0"/>
              </a:spcBef>
              <a:spcAft>
                <a:spcPts val="0"/>
              </a:spcAft>
              <a:buSzPts val="3600"/>
              <a:buNone/>
              <a:defRPr sz="3600"/>
            </a:lvl3pPr>
            <a:lvl4pPr lvl="3" rtl="0" algn="ctr">
              <a:spcBef>
                <a:spcPts val="0"/>
              </a:spcBef>
              <a:spcAft>
                <a:spcPts val="0"/>
              </a:spcAft>
              <a:buSzPts val="3600"/>
              <a:buNone/>
              <a:defRPr sz="3600"/>
            </a:lvl4pPr>
            <a:lvl5pPr lvl="4" rtl="0" algn="ctr">
              <a:spcBef>
                <a:spcPts val="0"/>
              </a:spcBef>
              <a:spcAft>
                <a:spcPts val="0"/>
              </a:spcAft>
              <a:buSzPts val="3600"/>
              <a:buNone/>
              <a:defRPr sz="3600"/>
            </a:lvl5pPr>
            <a:lvl6pPr lvl="5" rtl="0" algn="ctr">
              <a:spcBef>
                <a:spcPts val="0"/>
              </a:spcBef>
              <a:spcAft>
                <a:spcPts val="0"/>
              </a:spcAft>
              <a:buSzPts val="3600"/>
              <a:buNone/>
              <a:defRPr sz="3600"/>
            </a:lvl6pPr>
            <a:lvl7pPr lvl="6" rtl="0" algn="ctr">
              <a:spcBef>
                <a:spcPts val="0"/>
              </a:spcBef>
              <a:spcAft>
                <a:spcPts val="0"/>
              </a:spcAft>
              <a:buSzPts val="3600"/>
              <a:buNone/>
              <a:defRPr sz="3600"/>
            </a:lvl7pPr>
            <a:lvl8pPr lvl="7" rtl="0" algn="ctr">
              <a:spcBef>
                <a:spcPts val="0"/>
              </a:spcBef>
              <a:spcAft>
                <a:spcPts val="0"/>
              </a:spcAft>
              <a:buSzPts val="3600"/>
              <a:buNone/>
              <a:defRPr sz="3600"/>
            </a:lvl8pPr>
            <a:lvl9pPr lvl="8" rtl="0" algn="ctr">
              <a:spcBef>
                <a:spcPts val="0"/>
              </a:spcBef>
              <a:spcAft>
                <a:spcPts val="0"/>
              </a:spcAft>
              <a:buSzPts val="3600"/>
              <a:buNone/>
              <a:defRPr sz="3600"/>
            </a:lvl9pPr>
          </a:lstStyle>
          <a:p/>
        </p:txBody>
      </p:sp>
      <p:pic>
        <p:nvPicPr>
          <p:cNvPr id="300" name="Google Shape;300;p35"/>
          <p:cNvPicPr preferRelativeResize="0"/>
          <p:nvPr/>
        </p:nvPicPr>
        <p:blipFill>
          <a:blip r:embed="rId3">
            <a:alphaModFix/>
          </a:blip>
          <a:stretch>
            <a:fillRect/>
          </a:stretch>
        </p:blipFill>
        <p:spPr>
          <a:xfrm>
            <a:off x="457953" y="4543525"/>
            <a:ext cx="950126" cy="141650"/>
          </a:xfrm>
          <a:prstGeom prst="rect">
            <a:avLst/>
          </a:prstGeom>
          <a:noFill/>
          <a:ln>
            <a:noFill/>
          </a:ln>
        </p:spPr>
      </p:pic>
    </p:spTree>
  </p:cSld>
  <p:clrMapOvr>
    <a:masterClrMapping/>
  </p:clrMapOvr>
</p:sldLayout>
</file>

<file path=ppt/slideLayouts/slideLayout3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301" name="Shape 301"/>
        <p:cNvGrpSpPr/>
        <p:nvPr/>
      </p:nvGrpSpPr>
      <p:grpSpPr>
        <a:xfrm>
          <a:off x="0" y="0"/>
          <a:ext cx="0" cy="0"/>
          <a:chOff x="0" y="0"/>
          <a:chExt cx="0" cy="0"/>
        </a:xfrm>
      </p:grpSpPr>
      <p:sp>
        <p:nvSpPr>
          <p:cNvPr id="302" name="Google Shape;302;p36"/>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lt1"/>
              </a:buClr>
              <a:buSzPts val="3200"/>
              <a:buFont typeface="Inter ExtraBold"/>
              <a:buNone/>
              <a:defRPr sz="3200">
                <a:solidFill>
                  <a:schemeClr val="lt1"/>
                </a:solidFill>
                <a:latin typeface="Inter ExtraBold"/>
                <a:ea typeface="Inter ExtraBold"/>
                <a:cs typeface="Inter ExtraBold"/>
                <a:sym typeface="Inter ExtraBold"/>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p:txBody>
      </p:sp>
      <p:sp>
        <p:nvSpPr>
          <p:cNvPr id="303" name="Google Shape;303;p36"/>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lvl1pPr indent="-342900" lvl="0" marL="457200" rtl="0">
              <a:spcBef>
                <a:spcPts val="0"/>
              </a:spcBef>
              <a:spcAft>
                <a:spcPts val="0"/>
              </a:spcAft>
              <a:buClr>
                <a:schemeClr val="lt1"/>
              </a:buClr>
              <a:buSzPts val="1800"/>
              <a:buChar char="●"/>
              <a:defRPr>
                <a:solidFill>
                  <a:schemeClr val="lt1"/>
                </a:solidFill>
              </a:defRPr>
            </a:lvl1pPr>
            <a:lvl2pPr indent="-317500" lvl="1" marL="914400" rtl="0">
              <a:spcBef>
                <a:spcPts val="1000"/>
              </a:spcBef>
              <a:spcAft>
                <a:spcPts val="0"/>
              </a:spcAft>
              <a:buClr>
                <a:schemeClr val="lt1"/>
              </a:buClr>
              <a:buSzPts val="1400"/>
              <a:buChar char="○"/>
              <a:defRPr>
                <a:solidFill>
                  <a:schemeClr val="lt1"/>
                </a:solidFill>
              </a:defRPr>
            </a:lvl2pPr>
            <a:lvl3pPr indent="-317500" lvl="2" marL="1371600" rtl="0">
              <a:spcBef>
                <a:spcPts val="1000"/>
              </a:spcBef>
              <a:spcAft>
                <a:spcPts val="0"/>
              </a:spcAft>
              <a:buClr>
                <a:schemeClr val="lt1"/>
              </a:buClr>
              <a:buSzPts val="1400"/>
              <a:buChar char="■"/>
              <a:defRPr>
                <a:solidFill>
                  <a:schemeClr val="lt1"/>
                </a:solidFill>
              </a:defRPr>
            </a:lvl3pPr>
            <a:lvl4pPr indent="-317500" lvl="3" marL="1828800" rtl="0">
              <a:spcBef>
                <a:spcPts val="1000"/>
              </a:spcBef>
              <a:spcAft>
                <a:spcPts val="0"/>
              </a:spcAft>
              <a:buClr>
                <a:schemeClr val="lt1"/>
              </a:buClr>
              <a:buSzPts val="1400"/>
              <a:buChar char="●"/>
              <a:defRPr>
                <a:solidFill>
                  <a:schemeClr val="lt1"/>
                </a:solidFill>
              </a:defRPr>
            </a:lvl4pPr>
            <a:lvl5pPr indent="-317500" lvl="4" marL="2286000" rtl="0">
              <a:spcBef>
                <a:spcPts val="1000"/>
              </a:spcBef>
              <a:spcAft>
                <a:spcPts val="0"/>
              </a:spcAft>
              <a:buClr>
                <a:schemeClr val="lt1"/>
              </a:buClr>
              <a:buSzPts val="1400"/>
              <a:buChar char="○"/>
              <a:defRPr>
                <a:solidFill>
                  <a:schemeClr val="lt1"/>
                </a:solidFill>
              </a:defRPr>
            </a:lvl5pPr>
            <a:lvl6pPr indent="-317500" lvl="5" marL="2743200" rtl="0">
              <a:spcBef>
                <a:spcPts val="1000"/>
              </a:spcBef>
              <a:spcAft>
                <a:spcPts val="0"/>
              </a:spcAft>
              <a:buClr>
                <a:schemeClr val="lt1"/>
              </a:buClr>
              <a:buSzPts val="1400"/>
              <a:buChar char="■"/>
              <a:defRPr>
                <a:solidFill>
                  <a:schemeClr val="lt1"/>
                </a:solidFill>
              </a:defRPr>
            </a:lvl6pPr>
            <a:lvl7pPr indent="-317500" lvl="6" marL="3200400" rtl="0">
              <a:spcBef>
                <a:spcPts val="1000"/>
              </a:spcBef>
              <a:spcAft>
                <a:spcPts val="0"/>
              </a:spcAft>
              <a:buClr>
                <a:schemeClr val="lt1"/>
              </a:buClr>
              <a:buSzPts val="1400"/>
              <a:buChar char="●"/>
              <a:defRPr>
                <a:solidFill>
                  <a:schemeClr val="lt1"/>
                </a:solidFill>
              </a:defRPr>
            </a:lvl7pPr>
            <a:lvl8pPr indent="-317500" lvl="7" marL="3657600" rtl="0">
              <a:spcBef>
                <a:spcPts val="1000"/>
              </a:spcBef>
              <a:spcAft>
                <a:spcPts val="0"/>
              </a:spcAft>
              <a:buClr>
                <a:schemeClr val="lt1"/>
              </a:buClr>
              <a:buSzPts val="1400"/>
              <a:buChar char="○"/>
              <a:defRPr>
                <a:solidFill>
                  <a:schemeClr val="lt1"/>
                </a:solidFill>
              </a:defRPr>
            </a:lvl8pPr>
            <a:lvl9pPr indent="-317500" lvl="8" marL="4114800" rtl="0">
              <a:spcBef>
                <a:spcPts val="1000"/>
              </a:spcBef>
              <a:spcAft>
                <a:spcPts val="1000"/>
              </a:spcAft>
              <a:buClr>
                <a:schemeClr val="lt1"/>
              </a:buClr>
              <a:buSzPts val="1400"/>
              <a:buChar char="■"/>
              <a:defRPr>
                <a:solidFill>
                  <a:schemeClr val="lt1"/>
                </a:solidFill>
              </a:defRPr>
            </a:lvl9pPr>
          </a:lstStyle>
          <a:p/>
        </p:txBody>
      </p:sp>
      <p:pic>
        <p:nvPicPr>
          <p:cNvPr id="304" name="Google Shape;304;p36"/>
          <p:cNvPicPr preferRelativeResize="0"/>
          <p:nvPr/>
        </p:nvPicPr>
        <p:blipFill>
          <a:blip r:embed="rId2">
            <a:alphaModFix/>
          </a:blip>
          <a:stretch>
            <a:fillRect/>
          </a:stretch>
        </p:blipFill>
        <p:spPr>
          <a:xfrm>
            <a:off x="457529" y="4543025"/>
            <a:ext cx="950976" cy="142646"/>
          </a:xfrm>
          <a:prstGeom prst="rect">
            <a:avLst/>
          </a:prstGeom>
          <a:noFill/>
          <a:ln>
            <a:noFill/>
          </a:ln>
        </p:spPr>
      </p:pic>
      <p:sp>
        <p:nvSpPr>
          <p:cNvPr id="305" name="Google Shape;305;p36"/>
          <p:cNvSpPr txBox="1"/>
          <p:nvPr>
            <p:ph idx="12" type="sldNum"/>
          </p:nvPr>
        </p:nvSpPr>
        <p:spPr>
          <a:xfrm>
            <a:off x="8096041" y="4417542"/>
            <a:ext cx="548700" cy="393600"/>
          </a:xfrm>
          <a:prstGeom prst="rect">
            <a:avLst/>
          </a:prstGeom>
        </p:spPr>
        <p:txBody>
          <a:bodyPr anchorCtr="0" anchor="ctr" bIns="91425" lIns="91425" spcFirstLastPara="1" rIns="91425" wrap="square" tIns="91425">
            <a:normAutofit/>
          </a:bodyPr>
          <a:lstStyle>
            <a:lvl1pPr lvl="0" rtl="0">
              <a:buNone/>
              <a:defRPr>
                <a:solidFill>
                  <a:schemeClr val="lt1"/>
                </a:solidFill>
                <a:latin typeface="Inter"/>
                <a:ea typeface="Inter"/>
                <a:cs typeface="Inter"/>
                <a:sym typeface="Inter"/>
              </a:defRPr>
            </a:lvl1pPr>
            <a:lvl2pPr lvl="1" rtl="0">
              <a:buNone/>
              <a:defRPr>
                <a:solidFill>
                  <a:schemeClr val="lt1"/>
                </a:solidFill>
                <a:latin typeface="Inter"/>
                <a:ea typeface="Inter"/>
                <a:cs typeface="Inter"/>
                <a:sym typeface="Inter"/>
              </a:defRPr>
            </a:lvl2pPr>
            <a:lvl3pPr lvl="2" rtl="0">
              <a:buNone/>
              <a:defRPr>
                <a:solidFill>
                  <a:schemeClr val="lt1"/>
                </a:solidFill>
                <a:latin typeface="Inter"/>
                <a:ea typeface="Inter"/>
                <a:cs typeface="Inter"/>
                <a:sym typeface="Inter"/>
              </a:defRPr>
            </a:lvl3pPr>
            <a:lvl4pPr lvl="3" rtl="0">
              <a:buNone/>
              <a:defRPr>
                <a:solidFill>
                  <a:schemeClr val="lt1"/>
                </a:solidFill>
                <a:latin typeface="Inter"/>
                <a:ea typeface="Inter"/>
                <a:cs typeface="Inter"/>
                <a:sym typeface="Inter"/>
              </a:defRPr>
            </a:lvl4pPr>
            <a:lvl5pPr lvl="4" rtl="0">
              <a:buNone/>
              <a:defRPr>
                <a:solidFill>
                  <a:schemeClr val="lt1"/>
                </a:solidFill>
                <a:latin typeface="Inter"/>
                <a:ea typeface="Inter"/>
                <a:cs typeface="Inter"/>
                <a:sym typeface="Inter"/>
              </a:defRPr>
            </a:lvl5pPr>
            <a:lvl6pPr lvl="5" rtl="0">
              <a:buNone/>
              <a:defRPr>
                <a:solidFill>
                  <a:schemeClr val="lt1"/>
                </a:solidFill>
                <a:latin typeface="Inter"/>
                <a:ea typeface="Inter"/>
                <a:cs typeface="Inter"/>
                <a:sym typeface="Inter"/>
              </a:defRPr>
            </a:lvl6pPr>
            <a:lvl7pPr lvl="6" rtl="0">
              <a:buNone/>
              <a:defRPr>
                <a:solidFill>
                  <a:schemeClr val="lt1"/>
                </a:solidFill>
                <a:latin typeface="Inter"/>
                <a:ea typeface="Inter"/>
                <a:cs typeface="Inter"/>
                <a:sym typeface="Inter"/>
              </a:defRPr>
            </a:lvl7pPr>
            <a:lvl8pPr lvl="7" rtl="0">
              <a:buNone/>
              <a:defRPr>
                <a:solidFill>
                  <a:schemeClr val="lt1"/>
                </a:solidFill>
                <a:latin typeface="Inter"/>
                <a:ea typeface="Inter"/>
                <a:cs typeface="Inter"/>
                <a:sym typeface="Inter"/>
              </a:defRPr>
            </a:lvl8pPr>
            <a:lvl9pPr lvl="8" rtl="0">
              <a:buNone/>
              <a:defRPr>
                <a:solidFill>
                  <a:schemeClr val="lt1"/>
                </a:solidFill>
                <a:latin typeface="Inter"/>
                <a:ea typeface="Inter"/>
                <a:cs typeface="Inter"/>
                <a:sym typeface="Inter"/>
              </a:defRPr>
            </a:lvl9pPr>
          </a:lstStyle>
          <a:p>
            <a:pPr indent="0" lvl="0" marL="0" rtl="0" algn="r">
              <a:spcBef>
                <a:spcPts val="0"/>
              </a:spcBef>
              <a:spcAft>
                <a:spcPts val="0"/>
              </a:spcAft>
              <a:buNone/>
            </a:pPr>
            <a:fld id="{00000000-1234-1234-1234-123412341234}" type="slidenum">
              <a:rPr lang="en"/>
              <a:t>‹#›</a:t>
            </a:fld>
            <a:endParaRPr/>
          </a:p>
        </p:txBody>
      </p:sp>
      <p:sp>
        <p:nvSpPr>
          <p:cNvPr id="306" name="Google Shape;306;p36"/>
          <p:cNvSpPr txBox="1"/>
          <p:nvPr>
            <p:ph idx="2" type="sldNum"/>
          </p:nvPr>
        </p:nvSpPr>
        <p:spPr>
          <a:xfrm>
            <a:off x="8474304" y="4417550"/>
            <a:ext cx="281700" cy="393600"/>
          </a:xfrm>
          <a:prstGeom prst="rect">
            <a:avLst/>
          </a:prstGeom>
        </p:spPr>
        <p:txBody>
          <a:bodyPr anchorCtr="0" anchor="ctr" bIns="91425" lIns="91425" spcFirstLastPara="1" rIns="91425" wrap="square" tIns="91425">
            <a:normAutofit/>
          </a:bodyPr>
          <a:lstStyle>
            <a:lvl1pPr lvl="0" rtl="0" algn="l">
              <a:buNone/>
              <a:defRPr sz="1108">
                <a:solidFill>
                  <a:srgbClr val="666666"/>
                </a:solidFill>
                <a:latin typeface="Inter"/>
                <a:ea typeface="Inter"/>
                <a:cs typeface="Inter"/>
                <a:sym typeface="Inter"/>
              </a:defRPr>
            </a:lvl1pPr>
            <a:lvl2pPr lvl="1" rtl="0" algn="l">
              <a:buNone/>
              <a:defRPr sz="1108">
                <a:solidFill>
                  <a:srgbClr val="666666"/>
                </a:solidFill>
                <a:latin typeface="Inter"/>
                <a:ea typeface="Inter"/>
                <a:cs typeface="Inter"/>
                <a:sym typeface="Inter"/>
              </a:defRPr>
            </a:lvl2pPr>
            <a:lvl3pPr lvl="2" rtl="0" algn="l">
              <a:buNone/>
              <a:defRPr sz="1108">
                <a:solidFill>
                  <a:srgbClr val="666666"/>
                </a:solidFill>
                <a:latin typeface="Inter"/>
                <a:ea typeface="Inter"/>
                <a:cs typeface="Inter"/>
                <a:sym typeface="Inter"/>
              </a:defRPr>
            </a:lvl3pPr>
            <a:lvl4pPr lvl="3" rtl="0" algn="l">
              <a:buNone/>
              <a:defRPr sz="1108">
                <a:solidFill>
                  <a:srgbClr val="666666"/>
                </a:solidFill>
                <a:latin typeface="Inter"/>
                <a:ea typeface="Inter"/>
                <a:cs typeface="Inter"/>
                <a:sym typeface="Inter"/>
              </a:defRPr>
            </a:lvl4pPr>
            <a:lvl5pPr lvl="4" rtl="0" algn="l">
              <a:buNone/>
              <a:defRPr sz="1108">
                <a:solidFill>
                  <a:srgbClr val="666666"/>
                </a:solidFill>
                <a:latin typeface="Inter"/>
                <a:ea typeface="Inter"/>
                <a:cs typeface="Inter"/>
                <a:sym typeface="Inter"/>
              </a:defRPr>
            </a:lvl5pPr>
            <a:lvl6pPr lvl="5" rtl="0" algn="l">
              <a:buNone/>
              <a:defRPr sz="1108">
                <a:solidFill>
                  <a:srgbClr val="666666"/>
                </a:solidFill>
                <a:latin typeface="Inter"/>
                <a:ea typeface="Inter"/>
                <a:cs typeface="Inter"/>
                <a:sym typeface="Inter"/>
              </a:defRPr>
            </a:lvl6pPr>
            <a:lvl7pPr lvl="6" rtl="0" algn="l">
              <a:buNone/>
              <a:defRPr sz="1108">
                <a:solidFill>
                  <a:srgbClr val="666666"/>
                </a:solidFill>
                <a:latin typeface="Inter"/>
                <a:ea typeface="Inter"/>
                <a:cs typeface="Inter"/>
                <a:sym typeface="Inter"/>
              </a:defRPr>
            </a:lvl7pPr>
            <a:lvl8pPr lvl="7" rtl="0" algn="l">
              <a:buNone/>
              <a:defRPr sz="1108">
                <a:solidFill>
                  <a:srgbClr val="666666"/>
                </a:solidFill>
                <a:latin typeface="Inter"/>
                <a:ea typeface="Inter"/>
                <a:cs typeface="Inter"/>
                <a:sym typeface="Inter"/>
              </a:defRPr>
            </a:lvl8pPr>
            <a:lvl9pPr lvl="8" rtl="0" algn="l">
              <a:buNone/>
              <a:defRPr sz="1108">
                <a:solidFill>
                  <a:srgbClr val="666666"/>
                </a:solidFill>
                <a:latin typeface="Inter"/>
                <a:ea typeface="Inter"/>
                <a:cs typeface="Inter"/>
                <a:sym typeface="Inter"/>
              </a:defRPr>
            </a:lvl9pPr>
          </a:lstStyle>
          <a:p>
            <a:pPr indent="0" lvl="0" marL="0" rtl="0" algn="l">
              <a:spcBef>
                <a:spcPts val="0"/>
              </a:spcBef>
              <a:spcAft>
                <a:spcPts val="0"/>
              </a:spcAft>
              <a:buNone/>
            </a:pPr>
            <a:r>
              <a:rPr lang="en"/>
              <a:t xml:space="preserve"> /</a:t>
            </a:r>
            <a:endParaRPr/>
          </a:p>
        </p:txBody>
      </p:sp>
    </p:spTree>
  </p:cSld>
  <p:clrMapOvr>
    <a:masterClrMapping/>
  </p:clrMapOvr>
</p:sldLayout>
</file>

<file path=ppt/slideLayouts/slideLayout3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307" name="Shape 307"/>
        <p:cNvGrpSpPr/>
        <p:nvPr/>
      </p:nvGrpSpPr>
      <p:grpSpPr>
        <a:xfrm>
          <a:off x="0" y="0"/>
          <a:ext cx="0" cy="0"/>
          <a:chOff x="0" y="0"/>
          <a:chExt cx="0" cy="0"/>
        </a:xfrm>
      </p:grpSpPr>
      <p:pic>
        <p:nvPicPr>
          <p:cNvPr id="308" name="Google Shape;308;p37"/>
          <p:cNvPicPr preferRelativeResize="0"/>
          <p:nvPr/>
        </p:nvPicPr>
        <p:blipFill rotWithShape="1">
          <a:blip r:embed="rId2">
            <a:alphaModFix/>
          </a:blip>
          <a:srcRect b="0" l="0" r="0" t="0"/>
          <a:stretch/>
        </p:blipFill>
        <p:spPr>
          <a:xfrm>
            <a:off x="0" y="0"/>
            <a:ext cx="9144003" cy="5143501"/>
          </a:xfrm>
          <a:prstGeom prst="rect">
            <a:avLst/>
          </a:prstGeom>
          <a:noFill/>
          <a:ln>
            <a:noFill/>
          </a:ln>
        </p:spPr>
      </p:pic>
      <p:sp>
        <p:nvSpPr>
          <p:cNvPr id="309" name="Google Shape;309;p37"/>
          <p:cNvSpPr/>
          <p:nvPr/>
        </p:nvSpPr>
        <p:spPr>
          <a:xfrm>
            <a:off x="420300" y="1260950"/>
            <a:ext cx="4168800" cy="1587000"/>
          </a:xfrm>
          <a:prstGeom prst="rect">
            <a:avLst/>
          </a:prstGeom>
          <a:solidFill>
            <a:srgbClr val="2EF09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10" name="Google Shape;310;p37"/>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lt1"/>
              </a:buClr>
              <a:buSzPts val="3200"/>
              <a:buFont typeface="Inter ExtraBold"/>
              <a:buNone/>
              <a:defRPr sz="3200">
                <a:solidFill>
                  <a:schemeClr val="lt1"/>
                </a:solidFill>
                <a:latin typeface="Inter ExtraBold"/>
                <a:ea typeface="Inter ExtraBold"/>
                <a:cs typeface="Inter ExtraBold"/>
                <a:sym typeface="Inter ExtraBold"/>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p:txBody>
      </p:sp>
      <p:sp>
        <p:nvSpPr>
          <p:cNvPr id="311" name="Google Shape;311;p37"/>
          <p:cNvSpPr txBox="1"/>
          <p:nvPr>
            <p:ph idx="2" type="title"/>
          </p:nvPr>
        </p:nvSpPr>
        <p:spPr>
          <a:xfrm>
            <a:off x="1741300" y="1260950"/>
            <a:ext cx="2676300" cy="1587000"/>
          </a:xfrm>
          <a:prstGeom prst="rect">
            <a:avLst/>
          </a:prstGeom>
        </p:spPr>
        <p:txBody>
          <a:bodyPr anchorCtr="0" anchor="ctr" bIns="91425" lIns="91425" spcFirstLastPara="1" rIns="91425" wrap="square" tIns="91425">
            <a:normAutofit/>
          </a:bodyPr>
          <a:lstStyle>
            <a:lvl1pPr lvl="0" rtl="0" algn="r">
              <a:spcBef>
                <a:spcPts val="0"/>
              </a:spcBef>
              <a:spcAft>
                <a:spcPts val="0"/>
              </a:spcAft>
              <a:buClr>
                <a:schemeClr val="dk1"/>
              </a:buClr>
              <a:buSzPts val="2800"/>
              <a:buFont typeface="Inter SemiBold"/>
              <a:buNone/>
              <a:defRPr>
                <a:solidFill>
                  <a:schemeClr val="dk1"/>
                </a:solidFill>
                <a:latin typeface="Inter SemiBold"/>
                <a:ea typeface="Inter SemiBold"/>
                <a:cs typeface="Inter SemiBold"/>
                <a:sym typeface="Inter SemiBold"/>
              </a:defRPr>
            </a:lvl1pPr>
            <a:lvl2pPr lvl="1" rtl="0" algn="r">
              <a:spcBef>
                <a:spcPts val="0"/>
              </a:spcBef>
              <a:spcAft>
                <a:spcPts val="0"/>
              </a:spcAft>
              <a:buSzPts val="2800"/>
              <a:buNone/>
              <a:defRPr/>
            </a:lvl2pPr>
            <a:lvl3pPr lvl="2" rtl="0" algn="r">
              <a:spcBef>
                <a:spcPts val="0"/>
              </a:spcBef>
              <a:spcAft>
                <a:spcPts val="0"/>
              </a:spcAft>
              <a:buSzPts val="2800"/>
              <a:buNone/>
              <a:defRPr/>
            </a:lvl3pPr>
            <a:lvl4pPr lvl="3" rtl="0" algn="r">
              <a:spcBef>
                <a:spcPts val="0"/>
              </a:spcBef>
              <a:spcAft>
                <a:spcPts val="0"/>
              </a:spcAft>
              <a:buSzPts val="2800"/>
              <a:buNone/>
              <a:defRPr/>
            </a:lvl4pPr>
            <a:lvl5pPr lvl="4" rtl="0" algn="r">
              <a:spcBef>
                <a:spcPts val="0"/>
              </a:spcBef>
              <a:spcAft>
                <a:spcPts val="0"/>
              </a:spcAft>
              <a:buSzPts val="2800"/>
              <a:buNone/>
              <a:defRPr/>
            </a:lvl5pPr>
            <a:lvl6pPr lvl="5" rtl="0" algn="r">
              <a:spcBef>
                <a:spcPts val="0"/>
              </a:spcBef>
              <a:spcAft>
                <a:spcPts val="0"/>
              </a:spcAft>
              <a:buSzPts val="2800"/>
              <a:buNone/>
              <a:defRPr/>
            </a:lvl6pPr>
            <a:lvl7pPr lvl="6" rtl="0" algn="r">
              <a:spcBef>
                <a:spcPts val="0"/>
              </a:spcBef>
              <a:spcAft>
                <a:spcPts val="0"/>
              </a:spcAft>
              <a:buSzPts val="2800"/>
              <a:buNone/>
              <a:defRPr/>
            </a:lvl7pPr>
            <a:lvl8pPr lvl="7" rtl="0" algn="r">
              <a:spcBef>
                <a:spcPts val="0"/>
              </a:spcBef>
              <a:spcAft>
                <a:spcPts val="0"/>
              </a:spcAft>
              <a:buSzPts val="2800"/>
              <a:buNone/>
              <a:defRPr/>
            </a:lvl8pPr>
            <a:lvl9pPr lvl="8" rtl="0" algn="r">
              <a:spcBef>
                <a:spcPts val="0"/>
              </a:spcBef>
              <a:spcAft>
                <a:spcPts val="0"/>
              </a:spcAft>
              <a:buSzPts val="2800"/>
              <a:buNone/>
              <a:defRPr/>
            </a:lvl9pPr>
          </a:lstStyle>
          <a:p/>
        </p:txBody>
      </p:sp>
      <p:sp>
        <p:nvSpPr>
          <p:cNvPr id="312" name="Google Shape;312;p37"/>
          <p:cNvSpPr txBox="1"/>
          <p:nvPr>
            <p:ph idx="1" type="subTitle"/>
          </p:nvPr>
        </p:nvSpPr>
        <p:spPr>
          <a:xfrm>
            <a:off x="600450" y="2401800"/>
            <a:ext cx="2316000" cy="283200"/>
          </a:xfrm>
          <a:prstGeom prst="rect">
            <a:avLst/>
          </a:prstGeom>
        </p:spPr>
        <p:txBody>
          <a:bodyPr anchorCtr="0" anchor="b" bIns="91425" lIns="91425" spcFirstLastPara="1" rIns="91425" wrap="square" tIns="91425">
            <a:normAutofit/>
          </a:bodyPr>
          <a:lstStyle>
            <a:lvl1pPr lvl="0" rtl="0">
              <a:spcBef>
                <a:spcPts val="0"/>
              </a:spcBef>
              <a:spcAft>
                <a:spcPts val="0"/>
              </a:spcAft>
              <a:buClr>
                <a:schemeClr val="dk1"/>
              </a:buClr>
              <a:buSzPts val="1400"/>
              <a:buFont typeface="Space Mono"/>
              <a:buNone/>
              <a:defRPr sz="1400">
                <a:solidFill>
                  <a:schemeClr val="dk1"/>
                </a:solidFill>
                <a:latin typeface="Space Mono"/>
                <a:ea typeface="Space Mono"/>
                <a:cs typeface="Space Mono"/>
                <a:sym typeface="Space Mono"/>
              </a:defRPr>
            </a:lvl1pPr>
            <a:lvl2pPr lvl="1" rtl="0">
              <a:spcBef>
                <a:spcPts val="1000"/>
              </a:spcBef>
              <a:spcAft>
                <a:spcPts val="0"/>
              </a:spcAft>
              <a:buSzPts val="1400"/>
              <a:buNone/>
              <a:defRPr/>
            </a:lvl2pPr>
            <a:lvl3pPr lvl="2" rtl="0">
              <a:spcBef>
                <a:spcPts val="1000"/>
              </a:spcBef>
              <a:spcAft>
                <a:spcPts val="0"/>
              </a:spcAft>
              <a:buSzPts val="1400"/>
              <a:buNone/>
              <a:defRPr/>
            </a:lvl3pPr>
            <a:lvl4pPr lvl="3" rtl="0">
              <a:spcBef>
                <a:spcPts val="1000"/>
              </a:spcBef>
              <a:spcAft>
                <a:spcPts val="0"/>
              </a:spcAft>
              <a:buSzPts val="1400"/>
              <a:buNone/>
              <a:defRPr/>
            </a:lvl4pPr>
            <a:lvl5pPr lvl="4" rtl="0">
              <a:spcBef>
                <a:spcPts val="1000"/>
              </a:spcBef>
              <a:spcAft>
                <a:spcPts val="0"/>
              </a:spcAft>
              <a:buSzPts val="1400"/>
              <a:buNone/>
              <a:defRPr/>
            </a:lvl5pPr>
            <a:lvl6pPr lvl="5" rtl="0">
              <a:spcBef>
                <a:spcPts val="1000"/>
              </a:spcBef>
              <a:spcAft>
                <a:spcPts val="0"/>
              </a:spcAft>
              <a:buSzPts val="1400"/>
              <a:buNone/>
              <a:defRPr/>
            </a:lvl6pPr>
            <a:lvl7pPr lvl="6" rtl="0">
              <a:spcBef>
                <a:spcPts val="1000"/>
              </a:spcBef>
              <a:spcAft>
                <a:spcPts val="0"/>
              </a:spcAft>
              <a:buSzPts val="1400"/>
              <a:buNone/>
              <a:defRPr/>
            </a:lvl7pPr>
            <a:lvl8pPr lvl="7" rtl="0">
              <a:spcBef>
                <a:spcPts val="1000"/>
              </a:spcBef>
              <a:spcAft>
                <a:spcPts val="0"/>
              </a:spcAft>
              <a:buSzPts val="1400"/>
              <a:buNone/>
              <a:defRPr/>
            </a:lvl8pPr>
            <a:lvl9pPr lvl="8" rtl="0">
              <a:spcBef>
                <a:spcPts val="1000"/>
              </a:spcBef>
              <a:spcAft>
                <a:spcPts val="1000"/>
              </a:spcAft>
              <a:buSzPts val="1400"/>
              <a:buNone/>
              <a:defRPr/>
            </a:lvl9pPr>
          </a:lstStyle>
          <a:p/>
        </p:txBody>
      </p:sp>
      <p:sp>
        <p:nvSpPr>
          <p:cNvPr id="313" name="Google Shape;313;p37"/>
          <p:cNvSpPr/>
          <p:nvPr/>
        </p:nvSpPr>
        <p:spPr>
          <a:xfrm>
            <a:off x="420300" y="2847950"/>
            <a:ext cx="4168800" cy="1587000"/>
          </a:xfrm>
          <a:prstGeom prst="rect">
            <a:avLst/>
          </a:prstGeom>
          <a:solidFill>
            <a:srgbClr val="2EF09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14" name="Google Shape;314;p37"/>
          <p:cNvSpPr txBox="1"/>
          <p:nvPr>
            <p:ph idx="3" type="title"/>
          </p:nvPr>
        </p:nvSpPr>
        <p:spPr>
          <a:xfrm>
            <a:off x="1741300" y="2847950"/>
            <a:ext cx="2676300" cy="1587000"/>
          </a:xfrm>
          <a:prstGeom prst="rect">
            <a:avLst/>
          </a:prstGeom>
        </p:spPr>
        <p:txBody>
          <a:bodyPr anchorCtr="0" anchor="ctr" bIns="91425" lIns="91425" spcFirstLastPara="1" rIns="91425" wrap="square" tIns="91425">
            <a:normAutofit/>
          </a:bodyPr>
          <a:lstStyle>
            <a:lvl1pPr lvl="0" rtl="0" algn="r">
              <a:spcBef>
                <a:spcPts val="0"/>
              </a:spcBef>
              <a:spcAft>
                <a:spcPts val="0"/>
              </a:spcAft>
              <a:buClr>
                <a:schemeClr val="dk1"/>
              </a:buClr>
              <a:buSzPts val="2800"/>
              <a:buFont typeface="Inter SemiBold"/>
              <a:buNone/>
              <a:defRPr>
                <a:solidFill>
                  <a:schemeClr val="dk1"/>
                </a:solidFill>
                <a:latin typeface="Inter SemiBold"/>
                <a:ea typeface="Inter SemiBold"/>
                <a:cs typeface="Inter SemiBold"/>
                <a:sym typeface="Inter SemiBold"/>
              </a:defRPr>
            </a:lvl1pPr>
            <a:lvl2pPr lvl="1" rtl="0" algn="r">
              <a:spcBef>
                <a:spcPts val="0"/>
              </a:spcBef>
              <a:spcAft>
                <a:spcPts val="0"/>
              </a:spcAft>
              <a:buSzPts val="2800"/>
              <a:buNone/>
              <a:defRPr/>
            </a:lvl2pPr>
            <a:lvl3pPr lvl="2" rtl="0" algn="r">
              <a:spcBef>
                <a:spcPts val="0"/>
              </a:spcBef>
              <a:spcAft>
                <a:spcPts val="0"/>
              </a:spcAft>
              <a:buSzPts val="2800"/>
              <a:buNone/>
              <a:defRPr/>
            </a:lvl3pPr>
            <a:lvl4pPr lvl="3" rtl="0" algn="r">
              <a:spcBef>
                <a:spcPts val="0"/>
              </a:spcBef>
              <a:spcAft>
                <a:spcPts val="0"/>
              </a:spcAft>
              <a:buSzPts val="2800"/>
              <a:buNone/>
              <a:defRPr/>
            </a:lvl4pPr>
            <a:lvl5pPr lvl="4" rtl="0" algn="r">
              <a:spcBef>
                <a:spcPts val="0"/>
              </a:spcBef>
              <a:spcAft>
                <a:spcPts val="0"/>
              </a:spcAft>
              <a:buSzPts val="2800"/>
              <a:buNone/>
              <a:defRPr/>
            </a:lvl5pPr>
            <a:lvl6pPr lvl="5" rtl="0" algn="r">
              <a:spcBef>
                <a:spcPts val="0"/>
              </a:spcBef>
              <a:spcAft>
                <a:spcPts val="0"/>
              </a:spcAft>
              <a:buSzPts val="2800"/>
              <a:buNone/>
              <a:defRPr/>
            </a:lvl6pPr>
            <a:lvl7pPr lvl="6" rtl="0" algn="r">
              <a:spcBef>
                <a:spcPts val="0"/>
              </a:spcBef>
              <a:spcAft>
                <a:spcPts val="0"/>
              </a:spcAft>
              <a:buSzPts val="2800"/>
              <a:buNone/>
              <a:defRPr/>
            </a:lvl7pPr>
            <a:lvl8pPr lvl="7" rtl="0" algn="r">
              <a:spcBef>
                <a:spcPts val="0"/>
              </a:spcBef>
              <a:spcAft>
                <a:spcPts val="0"/>
              </a:spcAft>
              <a:buSzPts val="2800"/>
              <a:buNone/>
              <a:defRPr/>
            </a:lvl8pPr>
            <a:lvl9pPr lvl="8" rtl="0" algn="r">
              <a:spcBef>
                <a:spcPts val="0"/>
              </a:spcBef>
              <a:spcAft>
                <a:spcPts val="0"/>
              </a:spcAft>
              <a:buSzPts val="2800"/>
              <a:buNone/>
              <a:defRPr/>
            </a:lvl9pPr>
          </a:lstStyle>
          <a:p/>
        </p:txBody>
      </p:sp>
      <p:sp>
        <p:nvSpPr>
          <p:cNvPr id="315" name="Google Shape;315;p37"/>
          <p:cNvSpPr txBox="1"/>
          <p:nvPr>
            <p:ph idx="4" type="subTitle"/>
          </p:nvPr>
        </p:nvSpPr>
        <p:spPr>
          <a:xfrm>
            <a:off x="600450" y="3988800"/>
            <a:ext cx="2316000" cy="283200"/>
          </a:xfrm>
          <a:prstGeom prst="rect">
            <a:avLst/>
          </a:prstGeom>
        </p:spPr>
        <p:txBody>
          <a:bodyPr anchorCtr="0" anchor="b" bIns="91425" lIns="91425" spcFirstLastPara="1" rIns="91425" wrap="square" tIns="91425">
            <a:normAutofit/>
          </a:bodyPr>
          <a:lstStyle>
            <a:lvl1pPr lvl="0" rtl="0">
              <a:spcBef>
                <a:spcPts val="0"/>
              </a:spcBef>
              <a:spcAft>
                <a:spcPts val="0"/>
              </a:spcAft>
              <a:buClr>
                <a:schemeClr val="dk1"/>
              </a:buClr>
              <a:buSzPts val="1400"/>
              <a:buFont typeface="Space Mono"/>
              <a:buNone/>
              <a:defRPr sz="1400">
                <a:solidFill>
                  <a:schemeClr val="dk1"/>
                </a:solidFill>
                <a:latin typeface="Space Mono"/>
                <a:ea typeface="Space Mono"/>
                <a:cs typeface="Space Mono"/>
                <a:sym typeface="Space Mono"/>
              </a:defRPr>
            </a:lvl1pPr>
            <a:lvl2pPr lvl="1" rtl="0">
              <a:spcBef>
                <a:spcPts val="1000"/>
              </a:spcBef>
              <a:spcAft>
                <a:spcPts val="0"/>
              </a:spcAft>
              <a:buSzPts val="1400"/>
              <a:buNone/>
              <a:defRPr/>
            </a:lvl2pPr>
            <a:lvl3pPr lvl="2" rtl="0">
              <a:spcBef>
                <a:spcPts val="1000"/>
              </a:spcBef>
              <a:spcAft>
                <a:spcPts val="0"/>
              </a:spcAft>
              <a:buSzPts val="1400"/>
              <a:buNone/>
              <a:defRPr/>
            </a:lvl3pPr>
            <a:lvl4pPr lvl="3" rtl="0">
              <a:spcBef>
                <a:spcPts val="1000"/>
              </a:spcBef>
              <a:spcAft>
                <a:spcPts val="0"/>
              </a:spcAft>
              <a:buSzPts val="1400"/>
              <a:buNone/>
              <a:defRPr/>
            </a:lvl4pPr>
            <a:lvl5pPr lvl="4" rtl="0">
              <a:spcBef>
                <a:spcPts val="1000"/>
              </a:spcBef>
              <a:spcAft>
                <a:spcPts val="0"/>
              </a:spcAft>
              <a:buSzPts val="1400"/>
              <a:buNone/>
              <a:defRPr/>
            </a:lvl5pPr>
            <a:lvl6pPr lvl="5" rtl="0">
              <a:spcBef>
                <a:spcPts val="1000"/>
              </a:spcBef>
              <a:spcAft>
                <a:spcPts val="0"/>
              </a:spcAft>
              <a:buSzPts val="1400"/>
              <a:buNone/>
              <a:defRPr/>
            </a:lvl6pPr>
            <a:lvl7pPr lvl="6" rtl="0">
              <a:spcBef>
                <a:spcPts val="1000"/>
              </a:spcBef>
              <a:spcAft>
                <a:spcPts val="0"/>
              </a:spcAft>
              <a:buSzPts val="1400"/>
              <a:buNone/>
              <a:defRPr/>
            </a:lvl7pPr>
            <a:lvl8pPr lvl="7" rtl="0">
              <a:spcBef>
                <a:spcPts val="1000"/>
              </a:spcBef>
              <a:spcAft>
                <a:spcPts val="0"/>
              </a:spcAft>
              <a:buSzPts val="1400"/>
              <a:buNone/>
              <a:defRPr/>
            </a:lvl8pPr>
            <a:lvl9pPr lvl="8" rtl="0">
              <a:spcBef>
                <a:spcPts val="1000"/>
              </a:spcBef>
              <a:spcAft>
                <a:spcPts val="1000"/>
              </a:spcAft>
              <a:buSzPts val="1400"/>
              <a:buNone/>
              <a:defRPr/>
            </a:lvl9pPr>
          </a:lstStyle>
          <a:p/>
        </p:txBody>
      </p:sp>
      <p:sp>
        <p:nvSpPr>
          <p:cNvPr id="316" name="Google Shape;316;p37"/>
          <p:cNvSpPr/>
          <p:nvPr>
            <p:ph idx="5" type="pic"/>
          </p:nvPr>
        </p:nvSpPr>
        <p:spPr>
          <a:xfrm>
            <a:off x="5078100" y="1260950"/>
            <a:ext cx="3611400" cy="3174000"/>
          </a:xfrm>
          <a:prstGeom prst="rect">
            <a:avLst/>
          </a:prstGeom>
          <a:noFill/>
          <a:ln>
            <a:noFill/>
          </a:ln>
        </p:spPr>
      </p:sp>
      <p:cxnSp>
        <p:nvCxnSpPr>
          <p:cNvPr id="317" name="Google Shape;317;p37"/>
          <p:cNvCxnSpPr/>
          <p:nvPr/>
        </p:nvCxnSpPr>
        <p:spPr>
          <a:xfrm>
            <a:off x="599250" y="2847950"/>
            <a:ext cx="3810900" cy="0"/>
          </a:xfrm>
          <a:prstGeom prst="straightConnector1">
            <a:avLst/>
          </a:prstGeom>
          <a:noFill/>
          <a:ln cap="flat" cmpd="sng" w="9525">
            <a:solidFill>
              <a:schemeClr val="dk1"/>
            </a:solidFill>
            <a:prstDash val="solid"/>
            <a:round/>
            <a:headEnd len="med" w="med" type="none"/>
            <a:tailEnd len="med" w="med" type="none"/>
          </a:ln>
        </p:spPr>
      </p:cxnSp>
      <p:pic>
        <p:nvPicPr>
          <p:cNvPr id="318" name="Google Shape;318;p37"/>
          <p:cNvPicPr preferRelativeResize="0"/>
          <p:nvPr/>
        </p:nvPicPr>
        <p:blipFill>
          <a:blip r:embed="rId3">
            <a:alphaModFix/>
          </a:blip>
          <a:stretch>
            <a:fillRect/>
          </a:stretch>
        </p:blipFill>
        <p:spPr>
          <a:xfrm>
            <a:off x="457529" y="4543025"/>
            <a:ext cx="950976" cy="142646"/>
          </a:xfrm>
          <a:prstGeom prst="rect">
            <a:avLst/>
          </a:prstGeom>
          <a:noFill/>
          <a:ln>
            <a:noFill/>
          </a:ln>
        </p:spPr>
      </p:pic>
      <p:sp>
        <p:nvSpPr>
          <p:cNvPr id="319" name="Google Shape;319;p37"/>
          <p:cNvSpPr txBox="1"/>
          <p:nvPr>
            <p:ph idx="12" type="sldNum"/>
          </p:nvPr>
        </p:nvSpPr>
        <p:spPr>
          <a:xfrm>
            <a:off x="8096041" y="4417542"/>
            <a:ext cx="548700" cy="393600"/>
          </a:xfrm>
          <a:prstGeom prst="rect">
            <a:avLst/>
          </a:prstGeom>
        </p:spPr>
        <p:txBody>
          <a:bodyPr anchorCtr="0" anchor="ctr" bIns="91425" lIns="91425" spcFirstLastPara="1" rIns="91425" wrap="square" tIns="91425">
            <a:normAutofit/>
          </a:bodyPr>
          <a:lstStyle>
            <a:lvl1pPr lvl="0" rtl="0">
              <a:buNone/>
              <a:defRPr>
                <a:solidFill>
                  <a:schemeClr val="lt1"/>
                </a:solidFill>
                <a:latin typeface="Inter"/>
                <a:ea typeface="Inter"/>
                <a:cs typeface="Inter"/>
                <a:sym typeface="Inter"/>
              </a:defRPr>
            </a:lvl1pPr>
            <a:lvl2pPr lvl="1" rtl="0">
              <a:buNone/>
              <a:defRPr>
                <a:solidFill>
                  <a:schemeClr val="lt1"/>
                </a:solidFill>
                <a:latin typeface="Inter"/>
                <a:ea typeface="Inter"/>
                <a:cs typeface="Inter"/>
                <a:sym typeface="Inter"/>
              </a:defRPr>
            </a:lvl2pPr>
            <a:lvl3pPr lvl="2" rtl="0">
              <a:buNone/>
              <a:defRPr>
                <a:solidFill>
                  <a:schemeClr val="lt1"/>
                </a:solidFill>
                <a:latin typeface="Inter"/>
                <a:ea typeface="Inter"/>
                <a:cs typeface="Inter"/>
                <a:sym typeface="Inter"/>
              </a:defRPr>
            </a:lvl3pPr>
            <a:lvl4pPr lvl="3" rtl="0">
              <a:buNone/>
              <a:defRPr>
                <a:solidFill>
                  <a:schemeClr val="lt1"/>
                </a:solidFill>
                <a:latin typeface="Inter"/>
                <a:ea typeface="Inter"/>
                <a:cs typeface="Inter"/>
                <a:sym typeface="Inter"/>
              </a:defRPr>
            </a:lvl4pPr>
            <a:lvl5pPr lvl="4" rtl="0">
              <a:buNone/>
              <a:defRPr>
                <a:solidFill>
                  <a:schemeClr val="lt1"/>
                </a:solidFill>
                <a:latin typeface="Inter"/>
                <a:ea typeface="Inter"/>
                <a:cs typeface="Inter"/>
                <a:sym typeface="Inter"/>
              </a:defRPr>
            </a:lvl5pPr>
            <a:lvl6pPr lvl="5" rtl="0">
              <a:buNone/>
              <a:defRPr>
                <a:solidFill>
                  <a:schemeClr val="lt1"/>
                </a:solidFill>
                <a:latin typeface="Inter"/>
                <a:ea typeface="Inter"/>
                <a:cs typeface="Inter"/>
                <a:sym typeface="Inter"/>
              </a:defRPr>
            </a:lvl6pPr>
            <a:lvl7pPr lvl="6" rtl="0">
              <a:buNone/>
              <a:defRPr>
                <a:solidFill>
                  <a:schemeClr val="lt1"/>
                </a:solidFill>
                <a:latin typeface="Inter"/>
                <a:ea typeface="Inter"/>
                <a:cs typeface="Inter"/>
                <a:sym typeface="Inter"/>
              </a:defRPr>
            </a:lvl7pPr>
            <a:lvl8pPr lvl="7" rtl="0">
              <a:buNone/>
              <a:defRPr>
                <a:solidFill>
                  <a:schemeClr val="lt1"/>
                </a:solidFill>
                <a:latin typeface="Inter"/>
                <a:ea typeface="Inter"/>
                <a:cs typeface="Inter"/>
                <a:sym typeface="Inter"/>
              </a:defRPr>
            </a:lvl8pPr>
            <a:lvl9pPr lvl="8" rtl="0">
              <a:buNone/>
              <a:defRPr>
                <a:solidFill>
                  <a:schemeClr val="lt1"/>
                </a:solidFill>
                <a:latin typeface="Inter"/>
                <a:ea typeface="Inter"/>
                <a:cs typeface="Inter"/>
                <a:sym typeface="Inter"/>
              </a:defRPr>
            </a:lvl9pPr>
          </a:lstStyle>
          <a:p>
            <a:pPr indent="0" lvl="0" marL="0" rtl="0" algn="r">
              <a:spcBef>
                <a:spcPts val="0"/>
              </a:spcBef>
              <a:spcAft>
                <a:spcPts val="0"/>
              </a:spcAft>
              <a:buNone/>
            </a:pPr>
            <a:fld id="{00000000-1234-1234-1234-123412341234}" type="slidenum">
              <a:rPr lang="en"/>
              <a:t>‹#›</a:t>
            </a:fld>
            <a:endParaRPr/>
          </a:p>
        </p:txBody>
      </p:sp>
      <p:sp>
        <p:nvSpPr>
          <p:cNvPr id="320" name="Google Shape;320;p37"/>
          <p:cNvSpPr txBox="1"/>
          <p:nvPr>
            <p:ph idx="6" type="sldNum"/>
          </p:nvPr>
        </p:nvSpPr>
        <p:spPr>
          <a:xfrm>
            <a:off x="8474304" y="4417550"/>
            <a:ext cx="281700" cy="393600"/>
          </a:xfrm>
          <a:prstGeom prst="rect">
            <a:avLst/>
          </a:prstGeom>
        </p:spPr>
        <p:txBody>
          <a:bodyPr anchorCtr="0" anchor="ctr" bIns="91425" lIns="91425" spcFirstLastPara="1" rIns="91425" wrap="square" tIns="91425">
            <a:normAutofit/>
          </a:bodyPr>
          <a:lstStyle>
            <a:lvl1pPr lvl="0" rtl="0" algn="l">
              <a:buNone/>
              <a:defRPr sz="1108">
                <a:solidFill>
                  <a:srgbClr val="666666"/>
                </a:solidFill>
                <a:latin typeface="Inter"/>
                <a:ea typeface="Inter"/>
                <a:cs typeface="Inter"/>
                <a:sym typeface="Inter"/>
              </a:defRPr>
            </a:lvl1pPr>
            <a:lvl2pPr lvl="1" rtl="0" algn="l">
              <a:buNone/>
              <a:defRPr sz="1108">
                <a:solidFill>
                  <a:srgbClr val="666666"/>
                </a:solidFill>
                <a:latin typeface="Inter"/>
                <a:ea typeface="Inter"/>
                <a:cs typeface="Inter"/>
                <a:sym typeface="Inter"/>
              </a:defRPr>
            </a:lvl2pPr>
            <a:lvl3pPr lvl="2" rtl="0" algn="l">
              <a:buNone/>
              <a:defRPr sz="1108">
                <a:solidFill>
                  <a:srgbClr val="666666"/>
                </a:solidFill>
                <a:latin typeface="Inter"/>
                <a:ea typeface="Inter"/>
                <a:cs typeface="Inter"/>
                <a:sym typeface="Inter"/>
              </a:defRPr>
            </a:lvl3pPr>
            <a:lvl4pPr lvl="3" rtl="0" algn="l">
              <a:buNone/>
              <a:defRPr sz="1108">
                <a:solidFill>
                  <a:srgbClr val="666666"/>
                </a:solidFill>
                <a:latin typeface="Inter"/>
                <a:ea typeface="Inter"/>
                <a:cs typeface="Inter"/>
                <a:sym typeface="Inter"/>
              </a:defRPr>
            </a:lvl4pPr>
            <a:lvl5pPr lvl="4" rtl="0" algn="l">
              <a:buNone/>
              <a:defRPr sz="1108">
                <a:solidFill>
                  <a:srgbClr val="666666"/>
                </a:solidFill>
                <a:latin typeface="Inter"/>
                <a:ea typeface="Inter"/>
                <a:cs typeface="Inter"/>
                <a:sym typeface="Inter"/>
              </a:defRPr>
            </a:lvl5pPr>
            <a:lvl6pPr lvl="5" rtl="0" algn="l">
              <a:buNone/>
              <a:defRPr sz="1108">
                <a:solidFill>
                  <a:srgbClr val="666666"/>
                </a:solidFill>
                <a:latin typeface="Inter"/>
                <a:ea typeface="Inter"/>
                <a:cs typeface="Inter"/>
                <a:sym typeface="Inter"/>
              </a:defRPr>
            </a:lvl6pPr>
            <a:lvl7pPr lvl="6" rtl="0" algn="l">
              <a:buNone/>
              <a:defRPr sz="1108">
                <a:solidFill>
                  <a:srgbClr val="666666"/>
                </a:solidFill>
                <a:latin typeface="Inter"/>
                <a:ea typeface="Inter"/>
                <a:cs typeface="Inter"/>
                <a:sym typeface="Inter"/>
              </a:defRPr>
            </a:lvl7pPr>
            <a:lvl8pPr lvl="7" rtl="0" algn="l">
              <a:buNone/>
              <a:defRPr sz="1108">
                <a:solidFill>
                  <a:srgbClr val="666666"/>
                </a:solidFill>
                <a:latin typeface="Inter"/>
                <a:ea typeface="Inter"/>
                <a:cs typeface="Inter"/>
                <a:sym typeface="Inter"/>
              </a:defRPr>
            </a:lvl8pPr>
            <a:lvl9pPr lvl="8" rtl="0" algn="l">
              <a:buNone/>
              <a:defRPr sz="1108">
                <a:solidFill>
                  <a:srgbClr val="666666"/>
                </a:solidFill>
                <a:latin typeface="Inter"/>
                <a:ea typeface="Inter"/>
                <a:cs typeface="Inter"/>
                <a:sym typeface="Inter"/>
              </a:defRPr>
            </a:lvl9pPr>
          </a:lstStyle>
          <a:p>
            <a:pPr indent="0" lvl="0" marL="0" rtl="0" algn="l">
              <a:spcBef>
                <a:spcPts val="0"/>
              </a:spcBef>
              <a:spcAft>
                <a:spcPts val="0"/>
              </a:spcAft>
              <a:buNone/>
            </a:pPr>
            <a:r>
              <a:rPr lang="en"/>
              <a:t xml:space="preserve"> /</a:t>
            </a:r>
            <a:endParaRPr/>
          </a:p>
        </p:txBody>
      </p:sp>
    </p:spTree>
  </p:cSld>
  <p:clrMapOvr>
    <a:masterClrMapping/>
  </p:clrMapOvr>
</p:sldLayout>
</file>

<file path=ppt/slideLayouts/slideLayout3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bg>
      <p:bgPr>
        <a:solidFill>
          <a:schemeClr val="dk1"/>
        </a:solidFill>
      </p:bgPr>
    </p:bg>
    <p:spTree>
      <p:nvGrpSpPr>
        <p:cNvPr id="321" name="Shape 321"/>
        <p:cNvGrpSpPr/>
        <p:nvPr/>
      </p:nvGrpSpPr>
      <p:grpSpPr>
        <a:xfrm>
          <a:off x="0" y="0"/>
          <a:ext cx="0" cy="0"/>
          <a:chOff x="0" y="0"/>
          <a:chExt cx="0" cy="0"/>
        </a:xfrm>
      </p:grpSpPr>
      <p:pic>
        <p:nvPicPr>
          <p:cNvPr id="322" name="Google Shape;322;p38"/>
          <p:cNvPicPr preferRelativeResize="0"/>
          <p:nvPr/>
        </p:nvPicPr>
        <p:blipFill>
          <a:blip r:embed="rId2">
            <a:alphaModFix/>
          </a:blip>
          <a:stretch>
            <a:fillRect/>
          </a:stretch>
        </p:blipFill>
        <p:spPr>
          <a:xfrm>
            <a:off x="-762396" y="0"/>
            <a:ext cx="548700" cy="2288640"/>
          </a:xfrm>
          <a:prstGeom prst="rect">
            <a:avLst/>
          </a:prstGeom>
          <a:noFill/>
          <a:ln>
            <a:noFill/>
          </a:ln>
        </p:spPr>
      </p:pic>
      <p:pic>
        <p:nvPicPr>
          <p:cNvPr id="323" name="Google Shape;323;p38"/>
          <p:cNvPicPr preferRelativeResize="0"/>
          <p:nvPr/>
        </p:nvPicPr>
        <p:blipFill>
          <a:blip r:embed="rId3">
            <a:alphaModFix/>
          </a:blip>
          <a:stretch>
            <a:fillRect/>
          </a:stretch>
        </p:blipFill>
        <p:spPr>
          <a:xfrm>
            <a:off x="457529" y="4543025"/>
            <a:ext cx="950976" cy="142646"/>
          </a:xfrm>
          <a:prstGeom prst="rect">
            <a:avLst/>
          </a:prstGeom>
          <a:noFill/>
          <a:ln>
            <a:noFill/>
          </a:ln>
        </p:spPr>
      </p:pic>
      <p:sp>
        <p:nvSpPr>
          <p:cNvPr id="324" name="Google Shape;324;p38"/>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lt1"/>
              </a:buClr>
              <a:buSzPts val="3200"/>
              <a:buFont typeface="Inter ExtraBold"/>
              <a:buNone/>
              <a:defRPr sz="3200">
                <a:solidFill>
                  <a:schemeClr val="lt1"/>
                </a:solidFill>
                <a:latin typeface="Inter ExtraBold"/>
                <a:ea typeface="Inter ExtraBold"/>
                <a:cs typeface="Inter ExtraBold"/>
                <a:sym typeface="Inter ExtraBold"/>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p:txBody>
      </p:sp>
      <p:sp>
        <p:nvSpPr>
          <p:cNvPr id="325" name="Google Shape;325;p38"/>
          <p:cNvSpPr txBox="1"/>
          <p:nvPr>
            <p:ph idx="1" type="subTitle"/>
          </p:nvPr>
        </p:nvSpPr>
        <p:spPr>
          <a:xfrm>
            <a:off x="311700" y="1051825"/>
            <a:ext cx="8520600" cy="5727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lt1"/>
              </a:buClr>
              <a:buSzPts val="1800"/>
              <a:buNone/>
              <a:defRPr>
                <a:solidFill>
                  <a:schemeClr val="lt1"/>
                </a:solidFill>
              </a:defRPr>
            </a:lvl1pPr>
            <a:lvl2pPr lvl="1" rtl="0">
              <a:spcBef>
                <a:spcPts val="1000"/>
              </a:spcBef>
              <a:spcAft>
                <a:spcPts val="0"/>
              </a:spcAft>
              <a:buSzPts val="1400"/>
              <a:buNone/>
              <a:defRPr/>
            </a:lvl2pPr>
            <a:lvl3pPr lvl="2" rtl="0">
              <a:spcBef>
                <a:spcPts val="1000"/>
              </a:spcBef>
              <a:spcAft>
                <a:spcPts val="0"/>
              </a:spcAft>
              <a:buSzPts val="1400"/>
              <a:buNone/>
              <a:defRPr/>
            </a:lvl3pPr>
            <a:lvl4pPr lvl="3" rtl="0">
              <a:spcBef>
                <a:spcPts val="1000"/>
              </a:spcBef>
              <a:spcAft>
                <a:spcPts val="0"/>
              </a:spcAft>
              <a:buSzPts val="1400"/>
              <a:buNone/>
              <a:defRPr/>
            </a:lvl4pPr>
            <a:lvl5pPr lvl="4" rtl="0">
              <a:spcBef>
                <a:spcPts val="1000"/>
              </a:spcBef>
              <a:spcAft>
                <a:spcPts val="0"/>
              </a:spcAft>
              <a:buSzPts val="1400"/>
              <a:buNone/>
              <a:defRPr/>
            </a:lvl5pPr>
            <a:lvl6pPr lvl="5" rtl="0">
              <a:spcBef>
                <a:spcPts val="1000"/>
              </a:spcBef>
              <a:spcAft>
                <a:spcPts val="0"/>
              </a:spcAft>
              <a:buSzPts val="1400"/>
              <a:buNone/>
              <a:defRPr/>
            </a:lvl6pPr>
            <a:lvl7pPr lvl="6" rtl="0">
              <a:spcBef>
                <a:spcPts val="1000"/>
              </a:spcBef>
              <a:spcAft>
                <a:spcPts val="0"/>
              </a:spcAft>
              <a:buSzPts val="1400"/>
              <a:buNone/>
              <a:defRPr/>
            </a:lvl7pPr>
            <a:lvl8pPr lvl="7" rtl="0">
              <a:spcBef>
                <a:spcPts val="1000"/>
              </a:spcBef>
              <a:spcAft>
                <a:spcPts val="0"/>
              </a:spcAft>
              <a:buSzPts val="1400"/>
              <a:buNone/>
              <a:defRPr/>
            </a:lvl8pPr>
            <a:lvl9pPr lvl="8" rtl="0">
              <a:spcBef>
                <a:spcPts val="1000"/>
              </a:spcBef>
              <a:spcAft>
                <a:spcPts val="1000"/>
              </a:spcAft>
              <a:buSzPts val="1400"/>
              <a:buNone/>
              <a:defRPr/>
            </a:lvl9pPr>
          </a:lstStyle>
          <a:p/>
        </p:txBody>
      </p:sp>
      <p:pic>
        <p:nvPicPr>
          <p:cNvPr id="326" name="Google Shape;326;p38"/>
          <p:cNvPicPr preferRelativeResize="0"/>
          <p:nvPr/>
        </p:nvPicPr>
        <p:blipFill>
          <a:blip r:embed="rId4">
            <a:alphaModFix/>
          </a:blip>
          <a:stretch>
            <a:fillRect/>
          </a:stretch>
        </p:blipFill>
        <p:spPr>
          <a:xfrm>
            <a:off x="457531" y="1522850"/>
            <a:ext cx="3321314" cy="3214174"/>
          </a:xfrm>
          <a:prstGeom prst="rect">
            <a:avLst/>
          </a:prstGeom>
          <a:noFill/>
          <a:ln>
            <a:noFill/>
          </a:ln>
        </p:spPr>
      </p:pic>
      <p:sp>
        <p:nvSpPr>
          <p:cNvPr id="327" name="Google Shape;327;p38"/>
          <p:cNvSpPr/>
          <p:nvPr>
            <p:ph idx="2" type="pic"/>
          </p:nvPr>
        </p:nvSpPr>
        <p:spPr>
          <a:xfrm>
            <a:off x="553351" y="1658623"/>
            <a:ext cx="315900" cy="315900"/>
          </a:xfrm>
          <a:prstGeom prst="rect">
            <a:avLst/>
          </a:prstGeom>
          <a:noFill/>
          <a:ln>
            <a:noFill/>
          </a:ln>
        </p:spPr>
      </p:sp>
      <p:sp>
        <p:nvSpPr>
          <p:cNvPr id="328" name="Google Shape;328;p38"/>
          <p:cNvSpPr txBox="1"/>
          <p:nvPr>
            <p:ph idx="3" type="body"/>
          </p:nvPr>
        </p:nvSpPr>
        <p:spPr>
          <a:xfrm>
            <a:off x="553400" y="2411050"/>
            <a:ext cx="3094800" cy="2132100"/>
          </a:xfrm>
          <a:prstGeom prst="rect">
            <a:avLst/>
          </a:prstGeom>
        </p:spPr>
        <p:txBody>
          <a:bodyPr anchorCtr="0" anchor="t" bIns="91425" lIns="91425" spcFirstLastPara="1" rIns="91425" wrap="square" tIns="91425">
            <a:normAutofit/>
          </a:bodyPr>
          <a:lstStyle>
            <a:lvl1pPr indent="-298450" lvl="0" marL="457200" rtl="0">
              <a:spcBef>
                <a:spcPts val="0"/>
              </a:spcBef>
              <a:spcAft>
                <a:spcPts val="0"/>
              </a:spcAft>
              <a:buClr>
                <a:schemeClr val="lt1"/>
              </a:buClr>
              <a:buSzPts val="1100"/>
              <a:buChar char="●"/>
              <a:defRPr sz="1100">
                <a:solidFill>
                  <a:schemeClr val="lt1"/>
                </a:solidFill>
              </a:defRPr>
            </a:lvl1pPr>
            <a:lvl2pPr indent="-298450" lvl="1" marL="914400" rtl="0">
              <a:spcBef>
                <a:spcPts val="1000"/>
              </a:spcBef>
              <a:spcAft>
                <a:spcPts val="0"/>
              </a:spcAft>
              <a:buClr>
                <a:schemeClr val="lt1"/>
              </a:buClr>
              <a:buSzPts val="1100"/>
              <a:buChar char="○"/>
              <a:defRPr sz="1100">
                <a:solidFill>
                  <a:schemeClr val="lt1"/>
                </a:solidFill>
              </a:defRPr>
            </a:lvl2pPr>
            <a:lvl3pPr indent="-298450" lvl="2" marL="1371600" rtl="0">
              <a:spcBef>
                <a:spcPts val="1000"/>
              </a:spcBef>
              <a:spcAft>
                <a:spcPts val="0"/>
              </a:spcAft>
              <a:buClr>
                <a:schemeClr val="lt1"/>
              </a:buClr>
              <a:buSzPts val="1100"/>
              <a:buChar char="■"/>
              <a:defRPr sz="1100">
                <a:solidFill>
                  <a:schemeClr val="lt1"/>
                </a:solidFill>
              </a:defRPr>
            </a:lvl3pPr>
            <a:lvl4pPr indent="-298450" lvl="3" marL="1828800" rtl="0">
              <a:spcBef>
                <a:spcPts val="1000"/>
              </a:spcBef>
              <a:spcAft>
                <a:spcPts val="0"/>
              </a:spcAft>
              <a:buClr>
                <a:schemeClr val="lt1"/>
              </a:buClr>
              <a:buSzPts val="1100"/>
              <a:buChar char="●"/>
              <a:defRPr sz="1100">
                <a:solidFill>
                  <a:schemeClr val="lt1"/>
                </a:solidFill>
              </a:defRPr>
            </a:lvl4pPr>
            <a:lvl5pPr indent="-298450" lvl="4" marL="2286000" rtl="0">
              <a:spcBef>
                <a:spcPts val="1000"/>
              </a:spcBef>
              <a:spcAft>
                <a:spcPts val="0"/>
              </a:spcAft>
              <a:buClr>
                <a:schemeClr val="lt1"/>
              </a:buClr>
              <a:buSzPts val="1100"/>
              <a:buChar char="○"/>
              <a:defRPr sz="1100">
                <a:solidFill>
                  <a:schemeClr val="lt1"/>
                </a:solidFill>
              </a:defRPr>
            </a:lvl5pPr>
            <a:lvl6pPr indent="-298450" lvl="5" marL="2743200" rtl="0">
              <a:spcBef>
                <a:spcPts val="1000"/>
              </a:spcBef>
              <a:spcAft>
                <a:spcPts val="0"/>
              </a:spcAft>
              <a:buClr>
                <a:schemeClr val="lt1"/>
              </a:buClr>
              <a:buSzPts val="1100"/>
              <a:buChar char="■"/>
              <a:defRPr sz="1100">
                <a:solidFill>
                  <a:schemeClr val="lt1"/>
                </a:solidFill>
              </a:defRPr>
            </a:lvl6pPr>
            <a:lvl7pPr indent="-298450" lvl="6" marL="3200400" rtl="0">
              <a:spcBef>
                <a:spcPts val="1000"/>
              </a:spcBef>
              <a:spcAft>
                <a:spcPts val="0"/>
              </a:spcAft>
              <a:buClr>
                <a:schemeClr val="lt1"/>
              </a:buClr>
              <a:buSzPts val="1100"/>
              <a:buChar char="●"/>
              <a:defRPr sz="1100">
                <a:solidFill>
                  <a:schemeClr val="lt1"/>
                </a:solidFill>
              </a:defRPr>
            </a:lvl7pPr>
            <a:lvl8pPr indent="-298450" lvl="7" marL="3657600" rtl="0">
              <a:spcBef>
                <a:spcPts val="1000"/>
              </a:spcBef>
              <a:spcAft>
                <a:spcPts val="0"/>
              </a:spcAft>
              <a:buClr>
                <a:schemeClr val="lt1"/>
              </a:buClr>
              <a:buSzPts val="1100"/>
              <a:buChar char="○"/>
              <a:defRPr sz="1100">
                <a:solidFill>
                  <a:schemeClr val="lt1"/>
                </a:solidFill>
              </a:defRPr>
            </a:lvl8pPr>
            <a:lvl9pPr indent="-298450" lvl="8" marL="4114800" rtl="0">
              <a:spcBef>
                <a:spcPts val="1000"/>
              </a:spcBef>
              <a:spcAft>
                <a:spcPts val="1000"/>
              </a:spcAft>
              <a:buClr>
                <a:schemeClr val="lt1"/>
              </a:buClr>
              <a:buSzPts val="1100"/>
              <a:buChar char="■"/>
              <a:defRPr sz="1100">
                <a:solidFill>
                  <a:schemeClr val="lt1"/>
                </a:solidFill>
              </a:defRPr>
            </a:lvl9pPr>
          </a:lstStyle>
          <a:p/>
        </p:txBody>
      </p:sp>
      <p:sp>
        <p:nvSpPr>
          <p:cNvPr id="329" name="Google Shape;329;p38"/>
          <p:cNvSpPr txBox="1"/>
          <p:nvPr>
            <p:ph idx="4" type="subTitle"/>
          </p:nvPr>
        </p:nvSpPr>
        <p:spPr>
          <a:xfrm>
            <a:off x="553350" y="2013375"/>
            <a:ext cx="3094800" cy="386100"/>
          </a:xfrm>
          <a:prstGeom prst="rect">
            <a:avLst/>
          </a:prstGeom>
        </p:spPr>
        <p:txBody>
          <a:bodyPr anchorCtr="0" anchor="b" bIns="91425" lIns="91425" spcFirstLastPara="1" rIns="91425" wrap="square" tIns="91425">
            <a:normAutofit/>
          </a:bodyPr>
          <a:lstStyle>
            <a:lvl1pPr lvl="0" rtl="0">
              <a:spcBef>
                <a:spcPts val="0"/>
              </a:spcBef>
              <a:spcAft>
                <a:spcPts val="0"/>
              </a:spcAft>
              <a:buClr>
                <a:schemeClr val="lt1"/>
              </a:buClr>
              <a:buSzPts val="1600"/>
              <a:buFont typeface="Inter Medium"/>
              <a:buNone/>
              <a:defRPr sz="1600">
                <a:solidFill>
                  <a:schemeClr val="lt1"/>
                </a:solidFill>
                <a:latin typeface="Inter Medium"/>
                <a:ea typeface="Inter Medium"/>
                <a:cs typeface="Inter Medium"/>
                <a:sym typeface="Inter Medium"/>
              </a:defRPr>
            </a:lvl1pPr>
            <a:lvl2pPr lvl="1" rtl="0">
              <a:spcBef>
                <a:spcPts val="100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2pPr>
            <a:lvl3pPr lvl="2" rtl="0">
              <a:spcBef>
                <a:spcPts val="100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3pPr>
            <a:lvl4pPr lvl="3" rtl="0">
              <a:spcBef>
                <a:spcPts val="100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4pPr>
            <a:lvl5pPr lvl="4" rtl="0">
              <a:spcBef>
                <a:spcPts val="100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5pPr>
            <a:lvl6pPr lvl="5" rtl="0">
              <a:spcBef>
                <a:spcPts val="100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6pPr>
            <a:lvl7pPr lvl="6" rtl="0">
              <a:spcBef>
                <a:spcPts val="100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7pPr>
            <a:lvl8pPr lvl="7" rtl="0">
              <a:spcBef>
                <a:spcPts val="100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8pPr>
            <a:lvl9pPr lvl="8" rtl="0">
              <a:spcBef>
                <a:spcPts val="1000"/>
              </a:spcBef>
              <a:spcAft>
                <a:spcPts val="1000"/>
              </a:spcAft>
              <a:buClr>
                <a:schemeClr val="lt1"/>
              </a:buClr>
              <a:buSzPts val="1400"/>
              <a:buFont typeface="Inter Medium"/>
              <a:buNone/>
              <a:defRPr>
                <a:solidFill>
                  <a:schemeClr val="lt1"/>
                </a:solidFill>
                <a:latin typeface="Inter Medium"/>
                <a:ea typeface="Inter Medium"/>
                <a:cs typeface="Inter Medium"/>
                <a:sym typeface="Inter Medium"/>
              </a:defRPr>
            </a:lvl9pPr>
          </a:lstStyle>
          <a:p/>
        </p:txBody>
      </p:sp>
      <p:pic>
        <p:nvPicPr>
          <p:cNvPr id="330" name="Google Shape;330;p38"/>
          <p:cNvPicPr preferRelativeResize="0"/>
          <p:nvPr/>
        </p:nvPicPr>
        <p:blipFill>
          <a:blip r:embed="rId4">
            <a:alphaModFix/>
          </a:blip>
          <a:stretch>
            <a:fillRect/>
          </a:stretch>
        </p:blipFill>
        <p:spPr>
          <a:xfrm>
            <a:off x="4172281" y="1522850"/>
            <a:ext cx="3321314" cy="3214174"/>
          </a:xfrm>
          <a:prstGeom prst="rect">
            <a:avLst/>
          </a:prstGeom>
          <a:noFill/>
          <a:ln>
            <a:noFill/>
          </a:ln>
        </p:spPr>
      </p:pic>
      <p:sp>
        <p:nvSpPr>
          <p:cNvPr id="331" name="Google Shape;331;p38"/>
          <p:cNvSpPr/>
          <p:nvPr>
            <p:ph idx="5" type="pic"/>
          </p:nvPr>
        </p:nvSpPr>
        <p:spPr>
          <a:xfrm>
            <a:off x="4268101" y="1658623"/>
            <a:ext cx="315900" cy="315900"/>
          </a:xfrm>
          <a:prstGeom prst="rect">
            <a:avLst/>
          </a:prstGeom>
          <a:noFill/>
          <a:ln>
            <a:noFill/>
          </a:ln>
        </p:spPr>
      </p:sp>
      <p:sp>
        <p:nvSpPr>
          <p:cNvPr id="332" name="Google Shape;332;p38"/>
          <p:cNvSpPr txBox="1"/>
          <p:nvPr>
            <p:ph idx="6" type="body"/>
          </p:nvPr>
        </p:nvSpPr>
        <p:spPr>
          <a:xfrm>
            <a:off x="4268150" y="2411050"/>
            <a:ext cx="3094800" cy="2132100"/>
          </a:xfrm>
          <a:prstGeom prst="rect">
            <a:avLst/>
          </a:prstGeom>
        </p:spPr>
        <p:txBody>
          <a:bodyPr anchorCtr="0" anchor="t" bIns="91425" lIns="91425" spcFirstLastPara="1" rIns="91425" wrap="square" tIns="91425">
            <a:normAutofit/>
          </a:bodyPr>
          <a:lstStyle>
            <a:lvl1pPr indent="-298450" lvl="0" marL="457200" rtl="0">
              <a:spcBef>
                <a:spcPts val="0"/>
              </a:spcBef>
              <a:spcAft>
                <a:spcPts val="0"/>
              </a:spcAft>
              <a:buClr>
                <a:schemeClr val="lt1"/>
              </a:buClr>
              <a:buSzPts val="1100"/>
              <a:buChar char="●"/>
              <a:defRPr sz="1100">
                <a:solidFill>
                  <a:schemeClr val="lt1"/>
                </a:solidFill>
              </a:defRPr>
            </a:lvl1pPr>
            <a:lvl2pPr indent="-298450" lvl="1" marL="914400" rtl="0">
              <a:spcBef>
                <a:spcPts val="1000"/>
              </a:spcBef>
              <a:spcAft>
                <a:spcPts val="0"/>
              </a:spcAft>
              <a:buClr>
                <a:schemeClr val="lt1"/>
              </a:buClr>
              <a:buSzPts val="1100"/>
              <a:buChar char="○"/>
              <a:defRPr sz="1100">
                <a:solidFill>
                  <a:schemeClr val="lt1"/>
                </a:solidFill>
              </a:defRPr>
            </a:lvl2pPr>
            <a:lvl3pPr indent="-298450" lvl="2" marL="1371600" rtl="0">
              <a:spcBef>
                <a:spcPts val="1000"/>
              </a:spcBef>
              <a:spcAft>
                <a:spcPts val="0"/>
              </a:spcAft>
              <a:buClr>
                <a:schemeClr val="lt1"/>
              </a:buClr>
              <a:buSzPts val="1100"/>
              <a:buChar char="■"/>
              <a:defRPr sz="1100">
                <a:solidFill>
                  <a:schemeClr val="lt1"/>
                </a:solidFill>
              </a:defRPr>
            </a:lvl3pPr>
            <a:lvl4pPr indent="-298450" lvl="3" marL="1828800" rtl="0">
              <a:spcBef>
                <a:spcPts val="1000"/>
              </a:spcBef>
              <a:spcAft>
                <a:spcPts val="0"/>
              </a:spcAft>
              <a:buClr>
                <a:schemeClr val="lt1"/>
              </a:buClr>
              <a:buSzPts val="1100"/>
              <a:buChar char="●"/>
              <a:defRPr sz="1100">
                <a:solidFill>
                  <a:schemeClr val="lt1"/>
                </a:solidFill>
              </a:defRPr>
            </a:lvl4pPr>
            <a:lvl5pPr indent="-298450" lvl="4" marL="2286000" rtl="0">
              <a:spcBef>
                <a:spcPts val="1000"/>
              </a:spcBef>
              <a:spcAft>
                <a:spcPts val="0"/>
              </a:spcAft>
              <a:buClr>
                <a:schemeClr val="lt1"/>
              </a:buClr>
              <a:buSzPts val="1100"/>
              <a:buChar char="○"/>
              <a:defRPr sz="1100">
                <a:solidFill>
                  <a:schemeClr val="lt1"/>
                </a:solidFill>
              </a:defRPr>
            </a:lvl5pPr>
            <a:lvl6pPr indent="-298450" lvl="5" marL="2743200" rtl="0">
              <a:spcBef>
                <a:spcPts val="1000"/>
              </a:spcBef>
              <a:spcAft>
                <a:spcPts val="0"/>
              </a:spcAft>
              <a:buClr>
                <a:schemeClr val="lt1"/>
              </a:buClr>
              <a:buSzPts val="1100"/>
              <a:buChar char="■"/>
              <a:defRPr sz="1100">
                <a:solidFill>
                  <a:schemeClr val="lt1"/>
                </a:solidFill>
              </a:defRPr>
            </a:lvl6pPr>
            <a:lvl7pPr indent="-298450" lvl="6" marL="3200400" rtl="0">
              <a:spcBef>
                <a:spcPts val="1000"/>
              </a:spcBef>
              <a:spcAft>
                <a:spcPts val="0"/>
              </a:spcAft>
              <a:buClr>
                <a:schemeClr val="lt1"/>
              </a:buClr>
              <a:buSzPts val="1100"/>
              <a:buChar char="●"/>
              <a:defRPr sz="1100">
                <a:solidFill>
                  <a:schemeClr val="lt1"/>
                </a:solidFill>
              </a:defRPr>
            </a:lvl7pPr>
            <a:lvl8pPr indent="-298450" lvl="7" marL="3657600" rtl="0">
              <a:spcBef>
                <a:spcPts val="1000"/>
              </a:spcBef>
              <a:spcAft>
                <a:spcPts val="0"/>
              </a:spcAft>
              <a:buClr>
                <a:schemeClr val="lt1"/>
              </a:buClr>
              <a:buSzPts val="1100"/>
              <a:buChar char="○"/>
              <a:defRPr sz="1100">
                <a:solidFill>
                  <a:schemeClr val="lt1"/>
                </a:solidFill>
              </a:defRPr>
            </a:lvl8pPr>
            <a:lvl9pPr indent="-298450" lvl="8" marL="4114800" rtl="0">
              <a:spcBef>
                <a:spcPts val="1000"/>
              </a:spcBef>
              <a:spcAft>
                <a:spcPts val="1000"/>
              </a:spcAft>
              <a:buClr>
                <a:schemeClr val="lt1"/>
              </a:buClr>
              <a:buSzPts val="1100"/>
              <a:buChar char="■"/>
              <a:defRPr sz="1100">
                <a:solidFill>
                  <a:schemeClr val="lt1"/>
                </a:solidFill>
              </a:defRPr>
            </a:lvl9pPr>
          </a:lstStyle>
          <a:p/>
        </p:txBody>
      </p:sp>
      <p:sp>
        <p:nvSpPr>
          <p:cNvPr id="333" name="Google Shape;333;p38"/>
          <p:cNvSpPr txBox="1"/>
          <p:nvPr>
            <p:ph idx="7" type="subTitle"/>
          </p:nvPr>
        </p:nvSpPr>
        <p:spPr>
          <a:xfrm>
            <a:off x="4268100" y="2013375"/>
            <a:ext cx="3094800" cy="386100"/>
          </a:xfrm>
          <a:prstGeom prst="rect">
            <a:avLst/>
          </a:prstGeom>
        </p:spPr>
        <p:txBody>
          <a:bodyPr anchorCtr="0" anchor="b" bIns="91425" lIns="91425" spcFirstLastPara="1" rIns="91425" wrap="square" tIns="91425">
            <a:normAutofit/>
          </a:bodyPr>
          <a:lstStyle>
            <a:lvl1pPr lvl="0" rtl="0">
              <a:spcBef>
                <a:spcPts val="0"/>
              </a:spcBef>
              <a:spcAft>
                <a:spcPts val="0"/>
              </a:spcAft>
              <a:buClr>
                <a:schemeClr val="lt1"/>
              </a:buClr>
              <a:buSzPts val="1600"/>
              <a:buFont typeface="Inter Medium"/>
              <a:buNone/>
              <a:defRPr sz="1600">
                <a:solidFill>
                  <a:schemeClr val="lt1"/>
                </a:solidFill>
                <a:latin typeface="Inter Medium"/>
                <a:ea typeface="Inter Medium"/>
                <a:cs typeface="Inter Medium"/>
                <a:sym typeface="Inter Medium"/>
              </a:defRPr>
            </a:lvl1pPr>
            <a:lvl2pPr lvl="1" rtl="0">
              <a:spcBef>
                <a:spcPts val="100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2pPr>
            <a:lvl3pPr lvl="2" rtl="0">
              <a:spcBef>
                <a:spcPts val="100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3pPr>
            <a:lvl4pPr lvl="3" rtl="0">
              <a:spcBef>
                <a:spcPts val="100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4pPr>
            <a:lvl5pPr lvl="4" rtl="0">
              <a:spcBef>
                <a:spcPts val="100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5pPr>
            <a:lvl6pPr lvl="5" rtl="0">
              <a:spcBef>
                <a:spcPts val="100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6pPr>
            <a:lvl7pPr lvl="6" rtl="0">
              <a:spcBef>
                <a:spcPts val="100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7pPr>
            <a:lvl8pPr lvl="7" rtl="0">
              <a:spcBef>
                <a:spcPts val="100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8pPr>
            <a:lvl9pPr lvl="8" rtl="0">
              <a:spcBef>
                <a:spcPts val="1000"/>
              </a:spcBef>
              <a:spcAft>
                <a:spcPts val="1000"/>
              </a:spcAft>
              <a:buClr>
                <a:schemeClr val="lt1"/>
              </a:buClr>
              <a:buSzPts val="1400"/>
              <a:buFont typeface="Inter Medium"/>
              <a:buNone/>
              <a:defRPr>
                <a:solidFill>
                  <a:schemeClr val="lt1"/>
                </a:solidFill>
                <a:latin typeface="Inter Medium"/>
                <a:ea typeface="Inter Medium"/>
                <a:cs typeface="Inter Medium"/>
                <a:sym typeface="Inter Medium"/>
              </a:defRPr>
            </a:lvl9pPr>
          </a:lstStyle>
          <a:p/>
        </p:txBody>
      </p:sp>
      <p:sp>
        <p:nvSpPr>
          <p:cNvPr id="334" name="Google Shape;334;p38"/>
          <p:cNvSpPr txBox="1"/>
          <p:nvPr>
            <p:ph idx="12" type="sldNum"/>
          </p:nvPr>
        </p:nvSpPr>
        <p:spPr>
          <a:xfrm>
            <a:off x="8096041" y="4417542"/>
            <a:ext cx="548700" cy="393600"/>
          </a:xfrm>
          <a:prstGeom prst="rect">
            <a:avLst/>
          </a:prstGeom>
        </p:spPr>
        <p:txBody>
          <a:bodyPr anchorCtr="0" anchor="ctr" bIns="91425" lIns="91425" spcFirstLastPara="1" rIns="91425" wrap="square" tIns="91425">
            <a:normAutofit/>
          </a:bodyPr>
          <a:lstStyle>
            <a:lvl1pPr lvl="0" rtl="0">
              <a:buNone/>
              <a:defRPr>
                <a:solidFill>
                  <a:schemeClr val="lt1"/>
                </a:solidFill>
                <a:latin typeface="Inter"/>
                <a:ea typeface="Inter"/>
                <a:cs typeface="Inter"/>
                <a:sym typeface="Inter"/>
              </a:defRPr>
            </a:lvl1pPr>
            <a:lvl2pPr lvl="1" rtl="0">
              <a:buNone/>
              <a:defRPr>
                <a:solidFill>
                  <a:schemeClr val="lt1"/>
                </a:solidFill>
                <a:latin typeface="Inter"/>
                <a:ea typeface="Inter"/>
                <a:cs typeface="Inter"/>
                <a:sym typeface="Inter"/>
              </a:defRPr>
            </a:lvl2pPr>
            <a:lvl3pPr lvl="2" rtl="0">
              <a:buNone/>
              <a:defRPr>
                <a:solidFill>
                  <a:schemeClr val="lt1"/>
                </a:solidFill>
                <a:latin typeface="Inter"/>
                <a:ea typeface="Inter"/>
                <a:cs typeface="Inter"/>
                <a:sym typeface="Inter"/>
              </a:defRPr>
            </a:lvl3pPr>
            <a:lvl4pPr lvl="3" rtl="0">
              <a:buNone/>
              <a:defRPr>
                <a:solidFill>
                  <a:schemeClr val="lt1"/>
                </a:solidFill>
                <a:latin typeface="Inter"/>
                <a:ea typeface="Inter"/>
                <a:cs typeface="Inter"/>
                <a:sym typeface="Inter"/>
              </a:defRPr>
            </a:lvl4pPr>
            <a:lvl5pPr lvl="4" rtl="0">
              <a:buNone/>
              <a:defRPr>
                <a:solidFill>
                  <a:schemeClr val="lt1"/>
                </a:solidFill>
                <a:latin typeface="Inter"/>
                <a:ea typeface="Inter"/>
                <a:cs typeface="Inter"/>
                <a:sym typeface="Inter"/>
              </a:defRPr>
            </a:lvl5pPr>
            <a:lvl6pPr lvl="5" rtl="0">
              <a:buNone/>
              <a:defRPr>
                <a:solidFill>
                  <a:schemeClr val="lt1"/>
                </a:solidFill>
                <a:latin typeface="Inter"/>
                <a:ea typeface="Inter"/>
                <a:cs typeface="Inter"/>
                <a:sym typeface="Inter"/>
              </a:defRPr>
            </a:lvl6pPr>
            <a:lvl7pPr lvl="6" rtl="0">
              <a:buNone/>
              <a:defRPr>
                <a:solidFill>
                  <a:schemeClr val="lt1"/>
                </a:solidFill>
                <a:latin typeface="Inter"/>
                <a:ea typeface="Inter"/>
                <a:cs typeface="Inter"/>
                <a:sym typeface="Inter"/>
              </a:defRPr>
            </a:lvl7pPr>
            <a:lvl8pPr lvl="7" rtl="0">
              <a:buNone/>
              <a:defRPr>
                <a:solidFill>
                  <a:schemeClr val="lt1"/>
                </a:solidFill>
                <a:latin typeface="Inter"/>
                <a:ea typeface="Inter"/>
                <a:cs typeface="Inter"/>
                <a:sym typeface="Inter"/>
              </a:defRPr>
            </a:lvl8pPr>
            <a:lvl9pPr lvl="8" rtl="0">
              <a:buNone/>
              <a:defRPr>
                <a:solidFill>
                  <a:schemeClr val="lt1"/>
                </a:solidFill>
                <a:latin typeface="Inter"/>
                <a:ea typeface="Inter"/>
                <a:cs typeface="Inter"/>
                <a:sym typeface="Inter"/>
              </a:defRPr>
            </a:lvl9pPr>
          </a:lstStyle>
          <a:p>
            <a:pPr indent="0" lvl="0" marL="0" rtl="0" algn="r">
              <a:spcBef>
                <a:spcPts val="0"/>
              </a:spcBef>
              <a:spcAft>
                <a:spcPts val="0"/>
              </a:spcAft>
              <a:buNone/>
            </a:pPr>
            <a:fld id="{00000000-1234-1234-1234-123412341234}" type="slidenum">
              <a:rPr lang="en"/>
              <a:t>‹#›</a:t>
            </a:fld>
            <a:endParaRPr/>
          </a:p>
        </p:txBody>
      </p:sp>
      <p:sp>
        <p:nvSpPr>
          <p:cNvPr id="335" name="Google Shape;335;p38"/>
          <p:cNvSpPr txBox="1"/>
          <p:nvPr>
            <p:ph idx="8" type="sldNum"/>
          </p:nvPr>
        </p:nvSpPr>
        <p:spPr>
          <a:xfrm>
            <a:off x="8474304" y="4417550"/>
            <a:ext cx="281700" cy="393600"/>
          </a:xfrm>
          <a:prstGeom prst="rect">
            <a:avLst/>
          </a:prstGeom>
        </p:spPr>
        <p:txBody>
          <a:bodyPr anchorCtr="0" anchor="ctr" bIns="91425" lIns="91425" spcFirstLastPara="1" rIns="91425" wrap="square" tIns="91425">
            <a:normAutofit/>
          </a:bodyPr>
          <a:lstStyle>
            <a:lvl1pPr lvl="0" rtl="0" algn="l">
              <a:buNone/>
              <a:defRPr sz="1108">
                <a:solidFill>
                  <a:srgbClr val="666666"/>
                </a:solidFill>
                <a:latin typeface="Inter"/>
                <a:ea typeface="Inter"/>
                <a:cs typeface="Inter"/>
                <a:sym typeface="Inter"/>
              </a:defRPr>
            </a:lvl1pPr>
            <a:lvl2pPr lvl="1" rtl="0" algn="l">
              <a:buNone/>
              <a:defRPr sz="1108">
                <a:solidFill>
                  <a:srgbClr val="666666"/>
                </a:solidFill>
                <a:latin typeface="Inter"/>
                <a:ea typeface="Inter"/>
                <a:cs typeface="Inter"/>
                <a:sym typeface="Inter"/>
              </a:defRPr>
            </a:lvl2pPr>
            <a:lvl3pPr lvl="2" rtl="0" algn="l">
              <a:buNone/>
              <a:defRPr sz="1108">
                <a:solidFill>
                  <a:srgbClr val="666666"/>
                </a:solidFill>
                <a:latin typeface="Inter"/>
                <a:ea typeface="Inter"/>
                <a:cs typeface="Inter"/>
                <a:sym typeface="Inter"/>
              </a:defRPr>
            </a:lvl3pPr>
            <a:lvl4pPr lvl="3" rtl="0" algn="l">
              <a:buNone/>
              <a:defRPr sz="1108">
                <a:solidFill>
                  <a:srgbClr val="666666"/>
                </a:solidFill>
                <a:latin typeface="Inter"/>
                <a:ea typeface="Inter"/>
                <a:cs typeface="Inter"/>
                <a:sym typeface="Inter"/>
              </a:defRPr>
            </a:lvl4pPr>
            <a:lvl5pPr lvl="4" rtl="0" algn="l">
              <a:buNone/>
              <a:defRPr sz="1108">
                <a:solidFill>
                  <a:srgbClr val="666666"/>
                </a:solidFill>
                <a:latin typeface="Inter"/>
                <a:ea typeface="Inter"/>
                <a:cs typeface="Inter"/>
                <a:sym typeface="Inter"/>
              </a:defRPr>
            </a:lvl5pPr>
            <a:lvl6pPr lvl="5" rtl="0" algn="l">
              <a:buNone/>
              <a:defRPr sz="1108">
                <a:solidFill>
                  <a:srgbClr val="666666"/>
                </a:solidFill>
                <a:latin typeface="Inter"/>
                <a:ea typeface="Inter"/>
                <a:cs typeface="Inter"/>
                <a:sym typeface="Inter"/>
              </a:defRPr>
            </a:lvl6pPr>
            <a:lvl7pPr lvl="6" rtl="0" algn="l">
              <a:buNone/>
              <a:defRPr sz="1108">
                <a:solidFill>
                  <a:srgbClr val="666666"/>
                </a:solidFill>
                <a:latin typeface="Inter"/>
                <a:ea typeface="Inter"/>
                <a:cs typeface="Inter"/>
                <a:sym typeface="Inter"/>
              </a:defRPr>
            </a:lvl7pPr>
            <a:lvl8pPr lvl="7" rtl="0" algn="l">
              <a:buNone/>
              <a:defRPr sz="1108">
                <a:solidFill>
                  <a:srgbClr val="666666"/>
                </a:solidFill>
                <a:latin typeface="Inter"/>
                <a:ea typeface="Inter"/>
                <a:cs typeface="Inter"/>
                <a:sym typeface="Inter"/>
              </a:defRPr>
            </a:lvl8pPr>
            <a:lvl9pPr lvl="8" rtl="0" algn="l">
              <a:buNone/>
              <a:defRPr sz="1108">
                <a:solidFill>
                  <a:srgbClr val="666666"/>
                </a:solidFill>
                <a:latin typeface="Inter"/>
                <a:ea typeface="Inter"/>
                <a:cs typeface="Inter"/>
                <a:sym typeface="Inter"/>
              </a:defRPr>
            </a:lvl9pPr>
          </a:lstStyle>
          <a:p>
            <a:pPr indent="0" lvl="0" marL="0" rtl="0" algn="l">
              <a:spcBef>
                <a:spcPts val="0"/>
              </a:spcBef>
              <a:spcAft>
                <a:spcPts val="0"/>
              </a:spcAft>
              <a:buNone/>
            </a:pPr>
            <a:r>
              <a:rPr lang="en"/>
              <a:t xml:space="preserve"> /</a:t>
            </a:r>
            <a:endParaRPr/>
          </a:p>
        </p:txBody>
      </p:sp>
    </p:spTree>
  </p:cSld>
  <p:clrMapOvr>
    <a:masterClrMapping/>
  </p:clrMapOvr>
</p:sldLayout>
</file>

<file path=ppt/slideLayouts/slideLayout3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3">
  <p:cSld name="TITLE_ONLY_4">
    <p:bg>
      <p:bgPr>
        <a:solidFill>
          <a:schemeClr val="dk1"/>
        </a:solidFill>
      </p:bgPr>
    </p:bg>
    <p:spTree>
      <p:nvGrpSpPr>
        <p:cNvPr id="336" name="Shape 336"/>
        <p:cNvGrpSpPr/>
        <p:nvPr/>
      </p:nvGrpSpPr>
      <p:grpSpPr>
        <a:xfrm>
          <a:off x="0" y="0"/>
          <a:ext cx="0" cy="0"/>
          <a:chOff x="0" y="0"/>
          <a:chExt cx="0" cy="0"/>
        </a:xfrm>
      </p:grpSpPr>
      <p:sp>
        <p:nvSpPr>
          <p:cNvPr id="337" name="Google Shape;337;p39"/>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lt1"/>
              </a:buClr>
              <a:buSzPts val="3200"/>
              <a:buFont typeface="Inter ExtraBold"/>
              <a:buNone/>
              <a:defRPr sz="3200">
                <a:solidFill>
                  <a:schemeClr val="lt1"/>
                </a:solidFill>
                <a:latin typeface="Inter ExtraBold"/>
                <a:ea typeface="Inter ExtraBold"/>
                <a:cs typeface="Inter ExtraBold"/>
                <a:sym typeface="Inter ExtraBold"/>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p:txBody>
      </p:sp>
      <p:sp>
        <p:nvSpPr>
          <p:cNvPr id="338" name="Google Shape;338;p39"/>
          <p:cNvSpPr txBox="1"/>
          <p:nvPr>
            <p:ph idx="1" type="subTitle"/>
          </p:nvPr>
        </p:nvSpPr>
        <p:spPr>
          <a:xfrm>
            <a:off x="311700" y="1055100"/>
            <a:ext cx="8520600" cy="5727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lt1"/>
              </a:buClr>
              <a:buSzPts val="1800"/>
              <a:buNone/>
              <a:defRPr>
                <a:solidFill>
                  <a:schemeClr val="lt1"/>
                </a:solidFill>
              </a:defRPr>
            </a:lvl1pPr>
            <a:lvl2pPr lvl="1" rtl="0">
              <a:spcBef>
                <a:spcPts val="1000"/>
              </a:spcBef>
              <a:spcAft>
                <a:spcPts val="0"/>
              </a:spcAft>
              <a:buSzPts val="1400"/>
              <a:buNone/>
              <a:defRPr/>
            </a:lvl2pPr>
            <a:lvl3pPr lvl="2" rtl="0">
              <a:spcBef>
                <a:spcPts val="1000"/>
              </a:spcBef>
              <a:spcAft>
                <a:spcPts val="0"/>
              </a:spcAft>
              <a:buSzPts val="1400"/>
              <a:buNone/>
              <a:defRPr/>
            </a:lvl3pPr>
            <a:lvl4pPr lvl="3" rtl="0">
              <a:spcBef>
                <a:spcPts val="1000"/>
              </a:spcBef>
              <a:spcAft>
                <a:spcPts val="0"/>
              </a:spcAft>
              <a:buSzPts val="1400"/>
              <a:buNone/>
              <a:defRPr/>
            </a:lvl4pPr>
            <a:lvl5pPr lvl="4" rtl="0">
              <a:spcBef>
                <a:spcPts val="1000"/>
              </a:spcBef>
              <a:spcAft>
                <a:spcPts val="0"/>
              </a:spcAft>
              <a:buSzPts val="1400"/>
              <a:buNone/>
              <a:defRPr/>
            </a:lvl5pPr>
            <a:lvl6pPr lvl="5" rtl="0">
              <a:spcBef>
                <a:spcPts val="1000"/>
              </a:spcBef>
              <a:spcAft>
                <a:spcPts val="0"/>
              </a:spcAft>
              <a:buSzPts val="1400"/>
              <a:buNone/>
              <a:defRPr/>
            </a:lvl6pPr>
            <a:lvl7pPr lvl="6" rtl="0">
              <a:spcBef>
                <a:spcPts val="1000"/>
              </a:spcBef>
              <a:spcAft>
                <a:spcPts val="0"/>
              </a:spcAft>
              <a:buSzPts val="1400"/>
              <a:buNone/>
              <a:defRPr/>
            </a:lvl7pPr>
            <a:lvl8pPr lvl="7" rtl="0">
              <a:spcBef>
                <a:spcPts val="1000"/>
              </a:spcBef>
              <a:spcAft>
                <a:spcPts val="0"/>
              </a:spcAft>
              <a:buSzPts val="1400"/>
              <a:buNone/>
              <a:defRPr/>
            </a:lvl8pPr>
            <a:lvl9pPr lvl="8" rtl="0">
              <a:spcBef>
                <a:spcPts val="1000"/>
              </a:spcBef>
              <a:spcAft>
                <a:spcPts val="1000"/>
              </a:spcAft>
              <a:buSzPts val="1400"/>
              <a:buNone/>
              <a:defRPr/>
            </a:lvl9pPr>
          </a:lstStyle>
          <a:p/>
        </p:txBody>
      </p:sp>
      <p:pic>
        <p:nvPicPr>
          <p:cNvPr id="339" name="Google Shape;339;p39"/>
          <p:cNvPicPr preferRelativeResize="0"/>
          <p:nvPr/>
        </p:nvPicPr>
        <p:blipFill>
          <a:blip r:embed="rId2">
            <a:alphaModFix/>
          </a:blip>
          <a:stretch>
            <a:fillRect/>
          </a:stretch>
        </p:blipFill>
        <p:spPr>
          <a:xfrm>
            <a:off x="-762396" y="0"/>
            <a:ext cx="548700" cy="2288640"/>
          </a:xfrm>
          <a:prstGeom prst="rect">
            <a:avLst/>
          </a:prstGeom>
          <a:noFill/>
          <a:ln>
            <a:noFill/>
          </a:ln>
        </p:spPr>
      </p:pic>
      <p:pic>
        <p:nvPicPr>
          <p:cNvPr id="340" name="Google Shape;340;p39"/>
          <p:cNvPicPr preferRelativeResize="0"/>
          <p:nvPr/>
        </p:nvPicPr>
        <p:blipFill>
          <a:blip r:embed="rId3">
            <a:alphaModFix/>
          </a:blip>
          <a:stretch>
            <a:fillRect/>
          </a:stretch>
        </p:blipFill>
        <p:spPr>
          <a:xfrm>
            <a:off x="457529" y="4543025"/>
            <a:ext cx="950976" cy="142646"/>
          </a:xfrm>
          <a:prstGeom prst="rect">
            <a:avLst/>
          </a:prstGeom>
          <a:noFill/>
          <a:ln>
            <a:noFill/>
          </a:ln>
        </p:spPr>
      </p:pic>
      <p:sp>
        <p:nvSpPr>
          <p:cNvPr id="341" name="Google Shape;341;p39"/>
          <p:cNvSpPr/>
          <p:nvPr>
            <p:ph idx="2" type="pic"/>
          </p:nvPr>
        </p:nvSpPr>
        <p:spPr>
          <a:xfrm>
            <a:off x="410476" y="1541323"/>
            <a:ext cx="315900" cy="315900"/>
          </a:xfrm>
          <a:prstGeom prst="rect">
            <a:avLst/>
          </a:prstGeom>
          <a:noFill/>
          <a:ln>
            <a:noFill/>
          </a:ln>
        </p:spPr>
      </p:sp>
      <p:sp>
        <p:nvSpPr>
          <p:cNvPr id="342" name="Google Shape;342;p39"/>
          <p:cNvSpPr txBox="1"/>
          <p:nvPr>
            <p:ph idx="3" type="body"/>
          </p:nvPr>
        </p:nvSpPr>
        <p:spPr>
          <a:xfrm>
            <a:off x="410526" y="2293757"/>
            <a:ext cx="4009800" cy="1952400"/>
          </a:xfrm>
          <a:prstGeom prst="rect">
            <a:avLst/>
          </a:prstGeom>
        </p:spPr>
        <p:txBody>
          <a:bodyPr anchorCtr="0" anchor="t" bIns="91425" lIns="91425" spcFirstLastPara="1" rIns="91425" wrap="square" tIns="91425">
            <a:normAutofit/>
          </a:bodyPr>
          <a:lstStyle>
            <a:lvl1pPr indent="-298450" lvl="0" marL="457200" rtl="0">
              <a:spcBef>
                <a:spcPts val="0"/>
              </a:spcBef>
              <a:spcAft>
                <a:spcPts val="0"/>
              </a:spcAft>
              <a:buClr>
                <a:schemeClr val="lt1"/>
              </a:buClr>
              <a:buSzPts val="1100"/>
              <a:buChar char="●"/>
              <a:defRPr sz="1100">
                <a:solidFill>
                  <a:schemeClr val="lt1"/>
                </a:solidFill>
              </a:defRPr>
            </a:lvl1pPr>
            <a:lvl2pPr indent="-298450" lvl="1" marL="914400" rtl="0">
              <a:spcBef>
                <a:spcPts val="1000"/>
              </a:spcBef>
              <a:spcAft>
                <a:spcPts val="0"/>
              </a:spcAft>
              <a:buClr>
                <a:schemeClr val="lt1"/>
              </a:buClr>
              <a:buSzPts val="1100"/>
              <a:buChar char="○"/>
              <a:defRPr sz="1100">
                <a:solidFill>
                  <a:schemeClr val="lt1"/>
                </a:solidFill>
              </a:defRPr>
            </a:lvl2pPr>
            <a:lvl3pPr indent="-298450" lvl="2" marL="1371600" rtl="0">
              <a:spcBef>
                <a:spcPts val="1000"/>
              </a:spcBef>
              <a:spcAft>
                <a:spcPts val="0"/>
              </a:spcAft>
              <a:buClr>
                <a:schemeClr val="lt1"/>
              </a:buClr>
              <a:buSzPts val="1100"/>
              <a:buChar char="■"/>
              <a:defRPr sz="1100">
                <a:solidFill>
                  <a:schemeClr val="lt1"/>
                </a:solidFill>
              </a:defRPr>
            </a:lvl3pPr>
            <a:lvl4pPr indent="-298450" lvl="3" marL="1828800" rtl="0">
              <a:spcBef>
                <a:spcPts val="1000"/>
              </a:spcBef>
              <a:spcAft>
                <a:spcPts val="0"/>
              </a:spcAft>
              <a:buClr>
                <a:schemeClr val="lt1"/>
              </a:buClr>
              <a:buSzPts val="1100"/>
              <a:buChar char="●"/>
              <a:defRPr sz="1100">
                <a:solidFill>
                  <a:schemeClr val="lt1"/>
                </a:solidFill>
              </a:defRPr>
            </a:lvl4pPr>
            <a:lvl5pPr indent="-298450" lvl="4" marL="2286000" rtl="0">
              <a:spcBef>
                <a:spcPts val="1000"/>
              </a:spcBef>
              <a:spcAft>
                <a:spcPts val="0"/>
              </a:spcAft>
              <a:buClr>
                <a:schemeClr val="lt1"/>
              </a:buClr>
              <a:buSzPts val="1100"/>
              <a:buChar char="○"/>
              <a:defRPr sz="1100">
                <a:solidFill>
                  <a:schemeClr val="lt1"/>
                </a:solidFill>
              </a:defRPr>
            </a:lvl5pPr>
            <a:lvl6pPr indent="-298450" lvl="5" marL="2743200" rtl="0">
              <a:spcBef>
                <a:spcPts val="1000"/>
              </a:spcBef>
              <a:spcAft>
                <a:spcPts val="0"/>
              </a:spcAft>
              <a:buClr>
                <a:schemeClr val="lt1"/>
              </a:buClr>
              <a:buSzPts val="1100"/>
              <a:buChar char="■"/>
              <a:defRPr sz="1100">
                <a:solidFill>
                  <a:schemeClr val="lt1"/>
                </a:solidFill>
              </a:defRPr>
            </a:lvl6pPr>
            <a:lvl7pPr indent="-298450" lvl="6" marL="3200400" rtl="0">
              <a:spcBef>
                <a:spcPts val="1000"/>
              </a:spcBef>
              <a:spcAft>
                <a:spcPts val="0"/>
              </a:spcAft>
              <a:buClr>
                <a:schemeClr val="lt1"/>
              </a:buClr>
              <a:buSzPts val="1100"/>
              <a:buChar char="●"/>
              <a:defRPr sz="1100">
                <a:solidFill>
                  <a:schemeClr val="lt1"/>
                </a:solidFill>
              </a:defRPr>
            </a:lvl7pPr>
            <a:lvl8pPr indent="-298450" lvl="7" marL="3657600" rtl="0">
              <a:spcBef>
                <a:spcPts val="1000"/>
              </a:spcBef>
              <a:spcAft>
                <a:spcPts val="0"/>
              </a:spcAft>
              <a:buClr>
                <a:schemeClr val="lt1"/>
              </a:buClr>
              <a:buSzPts val="1100"/>
              <a:buChar char="○"/>
              <a:defRPr sz="1100">
                <a:solidFill>
                  <a:schemeClr val="lt1"/>
                </a:solidFill>
              </a:defRPr>
            </a:lvl8pPr>
            <a:lvl9pPr indent="-298450" lvl="8" marL="4114800" rtl="0">
              <a:spcBef>
                <a:spcPts val="1000"/>
              </a:spcBef>
              <a:spcAft>
                <a:spcPts val="1000"/>
              </a:spcAft>
              <a:buClr>
                <a:schemeClr val="lt1"/>
              </a:buClr>
              <a:buSzPts val="1100"/>
              <a:buChar char="■"/>
              <a:defRPr sz="1100">
                <a:solidFill>
                  <a:schemeClr val="lt1"/>
                </a:solidFill>
              </a:defRPr>
            </a:lvl9pPr>
          </a:lstStyle>
          <a:p/>
        </p:txBody>
      </p:sp>
      <p:sp>
        <p:nvSpPr>
          <p:cNvPr id="343" name="Google Shape;343;p39"/>
          <p:cNvSpPr txBox="1"/>
          <p:nvPr>
            <p:ph idx="4" type="subTitle"/>
          </p:nvPr>
        </p:nvSpPr>
        <p:spPr>
          <a:xfrm>
            <a:off x="410475" y="1896075"/>
            <a:ext cx="4009800" cy="386100"/>
          </a:xfrm>
          <a:prstGeom prst="rect">
            <a:avLst/>
          </a:prstGeom>
        </p:spPr>
        <p:txBody>
          <a:bodyPr anchorCtr="0" anchor="b" bIns="91425" lIns="91425" spcFirstLastPara="1" rIns="91425" wrap="square" tIns="91425">
            <a:normAutofit/>
          </a:bodyPr>
          <a:lstStyle>
            <a:lvl1pPr lvl="0" rtl="0">
              <a:spcBef>
                <a:spcPts val="0"/>
              </a:spcBef>
              <a:spcAft>
                <a:spcPts val="0"/>
              </a:spcAft>
              <a:buClr>
                <a:schemeClr val="lt1"/>
              </a:buClr>
              <a:buSzPts val="1600"/>
              <a:buFont typeface="Inter Medium"/>
              <a:buNone/>
              <a:defRPr sz="1600">
                <a:solidFill>
                  <a:schemeClr val="lt1"/>
                </a:solidFill>
                <a:latin typeface="Inter Medium"/>
                <a:ea typeface="Inter Medium"/>
                <a:cs typeface="Inter Medium"/>
                <a:sym typeface="Inter Medium"/>
              </a:defRPr>
            </a:lvl1pPr>
            <a:lvl2pPr lvl="1" rtl="0">
              <a:spcBef>
                <a:spcPts val="100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2pPr>
            <a:lvl3pPr lvl="2" rtl="0">
              <a:spcBef>
                <a:spcPts val="100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3pPr>
            <a:lvl4pPr lvl="3" rtl="0">
              <a:spcBef>
                <a:spcPts val="100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4pPr>
            <a:lvl5pPr lvl="4" rtl="0">
              <a:spcBef>
                <a:spcPts val="100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5pPr>
            <a:lvl6pPr lvl="5" rtl="0">
              <a:spcBef>
                <a:spcPts val="100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6pPr>
            <a:lvl7pPr lvl="6" rtl="0">
              <a:spcBef>
                <a:spcPts val="100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7pPr>
            <a:lvl8pPr lvl="7" rtl="0">
              <a:spcBef>
                <a:spcPts val="100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8pPr>
            <a:lvl9pPr lvl="8" rtl="0">
              <a:spcBef>
                <a:spcPts val="1000"/>
              </a:spcBef>
              <a:spcAft>
                <a:spcPts val="1000"/>
              </a:spcAft>
              <a:buClr>
                <a:schemeClr val="lt1"/>
              </a:buClr>
              <a:buSzPts val="1400"/>
              <a:buFont typeface="Inter Medium"/>
              <a:buNone/>
              <a:defRPr>
                <a:solidFill>
                  <a:schemeClr val="lt1"/>
                </a:solidFill>
                <a:latin typeface="Inter Medium"/>
                <a:ea typeface="Inter Medium"/>
                <a:cs typeface="Inter Medium"/>
                <a:sym typeface="Inter Medium"/>
              </a:defRPr>
            </a:lvl9pPr>
          </a:lstStyle>
          <a:p/>
        </p:txBody>
      </p:sp>
      <p:sp>
        <p:nvSpPr>
          <p:cNvPr id="344" name="Google Shape;344;p39"/>
          <p:cNvSpPr/>
          <p:nvPr>
            <p:ph idx="5" type="pic"/>
          </p:nvPr>
        </p:nvSpPr>
        <p:spPr>
          <a:xfrm>
            <a:off x="4803338" y="1541323"/>
            <a:ext cx="315900" cy="315900"/>
          </a:xfrm>
          <a:prstGeom prst="rect">
            <a:avLst/>
          </a:prstGeom>
          <a:noFill/>
          <a:ln>
            <a:noFill/>
          </a:ln>
        </p:spPr>
      </p:sp>
      <p:sp>
        <p:nvSpPr>
          <p:cNvPr id="345" name="Google Shape;345;p39"/>
          <p:cNvSpPr txBox="1"/>
          <p:nvPr>
            <p:ph idx="6" type="body"/>
          </p:nvPr>
        </p:nvSpPr>
        <p:spPr>
          <a:xfrm>
            <a:off x="4697173" y="2293757"/>
            <a:ext cx="4009800" cy="1952400"/>
          </a:xfrm>
          <a:prstGeom prst="rect">
            <a:avLst/>
          </a:prstGeom>
        </p:spPr>
        <p:txBody>
          <a:bodyPr anchorCtr="0" anchor="t" bIns="91425" lIns="91425" spcFirstLastPara="1" rIns="91425" wrap="square" tIns="91425">
            <a:normAutofit/>
          </a:bodyPr>
          <a:lstStyle>
            <a:lvl1pPr indent="-298450" lvl="0" marL="457200" rtl="0">
              <a:spcBef>
                <a:spcPts val="0"/>
              </a:spcBef>
              <a:spcAft>
                <a:spcPts val="0"/>
              </a:spcAft>
              <a:buClr>
                <a:schemeClr val="lt1"/>
              </a:buClr>
              <a:buSzPts val="1100"/>
              <a:buChar char="●"/>
              <a:defRPr sz="1100">
                <a:solidFill>
                  <a:schemeClr val="lt1"/>
                </a:solidFill>
              </a:defRPr>
            </a:lvl1pPr>
            <a:lvl2pPr indent="-298450" lvl="1" marL="914400" rtl="0">
              <a:spcBef>
                <a:spcPts val="1000"/>
              </a:spcBef>
              <a:spcAft>
                <a:spcPts val="0"/>
              </a:spcAft>
              <a:buClr>
                <a:schemeClr val="lt1"/>
              </a:buClr>
              <a:buSzPts val="1100"/>
              <a:buChar char="○"/>
              <a:defRPr sz="1100">
                <a:solidFill>
                  <a:schemeClr val="lt1"/>
                </a:solidFill>
              </a:defRPr>
            </a:lvl2pPr>
            <a:lvl3pPr indent="-298450" lvl="2" marL="1371600" rtl="0">
              <a:spcBef>
                <a:spcPts val="1000"/>
              </a:spcBef>
              <a:spcAft>
                <a:spcPts val="0"/>
              </a:spcAft>
              <a:buClr>
                <a:schemeClr val="lt1"/>
              </a:buClr>
              <a:buSzPts val="1100"/>
              <a:buChar char="■"/>
              <a:defRPr sz="1100">
                <a:solidFill>
                  <a:schemeClr val="lt1"/>
                </a:solidFill>
              </a:defRPr>
            </a:lvl3pPr>
            <a:lvl4pPr indent="-298450" lvl="3" marL="1828800" rtl="0">
              <a:spcBef>
                <a:spcPts val="1000"/>
              </a:spcBef>
              <a:spcAft>
                <a:spcPts val="0"/>
              </a:spcAft>
              <a:buClr>
                <a:schemeClr val="lt1"/>
              </a:buClr>
              <a:buSzPts val="1100"/>
              <a:buChar char="●"/>
              <a:defRPr sz="1100">
                <a:solidFill>
                  <a:schemeClr val="lt1"/>
                </a:solidFill>
              </a:defRPr>
            </a:lvl4pPr>
            <a:lvl5pPr indent="-298450" lvl="4" marL="2286000" rtl="0">
              <a:spcBef>
                <a:spcPts val="1000"/>
              </a:spcBef>
              <a:spcAft>
                <a:spcPts val="0"/>
              </a:spcAft>
              <a:buClr>
                <a:schemeClr val="lt1"/>
              </a:buClr>
              <a:buSzPts val="1100"/>
              <a:buChar char="○"/>
              <a:defRPr sz="1100">
                <a:solidFill>
                  <a:schemeClr val="lt1"/>
                </a:solidFill>
              </a:defRPr>
            </a:lvl5pPr>
            <a:lvl6pPr indent="-298450" lvl="5" marL="2743200" rtl="0">
              <a:spcBef>
                <a:spcPts val="1000"/>
              </a:spcBef>
              <a:spcAft>
                <a:spcPts val="0"/>
              </a:spcAft>
              <a:buClr>
                <a:schemeClr val="lt1"/>
              </a:buClr>
              <a:buSzPts val="1100"/>
              <a:buChar char="■"/>
              <a:defRPr sz="1100">
                <a:solidFill>
                  <a:schemeClr val="lt1"/>
                </a:solidFill>
              </a:defRPr>
            </a:lvl6pPr>
            <a:lvl7pPr indent="-298450" lvl="6" marL="3200400" rtl="0">
              <a:spcBef>
                <a:spcPts val="1000"/>
              </a:spcBef>
              <a:spcAft>
                <a:spcPts val="0"/>
              </a:spcAft>
              <a:buClr>
                <a:schemeClr val="lt1"/>
              </a:buClr>
              <a:buSzPts val="1100"/>
              <a:buChar char="●"/>
              <a:defRPr sz="1100">
                <a:solidFill>
                  <a:schemeClr val="lt1"/>
                </a:solidFill>
              </a:defRPr>
            </a:lvl7pPr>
            <a:lvl8pPr indent="-298450" lvl="7" marL="3657600" rtl="0">
              <a:spcBef>
                <a:spcPts val="1000"/>
              </a:spcBef>
              <a:spcAft>
                <a:spcPts val="0"/>
              </a:spcAft>
              <a:buClr>
                <a:schemeClr val="lt1"/>
              </a:buClr>
              <a:buSzPts val="1100"/>
              <a:buChar char="○"/>
              <a:defRPr sz="1100">
                <a:solidFill>
                  <a:schemeClr val="lt1"/>
                </a:solidFill>
              </a:defRPr>
            </a:lvl8pPr>
            <a:lvl9pPr indent="-298450" lvl="8" marL="4114800" rtl="0">
              <a:spcBef>
                <a:spcPts val="1000"/>
              </a:spcBef>
              <a:spcAft>
                <a:spcPts val="1000"/>
              </a:spcAft>
              <a:buClr>
                <a:schemeClr val="lt1"/>
              </a:buClr>
              <a:buSzPts val="1100"/>
              <a:buChar char="■"/>
              <a:defRPr sz="1100">
                <a:solidFill>
                  <a:schemeClr val="lt1"/>
                </a:solidFill>
              </a:defRPr>
            </a:lvl9pPr>
          </a:lstStyle>
          <a:p/>
        </p:txBody>
      </p:sp>
      <p:sp>
        <p:nvSpPr>
          <p:cNvPr id="346" name="Google Shape;346;p39"/>
          <p:cNvSpPr txBox="1"/>
          <p:nvPr>
            <p:ph idx="7" type="subTitle"/>
          </p:nvPr>
        </p:nvSpPr>
        <p:spPr>
          <a:xfrm>
            <a:off x="4697122" y="1896075"/>
            <a:ext cx="4009800" cy="386100"/>
          </a:xfrm>
          <a:prstGeom prst="rect">
            <a:avLst/>
          </a:prstGeom>
        </p:spPr>
        <p:txBody>
          <a:bodyPr anchorCtr="0" anchor="b" bIns="91425" lIns="91425" spcFirstLastPara="1" rIns="91425" wrap="square" tIns="91425">
            <a:normAutofit/>
          </a:bodyPr>
          <a:lstStyle>
            <a:lvl1pPr lvl="0" rtl="0">
              <a:spcBef>
                <a:spcPts val="0"/>
              </a:spcBef>
              <a:spcAft>
                <a:spcPts val="0"/>
              </a:spcAft>
              <a:buClr>
                <a:schemeClr val="lt1"/>
              </a:buClr>
              <a:buSzPts val="1600"/>
              <a:buFont typeface="Inter Medium"/>
              <a:buNone/>
              <a:defRPr sz="1600">
                <a:solidFill>
                  <a:schemeClr val="lt1"/>
                </a:solidFill>
                <a:latin typeface="Inter Medium"/>
                <a:ea typeface="Inter Medium"/>
                <a:cs typeface="Inter Medium"/>
                <a:sym typeface="Inter Medium"/>
              </a:defRPr>
            </a:lvl1pPr>
            <a:lvl2pPr lvl="1" rtl="0">
              <a:spcBef>
                <a:spcPts val="100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2pPr>
            <a:lvl3pPr lvl="2" rtl="0">
              <a:spcBef>
                <a:spcPts val="100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3pPr>
            <a:lvl4pPr lvl="3" rtl="0">
              <a:spcBef>
                <a:spcPts val="100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4pPr>
            <a:lvl5pPr lvl="4" rtl="0">
              <a:spcBef>
                <a:spcPts val="100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5pPr>
            <a:lvl6pPr lvl="5" rtl="0">
              <a:spcBef>
                <a:spcPts val="100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6pPr>
            <a:lvl7pPr lvl="6" rtl="0">
              <a:spcBef>
                <a:spcPts val="100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7pPr>
            <a:lvl8pPr lvl="7" rtl="0">
              <a:spcBef>
                <a:spcPts val="100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8pPr>
            <a:lvl9pPr lvl="8" rtl="0">
              <a:spcBef>
                <a:spcPts val="1000"/>
              </a:spcBef>
              <a:spcAft>
                <a:spcPts val="1000"/>
              </a:spcAft>
              <a:buClr>
                <a:schemeClr val="lt1"/>
              </a:buClr>
              <a:buSzPts val="1400"/>
              <a:buFont typeface="Inter Medium"/>
              <a:buNone/>
              <a:defRPr>
                <a:solidFill>
                  <a:schemeClr val="lt1"/>
                </a:solidFill>
                <a:latin typeface="Inter Medium"/>
                <a:ea typeface="Inter Medium"/>
                <a:cs typeface="Inter Medium"/>
                <a:sym typeface="Inter Medium"/>
              </a:defRPr>
            </a:lvl9pPr>
          </a:lstStyle>
          <a:p/>
        </p:txBody>
      </p:sp>
      <p:sp>
        <p:nvSpPr>
          <p:cNvPr id="347" name="Google Shape;347;p39"/>
          <p:cNvSpPr txBox="1"/>
          <p:nvPr>
            <p:ph idx="12" type="sldNum"/>
          </p:nvPr>
        </p:nvSpPr>
        <p:spPr>
          <a:xfrm>
            <a:off x="8096041" y="4417542"/>
            <a:ext cx="548700" cy="393600"/>
          </a:xfrm>
          <a:prstGeom prst="rect">
            <a:avLst/>
          </a:prstGeom>
        </p:spPr>
        <p:txBody>
          <a:bodyPr anchorCtr="0" anchor="ctr" bIns="91425" lIns="91425" spcFirstLastPara="1" rIns="91425" wrap="square" tIns="91425">
            <a:normAutofit/>
          </a:bodyPr>
          <a:lstStyle>
            <a:lvl1pPr lvl="0" rtl="0">
              <a:buNone/>
              <a:defRPr>
                <a:solidFill>
                  <a:schemeClr val="lt1"/>
                </a:solidFill>
                <a:latin typeface="Inter"/>
                <a:ea typeface="Inter"/>
                <a:cs typeface="Inter"/>
                <a:sym typeface="Inter"/>
              </a:defRPr>
            </a:lvl1pPr>
            <a:lvl2pPr lvl="1" rtl="0">
              <a:buNone/>
              <a:defRPr>
                <a:solidFill>
                  <a:schemeClr val="lt1"/>
                </a:solidFill>
                <a:latin typeface="Inter"/>
                <a:ea typeface="Inter"/>
                <a:cs typeface="Inter"/>
                <a:sym typeface="Inter"/>
              </a:defRPr>
            </a:lvl2pPr>
            <a:lvl3pPr lvl="2" rtl="0">
              <a:buNone/>
              <a:defRPr>
                <a:solidFill>
                  <a:schemeClr val="lt1"/>
                </a:solidFill>
                <a:latin typeface="Inter"/>
                <a:ea typeface="Inter"/>
                <a:cs typeface="Inter"/>
                <a:sym typeface="Inter"/>
              </a:defRPr>
            </a:lvl3pPr>
            <a:lvl4pPr lvl="3" rtl="0">
              <a:buNone/>
              <a:defRPr>
                <a:solidFill>
                  <a:schemeClr val="lt1"/>
                </a:solidFill>
                <a:latin typeface="Inter"/>
                <a:ea typeface="Inter"/>
                <a:cs typeface="Inter"/>
                <a:sym typeface="Inter"/>
              </a:defRPr>
            </a:lvl4pPr>
            <a:lvl5pPr lvl="4" rtl="0">
              <a:buNone/>
              <a:defRPr>
                <a:solidFill>
                  <a:schemeClr val="lt1"/>
                </a:solidFill>
                <a:latin typeface="Inter"/>
                <a:ea typeface="Inter"/>
                <a:cs typeface="Inter"/>
                <a:sym typeface="Inter"/>
              </a:defRPr>
            </a:lvl5pPr>
            <a:lvl6pPr lvl="5" rtl="0">
              <a:buNone/>
              <a:defRPr>
                <a:solidFill>
                  <a:schemeClr val="lt1"/>
                </a:solidFill>
                <a:latin typeface="Inter"/>
                <a:ea typeface="Inter"/>
                <a:cs typeface="Inter"/>
                <a:sym typeface="Inter"/>
              </a:defRPr>
            </a:lvl6pPr>
            <a:lvl7pPr lvl="6" rtl="0">
              <a:buNone/>
              <a:defRPr>
                <a:solidFill>
                  <a:schemeClr val="lt1"/>
                </a:solidFill>
                <a:latin typeface="Inter"/>
                <a:ea typeface="Inter"/>
                <a:cs typeface="Inter"/>
                <a:sym typeface="Inter"/>
              </a:defRPr>
            </a:lvl7pPr>
            <a:lvl8pPr lvl="7" rtl="0">
              <a:buNone/>
              <a:defRPr>
                <a:solidFill>
                  <a:schemeClr val="lt1"/>
                </a:solidFill>
                <a:latin typeface="Inter"/>
                <a:ea typeface="Inter"/>
                <a:cs typeface="Inter"/>
                <a:sym typeface="Inter"/>
              </a:defRPr>
            </a:lvl8pPr>
            <a:lvl9pPr lvl="8" rtl="0">
              <a:buNone/>
              <a:defRPr>
                <a:solidFill>
                  <a:schemeClr val="lt1"/>
                </a:solidFill>
                <a:latin typeface="Inter"/>
                <a:ea typeface="Inter"/>
                <a:cs typeface="Inter"/>
                <a:sym typeface="Inter"/>
              </a:defRPr>
            </a:lvl9pPr>
          </a:lstStyle>
          <a:p>
            <a:pPr indent="0" lvl="0" marL="0" rtl="0" algn="r">
              <a:spcBef>
                <a:spcPts val="0"/>
              </a:spcBef>
              <a:spcAft>
                <a:spcPts val="0"/>
              </a:spcAft>
              <a:buNone/>
            </a:pPr>
            <a:fld id="{00000000-1234-1234-1234-123412341234}" type="slidenum">
              <a:rPr lang="en"/>
              <a:t>‹#›</a:t>
            </a:fld>
            <a:endParaRPr/>
          </a:p>
        </p:txBody>
      </p:sp>
      <p:sp>
        <p:nvSpPr>
          <p:cNvPr id="348" name="Google Shape;348;p39"/>
          <p:cNvSpPr txBox="1"/>
          <p:nvPr>
            <p:ph idx="8" type="sldNum"/>
          </p:nvPr>
        </p:nvSpPr>
        <p:spPr>
          <a:xfrm>
            <a:off x="8474304" y="4417550"/>
            <a:ext cx="281700" cy="393600"/>
          </a:xfrm>
          <a:prstGeom prst="rect">
            <a:avLst/>
          </a:prstGeom>
        </p:spPr>
        <p:txBody>
          <a:bodyPr anchorCtr="0" anchor="ctr" bIns="91425" lIns="91425" spcFirstLastPara="1" rIns="91425" wrap="square" tIns="91425">
            <a:normAutofit/>
          </a:bodyPr>
          <a:lstStyle>
            <a:lvl1pPr lvl="0" rtl="0" algn="l">
              <a:buNone/>
              <a:defRPr sz="1108">
                <a:solidFill>
                  <a:srgbClr val="666666"/>
                </a:solidFill>
                <a:latin typeface="Inter"/>
                <a:ea typeface="Inter"/>
                <a:cs typeface="Inter"/>
                <a:sym typeface="Inter"/>
              </a:defRPr>
            </a:lvl1pPr>
            <a:lvl2pPr lvl="1" rtl="0" algn="l">
              <a:buNone/>
              <a:defRPr sz="1108">
                <a:solidFill>
                  <a:srgbClr val="666666"/>
                </a:solidFill>
                <a:latin typeface="Inter"/>
                <a:ea typeface="Inter"/>
                <a:cs typeface="Inter"/>
                <a:sym typeface="Inter"/>
              </a:defRPr>
            </a:lvl2pPr>
            <a:lvl3pPr lvl="2" rtl="0" algn="l">
              <a:buNone/>
              <a:defRPr sz="1108">
                <a:solidFill>
                  <a:srgbClr val="666666"/>
                </a:solidFill>
                <a:latin typeface="Inter"/>
                <a:ea typeface="Inter"/>
                <a:cs typeface="Inter"/>
                <a:sym typeface="Inter"/>
              </a:defRPr>
            </a:lvl3pPr>
            <a:lvl4pPr lvl="3" rtl="0" algn="l">
              <a:buNone/>
              <a:defRPr sz="1108">
                <a:solidFill>
                  <a:srgbClr val="666666"/>
                </a:solidFill>
                <a:latin typeface="Inter"/>
                <a:ea typeface="Inter"/>
                <a:cs typeface="Inter"/>
                <a:sym typeface="Inter"/>
              </a:defRPr>
            </a:lvl4pPr>
            <a:lvl5pPr lvl="4" rtl="0" algn="l">
              <a:buNone/>
              <a:defRPr sz="1108">
                <a:solidFill>
                  <a:srgbClr val="666666"/>
                </a:solidFill>
                <a:latin typeface="Inter"/>
                <a:ea typeface="Inter"/>
                <a:cs typeface="Inter"/>
                <a:sym typeface="Inter"/>
              </a:defRPr>
            </a:lvl5pPr>
            <a:lvl6pPr lvl="5" rtl="0" algn="l">
              <a:buNone/>
              <a:defRPr sz="1108">
                <a:solidFill>
                  <a:srgbClr val="666666"/>
                </a:solidFill>
                <a:latin typeface="Inter"/>
                <a:ea typeface="Inter"/>
                <a:cs typeface="Inter"/>
                <a:sym typeface="Inter"/>
              </a:defRPr>
            </a:lvl6pPr>
            <a:lvl7pPr lvl="6" rtl="0" algn="l">
              <a:buNone/>
              <a:defRPr sz="1108">
                <a:solidFill>
                  <a:srgbClr val="666666"/>
                </a:solidFill>
                <a:latin typeface="Inter"/>
                <a:ea typeface="Inter"/>
                <a:cs typeface="Inter"/>
                <a:sym typeface="Inter"/>
              </a:defRPr>
            </a:lvl7pPr>
            <a:lvl8pPr lvl="7" rtl="0" algn="l">
              <a:buNone/>
              <a:defRPr sz="1108">
                <a:solidFill>
                  <a:srgbClr val="666666"/>
                </a:solidFill>
                <a:latin typeface="Inter"/>
                <a:ea typeface="Inter"/>
                <a:cs typeface="Inter"/>
                <a:sym typeface="Inter"/>
              </a:defRPr>
            </a:lvl8pPr>
            <a:lvl9pPr lvl="8" rtl="0" algn="l">
              <a:buNone/>
              <a:defRPr sz="1108">
                <a:solidFill>
                  <a:srgbClr val="666666"/>
                </a:solidFill>
                <a:latin typeface="Inter"/>
                <a:ea typeface="Inter"/>
                <a:cs typeface="Inter"/>
                <a:sym typeface="Inter"/>
              </a:defRPr>
            </a:lvl9pPr>
          </a:lstStyle>
          <a:p>
            <a:pPr indent="0" lvl="0" marL="0" rtl="0" algn="l">
              <a:spcBef>
                <a:spcPts val="0"/>
              </a:spcBef>
              <a:spcAft>
                <a:spcPts val="0"/>
              </a:spcAft>
              <a:buNone/>
            </a:pPr>
            <a:r>
              <a:rPr lang="en"/>
              <a:t xml:space="preserve"> /</a:t>
            </a:r>
            <a:endParaRPr/>
          </a:p>
        </p:txBody>
      </p:sp>
    </p:spTree>
  </p:cSld>
  <p:clrMapOvr>
    <a:masterClrMapping/>
  </p:clrMapOvr>
</p:sldLayout>
</file>

<file path=ppt/slideLayouts/slideLayout3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2">
  <p:cSld name="TITLE_ONLY_2">
    <p:bg>
      <p:bgPr>
        <a:solidFill>
          <a:schemeClr val="dk1"/>
        </a:solidFill>
      </p:bgPr>
    </p:bg>
    <p:spTree>
      <p:nvGrpSpPr>
        <p:cNvPr id="349" name="Shape 349"/>
        <p:cNvGrpSpPr/>
        <p:nvPr/>
      </p:nvGrpSpPr>
      <p:grpSpPr>
        <a:xfrm>
          <a:off x="0" y="0"/>
          <a:ext cx="0" cy="0"/>
          <a:chOff x="0" y="0"/>
          <a:chExt cx="0" cy="0"/>
        </a:xfrm>
      </p:grpSpPr>
      <p:sp>
        <p:nvSpPr>
          <p:cNvPr id="350" name="Google Shape;350;p40"/>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lt1"/>
              </a:buClr>
              <a:buSzPts val="3200"/>
              <a:buFont typeface="Inter ExtraBold"/>
              <a:buNone/>
              <a:defRPr sz="3200">
                <a:solidFill>
                  <a:schemeClr val="lt1"/>
                </a:solidFill>
                <a:latin typeface="Inter ExtraBold"/>
                <a:ea typeface="Inter ExtraBold"/>
                <a:cs typeface="Inter ExtraBold"/>
                <a:sym typeface="Inter ExtraBold"/>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p:txBody>
      </p:sp>
      <p:pic>
        <p:nvPicPr>
          <p:cNvPr id="351" name="Google Shape;351;p40"/>
          <p:cNvPicPr preferRelativeResize="0"/>
          <p:nvPr/>
        </p:nvPicPr>
        <p:blipFill>
          <a:blip r:embed="rId2">
            <a:alphaModFix/>
          </a:blip>
          <a:stretch>
            <a:fillRect/>
          </a:stretch>
        </p:blipFill>
        <p:spPr>
          <a:xfrm>
            <a:off x="-762396" y="0"/>
            <a:ext cx="548700" cy="2288640"/>
          </a:xfrm>
          <a:prstGeom prst="rect">
            <a:avLst/>
          </a:prstGeom>
          <a:noFill/>
          <a:ln>
            <a:noFill/>
          </a:ln>
        </p:spPr>
      </p:pic>
      <p:pic>
        <p:nvPicPr>
          <p:cNvPr id="352" name="Google Shape;352;p40"/>
          <p:cNvPicPr preferRelativeResize="0"/>
          <p:nvPr/>
        </p:nvPicPr>
        <p:blipFill>
          <a:blip r:embed="rId3">
            <a:alphaModFix/>
          </a:blip>
          <a:stretch>
            <a:fillRect/>
          </a:stretch>
        </p:blipFill>
        <p:spPr>
          <a:xfrm>
            <a:off x="457529" y="4543025"/>
            <a:ext cx="950976" cy="142646"/>
          </a:xfrm>
          <a:prstGeom prst="rect">
            <a:avLst/>
          </a:prstGeom>
          <a:noFill/>
          <a:ln>
            <a:noFill/>
          </a:ln>
        </p:spPr>
      </p:pic>
      <p:sp>
        <p:nvSpPr>
          <p:cNvPr id="353" name="Google Shape;353;p40"/>
          <p:cNvSpPr txBox="1"/>
          <p:nvPr>
            <p:ph idx="1" type="subTitle"/>
          </p:nvPr>
        </p:nvSpPr>
        <p:spPr>
          <a:xfrm>
            <a:off x="311700" y="1055100"/>
            <a:ext cx="8520600" cy="5727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lt1"/>
              </a:buClr>
              <a:buSzPts val="1800"/>
              <a:buNone/>
              <a:defRPr>
                <a:solidFill>
                  <a:schemeClr val="lt1"/>
                </a:solidFill>
              </a:defRPr>
            </a:lvl1pPr>
            <a:lvl2pPr lvl="1" rtl="0">
              <a:spcBef>
                <a:spcPts val="1000"/>
              </a:spcBef>
              <a:spcAft>
                <a:spcPts val="0"/>
              </a:spcAft>
              <a:buSzPts val="1400"/>
              <a:buNone/>
              <a:defRPr/>
            </a:lvl2pPr>
            <a:lvl3pPr lvl="2" rtl="0">
              <a:spcBef>
                <a:spcPts val="1000"/>
              </a:spcBef>
              <a:spcAft>
                <a:spcPts val="0"/>
              </a:spcAft>
              <a:buSzPts val="1400"/>
              <a:buNone/>
              <a:defRPr/>
            </a:lvl3pPr>
            <a:lvl4pPr lvl="3" rtl="0">
              <a:spcBef>
                <a:spcPts val="1000"/>
              </a:spcBef>
              <a:spcAft>
                <a:spcPts val="0"/>
              </a:spcAft>
              <a:buSzPts val="1400"/>
              <a:buNone/>
              <a:defRPr/>
            </a:lvl4pPr>
            <a:lvl5pPr lvl="4" rtl="0">
              <a:spcBef>
                <a:spcPts val="1000"/>
              </a:spcBef>
              <a:spcAft>
                <a:spcPts val="0"/>
              </a:spcAft>
              <a:buSzPts val="1400"/>
              <a:buNone/>
              <a:defRPr/>
            </a:lvl5pPr>
            <a:lvl6pPr lvl="5" rtl="0">
              <a:spcBef>
                <a:spcPts val="1000"/>
              </a:spcBef>
              <a:spcAft>
                <a:spcPts val="0"/>
              </a:spcAft>
              <a:buSzPts val="1400"/>
              <a:buNone/>
              <a:defRPr/>
            </a:lvl6pPr>
            <a:lvl7pPr lvl="6" rtl="0">
              <a:spcBef>
                <a:spcPts val="1000"/>
              </a:spcBef>
              <a:spcAft>
                <a:spcPts val="0"/>
              </a:spcAft>
              <a:buSzPts val="1400"/>
              <a:buNone/>
              <a:defRPr/>
            </a:lvl7pPr>
            <a:lvl8pPr lvl="7" rtl="0">
              <a:spcBef>
                <a:spcPts val="1000"/>
              </a:spcBef>
              <a:spcAft>
                <a:spcPts val="0"/>
              </a:spcAft>
              <a:buSzPts val="1400"/>
              <a:buNone/>
              <a:defRPr/>
            </a:lvl8pPr>
            <a:lvl9pPr lvl="8" rtl="0">
              <a:spcBef>
                <a:spcPts val="1000"/>
              </a:spcBef>
              <a:spcAft>
                <a:spcPts val="1000"/>
              </a:spcAft>
              <a:buSzPts val="1400"/>
              <a:buNone/>
              <a:defRPr/>
            </a:lvl9pPr>
          </a:lstStyle>
          <a:p/>
        </p:txBody>
      </p:sp>
      <p:sp>
        <p:nvSpPr>
          <p:cNvPr id="354" name="Google Shape;354;p40"/>
          <p:cNvSpPr txBox="1"/>
          <p:nvPr>
            <p:ph idx="12" type="sldNum"/>
          </p:nvPr>
        </p:nvSpPr>
        <p:spPr>
          <a:xfrm>
            <a:off x="8096041" y="4417542"/>
            <a:ext cx="548700" cy="393600"/>
          </a:xfrm>
          <a:prstGeom prst="rect">
            <a:avLst/>
          </a:prstGeom>
        </p:spPr>
        <p:txBody>
          <a:bodyPr anchorCtr="0" anchor="ctr" bIns="91425" lIns="91425" spcFirstLastPara="1" rIns="91425" wrap="square" tIns="91425">
            <a:normAutofit/>
          </a:bodyPr>
          <a:lstStyle>
            <a:lvl1pPr lvl="0" rtl="0">
              <a:buNone/>
              <a:defRPr>
                <a:solidFill>
                  <a:schemeClr val="lt1"/>
                </a:solidFill>
                <a:latin typeface="Inter"/>
                <a:ea typeface="Inter"/>
                <a:cs typeface="Inter"/>
                <a:sym typeface="Inter"/>
              </a:defRPr>
            </a:lvl1pPr>
            <a:lvl2pPr lvl="1" rtl="0">
              <a:buNone/>
              <a:defRPr>
                <a:solidFill>
                  <a:schemeClr val="lt1"/>
                </a:solidFill>
                <a:latin typeface="Inter"/>
                <a:ea typeface="Inter"/>
                <a:cs typeface="Inter"/>
                <a:sym typeface="Inter"/>
              </a:defRPr>
            </a:lvl2pPr>
            <a:lvl3pPr lvl="2" rtl="0">
              <a:buNone/>
              <a:defRPr>
                <a:solidFill>
                  <a:schemeClr val="lt1"/>
                </a:solidFill>
                <a:latin typeface="Inter"/>
                <a:ea typeface="Inter"/>
                <a:cs typeface="Inter"/>
                <a:sym typeface="Inter"/>
              </a:defRPr>
            </a:lvl3pPr>
            <a:lvl4pPr lvl="3" rtl="0">
              <a:buNone/>
              <a:defRPr>
                <a:solidFill>
                  <a:schemeClr val="lt1"/>
                </a:solidFill>
                <a:latin typeface="Inter"/>
                <a:ea typeface="Inter"/>
                <a:cs typeface="Inter"/>
                <a:sym typeface="Inter"/>
              </a:defRPr>
            </a:lvl4pPr>
            <a:lvl5pPr lvl="4" rtl="0">
              <a:buNone/>
              <a:defRPr>
                <a:solidFill>
                  <a:schemeClr val="lt1"/>
                </a:solidFill>
                <a:latin typeface="Inter"/>
                <a:ea typeface="Inter"/>
                <a:cs typeface="Inter"/>
                <a:sym typeface="Inter"/>
              </a:defRPr>
            </a:lvl5pPr>
            <a:lvl6pPr lvl="5" rtl="0">
              <a:buNone/>
              <a:defRPr>
                <a:solidFill>
                  <a:schemeClr val="lt1"/>
                </a:solidFill>
                <a:latin typeface="Inter"/>
                <a:ea typeface="Inter"/>
                <a:cs typeface="Inter"/>
                <a:sym typeface="Inter"/>
              </a:defRPr>
            </a:lvl6pPr>
            <a:lvl7pPr lvl="6" rtl="0">
              <a:buNone/>
              <a:defRPr>
                <a:solidFill>
                  <a:schemeClr val="lt1"/>
                </a:solidFill>
                <a:latin typeface="Inter"/>
                <a:ea typeface="Inter"/>
                <a:cs typeface="Inter"/>
                <a:sym typeface="Inter"/>
              </a:defRPr>
            </a:lvl7pPr>
            <a:lvl8pPr lvl="7" rtl="0">
              <a:buNone/>
              <a:defRPr>
                <a:solidFill>
                  <a:schemeClr val="lt1"/>
                </a:solidFill>
                <a:latin typeface="Inter"/>
                <a:ea typeface="Inter"/>
                <a:cs typeface="Inter"/>
                <a:sym typeface="Inter"/>
              </a:defRPr>
            </a:lvl8pPr>
            <a:lvl9pPr lvl="8" rtl="0">
              <a:buNone/>
              <a:defRPr>
                <a:solidFill>
                  <a:schemeClr val="lt1"/>
                </a:solidFill>
                <a:latin typeface="Inter"/>
                <a:ea typeface="Inter"/>
                <a:cs typeface="Inter"/>
                <a:sym typeface="Inter"/>
              </a:defRPr>
            </a:lvl9pPr>
          </a:lstStyle>
          <a:p>
            <a:pPr indent="0" lvl="0" marL="0" rtl="0" algn="r">
              <a:spcBef>
                <a:spcPts val="0"/>
              </a:spcBef>
              <a:spcAft>
                <a:spcPts val="0"/>
              </a:spcAft>
              <a:buNone/>
            </a:pPr>
            <a:fld id="{00000000-1234-1234-1234-123412341234}" type="slidenum">
              <a:rPr lang="en"/>
              <a:t>‹#›</a:t>
            </a:fld>
            <a:endParaRPr/>
          </a:p>
        </p:txBody>
      </p:sp>
      <p:sp>
        <p:nvSpPr>
          <p:cNvPr id="355" name="Google Shape;355;p40"/>
          <p:cNvSpPr txBox="1"/>
          <p:nvPr>
            <p:ph idx="2" type="sldNum"/>
          </p:nvPr>
        </p:nvSpPr>
        <p:spPr>
          <a:xfrm>
            <a:off x="8474304" y="4417550"/>
            <a:ext cx="281700" cy="393600"/>
          </a:xfrm>
          <a:prstGeom prst="rect">
            <a:avLst/>
          </a:prstGeom>
        </p:spPr>
        <p:txBody>
          <a:bodyPr anchorCtr="0" anchor="ctr" bIns="91425" lIns="91425" spcFirstLastPara="1" rIns="91425" wrap="square" tIns="91425">
            <a:normAutofit/>
          </a:bodyPr>
          <a:lstStyle>
            <a:lvl1pPr lvl="0" rtl="0" algn="l">
              <a:buNone/>
              <a:defRPr sz="1108">
                <a:solidFill>
                  <a:srgbClr val="666666"/>
                </a:solidFill>
                <a:latin typeface="Inter"/>
                <a:ea typeface="Inter"/>
                <a:cs typeface="Inter"/>
                <a:sym typeface="Inter"/>
              </a:defRPr>
            </a:lvl1pPr>
            <a:lvl2pPr lvl="1" rtl="0" algn="l">
              <a:buNone/>
              <a:defRPr sz="1108">
                <a:solidFill>
                  <a:srgbClr val="666666"/>
                </a:solidFill>
                <a:latin typeface="Inter"/>
                <a:ea typeface="Inter"/>
                <a:cs typeface="Inter"/>
                <a:sym typeface="Inter"/>
              </a:defRPr>
            </a:lvl2pPr>
            <a:lvl3pPr lvl="2" rtl="0" algn="l">
              <a:buNone/>
              <a:defRPr sz="1108">
                <a:solidFill>
                  <a:srgbClr val="666666"/>
                </a:solidFill>
                <a:latin typeface="Inter"/>
                <a:ea typeface="Inter"/>
                <a:cs typeface="Inter"/>
                <a:sym typeface="Inter"/>
              </a:defRPr>
            </a:lvl3pPr>
            <a:lvl4pPr lvl="3" rtl="0" algn="l">
              <a:buNone/>
              <a:defRPr sz="1108">
                <a:solidFill>
                  <a:srgbClr val="666666"/>
                </a:solidFill>
                <a:latin typeface="Inter"/>
                <a:ea typeface="Inter"/>
                <a:cs typeface="Inter"/>
                <a:sym typeface="Inter"/>
              </a:defRPr>
            </a:lvl4pPr>
            <a:lvl5pPr lvl="4" rtl="0" algn="l">
              <a:buNone/>
              <a:defRPr sz="1108">
                <a:solidFill>
                  <a:srgbClr val="666666"/>
                </a:solidFill>
                <a:latin typeface="Inter"/>
                <a:ea typeface="Inter"/>
                <a:cs typeface="Inter"/>
                <a:sym typeface="Inter"/>
              </a:defRPr>
            </a:lvl5pPr>
            <a:lvl6pPr lvl="5" rtl="0" algn="l">
              <a:buNone/>
              <a:defRPr sz="1108">
                <a:solidFill>
                  <a:srgbClr val="666666"/>
                </a:solidFill>
                <a:latin typeface="Inter"/>
                <a:ea typeface="Inter"/>
                <a:cs typeface="Inter"/>
                <a:sym typeface="Inter"/>
              </a:defRPr>
            </a:lvl6pPr>
            <a:lvl7pPr lvl="6" rtl="0" algn="l">
              <a:buNone/>
              <a:defRPr sz="1108">
                <a:solidFill>
                  <a:srgbClr val="666666"/>
                </a:solidFill>
                <a:latin typeface="Inter"/>
                <a:ea typeface="Inter"/>
                <a:cs typeface="Inter"/>
                <a:sym typeface="Inter"/>
              </a:defRPr>
            </a:lvl7pPr>
            <a:lvl8pPr lvl="7" rtl="0" algn="l">
              <a:buNone/>
              <a:defRPr sz="1108">
                <a:solidFill>
                  <a:srgbClr val="666666"/>
                </a:solidFill>
                <a:latin typeface="Inter"/>
                <a:ea typeface="Inter"/>
                <a:cs typeface="Inter"/>
                <a:sym typeface="Inter"/>
              </a:defRPr>
            </a:lvl8pPr>
            <a:lvl9pPr lvl="8" rtl="0" algn="l">
              <a:buNone/>
              <a:defRPr sz="1108">
                <a:solidFill>
                  <a:srgbClr val="666666"/>
                </a:solidFill>
                <a:latin typeface="Inter"/>
                <a:ea typeface="Inter"/>
                <a:cs typeface="Inter"/>
                <a:sym typeface="Inter"/>
              </a:defRPr>
            </a:lvl9pPr>
          </a:lstStyle>
          <a:p>
            <a:pPr indent="0" lvl="0" marL="0" rtl="0" algn="l">
              <a:spcBef>
                <a:spcPts val="0"/>
              </a:spcBef>
              <a:spcAft>
                <a:spcPts val="0"/>
              </a:spcAft>
              <a:buNone/>
            </a:pPr>
            <a:r>
              <a:rPr lang="en"/>
              <a:t xml:space="preserve"> /</a:t>
            </a:r>
            <a:endParaRPr/>
          </a:p>
        </p:txBody>
      </p:sp>
    </p:spTree>
  </p:cSld>
  <p:clrMapOvr>
    <a:masterClrMapping/>
  </p:clrMapOvr>
</p:sldLayout>
</file>

<file path=ppt/slideLayouts/slideLayout3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2 2">
  <p:cSld name="TITLE_ONLY_2_2">
    <p:bg>
      <p:bgPr>
        <a:solidFill>
          <a:schemeClr val="dk1"/>
        </a:solidFill>
      </p:bgPr>
    </p:bg>
    <p:spTree>
      <p:nvGrpSpPr>
        <p:cNvPr id="356" name="Shape 356"/>
        <p:cNvGrpSpPr/>
        <p:nvPr/>
      </p:nvGrpSpPr>
      <p:grpSpPr>
        <a:xfrm>
          <a:off x="0" y="0"/>
          <a:ext cx="0" cy="0"/>
          <a:chOff x="0" y="0"/>
          <a:chExt cx="0" cy="0"/>
        </a:xfrm>
      </p:grpSpPr>
      <p:pic>
        <p:nvPicPr>
          <p:cNvPr id="357" name="Google Shape;357;p41"/>
          <p:cNvPicPr preferRelativeResize="0"/>
          <p:nvPr/>
        </p:nvPicPr>
        <p:blipFill>
          <a:blip r:embed="rId2">
            <a:alphaModFix/>
          </a:blip>
          <a:stretch>
            <a:fillRect/>
          </a:stretch>
        </p:blipFill>
        <p:spPr>
          <a:xfrm>
            <a:off x="412825" y="1658625"/>
            <a:ext cx="2682475" cy="2595924"/>
          </a:xfrm>
          <a:prstGeom prst="rect">
            <a:avLst/>
          </a:prstGeom>
          <a:noFill/>
          <a:ln>
            <a:noFill/>
          </a:ln>
        </p:spPr>
      </p:pic>
      <p:pic>
        <p:nvPicPr>
          <p:cNvPr id="358" name="Google Shape;358;p41"/>
          <p:cNvPicPr preferRelativeResize="0"/>
          <p:nvPr/>
        </p:nvPicPr>
        <p:blipFill>
          <a:blip r:embed="rId2">
            <a:alphaModFix/>
          </a:blip>
          <a:stretch>
            <a:fillRect/>
          </a:stretch>
        </p:blipFill>
        <p:spPr>
          <a:xfrm>
            <a:off x="3230763" y="1658625"/>
            <a:ext cx="2682475" cy="2595924"/>
          </a:xfrm>
          <a:prstGeom prst="rect">
            <a:avLst/>
          </a:prstGeom>
          <a:noFill/>
          <a:ln>
            <a:noFill/>
          </a:ln>
        </p:spPr>
      </p:pic>
      <p:pic>
        <p:nvPicPr>
          <p:cNvPr id="359" name="Google Shape;359;p41"/>
          <p:cNvPicPr preferRelativeResize="0"/>
          <p:nvPr/>
        </p:nvPicPr>
        <p:blipFill>
          <a:blip r:embed="rId2">
            <a:alphaModFix/>
          </a:blip>
          <a:stretch>
            <a:fillRect/>
          </a:stretch>
        </p:blipFill>
        <p:spPr>
          <a:xfrm>
            <a:off x="6048687" y="1658625"/>
            <a:ext cx="2682475" cy="2595924"/>
          </a:xfrm>
          <a:prstGeom prst="rect">
            <a:avLst/>
          </a:prstGeom>
          <a:noFill/>
          <a:ln>
            <a:noFill/>
          </a:ln>
        </p:spPr>
      </p:pic>
      <p:sp>
        <p:nvSpPr>
          <p:cNvPr id="360" name="Google Shape;360;p41"/>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lt1"/>
              </a:buClr>
              <a:buSzPts val="3200"/>
              <a:buFont typeface="Inter ExtraBold"/>
              <a:buNone/>
              <a:defRPr sz="3200">
                <a:solidFill>
                  <a:schemeClr val="lt1"/>
                </a:solidFill>
                <a:latin typeface="Inter ExtraBold"/>
                <a:ea typeface="Inter ExtraBold"/>
                <a:cs typeface="Inter ExtraBold"/>
                <a:sym typeface="Inter ExtraBold"/>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p:txBody>
      </p:sp>
      <p:pic>
        <p:nvPicPr>
          <p:cNvPr id="361" name="Google Shape;361;p41"/>
          <p:cNvPicPr preferRelativeResize="0"/>
          <p:nvPr/>
        </p:nvPicPr>
        <p:blipFill>
          <a:blip r:embed="rId3">
            <a:alphaModFix/>
          </a:blip>
          <a:stretch>
            <a:fillRect/>
          </a:stretch>
        </p:blipFill>
        <p:spPr>
          <a:xfrm>
            <a:off x="-762396" y="0"/>
            <a:ext cx="548700" cy="2288640"/>
          </a:xfrm>
          <a:prstGeom prst="rect">
            <a:avLst/>
          </a:prstGeom>
          <a:noFill/>
          <a:ln>
            <a:noFill/>
          </a:ln>
        </p:spPr>
      </p:pic>
      <p:sp>
        <p:nvSpPr>
          <p:cNvPr id="362" name="Google Shape;362;p41"/>
          <p:cNvSpPr txBox="1"/>
          <p:nvPr>
            <p:ph idx="1" type="subTitle"/>
          </p:nvPr>
        </p:nvSpPr>
        <p:spPr>
          <a:xfrm>
            <a:off x="311700" y="1055100"/>
            <a:ext cx="8520600" cy="5727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lt1"/>
              </a:buClr>
              <a:buSzPts val="1800"/>
              <a:buNone/>
              <a:defRPr>
                <a:solidFill>
                  <a:schemeClr val="lt1"/>
                </a:solidFill>
              </a:defRPr>
            </a:lvl1pPr>
            <a:lvl2pPr lvl="1" rtl="0">
              <a:spcBef>
                <a:spcPts val="1000"/>
              </a:spcBef>
              <a:spcAft>
                <a:spcPts val="0"/>
              </a:spcAft>
              <a:buSzPts val="1400"/>
              <a:buNone/>
              <a:defRPr/>
            </a:lvl2pPr>
            <a:lvl3pPr lvl="2" rtl="0">
              <a:spcBef>
                <a:spcPts val="1000"/>
              </a:spcBef>
              <a:spcAft>
                <a:spcPts val="0"/>
              </a:spcAft>
              <a:buSzPts val="1400"/>
              <a:buNone/>
              <a:defRPr/>
            </a:lvl3pPr>
            <a:lvl4pPr lvl="3" rtl="0">
              <a:spcBef>
                <a:spcPts val="1000"/>
              </a:spcBef>
              <a:spcAft>
                <a:spcPts val="0"/>
              </a:spcAft>
              <a:buSzPts val="1400"/>
              <a:buNone/>
              <a:defRPr/>
            </a:lvl4pPr>
            <a:lvl5pPr lvl="4" rtl="0">
              <a:spcBef>
                <a:spcPts val="1000"/>
              </a:spcBef>
              <a:spcAft>
                <a:spcPts val="0"/>
              </a:spcAft>
              <a:buSzPts val="1400"/>
              <a:buNone/>
              <a:defRPr/>
            </a:lvl5pPr>
            <a:lvl6pPr lvl="5" rtl="0">
              <a:spcBef>
                <a:spcPts val="1000"/>
              </a:spcBef>
              <a:spcAft>
                <a:spcPts val="0"/>
              </a:spcAft>
              <a:buSzPts val="1400"/>
              <a:buNone/>
              <a:defRPr/>
            </a:lvl6pPr>
            <a:lvl7pPr lvl="6" rtl="0">
              <a:spcBef>
                <a:spcPts val="1000"/>
              </a:spcBef>
              <a:spcAft>
                <a:spcPts val="0"/>
              </a:spcAft>
              <a:buSzPts val="1400"/>
              <a:buNone/>
              <a:defRPr/>
            </a:lvl7pPr>
            <a:lvl8pPr lvl="7" rtl="0">
              <a:spcBef>
                <a:spcPts val="1000"/>
              </a:spcBef>
              <a:spcAft>
                <a:spcPts val="0"/>
              </a:spcAft>
              <a:buSzPts val="1400"/>
              <a:buNone/>
              <a:defRPr/>
            </a:lvl8pPr>
            <a:lvl9pPr lvl="8" rtl="0">
              <a:spcBef>
                <a:spcPts val="1000"/>
              </a:spcBef>
              <a:spcAft>
                <a:spcPts val="1000"/>
              </a:spcAft>
              <a:buSzPts val="1400"/>
              <a:buNone/>
              <a:defRPr/>
            </a:lvl9pPr>
          </a:lstStyle>
          <a:p/>
        </p:txBody>
      </p:sp>
      <p:pic>
        <p:nvPicPr>
          <p:cNvPr id="363" name="Google Shape;363;p41"/>
          <p:cNvPicPr preferRelativeResize="0"/>
          <p:nvPr/>
        </p:nvPicPr>
        <p:blipFill>
          <a:blip r:embed="rId4">
            <a:alphaModFix/>
          </a:blip>
          <a:stretch>
            <a:fillRect/>
          </a:stretch>
        </p:blipFill>
        <p:spPr>
          <a:xfrm>
            <a:off x="457529" y="4543025"/>
            <a:ext cx="950976" cy="142646"/>
          </a:xfrm>
          <a:prstGeom prst="rect">
            <a:avLst/>
          </a:prstGeom>
          <a:noFill/>
          <a:ln>
            <a:noFill/>
          </a:ln>
        </p:spPr>
      </p:pic>
      <p:sp>
        <p:nvSpPr>
          <p:cNvPr id="364" name="Google Shape;364;p41"/>
          <p:cNvSpPr/>
          <p:nvPr>
            <p:ph idx="2" type="pic"/>
          </p:nvPr>
        </p:nvSpPr>
        <p:spPr>
          <a:xfrm>
            <a:off x="535276" y="1720023"/>
            <a:ext cx="315900" cy="315900"/>
          </a:xfrm>
          <a:prstGeom prst="rect">
            <a:avLst/>
          </a:prstGeom>
          <a:noFill/>
          <a:ln>
            <a:noFill/>
          </a:ln>
        </p:spPr>
      </p:sp>
      <p:sp>
        <p:nvSpPr>
          <p:cNvPr id="365" name="Google Shape;365;p41"/>
          <p:cNvSpPr txBox="1"/>
          <p:nvPr>
            <p:ph idx="3" type="body"/>
          </p:nvPr>
        </p:nvSpPr>
        <p:spPr>
          <a:xfrm>
            <a:off x="505075" y="2369958"/>
            <a:ext cx="2487900" cy="1952400"/>
          </a:xfrm>
          <a:prstGeom prst="rect">
            <a:avLst/>
          </a:prstGeom>
        </p:spPr>
        <p:txBody>
          <a:bodyPr anchorCtr="0" anchor="t" bIns="91425" lIns="91425" spcFirstLastPara="1" rIns="91425" wrap="square" tIns="91425">
            <a:normAutofit/>
          </a:bodyPr>
          <a:lstStyle>
            <a:lvl1pPr indent="-298450" lvl="0" marL="457200" rtl="0">
              <a:spcBef>
                <a:spcPts val="0"/>
              </a:spcBef>
              <a:spcAft>
                <a:spcPts val="0"/>
              </a:spcAft>
              <a:buClr>
                <a:schemeClr val="lt1"/>
              </a:buClr>
              <a:buSzPts val="1100"/>
              <a:buChar char="●"/>
              <a:defRPr sz="1100">
                <a:solidFill>
                  <a:schemeClr val="lt1"/>
                </a:solidFill>
              </a:defRPr>
            </a:lvl1pPr>
            <a:lvl2pPr indent="-298450" lvl="1" marL="914400" rtl="0">
              <a:spcBef>
                <a:spcPts val="1000"/>
              </a:spcBef>
              <a:spcAft>
                <a:spcPts val="0"/>
              </a:spcAft>
              <a:buClr>
                <a:schemeClr val="lt1"/>
              </a:buClr>
              <a:buSzPts val="1100"/>
              <a:buChar char="○"/>
              <a:defRPr sz="1100">
                <a:solidFill>
                  <a:schemeClr val="lt1"/>
                </a:solidFill>
              </a:defRPr>
            </a:lvl2pPr>
            <a:lvl3pPr indent="-298450" lvl="2" marL="1371600" rtl="0">
              <a:spcBef>
                <a:spcPts val="1000"/>
              </a:spcBef>
              <a:spcAft>
                <a:spcPts val="0"/>
              </a:spcAft>
              <a:buClr>
                <a:schemeClr val="lt1"/>
              </a:buClr>
              <a:buSzPts val="1100"/>
              <a:buChar char="■"/>
              <a:defRPr sz="1100">
                <a:solidFill>
                  <a:schemeClr val="lt1"/>
                </a:solidFill>
              </a:defRPr>
            </a:lvl3pPr>
            <a:lvl4pPr indent="-298450" lvl="3" marL="1828800" rtl="0">
              <a:spcBef>
                <a:spcPts val="1000"/>
              </a:spcBef>
              <a:spcAft>
                <a:spcPts val="0"/>
              </a:spcAft>
              <a:buClr>
                <a:schemeClr val="lt1"/>
              </a:buClr>
              <a:buSzPts val="1100"/>
              <a:buChar char="●"/>
              <a:defRPr sz="1100">
                <a:solidFill>
                  <a:schemeClr val="lt1"/>
                </a:solidFill>
              </a:defRPr>
            </a:lvl4pPr>
            <a:lvl5pPr indent="-298450" lvl="4" marL="2286000" rtl="0">
              <a:spcBef>
                <a:spcPts val="1000"/>
              </a:spcBef>
              <a:spcAft>
                <a:spcPts val="0"/>
              </a:spcAft>
              <a:buClr>
                <a:schemeClr val="lt1"/>
              </a:buClr>
              <a:buSzPts val="1100"/>
              <a:buChar char="○"/>
              <a:defRPr sz="1100">
                <a:solidFill>
                  <a:schemeClr val="lt1"/>
                </a:solidFill>
              </a:defRPr>
            </a:lvl5pPr>
            <a:lvl6pPr indent="-298450" lvl="5" marL="2743200" rtl="0">
              <a:spcBef>
                <a:spcPts val="1000"/>
              </a:spcBef>
              <a:spcAft>
                <a:spcPts val="0"/>
              </a:spcAft>
              <a:buClr>
                <a:schemeClr val="lt1"/>
              </a:buClr>
              <a:buSzPts val="1100"/>
              <a:buChar char="■"/>
              <a:defRPr sz="1100">
                <a:solidFill>
                  <a:schemeClr val="lt1"/>
                </a:solidFill>
              </a:defRPr>
            </a:lvl6pPr>
            <a:lvl7pPr indent="-298450" lvl="6" marL="3200400" rtl="0">
              <a:spcBef>
                <a:spcPts val="1000"/>
              </a:spcBef>
              <a:spcAft>
                <a:spcPts val="0"/>
              </a:spcAft>
              <a:buClr>
                <a:schemeClr val="lt1"/>
              </a:buClr>
              <a:buSzPts val="1100"/>
              <a:buChar char="●"/>
              <a:defRPr sz="1100">
                <a:solidFill>
                  <a:schemeClr val="lt1"/>
                </a:solidFill>
              </a:defRPr>
            </a:lvl7pPr>
            <a:lvl8pPr indent="-298450" lvl="7" marL="3657600" rtl="0">
              <a:spcBef>
                <a:spcPts val="1000"/>
              </a:spcBef>
              <a:spcAft>
                <a:spcPts val="0"/>
              </a:spcAft>
              <a:buClr>
                <a:schemeClr val="lt1"/>
              </a:buClr>
              <a:buSzPts val="1100"/>
              <a:buChar char="○"/>
              <a:defRPr sz="1100">
                <a:solidFill>
                  <a:schemeClr val="lt1"/>
                </a:solidFill>
              </a:defRPr>
            </a:lvl8pPr>
            <a:lvl9pPr indent="-298450" lvl="8" marL="4114800" rtl="0">
              <a:spcBef>
                <a:spcPts val="1000"/>
              </a:spcBef>
              <a:spcAft>
                <a:spcPts val="1000"/>
              </a:spcAft>
              <a:buClr>
                <a:schemeClr val="lt1"/>
              </a:buClr>
              <a:buSzPts val="1100"/>
              <a:buChar char="■"/>
              <a:defRPr sz="1100">
                <a:solidFill>
                  <a:schemeClr val="lt1"/>
                </a:solidFill>
              </a:defRPr>
            </a:lvl9pPr>
          </a:lstStyle>
          <a:p/>
        </p:txBody>
      </p:sp>
      <p:sp>
        <p:nvSpPr>
          <p:cNvPr id="366" name="Google Shape;366;p41"/>
          <p:cNvSpPr txBox="1"/>
          <p:nvPr>
            <p:ph idx="4" type="subTitle"/>
          </p:nvPr>
        </p:nvSpPr>
        <p:spPr>
          <a:xfrm>
            <a:off x="505075" y="2016850"/>
            <a:ext cx="2487900" cy="386100"/>
          </a:xfrm>
          <a:prstGeom prst="rect">
            <a:avLst/>
          </a:prstGeom>
        </p:spPr>
        <p:txBody>
          <a:bodyPr anchorCtr="0" anchor="b" bIns="91425" lIns="91425" spcFirstLastPara="1" rIns="91425" wrap="square" tIns="91425">
            <a:normAutofit/>
          </a:bodyPr>
          <a:lstStyle>
            <a:lvl1pPr lvl="0" rtl="0">
              <a:spcBef>
                <a:spcPts val="0"/>
              </a:spcBef>
              <a:spcAft>
                <a:spcPts val="0"/>
              </a:spcAft>
              <a:buClr>
                <a:schemeClr val="lt1"/>
              </a:buClr>
              <a:buSzPts val="1600"/>
              <a:buFont typeface="Inter Medium"/>
              <a:buNone/>
              <a:defRPr sz="1600">
                <a:solidFill>
                  <a:schemeClr val="lt1"/>
                </a:solidFill>
                <a:latin typeface="Inter Medium"/>
                <a:ea typeface="Inter Medium"/>
                <a:cs typeface="Inter Medium"/>
                <a:sym typeface="Inter Medium"/>
              </a:defRPr>
            </a:lvl1pPr>
            <a:lvl2pPr lvl="1" rtl="0">
              <a:spcBef>
                <a:spcPts val="100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2pPr>
            <a:lvl3pPr lvl="2" rtl="0">
              <a:spcBef>
                <a:spcPts val="100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3pPr>
            <a:lvl4pPr lvl="3" rtl="0">
              <a:spcBef>
                <a:spcPts val="100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4pPr>
            <a:lvl5pPr lvl="4" rtl="0">
              <a:spcBef>
                <a:spcPts val="100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5pPr>
            <a:lvl6pPr lvl="5" rtl="0">
              <a:spcBef>
                <a:spcPts val="100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6pPr>
            <a:lvl7pPr lvl="6" rtl="0">
              <a:spcBef>
                <a:spcPts val="100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7pPr>
            <a:lvl8pPr lvl="7" rtl="0">
              <a:spcBef>
                <a:spcPts val="100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8pPr>
            <a:lvl9pPr lvl="8" rtl="0">
              <a:spcBef>
                <a:spcPts val="1000"/>
              </a:spcBef>
              <a:spcAft>
                <a:spcPts val="1000"/>
              </a:spcAft>
              <a:buClr>
                <a:schemeClr val="lt1"/>
              </a:buClr>
              <a:buSzPts val="1400"/>
              <a:buFont typeface="Inter Medium"/>
              <a:buNone/>
              <a:defRPr>
                <a:solidFill>
                  <a:schemeClr val="lt1"/>
                </a:solidFill>
                <a:latin typeface="Inter Medium"/>
                <a:ea typeface="Inter Medium"/>
                <a:cs typeface="Inter Medium"/>
                <a:sym typeface="Inter Medium"/>
              </a:defRPr>
            </a:lvl9pPr>
          </a:lstStyle>
          <a:p/>
        </p:txBody>
      </p:sp>
      <p:sp>
        <p:nvSpPr>
          <p:cNvPr id="367" name="Google Shape;367;p41"/>
          <p:cNvSpPr/>
          <p:nvPr>
            <p:ph idx="5" type="pic"/>
          </p:nvPr>
        </p:nvSpPr>
        <p:spPr>
          <a:xfrm>
            <a:off x="3358251" y="1720023"/>
            <a:ext cx="315900" cy="315900"/>
          </a:xfrm>
          <a:prstGeom prst="rect">
            <a:avLst/>
          </a:prstGeom>
          <a:noFill/>
          <a:ln>
            <a:noFill/>
          </a:ln>
        </p:spPr>
      </p:sp>
      <p:sp>
        <p:nvSpPr>
          <p:cNvPr id="368" name="Google Shape;368;p41"/>
          <p:cNvSpPr txBox="1"/>
          <p:nvPr>
            <p:ph idx="6" type="body"/>
          </p:nvPr>
        </p:nvSpPr>
        <p:spPr>
          <a:xfrm>
            <a:off x="3328050" y="2369958"/>
            <a:ext cx="2487900" cy="1952400"/>
          </a:xfrm>
          <a:prstGeom prst="rect">
            <a:avLst/>
          </a:prstGeom>
        </p:spPr>
        <p:txBody>
          <a:bodyPr anchorCtr="0" anchor="t" bIns="91425" lIns="91425" spcFirstLastPara="1" rIns="91425" wrap="square" tIns="91425">
            <a:normAutofit/>
          </a:bodyPr>
          <a:lstStyle>
            <a:lvl1pPr indent="-298450" lvl="0" marL="457200" rtl="0">
              <a:spcBef>
                <a:spcPts val="0"/>
              </a:spcBef>
              <a:spcAft>
                <a:spcPts val="0"/>
              </a:spcAft>
              <a:buClr>
                <a:schemeClr val="lt1"/>
              </a:buClr>
              <a:buSzPts val="1100"/>
              <a:buChar char="●"/>
              <a:defRPr sz="1100">
                <a:solidFill>
                  <a:schemeClr val="lt1"/>
                </a:solidFill>
              </a:defRPr>
            </a:lvl1pPr>
            <a:lvl2pPr indent="-298450" lvl="1" marL="914400" rtl="0">
              <a:spcBef>
                <a:spcPts val="1000"/>
              </a:spcBef>
              <a:spcAft>
                <a:spcPts val="0"/>
              </a:spcAft>
              <a:buClr>
                <a:schemeClr val="lt1"/>
              </a:buClr>
              <a:buSzPts val="1100"/>
              <a:buChar char="○"/>
              <a:defRPr sz="1100">
                <a:solidFill>
                  <a:schemeClr val="lt1"/>
                </a:solidFill>
              </a:defRPr>
            </a:lvl2pPr>
            <a:lvl3pPr indent="-298450" lvl="2" marL="1371600" rtl="0">
              <a:spcBef>
                <a:spcPts val="1000"/>
              </a:spcBef>
              <a:spcAft>
                <a:spcPts val="0"/>
              </a:spcAft>
              <a:buClr>
                <a:schemeClr val="lt1"/>
              </a:buClr>
              <a:buSzPts val="1100"/>
              <a:buChar char="■"/>
              <a:defRPr sz="1100">
                <a:solidFill>
                  <a:schemeClr val="lt1"/>
                </a:solidFill>
              </a:defRPr>
            </a:lvl3pPr>
            <a:lvl4pPr indent="-298450" lvl="3" marL="1828800" rtl="0">
              <a:spcBef>
                <a:spcPts val="1000"/>
              </a:spcBef>
              <a:spcAft>
                <a:spcPts val="0"/>
              </a:spcAft>
              <a:buClr>
                <a:schemeClr val="lt1"/>
              </a:buClr>
              <a:buSzPts val="1100"/>
              <a:buChar char="●"/>
              <a:defRPr sz="1100">
                <a:solidFill>
                  <a:schemeClr val="lt1"/>
                </a:solidFill>
              </a:defRPr>
            </a:lvl4pPr>
            <a:lvl5pPr indent="-298450" lvl="4" marL="2286000" rtl="0">
              <a:spcBef>
                <a:spcPts val="1000"/>
              </a:spcBef>
              <a:spcAft>
                <a:spcPts val="0"/>
              </a:spcAft>
              <a:buClr>
                <a:schemeClr val="lt1"/>
              </a:buClr>
              <a:buSzPts val="1100"/>
              <a:buChar char="○"/>
              <a:defRPr sz="1100">
                <a:solidFill>
                  <a:schemeClr val="lt1"/>
                </a:solidFill>
              </a:defRPr>
            </a:lvl5pPr>
            <a:lvl6pPr indent="-298450" lvl="5" marL="2743200" rtl="0">
              <a:spcBef>
                <a:spcPts val="1000"/>
              </a:spcBef>
              <a:spcAft>
                <a:spcPts val="0"/>
              </a:spcAft>
              <a:buClr>
                <a:schemeClr val="lt1"/>
              </a:buClr>
              <a:buSzPts val="1100"/>
              <a:buChar char="■"/>
              <a:defRPr sz="1100">
                <a:solidFill>
                  <a:schemeClr val="lt1"/>
                </a:solidFill>
              </a:defRPr>
            </a:lvl6pPr>
            <a:lvl7pPr indent="-298450" lvl="6" marL="3200400" rtl="0">
              <a:spcBef>
                <a:spcPts val="1000"/>
              </a:spcBef>
              <a:spcAft>
                <a:spcPts val="0"/>
              </a:spcAft>
              <a:buClr>
                <a:schemeClr val="lt1"/>
              </a:buClr>
              <a:buSzPts val="1100"/>
              <a:buChar char="●"/>
              <a:defRPr sz="1100">
                <a:solidFill>
                  <a:schemeClr val="lt1"/>
                </a:solidFill>
              </a:defRPr>
            </a:lvl7pPr>
            <a:lvl8pPr indent="-298450" lvl="7" marL="3657600" rtl="0">
              <a:spcBef>
                <a:spcPts val="1000"/>
              </a:spcBef>
              <a:spcAft>
                <a:spcPts val="0"/>
              </a:spcAft>
              <a:buClr>
                <a:schemeClr val="lt1"/>
              </a:buClr>
              <a:buSzPts val="1100"/>
              <a:buChar char="○"/>
              <a:defRPr sz="1100">
                <a:solidFill>
                  <a:schemeClr val="lt1"/>
                </a:solidFill>
              </a:defRPr>
            </a:lvl8pPr>
            <a:lvl9pPr indent="-298450" lvl="8" marL="4114800" rtl="0">
              <a:spcBef>
                <a:spcPts val="1000"/>
              </a:spcBef>
              <a:spcAft>
                <a:spcPts val="1000"/>
              </a:spcAft>
              <a:buClr>
                <a:schemeClr val="lt1"/>
              </a:buClr>
              <a:buSzPts val="1100"/>
              <a:buChar char="■"/>
              <a:defRPr sz="1100">
                <a:solidFill>
                  <a:schemeClr val="lt1"/>
                </a:solidFill>
              </a:defRPr>
            </a:lvl9pPr>
          </a:lstStyle>
          <a:p/>
        </p:txBody>
      </p:sp>
      <p:sp>
        <p:nvSpPr>
          <p:cNvPr id="369" name="Google Shape;369;p41"/>
          <p:cNvSpPr txBox="1"/>
          <p:nvPr>
            <p:ph idx="7" type="subTitle"/>
          </p:nvPr>
        </p:nvSpPr>
        <p:spPr>
          <a:xfrm>
            <a:off x="3328050" y="2016850"/>
            <a:ext cx="2487900" cy="386100"/>
          </a:xfrm>
          <a:prstGeom prst="rect">
            <a:avLst/>
          </a:prstGeom>
        </p:spPr>
        <p:txBody>
          <a:bodyPr anchorCtr="0" anchor="b" bIns="91425" lIns="91425" spcFirstLastPara="1" rIns="91425" wrap="square" tIns="91425">
            <a:normAutofit/>
          </a:bodyPr>
          <a:lstStyle>
            <a:lvl1pPr lvl="0" rtl="0">
              <a:spcBef>
                <a:spcPts val="0"/>
              </a:spcBef>
              <a:spcAft>
                <a:spcPts val="0"/>
              </a:spcAft>
              <a:buClr>
                <a:schemeClr val="lt1"/>
              </a:buClr>
              <a:buSzPts val="1600"/>
              <a:buFont typeface="Inter Medium"/>
              <a:buNone/>
              <a:defRPr sz="1600">
                <a:solidFill>
                  <a:schemeClr val="lt1"/>
                </a:solidFill>
                <a:latin typeface="Inter Medium"/>
                <a:ea typeface="Inter Medium"/>
                <a:cs typeface="Inter Medium"/>
                <a:sym typeface="Inter Medium"/>
              </a:defRPr>
            </a:lvl1pPr>
            <a:lvl2pPr lvl="1" rtl="0">
              <a:spcBef>
                <a:spcPts val="100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2pPr>
            <a:lvl3pPr lvl="2" rtl="0">
              <a:spcBef>
                <a:spcPts val="100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3pPr>
            <a:lvl4pPr lvl="3" rtl="0">
              <a:spcBef>
                <a:spcPts val="100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4pPr>
            <a:lvl5pPr lvl="4" rtl="0">
              <a:spcBef>
                <a:spcPts val="100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5pPr>
            <a:lvl6pPr lvl="5" rtl="0">
              <a:spcBef>
                <a:spcPts val="100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6pPr>
            <a:lvl7pPr lvl="6" rtl="0">
              <a:spcBef>
                <a:spcPts val="100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7pPr>
            <a:lvl8pPr lvl="7" rtl="0">
              <a:spcBef>
                <a:spcPts val="100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8pPr>
            <a:lvl9pPr lvl="8" rtl="0">
              <a:spcBef>
                <a:spcPts val="1000"/>
              </a:spcBef>
              <a:spcAft>
                <a:spcPts val="1000"/>
              </a:spcAft>
              <a:buClr>
                <a:schemeClr val="lt1"/>
              </a:buClr>
              <a:buSzPts val="1400"/>
              <a:buFont typeface="Inter Medium"/>
              <a:buNone/>
              <a:defRPr>
                <a:solidFill>
                  <a:schemeClr val="lt1"/>
                </a:solidFill>
                <a:latin typeface="Inter Medium"/>
                <a:ea typeface="Inter Medium"/>
                <a:cs typeface="Inter Medium"/>
                <a:sym typeface="Inter Medium"/>
              </a:defRPr>
            </a:lvl9pPr>
          </a:lstStyle>
          <a:p/>
        </p:txBody>
      </p:sp>
      <p:sp>
        <p:nvSpPr>
          <p:cNvPr id="370" name="Google Shape;370;p41"/>
          <p:cNvSpPr/>
          <p:nvPr>
            <p:ph idx="8" type="pic"/>
          </p:nvPr>
        </p:nvSpPr>
        <p:spPr>
          <a:xfrm>
            <a:off x="6181226" y="1720023"/>
            <a:ext cx="315900" cy="315900"/>
          </a:xfrm>
          <a:prstGeom prst="rect">
            <a:avLst/>
          </a:prstGeom>
          <a:noFill/>
          <a:ln>
            <a:noFill/>
          </a:ln>
        </p:spPr>
      </p:sp>
      <p:sp>
        <p:nvSpPr>
          <p:cNvPr id="371" name="Google Shape;371;p41"/>
          <p:cNvSpPr txBox="1"/>
          <p:nvPr>
            <p:ph idx="9" type="body"/>
          </p:nvPr>
        </p:nvSpPr>
        <p:spPr>
          <a:xfrm>
            <a:off x="6151025" y="2369958"/>
            <a:ext cx="2487900" cy="1952400"/>
          </a:xfrm>
          <a:prstGeom prst="rect">
            <a:avLst/>
          </a:prstGeom>
        </p:spPr>
        <p:txBody>
          <a:bodyPr anchorCtr="0" anchor="t" bIns="91425" lIns="91425" spcFirstLastPara="1" rIns="91425" wrap="square" tIns="91425">
            <a:normAutofit/>
          </a:bodyPr>
          <a:lstStyle>
            <a:lvl1pPr indent="-298450" lvl="0" marL="457200" rtl="0">
              <a:spcBef>
                <a:spcPts val="0"/>
              </a:spcBef>
              <a:spcAft>
                <a:spcPts val="0"/>
              </a:spcAft>
              <a:buClr>
                <a:schemeClr val="lt1"/>
              </a:buClr>
              <a:buSzPts val="1100"/>
              <a:buChar char="●"/>
              <a:defRPr sz="1100">
                <a:solidFill>
                  <a:schemeClr val="lt1"/>
                </a:solidFill>
              </a:defRPr>
            </a:lvl1pPr>
            <a:lvl2pPr indent="-298450" lvl="1" marL="914400" rtl="0">
              <a:spcBef>
                <a:spcPts val="1000"/>
              </a:spcBef>
              <a:spcAft>
                <a:spcPts val="0"/>
              </a:spcAft>
              <a:buClr>
                <a:schemeClr val="lt1"/>
              </a:buClr>
              <a:buSzPts val="1100"/>
              <a:buChar char="○"/>
              <a:defRPr sz="1100">
                <a:solidFill>
                  <a:schemeClr val="lt1"/>
                </a:solidFill>
              </a:defRPr>
            </a:lvl2pPr>
            <a:lvl3pPr indent="-298450" lvl="2" marL="1371600" rtl="0">
              <a:spcBef>
                <a:spcPts val="1000"/>
              </a:spcBef>
              <a:spcAft>
                <a:spcPts val="0"/>
              </a:spcAft>
              <a:buClr>
                <a:schemeClr val="lt1"/>
              </a:buClr>
              <a:buSzPts val="1100"/>
              <a:buChar char="■"/>
              <a:defRPr sz="1100">
                <a:solidFill>
                  <a:schemeClr val="lt1"/>
                </a:solidFill>
              </a:defRPr>
            </a:lvl3pPr>
            <a:lvl4pPr indent="-298450" lvl="3" marL="1828800" rtl="0">
              <a:spcBef>
                <a:spcPts val="1000"/>
              </a:spcBef>
              <a:spcAft>
                <a:spcPts val="0"/>
              </a:spcAft>
              <a:buClr>
                <a:schemeClr val="lt1"/>
              </a:buClr>
              <a:buSzPts val="1100"/>
              <a:buChar char="●"/>
              <a:defRPr sz="1100">
                <a:solidFill>
                  <a:schemeClr val="lt1"/>
                </a:solidFill>
              </a:defRPr>
            </a:lvl4pPr>
            <a:lvl5pPr indent="-298450" lvl="4" marL="2286000" rtl="0">
              <a:spcBef>
                <a:spcPts val="1000"/>
              </a:spcBef>
              <a:spcAft>
                <a:spcPts val="0"/>
              </a:spcAft>
              <a:buClr>
                <a:schemeClr val="lt1"/>
              </a:buClr>
              <a:buSzPts val="1100"/>
              <a:buChar char="○"/>
              <a:defRPr sz="1100">
                <a:solidFill>
                  <a:schemeClr val="lt1"/>
                </a:solidFill>
              </a:defRPr>
            </a:lvl5pPr>
            <a:lvl6pPr indent="-298450" lvl="5" marL="2743200" rtl="0">
              <a:spcBef>
                <a:spcPts val="1000"/>
              </a:spcBef>
              <a:spcAft>
                <a:spcPts val="0"/>
              </a:spcAft>
              <a:buClr>
                <a:schemeClr val="lt1"/>
              </a:buClr>
              <a:buSzPts val="1100"/>
              <a:buChar char="■"/>
              <a:defRPr sz="1100">
                <a:solidFill>
                  <a:schemeClr val="lt1"/>
                </a:solidFill>
              </a:defRPr>
            </a:lvl6pPr>
            <a:lvl7pPr indent="-298450" lvl="6" marL="3200400" rtl="0">
              <a:spcBef>
                <a:spcPts val="1000"/>
              </a:spcBef>
              <a:spcAft>
                <a:spcPts val="0"/>
              </a:spcAft>
              <a:buClr>
                <a:schemeClr val="lt1"/>
              </a:buClr>
              <a:buSzPts val="1100"/>
              <a:buChar char="●"/>
              <a:defRPr sz="1100">
                <a:solidFill>
                  <a:schemeClr val="lt1"/>
                </a:solidFill>
              </a:defRPr>
            </a:lvl7pPr>
            <a:lvl8pPr indent="-298450" lvl="7" marL="3657600" rtl="0">
              <a:spcBef>
                <a:spcPts val="1000"/>
              </a:spcBef>
              <a:spcAft>
                <a:spcPts val="0"/>
              </a:spcAft>
              <a:buClr>
                <a:schemeClr val="lt1"/>
              </a:buClr>
              <a:buSzPts val="1100"/>
              <a:buChar char="○"/>
              <a:defRPr sz="1100">
                <a:solidFill>
                  <a:schemeClr val="lt1"/>
                </a:solidFill>
              </a:defRPr>
            </a:lvl8pPr>
            <a:lvl9pPr indent="-298450" lvl="8" marL="4114800" rtl="0">
              <a:spcBef>
                <a:spcPts val="1000"/>
              </a:spcBef>
              <a:spcAft>
                <a:spcPts val="1000"/>
              </a:spcAft>
              <a:buClr>
                <a:schemeClr val="lt1"/>
              </a:buClr>
              <a:buSzPts val="1100"/>
              <a:buChar char="■"/>
              <a:defRPr sz="1100">
                <a:solidFill>
                  <a:schemeClr val="lt1"/>
                </a:solidFill>
              </a:defRPr>
            </a:lvl9pPr>
          </a:lstStyle>
          <a:p/>
        </p:txBody>
      </p:sp>
      <p:sp>
        <p:nvSpPr>
          <p:cNvPr id="372" name="Google Shape;372;p41"/>
          <p:cNvSpPr txBox="1"/>
          <p:nvPr>
            <p:ph idx="13" type="subTitle"/>
          </p:nvPr>
        </p:nvSpPr>
        <p:spPr>
          <a:xfrm>
            <a:off x="6151025" y="2016850"/>
            <a:ext cx="2487900" cy="386100"/>
          </a:xfrm>
          <a:prstGeom prst="rect">
            <a:avLst/>
          </a:prstGeom>
        </p:spPr>
        <p:txBody>
          <a:bodyPr anchorCtr="0" anchor="b" bIns="91425" lIns="91425" spcFirstLastPara="1" rIns="91425" wrap="square" tIns="91425">
            <a:normAutofit/>
          </a:bodyPr>
          <a:lstStyle>
            <a:lvl1pPr lvl="0" rtl="0">
              <a:spcBef>
                <a:spcPts val="0"/>
              </a:spcBef>
              <a:spcAft>
                <a:spcPts val="0"/>
              </a:spcAft>
              <a:buClr>
                <a:schemeClr val="lt1"/>
              </a:buClr>
              <a:buSzPts val="1600"/>
              <a:buFont typeface="Inter Medium"/>
              <a:buNone/>
              <a:defRPr sz="1600">
                <a:solidFill>
                  <a:schemeClr val="lt1"/>
                </a:solidFill>
                <a:latin typeface="Inter Medium"/>
                <a:ea typeface="Inter Medium"/>
                <a:cs typeface="Inter Medium"/>
                <a:sym typeface="Inter Medium"/>
              </a:defRPr>
            </a:lvl1pPr>
            <a:lvl2pPr lvl="1" rtl="0">
              <a:spcBef>
                <a:spcPts val="100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2pPr>
            <a:lvl3pPr lvl="2" rtl="0">
              <a:spcBef>
                <a:spcPts val="100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3pPr>
            <a:lvl4pPr lvl="3" rtl="0">
              <a:spcBef>
                <a:spcPts val="100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4pPr>
            <a:lvl5pPr lvl="4" rtl="0">
              <a:spcBef>
                <a:spcPts val="100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5pPr>
            <a:lvl6pPr lvl="5" rtl="0">
              <a:spcBef>
                <a:spcPts val="100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6pPr>
            <a:lvl7pPr lvl="6" rtl="0">
              <a:spcBef>
                <a:spcPts val="100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7pPr>
            <a:lvl8pPr lvl="7" rtl="0">
              <a:spcBef>
                <a:spcPts val="100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8pPr>
            <a:lvl9pPr lvl="8" rtl="0">
              <a:spcBef>
                <a:spcPts val="1000"/>
              </a:spcBef>
              <a:spcAft>
                <a:spcPts val="1000"/>
              </a:spcAft>
              <a:buClr>
                <a:schemeClr val="lt1"/>
              </a:buClr>
              <a:buSzPts val="1400"/>
              <a:buFont typeface="Inter Medium"/>
              <a:buNone/>
              <a:defRPr>
                <a:solidFill>
                  <a:schemeClr val="lt1"/>
                </a:solidFill>
                <a:latin typeface="Inter Medium"/>
                <a:ea typeface="Inter Medium"/>
                <a:cs typeface="Inter Medium"/>
                <a:sym typeface="Inter Medium"/>
              </a:defRPr>
            </a:lvl9pPr>
          </a:lstStyle>
          <a:p/>
        </p:txBody>
      </p:sp>
      <p:sp>
        <p:nvSpPr>
          <p:cNvPr id="373" name="Google Shape;373;p41"/>
          <p:cNvSpPr txBox="1"/>
          <p:nvPr>
            <p:ph idx="12" type="sldNum"/>
          </p:nvPr>
        </p:nvSpPr>
        <p:spPr>
          <a:xfrm>
            <a:off x="8096041" y="4417542"/>
            <a:ext cx="548700" cy="393600"/>
          </a:xfrm>
          <a:prstGeom prst="rect">
            <a:avLst/>
          </a:prstGeom>
        </p:spPr>
        <p:txBody>
          <a:bodyPr anchorCtr="0" anchor="ctr" bIns="91425" lIns="91425" spcFirstLastPara="1" rIns="91425" wrap="square" tIns="91425">
            <a:normAutofit/>
          </a:bodyPr>
          <a:lstStyle>
            <a:lvl1pPr lvl="0" rtl="0">
              <a:buNone/>
              <a:defRPr>
                <a:solidFill>
                  <a:schemeClr val="lt1"/>
                </a:solidFill>
                <a:latin typeface="Inter"/>
                <a:ea typeface="Inter"/>
                <a:cs typeface="Inter"/>
                <a:sym typeface="Inter"/>
              </a:defRPr>
            </a:lvl1pPr>
            <a:lvl2pPr lvl="1" rtl="0">
              <a:buNone/>
              <a:defRPr>
                <a:solidFill>
                  <a:schemeClr val="lt1"/>
                </a:solidFill>
                <a:latin typeface="Inter"/>
                <a:ea typeface="Inter"/>
                <a:cs typeface="Inter"/>
                <a:sym typeface="Inter"/>
              </a:defRPr>
            </a:lvl2pPr>
            <a:lvl3pPr lvl="2" rtl="0">
              <a:buNone/>
              <a:defRPr>
                <a:solidFill>
                  <a:schemeClr val="lt1"/>
                </a:solidFill>
                <a:latin typeface="Inter"/>
                <a:ea typeface="Inter"/>
                <a:cs typeface="Inter"/>
                <a:sym typeface="Inter"/>
              </a:defRPr>
            </a:lvl3pPr>
            <a:lvl4pPr lvl="3" rtl="0">
              <a:buNone/>
              <a:defRPr>
                <a:solidFill>
                  <a:schemeClr val="lt1"/>
                </a:solidFill>
                <a:latin typeface="Inter"/>
                <a:ea typeface="Inter"/>
                <a:cs typeface="Inter"/>
                <a:sym typeface="Inter"/>
              </a:defRPr>
            </a:lvl4pPr>
            <a:lvl5pPr lvl="4" rtl="0">
              <a:buNone/>
              <a:defRPr>
                <a:solidFill>
                  <a:schemeClr val="lt1"/>
                </a:solidFill>
                <a:latin typeface="Inter"/>
                <a:ea typeface="Inter"/>
                <a:cs typeface="Inter"/>
                <a:sym typeface="Inter"/>
              </a:defRPr>
            </a:lvl5pPr>
            <a:lvl6pPr lvl="5" rtl="0">
              <a:buNone/>
              <a:defRPr>
                <a:solidFill>
                  <a:schemeClr val="lt1"/>
                </a:solidFill>
                <a:latin typeface="Inter"/>
                <a:ea typeface="Inter"/>
                <a:cs typeface="Inter"/>
                <a:sym typeface="Inter"/>
              </a:defRPr>
            </a:lvl6pPr>
            <a:lvl7pPr lvl="6" rtl="0">
              <a:buNone/>
              <a:defRPr>
                <a:solidFill>
                  <a:schemeClr val="lt1"/>
                </a:solidFill>
                <a:latin typeface="Inter"/>
                <a:ea typeface="Inter"/>
                <a:cs typeface="Inter"/>
                <a:sym typeface="Inter"/>
              </a:defRPr>
            </a:lvl7pPr>
            <a:lvl8pPr lvl="7" rtl="0">
              <a:buNone/>
              <a:defRPr>
                <a:solidFill>
                  <a:schemeClr val="lt1"/>
                </a:solidFill>
                <a:latin typeface="Inter"/>
                <a:ea typeface="Inter"/>
                <a:cs typeface="Inter"/>
                <a:sym typeface="Inter"/>
              </a:defRPr>
            </a:lvl8pPr>
            <a:lvl9pPr lvl="8" rtl="0">
              <a:buNone/>
              <a:defRPr>
                <a:solidFill>
                  <a:schemeClr val="lt1"/>
                </a:solidFill>
                <a:latin typeface="Inter"/>
                <a:ea typeface="Inter"/>
                <a:cs typeface="Inter"/>
                <a:sym typeface="Inter"/>
              </a:defRPr>
            </a:lvl9pPr>
          </a:lstStyle>
          <a:p>
            <a:pPr indent="0" lvl="0" marL="0" rtl="0" algn="r">
              <a:spcBef>
                <a:spcPts val="0"/>
              </a:spcBef>
              <a:spcAft>
                <a:spcPts val="0"/>
              </a:spcAft>
              <a:buNone/>
            </a:pPr>
            <a:fld id="{00000000-1234-1234-1234-123412341234}" type="slidenum">
              <a:rPr lang="en"/>
              <a:t>‹#›</a:t>
            </a:fld>
            <a:endParaRPr/>
          </a:p>
        </p:txBody>
      </p:sp>
      <p:sp>
        <p:nvSpPr>
          <p:cNvPr id="374" name="Google Shape;374;p41"/>
          <p:cNvSpPr txBox="1"/>
          <p:nvPr>
            <p:ph idx="14" type="sldNum"/>
          </p:nvPr>
        </p:nvSpPr>
        <p:spPr>
          <a:xfrm>
            <a:off x="8474304" y="4417550"/>
            <a:ext cx="281700" cy="393600"/>
          </a:xfrm>
          <a:prstGeom prst="rect">
            <a:avLst/>
          </a:prstGeom>
        </p:spPr>
        <p:txBody>
          <a:bodyPr anchorCtr="0" anchor="ctr" bIns="91425" lIns="91425" spcFirstLastPara="1" rIns="91425" wrap="square" tIns="91425">
            <a:normAutofit/>
          </a:bodyPr>
          <a:lstStyle>
            <a:lvl1pPr lvl="0" rtl="0" algn="l">
              <a:buNone/>
              <a:defRPr sz="1108">
                <a:solidFill>
                  <a:srgbClr val="666666"/>
                </a:solidFill>
                <a:latin typeface="Inter"/>
                <a:ea typeface="Inter"/>
                <a:cs typeface="Inter"/>
                <a:sym typeface="Inter"/>
              </a:defRPr>
            </a:lvl1pPr>
            <a:lvl2pPr lvl="1" rtl="0" algn="l">
              <a:buNone/>
              <a:defRPr sz="1108">
                <a:solidFill>
                  <a:srgbClr val="666666"/>
                </a:solidFill>
                <a:latin typeface="Inter"/>
                <a:ea typeface="Inter"/>
                <a:cs typeface="Inter"/>
                <a:sym typeface="Inter"/>
              </a:defRPr>
            </a:lvl2pPr>
            <a:lvl3pPr lvl="2" rtl="0" algn="l">
              <a:buNone/>
              <a:defRPr sz="1108">
                <a:solidFill>
                  <a:srgbClr val="666666"/>
                </a:solidFill>
                <a:latin typeface="Inter"/>
                <a:ea typeface="Inter"/>
                <a:cs typeface="Inter"/>
                <a:sym typeface="Inter"/>
              </a:defRPr>
            </a:lvl3pPr>
            <a:lvl4pPr lvl="3" rtl="0" algn="l">
              <a:buNone/>
              <a:defRPr sz="1108">
                <a:solidFill>
                  <a:srgbClr val="666666"/>
                </a:solidFill>
                <a:latin typeface="Inter"/>
                <a:ea typeface="Inter"/>
                <a:cs typeface="Inter"/>
                <a:sym typeface="Inter"/>
              </a:defRPr>
            </a:lvl4pPr>
            <a:lvl5pPr lvl="4" rtl="0" algn="l">
              <a:buNone/>
              <a:defRPr sz="1108">
                <a:solidFill>
                  <a:srgbClr val="666666"/>
                </a:solidFill>
                <a:latin typeface="Inter"/>
                <a:ea typeface="Inter"/>
                <a:cs typeface="Inter"/>
                <a:sym typeface="Inter"/>
              </a:defRPr>
            </a:lvl5pPr>
            <a:lvl6pPr lvl="5" rtl="0" algn="l">
              <a:buNone/>
              <a:defRPr sz="1108">
                <a:solidFill>
                  <a:srgbClr val="666666"/>
                </a:solidFill>
                <a:latin typeface="Inter"/>
                <a:ea typeface="Inter"/>
                <a:cs typeface="Inter"/>
                <a:sym typeface="Inter"/>
              </a:defRPr>
            </a:lvl6pPr>
            <a:lvl7pPr lvl="6" rtl="0" algn="l">
              <a:buNone/>
              <a:defRPr sz="1108">
                <a:solidFill>
                  <a:srgbClr val="666666"/>
                </a:solidFill>
                <a:latin typeface="Inter"/>
                <a:ea typeface="Inter"/>
                <a:cs typeface="Inter"/>
                <a:sym typeface="Inter"/>
              </a:defRPr>
            </a:lvl7pPr>
            <a:lvl8pPr lvl="7" rtl="0" algn="l">
              <a:buNone/>
              <a:defRPr sz="1108">
                <a:solidFill>
                  <a:srgbClr val="666666"/>
                </a:solidFill>
                <a:latin typeface="Inter"/>
                <a:ea typeface="Inter"/>
                <a:cs typeface="Inter"/>
                <a:sym typeface="Inter"/>
              </a:defRPr>
            </a:lvl8pPr>
            <a:lvl9pPr lvl="8" rtl="0" algn="l">
              <a:buNone/>
              <a:defRPr sz="1108">
                <a:solidFill>
                  <a:srgbClr val="666666"/>
                </a:solidFill>
                <a:latin typeface="Inter"/>
                <a:ea typeface="Inter"/>
                <a:cs typeface="Inter"/>
                <a:sym typeface="Inter"/>
              </a:defRPr>
            </a:lvl9pPr>
          </a:lstStyle>
          <a:p>
            <a:pPr indent="0" lvl="0" marL="0" rtl="0" algn="l">
              <a:spcBef>
                <a:spcPts val="0"/>
              </a:spcBef>
              <a:spcAft>
                <a:spcPts val="0"/>
              </a:spcAft>
              <a:buNone/>
            </a:pPr>
            <a:r>
              <a:rPr lang="en"/>
              <a:t xml:space="preserve"> /</a:t>
            </a:r>
            <a:endParaRPr/>
          </a:p>
        </p:txBody>
      </p:sp>
    </p:spTree>
  </p:cSld>
  <p:clrMapOvr>
    <a:masterClrMapping/>
  </p:clrMapOvr>
</p:sldLayout>
</file>

<file path=ppt/slideLayouts/slideLayout4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Info Cards _ No Sub">
  <p:cSld name="TITLE_ONLY_2_2_2">
    <p:bg>
      <p:bgPr>
        <a:solidFill>
          <a:schemeClr val="dk1"/>
        </a:solidFill>
      </p:bgPr>
    </p:bg>
    <p:spTree>
      <p:nvGrpSpPr>
        <p:cNvPr id="375" name="Shape 375"/>
        <p:cNvGrpSpPr/>
        <p:nvPr/>
      </p:nvGrpSpPr>
      <p:grpSpPr>
        <a:xfrm>
          <a:off x="0" y="0"/>
          <a:ext cx="0" cy="0"/>
          <a:chOff x="0" y="0"/>
          <a:chExt cx="0" cy="0"/>
        </a:xfrm>
      </p:grpSpPr>
      <p:pic>
        <p:nvPicPr>
          <p:cNvPr id="376" name="Google Shape;376;p42"/>
          <p:cNvPicPr preferRelativeResize="0"/>
          <p:nvPr/>
        </p:nvPicPr>
        <p:blipFill>
          <a:blip r:embed="rId2">
            <a:alphaModFix/>
          </a:blip>
          <a:stretch>
            <a:fillRect/>
          </a:stretch>
        </p:blipFill>
        <p:spPr>
          <a:xfrm>
            <a:off x="3230775" y="1234851"/>
            <a:ext cx="2682450" cy="3028579"/>
          </a:xfrm>
          <a:prstGeom prst="rect">
            <a:avLst/>
          </a:prstGeom>
          <a:noFill/>
          <a:ln>
            <a:noFill/>
          </a:ln>
        </p:spPr>
      </p:pic>
      <p:pic>
        <p:nvPicPr>
          <p:cNvPr id="377" name="Google Shape;377;p42"/>
          <p:cNvPicPr preferRelativeResize="0"/>
          <p:nvPr/>
        </p:nvPicPr>
        <p:blipFill>
          <a:blip r:embed="rId2">
            <a:alphaModFix/>
          </a:blip>
          <a:stretch>
            <a:fillRect/>
          </a:stretch>
        </p:blipFill>
        <p:spPr>
          <a:xfrm>
            <a:off x="6048700" y="1234851"/>
            <a:ext cx="2682450" cy="3028579"/>
          </a:xfrm>
          <a:prstGeom prst="rect">
            <a:avLst/>
          </a:prstGeom>
          <a:noFill/>
          <a:ln>
            <a:noFill/>
          </a:ln>
        </p:spPr>
      </p:pic>
      <p:pic>
        <p:nvPicPr>
          <p:cNvPr id="378" name="Google Shape;378;p42"/>
          <p:cNvPicPr preferRelativeResize="0"/>
          <p:nvPr/>
        </p:nvPicPr>
        <p:blipFill>
          <a:blip r:embed="rId2">
            <a:alphaModFix/>
          </a:blip>
          <a:stretch>
            <a:fillRect/>
          </a:stretch>
        </p:blipFill>
        <p:spPr>
          <a:xfrm>
            <a:off x="412850" y="1234851"/>
            <a:ext cx="2682450" cy="3028579"/>
          </a:xfrm>
          <a:prstGeom prst="rect">
            <a:avLst/>
          </a:prstGeom>
          <a:noFill/>
          <a:ln>
            <a:noFill/>
          </a:ln>
        </p:spPr>
      </p:pic>
      <p:pic>
        <p:nvPicPr>
          <p:cNvPr id="379" name="Google Shape;379;p42"/>
          <p:cNvPicPr preferRelativeResize="0"/>
          <p:nvPr/>
        </p:nvPicPr>
        <p:blipFill>
          <a:blip r:embed="rId3">
            <a:alphaModFix/>
          </a:blip>
          <a:stretch>
            <a:fillRect/>
          </a:stretch>
        </p:blipFill>
        <p:spPr>
          <a:xfrm>
            <a:off x="412825" y="1234850"/>
            <a:ext cx="2682475" cy="3019700"/>
          </a:xfrm>
          <a:prstGeom prst="rect">
            <a:avLst/>
          </a:prstGeom>
          <a:noFill/>
          <a:ln>
            <a:noFill/>
          </a:ln>
        </p:spPr>
      </p:pic>
      <p:sp>
        <p:nvSpPr>
          <p:cNvPr id="380" name="Google Shape;380;p42"/>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lt1"/>
              </a:buClr>
              <a:buSzPts val="3200"/>
              <a:buFont typeface="Inter ExtraBold"/>
              <a:buNone/>
              <a:defRPr sz="3200">
                <a:solidFill>
                  <a:schemeClr val="lt1"/>
                </a:solidFill>
                <a:latin typeface="Inter ExtraBold"/>
                <a:ea typeface="Inter ExtraBold"/>
                <a:cs typeface="Inter ExtraBold"/>
                <a:sym typeface="Inter ExtraBold"/>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p:txBody>
      </p:sp>
      <p:pic>
        <p:nvPicPr>
          <p:cNvPr id="381" name="Google Shape;381;p42"/>
          <p:cNvPicPr preferRelativeResize="0"/>
          <p:nvPr/>
        </p:nvPicPr>
        <p:blipFill>
          <a:blip r:embed="rId4">
            <a:alphaModFix/>
          </a:blip>
          <a:stretch>
            <a:fillRect/>
          </a:stretch>
        </p:blipFill>
        <p:spPr>
          <a:xfrm>
            <a:off x="-762396" y="0"/>
            <a:ext cx="548700" cy="2288640"/>
          </a:xfrm>
          <a:prstGeom prst="rect">
            <a:avLst/>
          </a:prstGeom>
          <a:noFill/>
          <a:ln>
            <a:noFill/>
          </a:ln>
        </p:spPr>
      </p:pic>
      <p:pic>
        <p:nvPicPr>
          <p:cNvPr id="382" name="Google Shape;382;p42"/>
          <p:cNvPicPr preferRelativeResize="0"/>
          <p:nvPr/>
        </p:nvPicPr>
        <p:blipFill>
          <a:blip r:embed="rId5">
            <a:alphaModFix/>
          </a:blip>
          <a:stretch>
            <a:fillRect/>
          </a:stretch>
        </p:blipFill>
        <p:spPr>
          <a:xfrm>
            <a:off x="457529" y="4543025"/>
            <a:ext cx="950976" cy="142646"/>
          </a:xfrm>
          <a:prstGeom prst="rect">
            <a:avLst/>
          </a:prstGeom>
          <a:noFill/>
          <a:ln>
            <a:noFill/>
          </a:ln>
        </p:spPr>
      </p:pic>
      <p:sp>
        <p:nvSpPr>
          <p:cNvPr id="383" name="Google Shape;383;p42"/>
          <p:cNvSpPr/>
          <p:nvPr>
            <p:ph idx="2" type="pic"/>
          </p:nvPr>
        </p:nvSpPr>
        <p:spPr>
          <a:xfrm>
            <a:off x="535276" y="1372373"/>
            <a:ext cx="315900" cy="315900"/>
          </a:xfrm>
          <a:prstGeom prst="rect">
            <a:avLst/>
          </a:prstGeom>
          <a:noFill/>
          <a:ln>
            <a:noFill/>
          </a:ln>
        </p:spPr>
      </p:sp>
      <p:sp>
        <p:nvSpPr>
          <p:cNvPr id="384" name="Google Shape;384;p42"/>
          <p:cNvSpPr txBox="1"/>
          <p:nvPr>
            <p:ph idx="1" type="body"/>
          </p:nvPr>
        </p:nvSpPr>
        <p:spPr>
          <a:xfrm>
            <a:off x="505075" y="2022300"/>
            <a:ext cx="2487900" cy="2038500"/>
          </a:xfrm>
          <a:prstGeom prst="rect">
            <a:avLst/>
          </a:prstGeom>
        </p:spPr>
        <p:txBody>
          <a:bodyPr anchorCtr="0" anchor="t" bIns="91425" lIns="91425" spcFirstLastPara="1" rIns="91425" wrap="square" tIns="91425">
            <a:normAutofit/>
          </a:bodyPr>
          <a:lstStyle>
            <a:lvl1pPr indent="-298450" lvl="0" marL="457200" rtl="0">
              <a:spcBef>
                <a:spcPts val="0"/>
              </a:spcBef>
              <a:spcAft>
                <a:spcPts val="0"/>
              </a:spcAft>
              <a:buClr>
                <a:schemeClr val="lt1"/>
              </a:buClr>
              <a:buSzPts val="1100"/>
              <a:buChar char="●"/>
              <a:defRPr sz="1100">
                <a:solidFill>
                  <a:schemeClr val="lt1"/>
                </a:solidFill>
              </a:defRPr>
            </a:lvl1pPr>
            <a:lvl2pPr indent="-298450" lvl="1" marL="914400" rtl="0">
              <a:spcBef>
                <a:spcPts val="1000"/>
              </a:spcBef>
              <a:spcAft>
                <a:spcPts val="0"/>
              </a:spcAft>
              <a:buClr>
                <a:schemeClr val="lt1"/>
              </a:buClr>
              <a:buSzPts val="1100"/>
              <a:buChar char="○"/>
              <a:defRPr sz="1100">
                <a:solidFill>
                  <a:schemeClr val="lt1"/>
                </a:solidFill>
              </a:defRPr>
            </a:lvl2pPr>
            <a:lvl3pPr indent="-298450" lvl="2" marL="1371600" rtl="0">
              <a:spcBef>
                <a:spcPts val="1000"/>
              </a:spcBef>
              <a:spcAft>
                <a:spcPts val="0"/>
              </a:spcAft>
              <a:buClr>
                <a:schemeClr val="lt1"/>
              </a:buClr>
              <a:buSzPts val="1100"/>
              <a:buChar char="■"/>
              <a:defRPr sz="1100">
                <a:solidFill>
                  <a:schemeClr val="lt1"/>
                </a:solidFill>
              </a:defRPr>
            </a:lvl3pPr>
            <a:lvl4pPr indent="-298450" lvl="3" marL="1828800" rtl="0">
              <a:spcBef>
                <a:spcPts val="1000"/>
              </a:spcBef>
              <a:spcAft>
                <a:spcPts val="0"/>
              </a:spcAft>
              <a:buClr>
                <a:schemeClr val="lt1"/>
              </a:buClr>
              <a:buSzPts val="1100"/>
              <a:buChar char="●"/>
              <a:defRPr sz="1100">
                <a:solidFill>
                  <a:schemeClr val="lt1"/>
                </a:solidFill>
              </a:defRPr>
            </a:lvl4pPr>
            <a:lvl5pPr indent="-298450" lvl="4" marL="2286000" rtl="0">
              <a:spcBef>
                <a:spcPts val="1000"/>
              </a:spcBef>
              <a:spcAft>
                <a:spcPts val="0"/>
              </a:spcAft>
              <a:buClr>
                <a:schemeClr val="lt1"/>
              </a:buClr>
              <a:buSzPts val="1100"/>
              <a:buChar char="○"/>
              <a:defRPr sz="1100">
                <a:solidFill>
                  <a:schemeClr val="lt1"/>
                </a:solidFill>
              </a:defRPr>
            </a:lvl5pPr>
            <a:lvl6pPr indent="-298450" lvl="5" marL="2743200" rtl="0">
              <a:spcBef>
                <a:spcPts val="1000"/>
              </a:spcBef>
              <a:spcAft>
                <a:spcPts val="0"/>
              </a:spcAft>
              <a:buClr>
                <a:schemeClr val="lt1"/>
              </a:buClr>
              <a:buSzPts val="1100"/>
              <a:buChar char="■"/>
              <a:defRPr sz="1100">
                <a:solidFill>
                  <a:schemeClr val="lt1"/>
                </a:solidFill>
              </a:defRPr>
            </a:lvl6pPr>
            <a:lvl7pPr indent="-298450" lvl="6" marL="3200400" rtl="0">
              <a:spcBef>
                <a:spcPts val="1000"/>
              </a:spcBef>
              <a:spcAft>
                <a:spcPts val="0"/>
              </a:spcAft>
              <a:buClr>
                <a:schemeClr val="lt1"/>
              </a:buClr>
              <a:buSzPts val="1100"/>
              <a:buChar char="●"/>
              <a:defRPr sz="1100">
                <a:solidFill>
                  <a:schemeClr val="lt1"/>
                </a:solidFill>
              </a:defRPr>
            </a:lvl7pPr>
            <a:lvl8pPr indent="-298450" lvl="7" marL="3657600" rtl="0">
              <a:spcBef>
                <a:spcPts val="1000"/>
              </a:spcBef>
              <a:spcAft>
                <a:spcPts val="0"/>
              </a:spcAft>
              <a:buClr>
                <a:schemeClr val="lt1"/>
              </a:buClr>
              <a:buSzPts val="1100"/>
              <a:buChar char="○"/>
              <a:defRPr sz="1100">
                <a:solidFill>
                  <a:schemeClr val="lt1"/>
                </a:solidFill>
              </a:defRPr>
            </a:lvl8pPr>
            <a:lvl9pPr indent="-298450" lvl="8" marL="4114800" rtl="0">
              <a:spcBef>
                <a:spcPts val="1000"/>
              </a:spcBef>
              <a:spcAft>
                <a:spcPts val="1000"/>
              </a:spcAft>
              <a:buClr>
                <a:schemeClr val="lt1"/>
              </a:buClr>
              <a:buSzPts val="1100"/>
              <a:buChar char="■"/>
              <a:defRPr sz="1100">
                <a:solidFill>
                  <a:schemeClr val="lt1"/>
                </a:solidFill>
              </a:defRPr>
            </a:lvl9pPr>
          </a:lstStyle>
          <a:p/>
        </p:txBody>
      </p:sp>
      <p:sp>
        <p:nvSpPr>
          <p:cNvPr id="385" name="Google Shape;385;p42"/>
          <p:cNvSpPr txBox="1"/>
          <p:nvPr>
            <p:ph idx="3" type="subTitle"/>
          </p:nvPr>
        </p:nvSpPr>
        <p:spPr>
          <a:xfrm>
            <a:off x="505075" y="1669200"/>
            <a:ext cx="2487900" cy="386100"/>
          </a:xfrm>
          <a:prstGeom prst="rect">
            <a:avLst/>
          </a:prstGeom>
        </p:spPr>
        <p:txBody>
          <a:bodyPr anchorCtr="0" anchor="b" bIns="91425" lIns="91425" spcFirstLastPara="1" rIns="91425" wrap="square" tIns="91425">
            <a:normAutofit/>
          </a:bodyPr>
          <a:lstStyle>
            <a:lvl1pPr lvl="0" rtl="0">
              <a:spcBef>
                <a:spcPts val="0"/>
              </a:spcBef>
              <a:spcAft>
                <a:spcPts val="0"/>
              </a:spcAft>
              <a:buClr>
                <a:schemeClr val="lt1"/>
              </a:buClr>
              <a:buSzPts val="1600"/>
              <a:buFont typeface="Inter Medium"/>
              <a:buNone/>
              <a:defRPr sz="1600">
                <a:solidFill>
                  <a:schemeClr val="lt1"/>
                </a:solidFill>
                <a:latin typeface="Inter Medium"/>
                <a:ea typeface="Inter Medium"/>
                <a:cs typeface="Inter Medium"/>
                <a:sym typeface="Inter Medium"/>
              </a:defRPr>
            </a:lvl1pPr>
            <a:lvl2pPr lvl="1" rtl="0">
              <a:spcBef>
                <a:spcPts val="100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2pPr>
            <a:lvl3pPr lvl="2" rtl="0">
              <a:spcBef>
                <a:spcPts val="100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3pPr>
            <a:lvl4pPr lvl="3" rtl="0">
              <a:spcBef>
                <a:spcPts val="100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4pPr>
            <a:lvl5pPr lvl="4" rtl="0">
              <a:spcBef>
                <a:spcPts val="100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5pPr>
            <a:lvl6pPr lvl="5" rtl="0">
              <a:spcBef>
                <a:spcPts val="100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6pPr>
            <a:lvl7pPr lvl="6" rtl="0">
              <a:spcBef>
                <a:spcPts val="100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7pPr>
            <a:lvl8pPr lvl="7" rtl="0">
              <a:spcBef>
                <a:spcPts val="100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8pPr>
            <a:lvl9pPr lvl="8" rtl="0">
              <a:spcBef>
                <a:spcPts val="1000"/>
              </a:spcBef>
              <a:spcAft>
                <a:spcPts val="1000"/>
              </a:spcAft>
              <a:buClr>
                <a:schemeClr val="lt1"/>
              </a:buClr>
              <a:buSzPts val="1400"/>
              <a:buFont typeface="Inter Medium"/>
              <a:buNone/>
              <a:defRPr>
                <a:solidFill>
                  <a:schemeClr val="lt1"/>
                </a:solidFill>
                <a:latin typeface="Inter Medium"/>
                <a:ea typeface="Inter Medium"/>
                <a:cs typeface="Inter Medium"/>
                <a:sym typeface="Inter Medium"/>
              </a:defRPr>
            </a:lvl9pPr>
          </a:lstStyle>
          <a:p/>
        </p:txBody>
      </p:sp>
      <p:sp>
        <p:nvSpPr>
          <p:cNvPr id="386" name="Google Shape;386;p42"/>
          <p:cNvSpPr/>
          <p:nvPr>
            <p:ph idx="4" type="pic"/>
          </p:nvPr>
        </p:nvSpPr>
        <p:spPr>
          <a:xfrm>
            <a:off x="3358251" y="1372373"/>
            <a:ext cx="315900" cy="315900"/>
          </a:xfrm>
          <a:prstGeom prst="rect">
            <a:avLst/>
          </a:prstGeom>
          <a:noFill/>
          <a:ln>
            <a:noFill/>
          </a:ln>
        </p:spPr>
      </p:sp>
      <p:sp>
        <p:nvSpPr>
          <p:cNvPr id="387" name="Google Shape;387;p42"/>
          <p:cNvSpPr txBox="1"/>
          <p:nvPr>
            <p:ph idx="5" type="body"/>
          </p:nvPr>
        </p:nvSpPr>
        <p:spPr>
          <a:xfrm>
            <a:off x="3328050" y="2022300"/>
            <a:ext cx="2487900" cy="2038500"/>
          </a:xfrm>
          <a:prstGeom prst="rect">
            <a:avLst/>
          </a:prstGeom>
        </p:spPr>
        <p:txBody>
          <a:bodyPr anchorCtr="0" anchor="t" bIns="91425" lIns="91425" spcFirstLastPara="1" rIns="91425" wrap="square" tIns="91425">
            <a:normAutofit/>
          </a:bodyPr>
          <a:lstStyle>
            <a:lvl1pPr indent="-298450" lvl="0" marL="457200" rtl="0">
              <a:spcBef>
                <a:spcPts val="0"/>
              </a:spcBef>
              <a:spcAft>
                <a:spcPts val="0"/>
              </a:spcAft>
              <a:buClr>
                <a:schemeClr val="lt1"/>
              </a:buClr>
              <a:buSzPts val="1100"/>
              <a:buChar char="●"/>
              <a:defRPr sz="1100">
                <a:solidFill>
                  <a:schemeClr val="lt1"/>
                </a:solidFill>
              </a:defRPr>
            </a:lvl1pPr>
            <a:lvl2pPr indent="-298450" lvl="1" marL="914400" rtl="0">
              <a:spcBef>
                <a:spcPts val="1000"/>
              </a:spcBef>
              <a:spcAft>
                <a:spcPts val="0"/>
              </a:spcAft>
              <a:buClr>
                <a:schemeClr val="lt1"/>
              </a:buClr>
              <a:buSzPts val="1100"/>
              <a:buChar char="○"/>
              <a:defRPr sz="1100">
                <a:solidFill>
                  <a:schemeClr val="lt1"/>
                </a:solidFill>
              </a:defRPr>
            </a:lvl2pPr>
            <a:lvl3pPr indent="-298450" lvl="2" marL="1371600" rtl="0">
              <a:spcBef>
                <a:spcPts val="1000"/>
              </a:spcBef>
              <a:spcAft>
                <a:spcPts val="0"/>
              </a:spcAft>
              <a:buClr>
                <a:schemeClr val="lt1"/>
              </a:buClr>
              <a:buSzPts val="1100"/>
              <a:buChar char="■"/>
              <a:defRPr sz="1100">
                <a:solidFill>
                  <a:schemeClr val="lt1"/>
                </a:solidFill>
              </a:defRPr>
            </a:lvl3pPr>
            <a:lvl4pPr indent="-298450" lvl="3" marL="1828800" rtl="0">
              <a:spcBef>
                <a:spcPts val="1000"/>
              </a:spcBef>
              <a:spcAft>
                <a:spcPts val="0"/>
              </a:spcAft>
              <a:buClr>
                <a:schemeClr val="lt1"/>
              </a:buClr>
              <a:buSzPts val="1100"/>
              <a:buChar char="●"/>
              <a:defRPr sz="1100">
                <a:solidFill>
                  <a:schemeClr val="lt1"/>
                </a:solidFill>
              </a:defRPr>
            </a:lvl4pPr>
            <a:lvl5pPr indent="-298450" lvl="4" marL="2286000" rtl="0">
              <a:spcBef>
                <a:spcPts val="1000"/>
              </a:spcBef>
              <a:spcAft>
                <a:spcPts val="0"/>
              </a:spcAft>
              <a:buClr>
                <a:schemeClr val="lt1"/>
              </a:buClr>
              <a:buSzPts val="1100"/>
              <a:buChar char="○"/>
              <a:defRPr sz="1100">
                <a:solidFill>
                  <a:schemeClr val="lt1"/>
                </a:solidFill>
              </a:defRPr>
            </a:lvl5pPr>
            <a:lvl6pPr indent="-298450" lvl="5" marL="2743200" rtl="0">
              <a:spcBef>
                <a:spcPts val="1000"/>
              </a:spcBef>
              <a:spcAft>
                <a:spcPts val="0"/>
              </a:spcAft>
              <a:buClr>
                <a:schemeClr val="lt1"/>
              </a:buClr>
              <a:buSzPts val="1100"/>
              <a:buChar char="■"/>
              <a:defRPr sz="1100">
                <a:solidFill>
                  <a:schemeClr val="lt1"/>
                </a:solidFill>
              </a:defRPr>
            </a:lvl6pPr>
            <a:lvl7pPr indent="-298450" lvl="6" marL="3200400" rtl="0">
              <a:spcBef>
                <a:spcPts val="1000"/>
              </a:spcBef>
              <a:spcAft>
                <a:spcPts val="0"/>
              </a:spcAft>
              <a:buClr>
                <a:schemeClr val="lt1"/>
              </a:buClr>
              <a:buSzPts val="1100"/>
              <a:buChar char="●"/>
              <a:defRPr sz="1100">
                <a:solidFill>
                  <a:schemeClr val="lt1"/>
                </a:solidFill>
              </a:defRPr>
            </a:lvl7pPr>
            <a:lvl8pPr indent="-298450" lvl="7" marL="3657600" rtl="0">
              <a:spcBef>
                <a:spcPts val="1000"/>
              </a:spcBef>
              <a:spcAft>
                <a:spcPts val="0"/>
              </a:spcAft>
              <a:buClr>
                <a:schemeClr val="lt1"/>
              </a:buClr>
              <a:buSzPts val="1100"/>
              <a:buChar char="○"/>
              <a:defRPr sz="1100">
                <a:solidFill>
                  <a:schemeClr val="lt1"/>
                </a:solidFill>
              </a:defRPr>
            </a:lvl8pPr>
            <a:lvl9pPr indent="-298450" lvl="8" marL="4114800" rtl="0">
              <a:spcBef>
                <a:spcPts val="1000"/>
              </a:spcBef>
              <a:spcAft>
                <a:spcPts val="1000"/>
              </a:spcAft>
              <a:buClr>
                <a:schemeClr val="lt1"/>
              </a:buClr>
              <a:buSzPts val="1100"/>
              <a:buChar char="■"/>
              <a:defRPr sz="1100">
                <a:solidFill>
                  <a:schemeClr val="lt1"/>
                </a:solidFill>
              </a:defRPr>
            </a:lvl9pPr>
          </a:lstStyle>
          <a:p/>
        </p:txBody>
      </p:sp>
      <p:sp>
        <p:nvSpPr>
          <p:cNvPr id="388" name="Google Shape;388;p42"/>
          <p:cNvSpPr txBox="1"/>
          <p:nvPr>
            <p:ph idx="6" type="subTitle"/>
          </p:nvPr>
        </p:nvSpPr>
        <p:spPr>
          <a:xfrm>
            <a:off x="3328050" y="1669200"/>
            <a:ext cx="2487900" cy="386100"/>
          </a:xfrm>
          <a:prstGeom prst="rect">
            <a:avLst/>
          </a:prstGeom>
        </p:spPr>
        <p:txBody>
          <a:bodyPr anchorCtr="0" anchor="b" bIns="91425" lIns="91425" spcFirstLastPara="1" rIns="91425" wrap="square" tIns="91425">
            <a:normAutofit/>
          </a:bodyPr>
          <a:lstStyle>
            <a:lvl1pPr lvl="0" rtl="0">
              <a:spcBef>
                <a:spcPts val="0"/>
              </a:spcBef>
              <a:spcAft>
                <a:spcPts val="0"/>
              </a:spcAft>
              <a:buClr>
                <a:schemeClr val="lt1"/>
              </a:buClr>
              <a:buSzPts val="1600"/>
              <a:buFont typeface="Inter Medium"/>
              <a:buNone/>
              <a:defRPr sz="1600">
                <a:solidFill>
                  <a:schemeClr val="lt1"/>
                </a:solidFill>
                <a:latin typeface="Inter Medium"/>
                <a:ea typeface="Inter Medium"/>
                <a:cs typeface="Inter Medium"/>
                <a:sym typeface="Inter Medium"/>
              </a:defRPr>
            </a:lvl1pPr>
            <a:lvl2pPr lvl="1" rtl="0">
              <a:spcBef>
                <a:spcPts val="100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2pPr>
            <a:lvl3pPr lvl="2" rtl="0">
              <a:spcBef>
                <a:spcPts val="100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3pPr>
            <a:lvl4pPr lvl="3" rtl="0">
              <a:spcBef>
                <a:spcPts val="100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4pPr>
            <a:lvl5pPr lvl="4" rtl="0">
              <a:spcBef>
                <a:spcPts val="100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5pPr>
            <a:lvl6pPr lvl="5" rtl="0">
              <a:spcBef>
                <a:spcPts val="100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6pPr>
            <a:lvl7pPr lvl="6" rtl="0">
              <a:spcBef>
                <a:spcPts val="100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7pPr>
            <a:lvl8pPr lvl="7" rtl="0">
              <a:spcBef>
                <a:spcPts val="100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8pPr>
            <a:lvl9pPr lvl="8" rtl="0">
              <a:spcBef>
                <a:spcPts val="1000"/>
              </a:spcBef>
              <a:spcAft>
                <a:spcPts val="1000"/>
              </a:spcAft>
              <a:buClr>
                <a:schemeClr val="lt1"/>
              </a:buClr>
              <a:buSzPts val="1400"/>
              <a:buFont typeface="Inter Medium"/>
              <a:buNone/>
              <a:defRPr>
                <a:solidFill>
                  <a:schemeClr val="lt1"/>
                </a:solidFill>
                <a:latin typeface="Inter Medium"/>
                <a:ea typeface="Inter Medium"/>
                <a:cs typeface="Inter Medium"/>
                <a:sym typeface="Inter Medium"/>
              </a:defRPr>
            </a:lvl9pPr>
          </a:lstStyle>
          <a:p/>
        </p:txBody>
      </p:sp>
      <p:sp>
        <p:nvSpPr>
          <p:cNvPr id="389" name="Google Shape;389;p42"/>
          <p:cNvSpPr/>
          <p:nvPr>
            <p:ph idx="7" type="pic"/>
          </p:nvPr>
        </p:nvSpPr>
        <p:spPr>
          <a:xfrm>
            <a:off x="6181226" y="1372373"/>
            <a:ext cx="315900" cy="315900"/>
          </a:xfrm>
          <a:prstGeom prst="rect">
            <a:avLst/>
          </a:prstGeom>
          <a:noFill/>
          <a:ln>
            <a:noFill/>
          </a:ln>
        </p:spPr>
      </p:sp>
      <p:sp>
        <p:nvSpPr>
          <p:cNvPr id="390" name="Google Shape;390;p42"/>
          <p:cNvSpPr txBox="1"/>
          <p:nvPr>
            <p:ph idx="8" type="body"/>
          </p:nvPr>
        </p:nvSpPr>
        <p:spPr>
          <a:xfrm>
            <a:off x="6151025" y="2022300"/>
            <a:ext cx="2487900" cy="2038500"/>
          </a:xfrm>
          <a:prstGeom prst="rect">
            <a:avLst/>
          </a:prstGeom>
        </p:spPr>
        <p:txBody>
          <a:bodyPr anchorCtr="0" anchor="t" bIns="91425" lIns="91425" spcFirstLastPara="1" rIns="91425" wrap="square" tIns="91425">
            <a:normAutofit/>
          </a:bodyPr>
          <a:lstStyle>
            <a:lvl1pPr indent="-298450" lvl="0" marL="457200" rtl="0">
              <a:spcBef>
                <a:spcPts val="0"/>
              </a:spcBef>
              <a:spcAft>
                <a:spcPts val="0"/>
              </a:spcAft>
              <a:buClr>
                <a:schemeClr val="lt1"/>
              </a:buClr>
              <a:buSzPts val="1100"/>
              <a:buChar char="●"/>
              <a:defRPr sz="1100">
                <a:solidFill>
                  <a:schemeClr val="lt1"/>
                </a:solidFill>
              </a:defRPr>
            </a:lvl1pPr>
            <a:lvl2pPr indent="-298450" lvl="1" marL="914400" rtl="0">
              <a:spcBef>
                <a:spcPts val="1000"/>
              </a:spcBef>
              <a:spcAft>
                <a:spcPts val="0"/>
              </a:spcAft>
              <a:buClr>
                <a:schemeClr val="lt1"/>
              </a:buClr>
              <a:buSzPts val="1100"/>
              <a:buChar char="○"/>
              <a:defRPr sz="1100">
                <a:solidFill>
                  <a:schemeClr val="lt1"/>
                </a:solidFill>
              </a:defRPr>
            </a:lvl2pPr>
            <a:lvl3pPr indent="-298450" lvl="2" marL="1371600" rtl="0">
              <a:spcBef>
                <a:spcPts val="1000"/>
              </a:spcBef>
              <a:spcAft>
                <a:spcPts val="0"/>
              </a:spcAft>
              <a:buClr>
                <a:schemeClr val="lt1"/>
              </a:buClr>
              <a:buSzPts val="1100"/>
              <a:buChar char="■"/>
              <a:defRPr sz="1100">
                <a:solidFill>
                  <a:schemeClr val="lt1"/>
                </a:solidFill>
              </a:defRPr>
            </a:lvl3pPr>
            <a:lvl4pPr indent="-298450" lvl="3" marL="1828800" rtl="0">
              <a:spcBef>
                <a:spcPts val="1000"/>
              </a:spcBef>
              <a:spcAft>
                <a:spcPts val="0"/>
              </a:spcAft>
              <a:buClr>
                <a:schemeClr val="lt1"/>
              </a:buClr>
              <a:buSzPts val="1100"/>
              <a:buChar char="●"/>
              <a:defRPr sz="1100">
                <a:solidFill>
                  <a:schemeClr val="lt1"/>
                </a:solidFill>
              </a:defRPr>
            </a:lvl4pPr>
            <a:lvl5pPr indent="-298450" lvl="4" marL="2286000" rtl="0">
              <a:spcBef>
                <a:spcPts val="1000"/>
              </a:spcBef>
              <a:spcAft>
                <a:spcPts val="0"/>
              </a:spcAft>
              <a:buClr>
                <a:schemeClr val="lt1"/>
              </a:buClr>
              <a:buSzPts val="1100"/>
              <a:buChar char="○"/>
              <a:defRPr sz="1100">
                <a:solidFill>
                  <a:schemeClr val="lt1"/>
                </a:solidFill>
              </a:defRPr>
            </a:lvl5pPr>
            <a:lvl6pPr indent="-298450" lvl="5" marL="2743200" rtl="0">
              <a:spcBef>
                <a:spcPts val="1000"/>
              </a:spcBef>
              <a:spcAft>
                <a:spcPts val="0"/>
              </a:spcAft>
              <a:buClr>
                <a:schemeClr val="lt1"/>
              </a:buClr>
              <a:buSzPts val="1100"/>
              <a:buChar char="■"/>
              <a:defRPr sz="1100">
                <a:solidFill>
                  <a:schemeClr val="lt1"/>
                </a:solidFill>
              </a:defRPr>
            </a:lvl6pPr>
            <a:lvl7pPr indent="-298450" lvl="6" marL="3200400" rtl="0">
              <a:spcBef>
                <a:spcPts val="1000"/>
              </a:spcBef>
              <a:spcAft>
                <a:spcPts val="0"/>
              </a:spcAft>
              <a:buClr>
                <a:schemeClr val="lt1"/>
              </a:buClr>
              <a:buSzPts val="1100"/>
              <a:buChar char="●"/>
              <a:defRPr sz="1100">
                <a:solidFill>
                  <a:schemeClr val="lt1"/>
                </a:solidFill>
              </a:defRPr>
            </a:lvl7pPr>
            <a:lvl8pPr indent="-298450" lvl="7" marL="3657600" rtl="0">
              <a:spcBef>
                <a:spcPts val="1000"/>
              </a:spcBef>
              <a:spcAft>
                <a:spcPts val="0"/>
              </a:spcAft>
              <a:buClr>
                <a:schemeClr val="lt1"/>
              </a:buClr>
              <a:buSzPts val="1100"/>
              <a:buChar char="○"/>
              <a:defRPr sz="1100">
                <a:solidFill>
                  <a:schemeClr val="lt1"/>
                </a:solidFill>
              </a:defRPr>
            </a:lvl8pPr>
            <a:lvl9pPr indent="-298450" lvl="8" marL="4114800" rtl="0">
              <a:spcBef>
                <a:spcPts val="1000"/>
              </a:spcBef>
              <a:spcAft>
                <a:spcPts val="1000"/>
              </a:spcAft>
              <a:buClr>
                <a:schemeClr val="lt1"/>
              </a:buClr>
              <a:buSzPts val="1100"/>
              <a:buChar char="■"/>
              <a:defRPr sz="1100">
                <a:solidFill>
                  <a:schemeClr val="lt1"/>
                </a:solidFill>
              </a:defRPr>
            </a:lvl9pPr>
          </a:lstStyle>
          <a:p/>
        </p:txBody>
      </p:sp>
      <p:sp>
        <p:nvSpPr>
          <p:cNvPr id="391" name="Google Shape;391;p42"/>
          <p:cNvSpPr txBox="1"/>
          <p:nvPr>
            <p:ph idx="9" type="subTitle"/>
          </p:nvPr>
        </p:nvSpPr>
        <p:spPr>
          <a:xfrm>
            <a:off x="6151025" y="1669200"/>
            <a:ext cx="2487900" cy="386100"/>
          </a:xfrm>
          <a:prstGeom prst="rect">
            <a:avLst/>
          </a:prstGeom>
        </p:spPr>
        <p:txBody>
          <a:bodyPr anchorCtr="0" anchor="b" bIns="91425" lIns="91425" spcFirstLastPara="1" rIns="91425" wrap="square" tIns="91425">
            <a:normAutofit/>
          </a:bodyPr>
          <a:lstStyle>
            <a:lvl1pPr lvl="0" rtl="0">
              <a:spcBef>
                <a:spcPts val="0"/>
              </a:spcBef>
              <a:spcAft>
                <a:spcPts val="0"/>
              </a:spcAft>
              <a:buClr>
                <a:schemeClr val="lt1"/>
              </a:buClr>
              <a:buSzPts val="1600"/>
              <a:buFont typeface="Inter Medium"/>
              <a:buNone/>
              <a:defRPr sz="1600">
                <a:solidFill>
                  <a:schemeClr val="lt1"/>
                </a:solidFill>
                <a:latin typeface="Inter Medium"/>
                <a:ea typeface="Inter Medium"/>
                <a:cs typeface="Inter Medium"/>
                <a:sym typeface="Inter Medium"/>
              </a:defRPr>
            </a:lvl1pPr>
            <a:lvl2pPr lvl="1" rtl="0">
              <a:spcBef>
                <a:spcPts val="100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2pPr>
            <a:lvl3pPr lvl="2" rtl="0">
              <a:spcBef>
                <a:spcPts val="100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3pPr>
            <a:lvl4pPr lvl="3" rtl="0">
              <a:spcBef>
                <a:spcPts val="100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4pPr>
            <a:lvl5pPr lvl="4" rtl="0">
              <a:spcBef>
                <a:spcPts val="100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5pPr>
            <a:lvl6pPr lvl="5" rtl="0">
              <a:spcBef>
                <a:spcPts val="100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6pPr>
            <a:lvl7pPr lvl="6" rtl="0">
              <a:spcBef>
                <a:spcPts val="100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7pPr>
            <a:lvl8pPr lvl="7" rtl="0">
              <a:spcBef>
                <a:spcPts val="100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8pPr>
            <a:lvl9pPr lvl="8" rtl="0">
              <a:spcBef>
                <a:spcPts val="1000"/>
              </a:spcBef>
              <a:spcAft>
                <a:spcPts val="1000"/>
              </a:spcAft>
              <a:buClr>
                <a:schemeClr val="lt1"/>
              </a:buClr>
              <a:buSzPts val="1400"/>
              <a:buFont typeface="Inter Medium"/>
              <a:buNone/>
              <a:defRPr>
                <a:solidFill>
                  <a:schemeClr val="lt1"/>
                </a:solidFill>
                <a:latin typeface="Inter Medium"/>
                <a:ea typeface="Inter Medium"/>
                <a:cs typeface="Inter Medium"/>
                <a:sym typeface="Inter Medium"/>
              </a:defRPr>
            </a:lvl9pPr>
          </a:lstStyle>
          <a:p/>
        </p:txBody>
      </p:sp>
      <p:sp>
        <p:nvSpPr>
          <p:cNvPr id="392" name="Google Shape;392;p42"/>
          <p:cNvSpPr txBox="1"/>
          <p:nvPr>
            <p:ph idx="12" type="sldNum"/>
          </p:nvPr>
        </p:nvSpPr>
        <p:spPr>
          <a:xfrm>
            <a:off x="8096041" y="4417542"/>
            <a:ext cx="548700" cy="393600"/>
          </a:xfrm>
          <a:prstGeom prst="rect">
            <a:avLst/>
          </a:prstGeom>
        </p:spPr>
        <p:txBody>
          <a:bodyPr anchorCtr="0" anchor="ctr" bIns="91425" lIns="91425" spcFirstLastPara="1" rIns="91425" wrap="square" tIns="91425">
            <a:normAutofit/>
          </a:bodyPr>
          <a:lstStyle>
            <a:lvl1pPr lvl="0" rtl="0">
              <a:buNone/>
              <a:defRPr>
                <a:solidFill>
                  <a:schemeClr val="lt1"/>
                </a:solidFill>
                <a:latin typeface="Inter"/>
                <a:ea typeface="Inter"/>
                <a:cs typeface="Inter"/>
                <a:sym typeface="Inter"/>
              </a:defRPr>
            </a:lvl1pPr>
            <a:lvl2pPr lvl="1" rtl="0">
              <a:buNone/>
              <a:defRPr>
                <a:solidFill>
                  <a:schemeClr val="lt1"/>
                </a:solidFill>
                <a:latin typeface="Inter"/>
                <a:ea typeface="Inter"/>
                <a:cs typeface="Inter"/>
                <a:sym typeface="Inter"/>
              </a:defRPr>
            </a:lvl2pPr>
            <a:lvl3pPr lvl="2" rtl="0">
              <a:buNone/>
              <a:defRPr>
                <a:solidFill>
                  <a:schemeClr val="lt1"/>
                </a:solidFill>
                <a:latin typeface="Inter"/>
                <a:ea typeface="Inter"/>
                <a:cs typeface="Inter"/>
                <a:sym typeface="Inter"/>
              </a:defRPr>
            </a:lvl3pPr>
            <a:lvl4pPr lvl="3" rtl="0">
              <a:buNone/>
              <a:defRPr>
                <a:solidFill>
                  <a:schemeClr val="lt1"/>
                </a:solidFill>
                <a:latin typeface="Inter"/>
                <a:ea typeface="Inter"/>
                <a:cs typeface="Inter"/>
                <a:sym typeface="Inter"/>
              </a:defRPr>
            </a:lvl4pPr>
            <a:lvl5pPr lvl="4" rtl="0">
              <a:buNone/>
              <a:defRPr>
                <a:solidFill>
                  <a:schemeClr val="lt1"/>
                </a:solidFill>
                <a:latin typeface="Inter"/>
                <a:ea typeface="Inter"/>
                <a:cs typeface="Inter"/>
                <a:sym typeface="Inter"/>
              </a:defRPr>
            </a:lvl5pPr>
            <a:lvl6pPr lvl="5" rtl="0">
              <a:buNone/>
              <a:defRPr>
                <a:solidFill>
                  <a:schemeClr val="lt1"/>
                </a:solidFill>
                <a:latin typeface="Inter"/>
                <a:ea typeface="Inter"/>
                <a:cs typeface="Inter"/>
                <a:sym typeface="Inter"/>
              </a:defRPr>
            </a:lvl6pPr>
            <a:lvl7pPr lvl="6" rtl="0">
              <a:buNone/>
              <a:defRPr>
                <a:solidFill>
                  <a:schemeClr val="lt1"/>
                </a:solidFill>
                <a:latin typeface="Inter"/>
                <a:ea typeface="Inter"/>
                <a:cs typeface="Inter"/>
                <a:sym typeface="Inter"/>
              </a:defRPr>
            </a:lvl7pPr>
            <a:lvl8pPr lvl="7" rtl="0">
              <a:buNone/>
              <a:defRPr>
                <a:solidFill>
                  <a:schemeClr val="lt1"/>
                </a:solidFill>
                <a:latin typeface="Inter"/>
                <a:ea typeface="Inter"/>
                <a:cs typeface="Inter"/>
                <a:sym typeface="Inter"/>
              </a:defRPr>
            </a:lvl8pPr>
            <a:lvl9pPr lvl="8" rtl="0">
              <a:buNone/>
              <a:defRPr>
                <a:solidFill>
                  <a:schemeClr val="lt1"/>
                </a:solidFill>
                <a:latin typeface="Inter"/>
                <a:ea typeface="Inter"/>
                <a:cs typeface="Inter"/>
                <a:sym typeface="Inter"/>
              </a:defRPr>
            </a:lvl9pPr>
          </a:lstStyle>
          <a:p>
            <a:pPr indent="0" lvl="0" marL="0" rtl="0" algn="r">
              <a:spcBef>
                <a:spcPts val="0"/>
              </a:spcBef>
              <a:spcAft>
                <a:spcPts val="0"/>
              </a:spcAft>
              <a:buNone/>
            </a:pPr>
            <a:fld id="{00000000-1234-1234-1234-123412341234}" type="slidenum">
              <a:rPr lang="en"/>
              <a:t>‹#›</a:t>
            </a:fld>
            <a:endParaRPr/>
          </a:p>
        </p:txBody>
      </p:sp>
      <p:sp>
        <p:nvSpPr>
          <p:cNvPr id="393" name="Google Shape;393;p42"/>
          <p:cNvSpPr txBox="1"/>
          <p:nvPr>
            <p:ph idx="13" type="sldNum"/>
          </p:nvPr>
        </p:nvSpPr>
        <p:spPr>
          <a:xfrm>
            <a:off x="8474304" y="4417550"/>
            <a:ext cx="281700" cy="393600"/>
          </a:xfrm>
          <a:prstGeom prst="rect">
            <a:avLst/>
          </a:prstGeom>
        </p:spPr>
        <p:txBody>
          <a:bodyPr anchorCtr="0" anchor="ctr" bIns="91425" lIns="91425" spcFirstLastPara="1" rIns="91425" wrap="square" tIns="91425">
            <a:normAutofit/>
          </a:bodyPr>
          <a:lstStyle>
            <a:lvl1pPr lvl="0" rtl="0" algn="l">
              <a:buNone/>
              <a:defRPr sz="1108">
                <a:solidFill>
                  <a:srgbClr val="666666"/>
                </a:solidFill>
                <a:latin typeface="Inter"/>
                <a:ea typeface="Inter"/>
                <a:cs typeface="Inter"/>
                <a:sym typeface="Inter"/>
              </a:defRPr>
            </a:lvl1pPr>
            <a:lvl2pPr lvl="1" rtl="0" algn="l">
              <a:buNone/>
              <a:defRPr sz="1108">
                <a:solidFill>
                  <a:srgbClr val="666666"/>
                </a:solidFill>
                <a:latin typeface="Inter"/>
                <a:ea typeface="Inter"/>
                <a:cs typeface="Inter"/>
                <a:sym typeface="Inter"/>
              </a:defRPr>
            </a:lvl2pPr>
            <a:lvl3pPr lvl="2" rtl="0" algn="l">
              <a:buNone/>
              <a:defRPr sz="1108">
                <a:solidFill>
                  <a:srgbClr val="666666"/>
                </a:solidFill>
                <a:latin typeface="Inter"/>
                <a:ea typeface="Inter"/>
                <a:cs typeface="Inter"/>
                <a:sym typeface="Inter"/>
              </a:defRPr>
            </a:lvl3pPr>
            <a:lvl4pPr lvl="3" rtl="0" algn="l">
              <a:buNone/>
              <a:defRPr sz="1108">
                <a:solidFill>
                  <a:srgbClr val="666666"/>
                </a:solidFill>
                <a:latin typeface="Inter"/>
                <a:ea typeface="Inter"/>
                <a:cs typeface="Inter"/>
                <a:sym typeface="Inter"/>
              </a:defRPr>
            </a:lvl4pPr>
            <a:lvl5pPr lvl="4" rtl="0" algn="l">
              <a:buNone/>
              <a:defRPr sz="1108">
                <a:solidFill>
                  <a:srgbClr val="666666"/>
                </a:solidFill>
                <a:latin typeface="Inter"/>
                <a:ea typeface="Inter"/>
                <a:cs typeface="Inter"/>
                <a:sym typeface="Inter"/>
              </a:defRPr>
            </a:lvl5pPr>
            <a:lvl6pPr lvl="5" rtl="0" algn="l">
              <a:buNone/>
              <a:defRPr sz="1108">
                <a:solidFill>
                  <a:srgbClr val="666666"/>
                </a:solidFill>
                <a:latin typeface="Inter"/>
                <a:ea typeface="Inter"/>
                <a:cs typeface="Inter"/>
                <a:sym typeface="Inter"/>
              </a:defRPr>
            </a:lvl6pPr>
            <a:lvl7pPr lvl="6" rtl="0" algn="l">
              <a:buNone/>
              <a:defRPr sz="1108">
                <a:solidFill>
                  <a:srgbClr val="666666"/>
                </a:solidFill>
                <a:latin typeface="Inter"/>
                <a:ea typeface="Inter"/>
                <a:cs typeface="Inter"/>
                <a:sym typeface="Inter"/>
              </a:defRPr>
            </a:lvl7pPr>
            <a:lvl8pPr lvl="7" rtl="0" algn="l">
              <a:buNone/>
              <a:defRPr sz="1108">
                <a:solidFill>
                  <a:srgbClr val="666666"/>
                </a:solidFill>
                <a:latin typeface="Inter"/>
                <a:ea typeface="Inter"/>
                <a:cs typeface="Inter"/>
                <a:sym typeface="Inter"/>
              </a:defRPr>
            </a:lvl8pPr>
            <a:lvl9pPr lvl="8" rtl="0" algn="l">
              <a:buNone/>
              <a:defRPr sz="1108">
                <a:solidFill>
                  <a:srgbClr val="666666"/>
                </a:solidFill>
                <a:latin typeface="Inter"/>
                <a:ea typeface="Inter"/>
                <a:cs typeface="Inter"/>
                <a:sym typeface="Inter"/>
              </a:defRPr>
            </a:lvl9pPr>
          </a:lstStyle>
          <a:p>
            <a:pPr indent="0" lvl="0" marL="0" rtl="0" algn="l">
              <a:spcBef>
                <a:spcPts val="0"/>
              </a:spcBef>
              <a:spcAft>
                <a:spcPts val="0"/>
              </a:spcAft>
              <a:buNone/>
            </a:pPr>
            <a:r>
              <a:rPr lang="en"/>
              <a:t xml:space="preserve"> /</a:t>
            </a:r>
            <a:endParaRPr/>
          </a:p>
        </p:txBody>
      </p:sp>
    </p:spTree>
  </p:cSld>
  <p:clrMapOvr>
    <a:masterClrMapping/>
  </p:clrMapOvr>
</p:sldLayout>
</file>

<file path=ppt/slideLayouts/slideLayout4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2 2 1">
  <p:cSld name="TITLE_ONLY_2_2_1">
    <p:bg>
      <p:bgPr>
        <a:solidFill>
          <a:schemeClr val="dk1"/>
        </a:solidFill>
      </p:bgPr>
    </p:bg>
    <p:spTree>
      <p:nvGrpSpPr>
        <p:cNvPr id="394" name="Shape 394"/>
        <p:cNvGrpSpPr/>
        <p:nvPr/>
      </p:nvGrpSpPr>
      <p:grpSpPr>
        <a:xfrm>
          <a:off x="0" y="0"/>
          <a:ext cx="0" cy="0"/>
          <a:chOff x="0" y="0"/>
          <a:chExt cx="0" cy="0"/>
        </a:xfrm>
      </p:grpSpPr>
      <p:pic>
        <p:nvPicPr>
          <p:cNvPr id="395" name="Google Shape;395;p43"/>
          <p:cNvPicPr preferRelativeResize="0"/>
          <p:nvPr/>
        </p:nvPicPr>
        <p:blipFill>
          <a:blip r:embed="rId2">
            <a:alphaModFix/>
          </a:blip>
          <a:stretch>
            <a:fillRect/>
          </a:stretch>
        </p:blipFill>
        <p:spPr>
          <a:xfrm>
            <a:off x="412825" y="1661900"/>
            <a:ext cx="1944175" cy="2637826"/>
          </a:xfrm>
          <a:prstGeom prst="rect">
            <a:avLst/>
          </a:prstGeom>
          <a:noFill/>
          <a:ln>
            <a:noFill/>
          </a:ln>
        </p:spPr>
      </p:pic>
      <p:pic>
        <p:nvPicPr>
          <p:cNvPr id="396" name="Google Shape;396;p43"/>
          <p:cNvPicPr preferRelativeResize="0"/>
          <p:nvPr/>
        </p:nvPicPr>
        <p:blipFill>
          <a:blip r:embed="rId2">
            <a:alphaModFix/>
          </a:blip>
          <a:stretch>
            <a:fillRect/>
          </a:stretch>
        </p:blipFill>
        <p:spPr>
          <a:xfrm>
            <a:off x="2536084" y="1661900"/>
            <a:ext cx="1944175" cy="2637826"/>
          </a:xfrm>
          <a:prstGeom prst="rect">
            <a:avLst/>
          </a:prstGeom>
          <a:noFill/>
          <a:ln>
            <a:noFill/>
          </a:ln>
        </p:spPr>
      </p:pic>
      <p:pic>
        <p:nvPicPr>
          <p:cNvPr id="397" name="Google Shape;397;p43"/>
          <p:cNvPicPr preferRelativeResize="0"/>
          <p:nvPr/>
        </p:nvPicPr>
        <p:blipFill>
          <a:blip r:embed="rId2">
            <a:alphaModFix/>
          </a:blip>
          <a:stretch>
            <a:fillRect/>
          </a:stretch>
        </p:blipFill>
        <p:spPr>
          <a:xfrm>
            <a:off x="4659344" y="1661900"/>
            <a:ext cx="1944175" cy="2637826"/>
          </a:xfrm>
          <a:prstGeom prst="rect">
            <a:avLst/>
          </a:prstGeom>
          <a:noFill/>
          <a:ln>
            <a:noFill/>
          </a:ln>
        </p:spPr>
      </p:pic>
      <p:pic>
        <p:nvPicPr>
          <p:cNvPr id="398" name="Google Shape;398;p43"/>
          <p:cNvPicPr preferRelativeResize="0"/>
          <p:nvPr/>
        </p:nvPicPr>
        <p:blipFill>
          <a:blip r:embed="rId3">
            <a:alphaModFix/>
          </a:blip>
          <a:stretch>
            <a:fillRect/>
          </a:stretch>
        </p:blipFill>
        <p:spPr>
          <a:xfrm>
            <a:off x="412829" y="1808437"/>
            <a:ext cx="1944176" cy="2491293"/>
          </a:xfrm>
          <a:prstGeom prst="rect">
            <a:avLst/>
          </a:prstGeom>
          <a:noFill/>
          <a:ln>
            <a:noFill/>
          </a:ln>
        </p:spPr>
      </p:pic>
      <p:sp>
        <p:nvSpPr>
          <p:cNvPr id="399" name="Google Shape;399;p43"/>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lt1"/>
              </a:buClr>
              <a:buSzPts val="3200"/>
              <a:buFont typeface="Inter ExtraBold"/>
              <a:buNone/>
              <a:defRPr sz="3200">
                <a:solidFill>
                  <a:schemeClr val="lt1"/>
                </a:solidFill>
                <a:latin typeface="Inter ExtraBold"/>
                <a:ea typeface="Inter ExtraBold"/>
                <a:cs typeface="Inter ExtraBold"/>
                <a:sym typeface="Inter ExtraBold"/>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p:txBody>
      </p:sp>
      <p:pic>
        <p:nvPicPr>
          <p:cNvPr id="400" name="Google Shape;400;p43"/>
          <p:cNvPicPr preferRelativeResize="0"/>
          <p:nvPr/>
        </p:nvPicPr>
        <p:blipFill>
          <a:blip r:embed="rId4">
            <a:alphaModFix/>
          </a:blip>
          <a:stretch>
            <a:fillRect/>
          </a:stretch>
        </p:blipFill>
        <p:spPr>
          <a:xfrm>
            <a:off x="-762396" y="0"/>
            <a:ext cx="548700" cy="2288640"/>
          </a:xfrm>
          <a:prstGeom prst="rect">
            <a:avLst/>
          </a:prstGeom>
          <a:noFill/>
          <a:ln>
            <a:noFill/>
          </a:ln>
        </p:spPr>
      </p:pic>
      <p:sp>
        <p:nvSpPr>
          <p:cNvPr id="401" name="Google Shape;401;p43"/>
          <p:cNvSpPr/>
          <p:nvPr>
            <p:ph idx="2" type="pic"/>
          </p:nvPr>
        </p:nvSpPr>
        <p:spPr>
          <a:xfrm>
            <a:off x="535276" y="1720023"/>
            <a:ext cx="315900" cy="315900"/>
          </a:xfrm>
          <a:prstGeom prst="rect">
            <a:avLst/>
          </a:prstGeom>
          <a:noFill/>
          <a:ln>
            <a:noFill/>
          </a:ln>
        </p:spPr>
      </p:sp>
      <p:sp>
        <p:nvSpPr>
          <p:cNvPr id="402" name="Google Shape;402;p43"/>
          <p:cNvSpPr txBox="1"/>
          <p:nvPr>
            <p:ph idx="1" type="body"/>
          </p:nvPr>
        </p:nvSpPr>
        <p:spPr>
          <a:xfrm>
            <a:off x="505075" y="2369959"/>
            <a:ext cx="1781700" cy="1952400"/>
          </a:xfrm>
          <a:prstGeom prst="rect">
            <a:avLst/>
          </a:prstGeom>
        </p:spPr>
        <p:txBody>
          <a:bodyPr anchorCtr="0" anchor="t" bIns="91425" lIns="91425" spcFirstLastPara="1" rIns="91425" wrap="square" tIns="91425">
            <a:normAutofit/>
          </a:bodyPr>
          <a:lstStyle>
            <a:lvl1pPr indent="-298450" lvl="0" marL="457200" rtl="0">
              <a:spcBef>
                <a:spcPts val="0"/>
              </a:spcBef>
              <a:spcAft>
                <a:spcPts val="0"/>
              </a:spcAft>
              <a:buClr>
                <a:schemeClr val="lt1"/>
              </a:buClr>
              <a:buSzPts val="1100"/>
              <a:buChar char="●"/>
              <a:defRPr sz="1100">
                <a:solidFill>
                  <a:schemeClr val="lt1"/>
                </a:solidFill>
              </a:defRPr>
            </a:lvl1pPr>
            <a:lvl2pPr indent="-298450" lvl="1" marL="914400" rtl="0">
              <a:spcBef>
                <a:spcPts val="1000"/>
              </a:spcBef>
              <a:spcAft>
                <a:spcPts val="0"/>
              </a:spcAft>
              <a:buClr>
                <a:schemeClr val="lt1"/>
              </a:buClr>
              <a:buSzPts val="1100"/>
              <a:buChar char="○"/>
              <a:defRPr sz="1100">
                <a:solidFill>
                  <a:schemeClr val="lt1"/>
                </a:solidFill>
              </a:defRPr>
            </a:lvl2pPr>
            <a:lvl3pPr indent="-298450" lvl="2" marL="1371600" rtl="0">
              <a:spcBef>
                <a:spcPts val="1000"/>
              </a:spcBef>
              <a:spcAft>
                <a:spcPts val="0"/>
              </a:spcAft>
              <a:buClr>
                <a:schemeClr val="lt1"/>
              </a:buClr>
              <a:buSzPts val="1100"/>
              <a:buChar char="■"/>
              <a:defRPr sz="1100">
                <a:solidFill>
                  <a:schemeClr val="lt1"/>
                </a:solidFill>
              </a:defRPr>
            </a:lvl3pPr>
            <a:lvl4pPr indent="-298450" lvl="3" marL="1828800" rtl="0">
              <a:spcBef>
                <a:spcPts val="1000"/>
              </a:spcBef>
              <a:spcAft>
                <a:spcPts val="0"/>
              </a:spcAft>
              <a:buClr>
                <a:schemeClr val="lt1"/>
              </a:buClr>
              <a:buSzPts val="1100"/>
              <a:buChar char="●"/>
              <a:defRPr sz="1100">
                <a:solidFill>
                  <a:schemeClr val="lt1"/>
                </a:solidFill>
              </a:defRPr>
            </a:lvl4pPr>
            <a:lvl5pPr indent="-298450" lvl="4" marL="2286000" rtl="0">
              <a:spcBef>
                <a:spcPts val="1000"/>
              </a:spcBef>
              <a:spcAft>
                <a:spcPts val="0"/>
              </a:spcAft>
              <a:buClr>
                <a:schemeClr val="lt1"/>
              </a:buClr>
              <a:buSzPts val="1100"/>
              <a:buChar char="○"/>
              <a:defRPr sz="1100">
                <a:solidFill>
                  <a:schemeClr val="lt1"/>
                </a:solidFill>
              </a:defRPr>
            </a:lvl5pPr>
            <a:lvl6pPr indent="-298450" lvl="5" marL="2743200" rtl="0">
              <a:spcBef>
                <a:spcPts val="1000"/>
              </a:spcBef>
              <a:spcAft>
                <a:spcPts val="0"/>
              </a:spcAft>
              <a:buClr>
                <a:schemeClr val="lt1"/>
              </a:buClr>
              <a:buSzPts val="1100"/>
              <a:buChar char="■"/>
              <a:defRPr sz="1100">
                <a:solidFill>
                  <a:schemeClr val="lt1"/>
                </a:solidFill>
              </a:defRPr>
            </a:lvl6pPr>
            <a:lvl7pPr indent="-298450" lvl="6" marL="3200400" rtl="0">
              <a:spcBef>
                <a:spcPts val="1000"/>
              </a:spcBef>
              <a:spcAft>
                <a:spcPts val="0"/>
              </a:spcAft>
              <a:buClr>
                <a:schemeClr val="lt1"/>
              </a:buClr>
              <a:buSzPts val="1100"/>
              <a:buChar char="●"/>
              <a:defRPr sz="1100">
                <a:solidFill>
                  <a:schemeClr val="lt1"/>
                </a:solidFill>
              </a:defRPr>
            </a:lvl7pPr>
            <a:lvl8pPr indent="-298450" lvl="7" marL="3657600" rtl="0">
              <a:spcBef>
                <a:spcPts val="1000"/>
              </a:spcBef>
              <a:spcAft>
                <a:spcPts val="0"/>
              </a:spcAft>
              <a:buClr>
                <a:schemeClr val="lt1"/>
              </a:buClr>
              <a:buSzPts val="1100"/>
              <a:buChar char="○"/>
              <a:defRPr sz="1100">
                <a:solidFill>
                  <a:schemeClr val="lt1"/>
                </a:solidFill>
              </a:defRPr>
            </a:lvl8pPr>
            <a:lvl9pPr indent="-298450" lvl="8" marL="4114800" rtl="0">
              <a:spcBef>
                <a:spcPts val="1000"/>
              </a:spcBef>
              <a:spcAft>
                <a:spcPts val="1000"/>
              </a:spcAft>
              <a:buClr>
                <a:schemeClr val="lt1"/>
              </a:buClr>
              <a:buSzPts val="1100"/>
              <a:buChar char="■"/>
              <a:defRPr sz="1100">
                <a:solidFill>
                  <a:schemeClr val="lt1"/>
                </a:solidFill>
              </a:defRPr>
            </a:lvl9pPr>
          </a:lstStyle>
          <a:p/>
        </p:txBody>
      </p:sp>
      <p:sp>
        <p:nvSpPr>
          <p:cNvPr id="403" name="Google Shape;403;p43"/>
          <p:cNvSpPr txBox="1"/>
          <p:nvPr>
            <p:ph idx="3" type="subTitle"/>
          </p:nvPr>
        </p:nvSpPr>
        <p:spPr>
          <a:xfrm>
            <a:off x="505075" y="2016850"/>
            <a:ext cx="1781700" cy="386100"/>
          </a:xfrm>
          <a:prstGeom prst="rect">
            <a:avLst/>
          </a:prstGeom>
        </p:spPr>
        <p:txBody>
          <a:bodyPr anchorCtr="0" anchor="b" bIns="91425" lIns="91425" spcFirstLastPara="1" rIns="91425" wrap="square" tIns="91425">
            <a:normAutofit/>
          </a:bodyPr>
          <a:lstStyle>
            <a:lvl1pPr lvl="0" rtl="0">
              <a:spcBef>
                <a:spcPts val="0"/>
              </a:spcBef>
              <a:spcAft>
                <a:spcPts val="0"/>
              </a:spcAft>
              <a:buClr>
                <a:schemeClr val="lt1"/>
              </a:buClr>
              <a:buSzPts val="1600"/>
              <a:buFont typeface="Inter Medium"/>
              <a:buNone/>
              <a:defRPr sz="1600">
                <a:solidFill>
                  <a:schemeClr val="lt1"/>
                </a:solidFill>
                <a:latin typeface="Inter Medium"/>
                <a:ea typeface="Inter Medium"/>
                <a:cs typeface="Inter Medium"/>
                <a:sym typeface="Inter Medium"/>
              </a:defRPr>
            </a:lvl1pPr>
            <a:lvl2pPr lvl="1" rtl="0">
              <a:spcBef>
                <a:spcPts val="100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2pPr>
            <a:lvl3pPr lvl="2" rtl="0">
              <a:spcBef>
                <a:spcPts val="100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3pPr>
            <a:lvl4pPr lvl="3" rtl="0">
              <a:spcBef>
                <a:spcPts val="100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4pPr>
            <a:lvl5pPr lvl="4" rtl="0">
              <a:spcBef>
                <a:spcPts val="100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5pPr>
            <a:lvl6pPr lvl="5" rtl="0">
              <a:spcBef>
                <a:spcPts val="100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6pPr>
            <a:lvl7pPr lvl="6" rtl="0">
              <a:spcBef>
                <a:spcPts val="100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7pPr>
            <a:lvl8pPr lvl="7" rtl="0">
              <a:spcBef>
                <a:spcPts val="100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8pPr>
            <a:lvl9pPr lvl="8" rtl="0">
              <a:spcBef>
                <a:spcPts val="1000"/>
              </a:spcBef>
              <a:spcAft>
                <a:spcPts val="1000"/>
              </a:spcAft>
              <a:buClr>
                <a:schemeClr val="lt1"/>
              </a:buClr>
              <a:buSzPts val="1400"/>
              <a:buFont typeface="Inter Medium"/>
              <a:buNone/>
              <a:defRPr>
                <a:solidFill>
                  <a:schemeClr val="lt1"/>
                </a:solidFill>
                <a:latin typeface="Inter Medium"/>
                <a:ea typeface="Inter Medium"/>
                <a:cs typeface="Inter Medium"/>
                <a:sym typeface="Inter Medium"/>
              </a:defRPr>
            </a:lvl9pPr>
          </a:lstStyle>
          <a:p/>
        </p:txBody>
      </p:sp>
      <p:sp>
        <p:nvSpPr>
          <p:cNvPr id="404" name="Google Shape;404;p43"/>
          <p:cNvSpPr txBox="1"/>
          <p:nvPr>
            <p:ph idx="4" type="subTitle"/>
          </p:nvPr>
        </p:nvSpPr>
        <p:spPr>
          <a:xfrm>
            <a:off x="311700" y="1051825"/>
            <a:ext cx="8520600" cy="5727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lt1"/>
              </a:buClr>
              <a:buSzPts val="1800"/>
              <a:buNone/>
              <a:defRPr>
                <a:solidFill>
                  <a:schemeClr val="lt1"/>
                </a:solidFill>
              </a:defRPr>
            </a:lvl1pPr>
            <a:lvl2pPr lvl="1" rtl="0">
              <a:spcBef>
                <a:spcPts val="1000"/>
              </a:spcBef>
              <a:spcAft>
                <a:spcPts val="0"/>
              </a:spcAft>
              <a:buSzPts val="1400"/>
              <a:buNone/>
              <a:defRPr/>
            </a:lvl2pPr>
            <a:lvl3pPr lvl="2" rtl="0">
              <a:spcBef>
                <a:spcPts val="1000"/>
              </a:spcBef>
              <a:spcAft>
                <a:spcPts val="0"/>
              </a:spcAft>
              <a:buSzPts val="1400"/>
              <a:buNone/>
              <a:defRPr/>
            </a:lvl3pPr>
            <a:lvl4pPr lvl="3" rtl="0">
              <a:spcBef>
                <a:spcPts val="1000"/>
              </a:spcBef>
              <a:spcAft>
                <a:spcPts val="0"/>
              </a:spcAft>
              <a:buSzPts val="1400"/>
              <a:buNone/>
              <a:defRPr/>
            </a:lvl4pPr>
            <a:lvl5pPr lvl="4" rtl="0">
              <a:spcBef>
                <a:spcPts val="1000"/>
              </a:spcBef>
              <a:spcAft>
                <a:spcPts val="0"/>
              </a:spcAft>
              <a:buSzPts val="1400"/>
              <a:buNone/>
              <a:defRPr/>
            </a:lvl5pPr>
            <a:lvl6pPr lvl="5" rtl="0">
              <a:spcBef>
                <a:spcPts val="1000"/>
              </a:spcBef>
              <a:spcAft>
                <a:spcPts val="0"/>
              </a:spcAft>
              <a:buSzPts val="1400"/>
              <a:buNone/>
              <a:defRPr/>
            </a:lvl6pPr>
            <a:lvl7pPr lvl="6" rtl="0">
              <a:spcBef>
                <a:spcPts val="1000"/>
              </a:spcBef>
              <a:spcAft>
                <a:spcPts val="0"/>
              </a:spcAft>
              <a:buSzPts val="1400"/>
              <a:buNone/>
              <a:defRPr/>
            </a:lvl7pPr>
            <a:lvl8pPr lvl="7" rtl="0">
              <a:spcBef>
                <a:spcPts val="1000"/>
              </a:spcBef>
              <a:spcAft>
                <a:spcPts val="0"/>
              </a:spcAft>
              <a:buSzPts val="1400"/>
              <a:buNone/>
              <a:defRPr/>
            </a:lvl8pPr>
            <a:lvl9pPr lvl="8" rtl="0">
              <a:spcBef>
                <a:spcPts val="1000"/>
              </a:spcBef>
              <a:spcAft>
                <a:spcPts val="1000"/>
              </a:spcAft>
              <a:buSzPts val="1400"/>
              <a:buNone/>
              <a:defRPr/>
            </a:lvl9pPr>
          </a:lstStyle>
          <a:p/>
        </p:txBody>
      </p:sp>
      <p:pic>
        <p:nvPicPr>
          <p:cNvPr id="405" name="Google Shape;405;p43"/>
          <p:cNvPicPr preferRelativeResize="0"/>
          <p:nvPr/>
        </p:nvPicPr>
        <p:blipFill>
          <a:blip r:embed="rId5">
            <a:alphaModFix/>
          </a:blip>
          <a:stretch>
            <a:fillRect/>
          </a:stretch>
        </p:blipFill>
        <p:spPr>
          <a:xfrm>
            <a:off x="457529" y="4543025"/>
            <a:ext cx="950976" cy="142646"/>
          </a:xfrm>
          <a:prstGeom prst="rect">
            <a:avLst/>
          </a:prstGeom>
          <a:noFill/>
          <a:ln>
            <a:noFill/>
          </a:ln>
        </p:spPr>
      </p:pic>
      <p:pic>
        <p:nvPicPr>
          <p:cNvPr id="406" name="Google Shape;406;p43"/>
          <p:cNvPicPr preferRelativeResize="0"/>
          <p:nvPr/>
        </p:nvPicPr>
        <p:blipFill>
          <a:blip r:embed="rId2">
            <a:alphaModFix/>
          </a:blip>
          <a:stretch>
            <a:fillRect/>
          </a:stretch>
        </p:blipFill>
        <p:spPr>
          <a:xfrm>
            <a:off x="6782603" y="1661900"/>
            <a:ext cx="1944175" cy="2637826"/>
          </a:xfrm>
          <a:prstGeom prst="rect">
            <a:avLst/>
          </a:prstGeom>
          <a:noFill/>
          <a:ln>
            <a:noFill/>
          </a:ln>
        </p:spPr>
      </p:pic>
      <p:pic>
        <p:nvPicPr>
          <p:cNvPr id="407" name="Google Shape;407;p43"/>
          <p:cNvPicPr preferRelativeResize="0"/>
          <p:nvPr/>
        </p:nvPicPr>
        <p:blipFill>
          <a:blip r:embed="rId3">
            <a:alphaModFix/>
          </a:blip>
          <a:stretch>
            <a:fillRect/>
          </a:stretch>
        </p:blipFill>
        <p:spPr>
          <a:xfrm>
            <a:off x="4669739" y="1808437"/>
            <a:ext cx="1944176" cy="2491293"/>
          </a:xfrm>
          <a:prstGeom prst="rect">
            <a:avLst/>
          </a:prstGeom>
          <a:noFill/>
          <a:ln>
            <a:noFill/>
          </a:ln>
        </p:spPr>
      </p:pic>
      <p:sp>
        <p:nvSpPr>
          <p:cNvPr id="408" name="Google Shape;408;p43"/>
          <p:cNvSpPr/>
          <p:nvPr>
            <p:ph idx="5" type="pic"/>
          </p:nvPr>
        </p:nvSpPr>
        <p:spPr>
          <a:xfrm>
            <a:off x="2665988" y="1720023"/>
            <a:ext cx="315900" cy="315900"/>
          </a:xfrm>
          <a:prstGeom prst="rect">
            <a:avLst/>
          </a:prstGeom>
          <a:noFill/>
          <a:ln>
            <a:noFill/>
          </a:ln>
        </p:spPr>
      </p:sp>
      <p:sp>
        <p:nvSpPr>
          <p:cNvPr id="409" name="Google Shape;409;p43"/>
          <p:cNvSpPr txBox="1"/>
          <p:nvPr>
            <p:ph idx="6" type="body"/>
          </p:nvPr>
        </p:nvSpPr>
        <p:spPr>
          <a:xfrm>
            <a:off x="2635788" y="2369959"/>
            <a:ext cx="1781700" cy="1952400"/>
          </a:xfrm>
          <a:prstGeom prst="rect">
            <a:avLst/>
          </a:prstGeom>
        </p:spPr>
        <p:txBody>
          <a:bodyPr anchorCtr="0" anchor="t" bIns="91425" lIns="91425" spcFirstLastPara="1" rIns="91425" wrap="square" tIns="91425">
            <a:normAutofit/>
          </a:bodyPr>
          <a:lstStyle>
            <a:lvl1pPr indent="-298450" lvl="0" marL="457200" rtl="0">
              <a:spcBef>
                <a:spcPts val="0"/>
              </a:spcBef>
              <a:spcAft>
                <a:spcPts val="0"/>
              </a:spcAft>
              <a:buClr>
                <a:schemeClr val="lt1"/>
              </a:buClr>
              <a:buSzPts val="1100"/>
              <a:buChar char="●"/>
              <a:defRPr sz="1100">
                <a:solidFill>
                  <a:schemeClr val="lt1"/>
                </a:solidFill>
              </a:defRPr>
            </a:lvl1pPr>
            <a:lvl2pPr indent="-298450" lvl="1" marL="914400" rtl="0">
              <a:spcBef>
                <a:spcPts val="1000"/>
              </a:spcBef>
              <a:spcAft>
                <a:spcPts val="0"/>
              </a:spcAft>
              <a:buClr>
                <a:schemeClr val="lt1"/>
              </a:buClr>
              <a:buSzPts val="1100"/>
              <a:buChar char="○"/>
              <a:defRPr sz="1100">
                <a:solidFill>
                  <a:schemeClr val="lt1"/>
                </a:solidFill>
              </a:defRPr>
            </a:lvl2pPr>
            <a:lvl3pPr indent="-298450" lvl="2" marL="1371600" rtl="0">
              <a:spcBef>
                <a:spcPts val="1000"/>
              </a:spcBef>
              <a:spcAft>
                <a:spcPts val="0"/>
              </a:spcAft>
              <a:buClr>
                <a:schemeClr val="lt1"/>
              </a:buClr>
              <a:buSzPts val="1100"/>
              <a:buChar char="■"/>
              <a:defRPr sz="1100">
                <a:solidFill>
                  <a:schemeClr val="lt1"/>
                </a:solidFill>
              </a:defRPr>
            </a:lvl3pPr>
            <a:lvl4pPr indent="-298450" lvl="3" marL="1828800" rtl="0">
              <a:spcBef>
                <a:spcPts val="1000"/>
              </a:spcBef>
              <a:spcAft>
                <a:spcPts val="0"/>
              </a:spcAft>
              <a:buClr>
                <a:schemeClr val="lt1"/>
              </a:buClr>
              <a:buSzPts val="1100"/>
              <a:buChar char="●"/>
              <a:defRPr sz="1100">
                <a:solidFill>
                  <a:schemeClr val="lt1"/>
                </a:solidFill>
              </a:defRPr>
            </a:lvl4pPr>
            <a:lvl5pPr indent="-298450" lvl="4" marL="2286000" rtl="0">
              <a:spcBef>
                <a:spcPts val="1000"/>
              </a:spcBef>
              <a:spcAft>
                <a:spcPts val="0"/>
              </a:spcAft>
              <a:buClr>
                <a:schemeClr val="lt1"/>
              </a:buClr>
              <a:buSzPts val="1100"/>
              <a:buChar char="○"/>
              <a:defRPr sz="1100">
                <a:solidFill>
                  <a:schemeClr val="lt1"/>
                </a:solidFill>
              </a:defRPr>
            </a:lvl5pPr>
            <a:lvl6pPr indent="-298450" lvl="5" marL="2743200" rtl="0">
              <a:spcBef>
                <a:spcPts val="1000"/>
              </a:spcBef>
              <a:spcAft>
                <a:spcPts val="0"/>
              </a:spcAft>
              <a:buClr>
                <a:schemeClr val="lt1"/>
              </a:buClr>
              <a:buSzPts val="1100"/>
              <a:buChar char="■"/>
              <a:defRPr sz="1100">
                <a:solidFill>
                  <a:schemeClr val="lt1"/>
                </a:solidFill>
              </a:defRPr>
            </a:lvl6pPr>
            <a:lvl7pPr indent="-298450" lvl="6" marL="3200400" rtl="0">
              <a:spcBef>
                <a:spcPts val="1000"/>
              </a:spcBef>
              <a:spcAft>
                <a:spcPts val="0"/>
              </a:spcAft>
              <a:buClr>
                <a:schemeClr val="lt1"/>
              </a:buClr>
              <a:buSzPts val="1100"/>
              <a:buChar char="●"/>
              <a:defRPr sz="1100">
                <a:solidFill>
                  <a:schemeClr val="lt1"/>
                </a:solidFill>
              </a:defRPr>
            </a:lvl7pPr>
            <a:lvl8pPr indent="-298450" lvl="7" marL="3657600" rtl="0">
              <a:spcBef>
                <a:spcPts val="1000"/>
              </a:spcBef>
              <a:spcAft>
                <a:spcPts val="0"/>
              </a:spcAft>
              <a:buClr>
                <a:schemeClr val="lt1"/>
              </a:buClr>
              <a:buSzPts val="1100"/>
              <a:buChar char="○"/>
              <a:defRPr sz="1100">
                <a:solidFill>
                  <a:schemeClr val="lt1"/>
                </a:solidFill>
              </a:defRPr>
            </a:lvl8pPr>
            <a:lvl9pPr indent="-298450" lvl="8" marL="4114800" rtl="0">
              <a:spcBef>
                <a:spcPts val="1000"/>
              </a:spcBef>
              <a:spcAft>
                <a:spcPts val="1000"/>
              </a:spcAft>
              <a:buClr>
                <a:schemeClr val="lt1"/>
              </a:buClr>
              <a:buSzPts val="1100"/>
              <a:buChar char="■"/>
              <a:defRPr sz="1100">
                <a:solidFill>
                  <a:schemeClr val="lt1"/>
                </a:solidFill>
              </a:defRPr>
            </a:lvl9pPr>
          </a:lstStyle>
          <a:p/>
        </p:txBody>
      </p:sp>
      <p:sp>
        <p:nvSpPr>
          <p:cNvPr id="410" name="Google Shape;410;p43"/>
          <p:cNvSpPr txBox="1"/>
          <p:nvPr>
            <p:ph idx="7" type="subTitle"/>
          </p:nvPr>
        </p:nvSpPr>
        <p:spPr>
          <a:xfrm>
            <a:off x="2635788" y="2016850"/>
            <a:ext cx="1781700" cy="386100"/>
          </a:xfrm>
          <a:prstGeom prst="rect">
            <a:avLst/>
          </a:prstGeom>
        </p:spPr>
        <p:txBody>
          <a:bodyPr anchorCtr="0" anchor="b" bIns="91425" lIns="91425" spcFirstLastPara="1" rIns="91425" wrap="square" tIns="91425">
            <a:normAutofit/>
          </a:bodyPr>
          <a:lstStyle>
            <a:lvl1pPr lvl="0" rtl="0">
              <a:spcBef>
                <a:spcPts val="0"/>
              </a:spcBef>
              <a:spcAft>
                <a:spcPts val="0"/>
              </a:spcAft>
              <a:buClr>
                <a:schemeClr val="lt1"/>
              </a:buClr>
              <a:buSzPts val="1600"/>
              <a:buFont typeface="Inter Medium"/>
              <a:buNone/>
              <a:defRPr sz="1600">
                <a:solidFill>
                  <a:schemeClr val="lt1"/>
                </a:solidFill>
                <a:latin typeface="Inter Medium"/>
                <a:ea typeface="Inter Medium"/>
                <a:cs typeface="Inter Medium"/>
                <a:sym typeface="Inter Medium"/>
              </a:defRPr>
            </a:lvl1pPr>
            <a:lvl2pPr lvl="1" rtl="0">
              <a:spcBef>
                <a:spcPts val="100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2pPr>
            <a:lvl3pPr lvl="2" rtl="0">
              <a:spcBef>
                <a:spcPts val="100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3pPr>
            <a:lvl4pPr lvl="3" rtl="0">
              <a:spcBef>
                <a:spcPts val="100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4pPr>
            <a:lvl5pPr lvl="4" rtl="0">
              <a:spcBef>
                <a:spcPts val="100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5pPr>
            <a:lvl6pPr lvl="5" rtl="0">
              <a:spcBef>
                <a:spcPts val="100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6pPr>
            <a:lvl7pPr lvl="6" rtl="0">
              <a:spcBef>
                <a:spcPts val="100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7pPr>
            <a:lvl8pPr lvl="7" rtl="0">
              <a:spcBef>
                <a:spcPts val="100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8pPr>
            <a:lvl9pPr lvl="8" rtl="0">
              <a:spcBef>
                <a:spcPts val="1000"/>
              </a:spcBef>
              <a:spcAft>
                <a:spcPts val="1000"/>
              </a:spcAft>
              <a:buClr>
                <a:schemeClr val="lt1"/>
              </a:buClr>
              <a:buSzPts val="1400"/>
              <a:buFont typeface="Inter Medium"/>
              <a:buNone/>
              <a:defRPr>
                <a:solidFill>
                  <a:schemeClr val="lt1"/>
                </a:solidFill>
                <a:latin typeface="Inter Medium"/>
                <a:ea typeface="Inter Medium"/>
                <a:cs typeface="Inter Medium"/>
                <a:sym typeface="Inter Medium"/>
              </a:defRPr>
            </a:lvl9pPr>
          </a:lstStyle>
          <a:p/>
        </p:txBody>
      </p:sp>
      <p:sp>
        <p:nvSpPr>
          <p:cNvPr id="411" name="Google Shape;411;p43"/>
          <p:cNvSpPr/>
          <p:nvPr>
            <p:ph idx="8" type="pic"/>
          </p:nvPr>
        </p:nvSpPr>
        <p:spPr>
          <a:xfrm>
            <a:off x="4780001" y="1720023"/>
            <a:ext cx="315900" cy="315900"/>
          </a:xfrm>
          <a:prstGeom prst="rect">
            <a:avLst/>
          </a:prstGeom>
          <a:noFill/>
          <a:ln>
            <a:noFill/>
          </a:ln>
        </p:spPr>
      </p:sp>
      <p:sp>
        <p:nvSpPr>
          <p:cNvPr id="412" name="Google Shape;412;p43"/>
          <p:cNvSpPr txBox="1"/>
          <p:nvPr>
            <p:ph idx="9" type="body"/>
          </p:nvPr>
        </p:nvSpPr>
        <p:spPr>
          <a:xfrm>
            <a:off x="4749800" y="2369959"/>
            <a:ext cx="1781700" cy="1952400"/>
          </a:xfrm>
          <a:prstGeom prst="rect">
            <a:avLst/>
          </a:prstGeom>
        </p:spPr>
        <p:txBody>
          <a:bodyPr anchorCtr="0" anchor="t" bIns="91425" lIns="91425" spcFirstLastPara="1" rIns="91425" wrap="square" tIns="91425">
            <a:normAutofit/>
          </a:bodyPr>
          <a:lstStyle>
            <a:lvl1pPr indent="-298450" lvl="0" marL="457200" rtl="0">
              <a:spcBef>
                <a:spcPts val="0"/>
              </a:spcBef>
              <a:spcAft>
                <a:spcPts val="0"/>
              </a:spcAft>
              <a:buClr>
                <a:schemeClr val="lt1"/>
              </a:buClr>
              <a:buSzPts val="1100"/>
              <a:buChar char="●"/>
              <a:defRPr sz="1100">
                <a:solidFill>
                  <a:schemeClr val="lt1"/>
                </a:solidFill>
              </a:defRPr>
            </a:lvl1pPr>
            <a:lvl2pPr indent="-298450" lvl="1" marL="914400" rtl="0">
              <a:spcBef>
                <a:spcPts val="1000"/>
              </a:spcBef>
              <a:spcAft>
                <a:spcPts val="0"/>
              </a:spcAft>
              <a:buClr>
                <a:schemeClr val="lt1"/>
              </a:buClr>
              <a:buSzPts val="1100"/>
              <a:buChar char="○"/>
              <a:defRPr sz="1100">
                <a:solidFill>
                  <a:schemeClr val="lt1"/>
                </a:solidFill>
              </a:defRPr>
            </a:lvl2pPr>
            <a:lvl3pPr indent="-298450" lvl="2" marL="1371600" rtl="0">
              <a:spcBef>
                <a:spcPts val="1000"/>
              </a:spcBef>
              <a:spcAft>
                <a:spcPts val="0"/>
              </a:spcAft>
              <a:buClr>
                <a:schemeClr val="lt1"/>
              </a:buClr>
              <a:buSzPts val="1100"/>
              <a:buChar char="■"/>
              <a:defRPr sz="1100">
                <a:solidFill>
                  <a:schemeClr val="lt1"/>
                </a:solidFill>
              </a:defRPr>
            </a:lvl3pPr>
            <a:lvl4pPr indent="-298450" lvl="3" marL="1828800" rtl="0">
              <a:spcBef>
                <a:spcPts val="1000"/>
              </a:spcBef>
              <a:spcAft>
                <a:spcPts val="0"/>
              </a:spcAft>
              <a:buClr>
                <a:schemeClr val="lt1"/>
              </a:buClr>
              <a:buSzPts val="1100"/>
              <a:buChar char="●"/>
              <a:defRPr sz="1100">
                <a:solidFill>
                  <a:schemeClr val="lt1"/>
                </a:solidFill>
              </a:defRPr>
            </a:lvl4pPr>
            <a:lvl5pPr indent="-298450" lvl="4" marL="2286000" rtl="0">
              <a:spcBef>
                <a:spcPts val="1000"/>
              </a:spcBef>
              <a:spcAft>
                <a:spcPts val="0"/>
              </a:spcAft>
              <a:buClr>
                <a:schemeClr val="lt1"/>
              </a:buClr>
              <a:buSzPts val="1100"/>
              <a:buChar char="○"/>
              <a:defRPr sz="1100">
                <a:solidFill>
                  <a:schemeClr val="lt1"/>
                </a:solidFill>
              </a:defRPr>
            </a:lvl5pPr>
            <a:lvl6pPr indent="-298450" lvl="5" marL="2743200" rtl="0">
              <a:spcBef>
                <a:spcPts val="1000"/>
              </a:spcBef>
              <a:spcAft>
                <a:spcPts val="0"/>
              </a:spcAft>
              <a:buClr>
                <a:schemeClr val="lt1"/>
              </a:buClr>
              <a:buSzPts val="1100"/>
              <a:buChar char="■"/>
              <a:defRPr sz="1100">
                <a:solidFill>
                  <a:schemeClr val="lt1"/>
                </a:solidFill>
              </a:defRPr>
            </a:lvl6pPr>
            <a:lvl7pPr indent="-298450" lvl="6" marL="3200400" rtl="0">
              <a:spcBef>
                <a:spcPts val="1000"/>
              </a:spcBef>
              <a:spcAft>
                <a:spcPts val="0"/>
              </a:spcAft>
              <a:buClr>
                <a:schemeClr val="lt1"/>
              </a:buClr>
              <a:buSzPts val="1100"/>
              <a:buChar char="●"/>
              <a:defRPr sz="1100">
                <a:solidFill>
                  <a:schemeClr val="lt1"/>
                </a:solidFill>
              </a:defRPr>
            </a:lvl7pPr>
            <a:lvl8pPr indent="-298450" lvl="7" marL="3657600" rtl="0">
              <a:spcBef>
                <a:spcPts val="1000"/>
              </a:spcBef>
              <a:spcAft>
                <a:spcPts val="0"/>
              </a:spcAft>
              <a:buClr>
                <a:schemeClr val="lt1"/>
              </a:buClr>
              <a:buSzPts val="1100"/>
              <a:buChar char="○"/>
              <a:defRPr sz="1100">
                <a:solidFill>
                  <a:schemeClr val="lt1"/>
                </a:solidFill>
              </a:defRPr>
            </a:lvl8pPr>
            <a:lvl9pPr indent="-298450" lvl="8" marL="4114800" rtl="0">
              <a:spcBef>
                <a:spcPts val="1000"/>
              </a:spcBef>
              <a:spcAft>
                <a:spcPts val="1000"/>
              </a:spcAft>
              <a:buClr>
                <a:schemeClr val="lt1"/>
              </a:buClr>
              <a:buSzPts val="1100"/>
              <a:buChar char="■"/>
              <a:defRPr sz="1100">
                <a:solidFill>
                  <a:schemeClr val="lt1"/>
                </a:solidFill>
              </a:defRPr>
            </a:lvl9pPr>
          </a:lstStyle>
          <a:p/>
        </p:txBody>
      </p:sp>
      <p:sp>
        <p:nvSpPr>
          <p:cNvPr id="413" name="Google Shape;413;p43"/>
          <p:cNvSpPr txBox="1"/>
          <p:nvPr>
            <p:ph idx="13" type="subTitle"/>
          </p:nvPr>
        </p:nvSpPr>
        <p:spPr>
          <a:xfrm>
            <a:off x="4749800" y="2016850"/>
            <a:ext cx="1781700" cy="386100"/>
          </a:xfrm>
          <a:prstGeom prst="rect">
            <a:avLst/>
          </a:prstGeom>
        </p:spPr>
        <p:txBody>
          <a:bodyPr anchorCtr="0" anchor="b" bIns="91425" lIns="91425" spcFirstLastPara="1" rIns="91425" wrap="square" tIns="91425">
            <a:normAutofit/>
          </a:bodyPr>
          <a:lstStyle>
            <a:lvl1pPr lvl="0" rtl="0">
              <a:spcBef>
                <a:spcPts val="0"/>
              </a:spcBef>
              <a:spcAft>
                <a:spcPts val="0"/>
              </a:spcAft>
              <a:buClr>
                <a:schemeClr val="lt1"/>
              </a:buClr>
              <a:buSzPts val="1600"/>
              <a:buFont typeface="Inter Medium"/>
              <a:buNone/>
              <a:defRPr sz="1600">
                <a:solidFill>
                  <a:schemeClr val="lt1"/>
                </a:solidFill>
                <a:latin typeface="Inter Medium"/>
                <a:ea typeface="Inter Medium"/>
                <a:cs typeface="Inter Medium"/>
                <a:sym typeface="Inter Medium"/>
              </a:defRPr>
            </a:lvl1pPr>
            <a:lvl2pPr lvl="1" rtl="0">
              <a:spcBef>
                <a:spcPts val="100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2pPr>
            <a:lvl3pPr lvl="2" rtl="0">
              <a:spcBef>
                <a:spcPts val="100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3pPr>
            <a:lvl4pPr lvl="3" rtl="0">
              <a:spcBef>
                <a:spcPts val="100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4pPr>
            <a:lvl5pPr lvl="4" rtl="0">
              <a:spcBef>
                <a:spcPts val="100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5pPr>
            <a:lvl6pPr lvl="5" rtl="0">
              <a:spcBef>
                <a:spcPts val="100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6pPr>
            <a:lvl7pPr lvl="6" rtl="0">
              <a:spcBef>
                <a:spcPts val="100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7pPr>
            <a:lvl8pPr lvl="7" rtl="0">
              <a:spcBef>
                <a:spcPts val="100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8pPr>
            <a:lvl9pPr lvl="8" rtl="0">
              <a:spcBef>
                <a:spcPts val="1000"/>
              </a:spcBef>
              <a:spcAft>
                <a:spcPts val="1000"/>
              </a:spcAft>
              <a:buClr>
                <a:schemeClr val="lt1"/>
              </a:buClr>
              <a:buSzPts val="1400"/>
              <a:buFont typeface="Inter Medium"/>
              <a:buNone/>
              <a:defRPr>
                <a:solidFill>
                  <a:schemeClr val="lt1"/>
                </a:solidFill>
                <a:latin typeface="Inter Medium"/>
                <a:ea typeface="Inter Medium"/>
                <a:cs typeface="Inter Medium"/>
                <a:sym typeface="Inter Medium"/>
              </a:defRPr>
            </a:lvl9pPr>
          </a:lstStyle>
          <a:p/>
        </p:txBody>
      </p:sp>
      <p:sp>
        <p:nvSpPr>
          <p:cNvPr id="414" name="Google Shape;414;p43"/>
          <p:cNvSpPr/>
          <p:nvPr>
            <p:ph idx="14" type="pic"/>
          </p:nvPr>
        </p:nvSpPr>
        <p:spPr>
          <a:xfrm>
            <a:off x="6896376" y="1720023"/>
            <a:ext cx="315900" cy="315900"/>
          </a:xfrm>
          <a:prstGeom prst="rect">
            <a:avLst/>
          </a:prstGeom>
          <a:noFill/>
          <a:ln>
            <a:noFill/>
          </a:ln>
        </p:spPr>
      </p:sp>
      <p:sp>
        <p:nvSpPr>
          <p:cNvPr id="415" name="Google Shape;415;p43"/>
          <p:cNvSpPr txBox="1"/>
          <p:nvPr>
            <p:ph idx="15" type="body"/>
          </p:nvPr>
        </p:nvSpPr>
        <p:spPr>
          <a:xfrm>
            <a:off x="6866175" y="2369959"/>
            <a:ext cx="1781700" cy="1952400"/>
          </a:xfrm>
          <a:prstGeom prst="rect">
            <a:avLst/>
          </a:prstGeom>
        </p:spPr>
        <p:txBody>
          <a:bodyPr anchorCtr="0" anchor="t" bIns="91425" lIns="91425" spcFirstLastPara="1" rIns="91425" wrap="square" tIns="91425">
            <a:normAutofit/>
          </a:bodyPr>
          <a:lstStyle>
            <a:lvl1pPr indent="-298450" lvl="0" marL="457200" rtl="0">
              <a:spcBef>
                <a:spcPts val="0"/>
              </a:spcBef>
              <a:spcAft>
                <a:spcPts val="0"/>
              </a:spcAft>
              <a:buClr>
                <a:schemeClr val="lt1"/>
              </a:buClr>
              <a:buSzPts val="1100"/>
              <a:buChar char="●"/>
              <a:defRPr sz="1100">
                <a:solidFill>
                  <a:schemeClr val="lt1"/>
                </a:solidFill>
              </a:defRPr>
            </a:lvl1pPr>
            <a:lvl2pPr indent="-298450" lvl="1" marL="914400" rtl="0">
              <a:spcBef>
                <a:spcPts val="1000"/>
              </a:spcBef>
              <a:spcAft>
                <a:spcPts val="0"/>
              </a:spcAft>
              <a:buClr>
                <a:schemeClr val="lt1"/>
              </a:buClr>
              <a:buSzPts val="1100"/>
              <a:buChar char="○"/>
              <a:defRPr sz="1100">
                <a:solidFill>
                  <a:schemeClr val="lt1"/>
                </a:solidFill>
              </a:defRPr>
            </a:lvl2pPr>
            <a:lvl3pPr indent="-298450" lvl="2" marL="1371600" rtl="0">
              <a:spcBef>
                <a:spcPts val="1000"/>
              </a:spcBef>
              <a:spcAft>
                <a:spcPts val="0"/>
              </a:spcAft>
              <a:buClr>
                <a:schemeClr val="lt1"/>
              </a:buClr>
              <a:buSzPts val="1100"/>
              <a:buChar char="■"/>
              <a:defRPr sz="1100">
                <a:solidFill>
                  <a:schemeClr val="lt1"/>
                </a:solidFill>
              </a:defRPr>
            </a:lvl3pPr>
            <a:lvl4pPr indent="-298450" lvl="3" marL="1828800" rtl="0">
              <a:spcBef>
                <a:spcPts val="1000"/>
              </a:spcBef>
              <a:spcAft>
                <a:spcPts val="0"/>
              </a:spcAft>
              <a:buClr>
                <a:schemeClr val="lt1"/>
              </a:buClr>
              <a:buSzPts val="1100"/>
              <a:buChar char="●"/>
              <a:defRPr sz="1100">
                <a:solidFill>
                  <a:schemeClr val="lt1"/>
                </a:solidFill>
              </a:defRPr>
            </a:lvl4pPr>
            <a:lvl5pPr indent="-298450" lvl="4" marL="2286000" rtl="0">
              <a:spcBef>
                <a:spcPts val="1000"/>
              </a:spcBef>
              <a:spcAft>
                <a:spcPts val="0"/>
              </a:spcAft>
              <a:buClr>
                <a:schemeClr val="lt1"/>
              </a:buClr>
              <a:buSzPts val="1100"/>
              <a:buChar char="○"/>
              <a:defRPr sz="1100">
                <a:solidFill>
                  <a:schemeClr val="lt1"/>
                </a:solidFill>
              </a:defRPr>
            </a:lvl5pPr>
            <a:lvl6pPr indent="-298450" lvl="5" marL="2743200" rtl="0">
              <a:spcBef>
                <a:spcPts val="1000"/>
              </a:spcBef>
              <a:spcAft>
                <a:spcPts val="0"/>
              </a:spcAft>
              <a:buClr>
                <a:schemeClr val="lt1"/>
              </a:buClr>
              <a:buSzPts val="1100"/>
              <a:buChar char="■"/>
              <a:defRPr sz="1100">
                <a:solidFill>
                  <a:schemeClr val="lt1"/>
                </a:solidFill>
              </a:defRPr>
            </a:lvl6pPr>
            <a:lvl7pPr indent="-298450" lvl="6" marL="3200400" rtl="0">
              <a:spcBef>
                <a:spcPts val="1000"/>
              </a:spcBef>
              <a:spcAft>
                <a:spcPts val="0"/>
              </a:spcAft>
              <a:buClr>
                <a:schemeClr val="lt1"/>
              </a:buClr>
              <a:buSzPts val="1100"/>
              <a:buChar char="●"/>
              <a:defRPr sz="1100">
                <a:solidFill>
                  <a:schemeClr val="lt1"/>
                </a:solidFill>
              </a:defRPr>
            </a:lvl7pPr>
            <a:lvl8pPr indent="-298450" lvl="7" marL="3657600" rtl="0">
              <a:spcBef>
                <a:spcPts val="1000"/>
              </a:spcBef>
              <a:spcAft>
                <a:spcPts val="0"/>
              </a:spcAft>
              <a:buClr>
                <a:schemeClr val="lt1"/>
              </a:buClr>
              <a:buSzPts val="1100"/>
              <a:buChar char="○"/>
              <a:defRPr sz="1100">
                <a:solidFill>
                  <a:schemeClr val="lt1"/>
                </a:solidFill>
              </a:defRPr>
            </a:lvl8pPr>
            <a:lvl9pPr indent="-298450" lvl="8" marL="4114800" rtl="0">
              <a:spcBef>
                <a:spcPts val="1000"/>
              </a:spcBef>
              <a:spcAft>
                <a:spcPts val="1000"/>
              </a:spcAft>
              <a:buClr>
                <a:schemeClr val="lt1"/>
              </a:buClr>
              <a:buSzPts val="1100"/>
              <a:buChar char="■"/>
              <a:defRPr sz="1100">
                <a:solidFill>
                  <a:schemeClr val="lt1"/>
                </a:solidFill>
              </a:defRPr>
            </a:lvl9pPr>
          </a:lstStyle>
          <a:p/>
        </p:txBody>
      </p:sp>
      <p:sp>
        <p:nvSpPr>
          <p:cNvPr id="416" name="Google Shape;416;p43"/>
          <p:cNvSpPr txBox="1"/>
          <p:nvPr>
            <p:ph idx="16" type="subTitle"/>
          </p:nvPr>
        </p:nvSpPr>
        <p:spPr>
          <a:xfrm>
            <a:off x="6866175" y="2016850"/>
            <a:ext cx="1781700" cy="386100"/>
          </a:xfrm>
          <a:prstGeom prst="rect">
            <a:avLst/>
          </a:prstGeom>
        </p:spPr>
        <p:txBody>
          <a:bodyPr anchorCtr="0" anchor="b" bIns="91425" lIns="91425" spcFirstLastPara="1" rIns="91425" wrap="square" tIns="91425">
            <a:normAutofit/>
          </a:bodyPr>
          <a:lstStyle>
            <a:lvl1pPr lvl="0" rtl="0">
              <a:spcBef>
                <a:spcPts val="0"/>
              </a:spcBef>
              <a:spcAft>
                <a:spcPts val="0"/>
              </a:spcAft>
              <a:buClr>
                <a:schemeClr val="lt1"/>
              </a:buClr>
              <a:buSzPts val="1600"/>
              <a:buFont typeface="Inter Medium"/>
              <a:buNone/>
              <a:defRPr sz="1600">
                <a:solidFill>
                  <a:schemeClr val="lt1"/>
                </a:solidFill>
                <a:latin typeface="Inter Medium"/>
                <a:ea typeface="Inter Medium"/>
                <a:cs typeface="Inter Medium"/>
                <a:sym typeface="Inter Medium"/>
              </a:defRPr>
            </a:lvl1pPr>
            <a:lvl2pPr lvl="1" rtl="0">
              <a:spcBef>
                <a:spcPts val="100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2pPr>
            <a:lvl3pPr lvl="2" rtl="0">
              <a:spcBef>
                <a:spcPts val="100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3pPr>
            <a:lvl4pPr lvl="3" rtl="0">
              <a:spcBef>
                <a:spcPts val="100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4pPr>
            <a:lvl5pPr lvl="4" rtl="0">
              <a:spcBef>
                <a:spcPts val="100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5pPr>
            <a:lvl6pPr lvl="5" rtl="0">
              <a:spcBef>
                <a:spcPts val="100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6pPr>
            <a:lvl7pPr lvl="6" rtl="0">
              <a:spcBef>
                <a:spcPts val="100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7pPr>
            <a:lvl8pPr lvl="7" rtl="0">
              <a:spcBef>
                <a:spcPts val="100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8pPr>
            <a:lvl9pPr lvl="8" rtl="0">
              <a:spcBef>
                <a:spcPts val="1000"/>
              </a:spcBef>
              <a:spcAft>
                <a:spcPts val="1000"/>
              </a:spcAft>
              <a:buClr>
                <a:schemeClr val="lt1"/>
              </a:buClr>
              <a:buSzPts val="1400"/>
              <a:buFont typeface="Inter Medium"/>
              <a:buNone/>
              <a:defRPr>
                <a:solidFill>
                  <a:schemeClr val="lt1"/>
                </a:solidFill>
                <a:latin typeface="Inter Medium"/>
                <a:ea typeface="Inter Medium"/>
                <a:cs typeface="Inter Medium"/>
                <a:sym typeface="Inter Medium"/>
              </a:defRPr>
            </a:lvl9pPr>
          </a:lstStyle>
          <a:p/>
        </p:txBody>
      </p:sp>
      <p:sp>
        <p:nvSpPr>
          <p:cNvPr id="417" name="Google Shape;417;p43"/>
          <p:cNvSpPr txBox="1"/>
          <p:nvPr>
            <p:ph idx="12" type="sldNum"/>
          </p:nvPr>
        </p:nvSpPr>
        <p:spPr>
          <a:xfrm>
            <a:off x="8096041" y="4417542"/>
            <a:ext cx="548700" cy="393600"/>
          </a:xfrm>
          <a:prstGeom prst="rect">
            <a:avLst/>
          </a:prstGeom>
        </p:spPr>
        <p:txBody>
          <a:bodyPr anchorCtr="0" anchor="ctr" bIns="91425" lIns="91425" spcFirstLastPara="1" rIns="91425" wrap="square" tIns="91425">
            <a:normAutofit/>
          </a:bodyPr>
          <a:lstStyle>
            <a:lvl1pPr lvl="0" rtl="0">
              <a:buNone/>
              <a:defRPr>
                <a:solidFill>
                  <a:schemeClr val="lt1"/>
                </a:solidFill>
                <a:latin typeface="Inter"/>
                <a:ea typeface="Inter"/>
                <a:cs typeface="Inter"/>
                <a:sym typeface="Inter"/>
              </a:defRPr>
            </a:lvl1pPr>
            <a:lvl2pPr lvl="1" rtl="0">
              <a:buNone/>
              <a:defRPr>
                <a:solidFill>
                  <a:schemeClr val="lt1"/>
                </a:solidFill>
                <a:latin typeface="Inter"/>
                <a:ea typeface="Inter"/>
                <a:cs typeface="Inter"/>
                <a:sym typeface="Inter"/>
              </a:defRPr>
            </a:lvl2pPr>
            <a:lvl3pPr lvl="2" rtl="0">
              <a:buNone/>
              <a:defRPr>
                <a:solidFill>
                  <a:schemeClr val="lt1"/>
                </a:solidFill>
                <a:latin typeface="Inter"/>
                <a:ea typeface="Inter"/>
                <a:cs typeface="Inter"/>
                <a:sym typeface="Inter"/>
              </a:defRPr>
            </a:lvl3pPr>
            <a:lvl4pPr lvl="3" rtl="0">
              <a:buNone/>
              <a:defRPr>
                <a:solidFill>
                  <a:schemeClr val="lt1"/>
                </a:solidFill>
                <a:latin typeface="Inter"/>
                <a:ea typeface="Inter"/>
                <a:cs typeface="Inter"/>
                <a:sym typeface="Inter"/>
              </a:defRPr>
            </a:lvl4pPr>
            <a:lvl5pPr lvl="4" rtl="0">
              <a:buNone/>
              <a:defRPr>
                <a:solidFill>
                  <a:schemeClr val="lt1"/>
                </a:solidFill>
                <a:latin typeface="Inter"/>
                <a:ea typeface="Inter"/>
                <a:cs typeface="Inter"/>
                <a:sym typeface="Inter"/>
              </a:defRPr>
            </a:lvl5pPr>
            <a:lvl6pPr lvl="5" rtl="0">
              <a:buNone/>
              <a:defRPr>
                <a:solidFill>
                  <a:schemeClr val="lt1"/>
                </a:solidFill>
                <a:latin typeface="Inter"/>
                <a:ea typeface="Inter"/>
                <a:cs typeface="Inter"/>
                <a:sym typeface="Inter"/>
              </a:defRPr>
            </a:lvl6pPr>
            <a:lvl7pPr lvl="6" rtl="0">
              <a:buNone/>
              <a:defRPr>
                <a:solidFill>
                  <a:schemeClr val="lt1"/>
                </a:solidFill>
                <a:latin typeface="Inter"/>
                <a:ea typeface="Inter"/>
                <a:cs typeface="Inter"/>
                <a:sym typeface="Inter"/>
              </a:defRPr>
            </a:lvl7pPr>
            <a:lvl8pPr lvl="7" rtl="0">
              <a:buNone/>
              <a:defRPr>
                <a:solidFill>
                  <a:schemeClr val="lt1"/>
                </a:solidFill>
                <a:latin typeface="Inter"/>
                <a:ea typeface="Inter"/>
                <a:cs typeface="Inter"/>
                <a:sym typeface="Inter"/>
              </a:defRPr>
            </a:lvl8pPr>
            <a:lvl9pPr lvl="8" rtl="0">
              <a:buNone/>
              <a:defRPr>
                <a:solidFill>
                  <a:schemeClr val="lt1"/>
                </a:solidFill>
                <a:latin typeface="Inter"/>
                <a:ea typeface="Inter"/>
                <a:cs typeface="Inter"/>
                <a:sym typeface="Inter"/>
              </a:defRPr>
            </a:lvl9pPr>
          </a:lstStyle>
          <a:p>
            <a:pPr indent="0" lvl="0" marL="0" rtl="0" algn="r">
              <a:spcBef>
                <a:spcPts val="0"/>
              </a:spcBef>
              <a:spcAft>
                <a:spcPts val="0"/>
              </a:spcAft>
              <a:buNone/>
            </a:pPr>
            <a:fld id="{00000000-1234-1234-1234-123412341234}" type="slidenum">
              <a:rPr lang="en"/>
              <a:t>‹#›</a:t>
            </a:fld>
            <a:endParaRPr/>
          </a:p>
        </p:txBody>
      </p:sp>
      <p:sp>
        <p:nvSpPr>
          <p:cNvPr id="418" name="Google Shape;418;p43"/>
          <p:cNvSpPr txBox="1"/>
          <p:nvPr>
            <p:ph idx="17" type="sldNum"/>
          </p:nvPr>
        </p:nvSpPr>
        <p:spPr>
          <a:xfrm>
            <a:off x="8474304" y="4417550"/>
            <a:ext cx="281700" cy="393600"/>
          </a:xfrm>
          <a:prstGeom prst="rect">
            <a:avLst/>
          </a:prstGeom>
        </p:spPr>
        <p:txBody>
          <a:bodyPr anchorCtr="0" anchor="ctr" bIns="91425" lIns="91425" spcFirstLastPara="1" rIns="91425" wrap="square" tIns="91425">
            <a:normAutofit/>
          </a:bodyPr>
          <a:lstStyle>
            <a:lvl1pPr lvl="0" rtl="0" algn="l">
              <a:buNone/>
              <a:defRPr sz="1108">
                <a:solidFill>
                  <a:srgbClr val="666666"/>
                </a:solidFill>
                <a:latin typeface="Inter"/>
                <a:ea typeface="Inter"/>
                <a:cs typeface="Inter"/>
                <a:sym typeface="Inter"/>
              </a:defRPr>
            </a:lvl1pPr>
            <a:lvl2pPr lvl="1" rtl="0" algn="l">
              <a:buNone/>
              <a:defRPr sz="1108">
                <a:solidFill>
                  <a:srgbClr val="666666"/>
                </a:solidFill>
                <a:latin typeface="Inter"/>
                <a:ea typeface="Inter"/>
                <a:cs typeface="Inter"/>
                <a:sym typeface="Inter"/>
              </a:defRPr>
            </a:lvl2pPr>
            <a:lvl3pPr lvl="2" rtl="0" algn="l">
              <a:buNone/>
              <a:defRPr sz="1108">
                <a:solidFill>
                  <a:srgbClr val="666666"/>
                </a:solidFill>
                <a:latin typeface="Inter"/>
                <a:ea typeface="Inter"/>
                <a:cs typeface="Inter"/>
                <a:sym typeface="Inter"/>
              </a:defRPr>
            </a:lvl3pPr>
            <a:lvl4pPr lvl="3" rtl="0" algn="l">
              <a:buNone/>
              <a:defRPr sz="1108">
                <a:solidFill>
                  <a:srgbClr val="666666"/>
                </a:solidFill>
                <a:latin typeface="Inter"/>
                <a:ea typeface="Inter"/>
                <a:cs typeface="Inter"/>
                <a:sym typeface="Inter"/>
              </a:defRPr>
            </a:lvl4pPr>
            <a:lvl5pPr lvl="4" rtl="0" algn="l">
              <a:buNone/>
              <a:defRPr sz="1108">
                <a:solidFill>
                  <a:srgbClr val="666666"/>
                </a:solidFill>
                <a:latin typeface="Inter"/>
                <a:ea typeface="Inter"/>
                <a:cs typeface="Inter"/>
                <a:sym typeface="Inter"/>
              </a:defRPr>
            </a:lvl5pPr>
            <a:lvl6pPr lvl="5" rtl="0" algn="l">
              <a:buNone/>
              <a:defRPr sz="1108">
                <a:solidFill>
                  <a:srgbClr val="666666"/>
                </a:solidFill>
                <a:latin typeface="Inter"/>
                <a:ea typeface="Inter"/>
                <a:cs typeface="Inter"/>
                <a:sym typeface="Inter"/>
              </a:defRPr>
            </a:lvl6pPr>
            <a:lvl7pPr lvl="6" rtl="0" algn="l">
              <a:buNone/>
              <a:defRPr sz="1108">
                <a:solidFill>
                  <a:srgbClr val="666666"/>
                </a:solidFill>
                <a:latin typeface="Inter"/>
                <a:ea typeface="Inter"/>
                <a:cs typeface="Inter"/>
                <a:sym typeface="Inter"/>
              </a:defRPr>
            </a:lvl7pPr>
            <a:lvl8pPr lvl="7" rtl="0" algn="l">
              <a:buNone/>
              <a:defRPr sz="1108">
                <a:solidFill>
                  <a:srgbClr val="666666"/>
                </a:solidFill>
                <a:latin typeface="Inter"/>
                <a:ea typeface="Inter"/>
                <a:cs typeface="Inter"/>
                <a:sym typeface="Inter"/>
              </a:defRPr>
            </a:lvl8pPr>
            <a:lvl9pPr lvl="8" rtl="0" algn="l">
              <a:buNone/>
              <a:defRPr sz="1108">
                <a:solidFill>
                  <a:srgbClr val="666666"/>
                </a:solidFill>
                <a:latin typeface="Inter"/>
                <a:ea typeface="Inter"/>
                <a:cs typeface="Inter"/>
                <a:sym typeface="Inter"/>
              </a:defRPr>
            </a:lvl9pPr>
          </a:lstStyle>
          <a:p>
            <a:pPr indent="0" lvl="0" marL="0" rtl="0" algn="l">
              <a:spcBef>
                <a:spcPts val="0"/>
              </a:spcBef>
              <a:spcAft>
                <a:spcPts val="0"/>
              </a:spcAft>
              <a:buNone/>
            </a:pPr>
            <a:r>
              <a:rPr lang="en"/>
              <a:t xml:space="preserve"> /</a:t>
            </a:r>
            <a:endParaRPr/>
          </a:p>
        </p:txBody>
      </p:sp>
    </p:spTree>
  </p:cSld>
  <p:clrMapOvr>
    <a:masterClrMapping/>
  </p:clrMapOvr>
</p:sldLayout>
</file>

<file path=ppt/slideLayouts/slideLayout4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ustom Layout 1">
  <p:cSld name="CUSTOM">
    <p:spTree>
      <p:nvGrpSpPr>
        <p:cNvPr id="419" name="Shape 419"/>
        <p:cNvGrpSpPr/>
        <p:nvPr/>
      </p:nvGrpSpPr>
      <p:grpSpPr>
        <a:xfrm>
          <a:off x="0" y="0"/>
          <a:ext cx="0" cy="0"/>
          <a:chOff x="0" y="0"/>
          <a:chExt cx="0" cy="0"/>
        </a:xfrm>
      </p:grpSpPr>
      <p:pic>
        <p:nvPicPr>
          <p:cNvPr id="420" name="Google Shape;420;p44"/>
          <p:cNvPicPr preferRelativeResize="0"/>
          <p:nvPr/>
        </p:nvPicPr>
        <p:blipFill>
          <a:blip r:embed="rId2">
            <a:alphaModFix/>
          </a:blip>
          <a:stretch>
            <a:fillRect/>
          </a:stretch>
        </p:blipFill>
        <p:spPr>
          <a:xfrm>
            <a:off x="457529" y="4543025"/>
            <a:ext cx="950976" cy="142646"/>
          </a:xfrm>
          <a:prstGeom prst="rect">
            <a:avLst/>
          </a:prstGeom>
          <a:noFill/>
          <a:ln>
            <a:noFill/>
          </a:ln>
        </p:spPr>
      </p:pic>
      <p:sp>
        <p:nvSpPr>
          <p:cNvPr id="421" name="Google Shape;421;p44"/>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lt1"/>
              </a:buClr>
              <a:buSzPts val="3200"/>
              <a:buFont typeface="Inter ExtraBold"/>
              <a:buNone/>
              <a:defRPr sz="3200">
                <a:solidFill>
                  <a:schemeClr val="lt1"/>
                </a:solidFill>
                <a:latin typeface="Inter ExtraBold"/>
                <a:ea typeface="Inter ExtraBold"/>
                <a:cs typeface="Inter ExtraBold"/>
                <a:sym typeface="Inter ExtraBold"/>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p:txBody>
      </p:sp>
      <p:sp>
        <p:nvSpPr>
          <p:cNvPr id="422" name="Google Shape;422;p44"/>
          <p:cNvSpPr txBox="1"/>
          <p:nvPr>
            <p:ph idx="12" type="sldNum"/>
          </p:nvPr>
        </p:nvSpPr>
        <p:spPr>
          <a:xfrm>
            <a:off x="8096041" y="4417542"/>
            <a:ext cx="548700" cy="393600"/>
          </a:xfrm>
          <a:prstGeom prst="rect">
            <a:avLst/>
          </a:prstGeom>
        </p:spPr>
        <p:txBody>
          <a:bodyPr anchorCtr="0" anchor="ctr" bIns="91425" lIns="91425" spcFirstLastPara="1" rIns="91425" wrap="square" tIns="91425">
            <a:normAutofit/>
          </a:bodyPr>
          <a:lstStyle>
            <a:lvl1pPr lvl="0" rtl="0">
              <a:buNone/>
              <a:defRPr>
                <a:solidFill>
                  <a:schemeClr val="lt1"/>
                </a:solidFill>
                <a:latin typeface="Inter"/>
                <a:ea typeface="Inter"/>
                <a:cs typeface="Inter"/>
                <a:sym typeface="Inter"/>
              </a:defRPr>
            </a:lvl1pPr>
            <a:lvl2pPr lvl="1" rtl="0">
              <a:buNone/>
              <a:defRPr>
                <a:solidFill>
                  <a:schemeClr val="lt1"/>
                </a:solidFill>
                <a:latin typeface="Inter"/>
                <a:ea typeface="Inter"/>
                <a:cs typeface="Inter"/>
                <a:sym typeface="Inter"/>
              </a:defRPr>
            </a:lvl2pPr>
            <a:lvl3pPr lvl="2" rtl="0">
              <a:buNone/>
              <a:defRPr>
                <a:solidFill>
                  <a:schemeClr val="lt1"/>
                </a:solidFill>
                <a:latin typeface="Inter"/>
                <a:ea typeface="Inter"/>
                <a:cs typeface="Inter"/>
                <a:sym typeface="Inter"/>
              </a:defRPr>
            </a:lvl3pPr>
            <a:lvl4pPr lvl="3" rtl="0">
              <a:buNone/>
              <a:defRPr>
                <a:solidFill>
                  <a:schemeClr val="lt1"/>
                </a:solidFill>
                <a:latin typeface="Inter"/>
                <a:ea typeface="Inter"/>
                <a:cs typeface="Inter"/>
                <a:sym typeface="Inter"/>
              </a:defRPr>
            </a:lvl4pPr>
            <a:lvl5pPr lvl="4" rtl="0">
              <a:buNone/>
              <a:defRPr>
                <a:solidFill>
                  <a:schemeClr val="lt1"/>
                </a:solidFill>
                <a:latin typeface="Inter"/>
                <a:ea typeface="Inter"/>
                <a:cs typeface="Inter"/>
                <a:sym typeface="Inter"/>
              </a:defRPr>
            </a:lvl5pPr>
            <a:lvl6pPr lvl="5" rtl="0">
              <a:buNone/>
              <a:defRPr>
                <a:solidFill>
                  <a:schemeClr val="lt1"/>
                </a:solidFill>
                <a:latin typeface="Inter"/>
                <a:ea typeface="Inter"/>
                <a:cs typeface="Inter"/>
                <a:sym typeface="Inter"/>
              </a:defRPr>
            </a:lvl6pPr>
            <a:lvl7pPr lvl="6" rtl="0">
              <a:buNone/>
              <a:defRPr>
                <a:solidFill>
                  <a:schemeClr val="lt1"/>
                </a:solidFill>
                <a:latin typeface="Inter"/>
                <a:ea typeface="Inter"/>
                <a:cs typeface="Inter"/>
                <a:sym typeface="Inter"/>
              </a:defRPr>
            </a:lvl7pPr>
            <a:lvl8pPr lvl="7" rtl="0">
              <a:buNone/>
              <a:defRPr>
                <a:solidFill>
                  <a:schemeClr val="lt1"/>
                </a:solidFill>
                <a:latin typeface="Inter"/>
                <a:ea typeface="Inter"/>
                <a:cs typeface="Inter"/>
                <a:sym typeface="Inter"/>
              </a:defRPr>
            </a:lvl8pPr>
            <a:lvl9pPr lvl="8" rtl="0">
              <a:buNone/>
              <a:defRPr>
                <a:solidFill>
                  <a:schemeClr val="lt1"/>
                </a:solidFill>
                <a:latin typeface="Inter"/>
                <a:ea typeface="Inter"/>
                <a:cs typeface="Inter"/>
                <a:sym typeface="Inter"/>
              </a:defRPr>
            </a:lvl9pPr>
          </a:lstStyle>
          <a:p>
            <a:pPr indent="0" lvl="0" marL="0" rtl="0" algn="r">
              <a:spcBef>
                <a:spcPts val="0"/>
              </a:spcBef>
              <a:spcAft>
                <a:spcPts val="0"/>
              </a:spcAft>
              <a:buNone/>
            </a:pPr>
            <a:fld id="{00000000-1234-1234-1234-123412341234}" type="slidenum">
              <a:rPr lang="en"/>
              <a:t>‹#›</a:t>
            </a:fld>
            <a:endParaRPr/>
          </a:p>
        </p:txBody>
      </p:sp>
      <p:sp>
        <p:nvSpPr>
          <p:cNvPr id="423" name="Google Shape;423;p44"/>
          <p:cNvSpPr txBox="1"/>
          <p:nvPr>
            <p:ph idx="2" type="sldNum"/>
          </p:nvPr>
        </p:nvSpPr>
        <p:spPr>
          <a:xfrm>
            <a:off x="8474304" y="4417550"/>
            <a:ext cx="281700" cy="393600"/>
          </a:xfrm>
          <a:prstGeom prst="rect">
            <a:avLst/>
          </a:prstGeom>
        </p:spPr>
        <p:txBody>
          <a:bodyPr anchorCtr="0" anchor="ctr" bIns="91425" lIns="91425" spcFirstLastPara="1" rIns="91425" wrap="square" tIns="91425">
            <a:normAutofit/>
          </a:bodyPr>
          <a:lstStyle>
            <a:lvl1pPr lvl="0" rtl="0" algn="l">
              <a:buNone/>
              <a:defRPr sz="1108">
                <a:solidFill>
                  <a:srgbClr val="666666"/>
                </a:solidFill>
                <a:latin typeface="Inter"/>
                <a:ea typeface="Inter"/>
                <a:cs typeface="Inter"/>
                <a:sym typeface="Inter"/>
              </a:defRPr>
            </a:lvl1pPr>
            <a:lvl2pPr lvl="1" rtl="0" algn="l">
              <a:buNone/>
              <a:defRPr sz="1108">
                <a:solidFill>
                  <a:srgbClr val="666666"/>
                </a:solidFill>
                <a:latin typeface="Inter"/>
                <a:ea typeface="Inter"/>
                <a:cs typeface="Inter"/>
                <a:sym typeface="Inter"/>
              </a:defRPr>
            </a:lvl2pPr>
            <a:lvl3pPr lvl="2" rtl="0" algn="l">
              <a:buNone/>
              <a:defRPr sz="1108">
                <a:solidFill>
                  <a:srgbClr val="666666"/>
                </a:solidFill>
                <a:latin typeface="Inter"/>
                <a:ea typeface="Inter"/>
                <a:cs typeface="Inter"/>
                <a:sym typeface="Inter"/>
              </a:defRPr>
            </a:lvl3pPr>
            <a:lvl4pPr lvl="3" rtl="0" algn="l">
              <a:buNone/>
              <a:defRPr sz="1108">
                <a:solidFill>
                  <a:srgbClr val="666666"/>
                </a:solidFill>
                <a:latin typeface="Inter"/>
                <a:ea typeface="Inter"/>
                <a:cs typeface="Inter"/>
                <a:sym typeface="Inter"/>
              </a:defRPr>
            </a:lvl4pPr>
            <a:lvl5pPr lvl="4" rtl="0" algn="l">
              <a:buNone/>
              <a:defRPr sz="1108">
                <a:solidFill>
                  <a:srgbClr val="666666"/>
                </a:solidFill>
                <a:latin typeface="Inter"/>
                <a:ea typeface="Inter"/>
                <a:cs typeface="Inter"/>
                <a:sym typeface="Inter"/>
              </a:defRPr>
            </a:lvl5pPr>
            <a:lvl6pPr lvl="5" rtl="0" algn="l">
              <a:buNone/>
              <a:defRPr sz="1108">
                <a:solidFill>
                  <a:srgbClr val="666666"/>
                </a:solidFill>
                <a:latin typeface="Inter"/>
                <a:ea typeface="Inter"/>
                <a:cs typeface="Inter"/>
                <a:sym typeface="Inter"/>
              </a:defRPr>
            </a:lvl6pPr>
            <a:lvl7pPr lvl="6" rtl="0" algn="l">
              <a:buNone/>
              <a:defRPr sz="1108">
                <a:solidFill>
                  <a:srgbClr val="666666"/>
                </a:solidFill>
                <a:latin typeface="Inter"/>
                <a:ea typeface="Inter"/>
                <a:cs typeface="Inter"/>
                <a:sym typeface="Inter"/>
              </a:defRPr>
            </a:lvl7pPr>
            <a:lvl8pPr lvl="7" rtl="0" algn="l">
              <a:buNone/>
              <a:defRPr sz="1108">
                <a:solidFill>
                  <a:srgbClr val="666666"/>
                </a:solidFill>
                <a:latin typeface="Inter"/>
                <a:ea typeface="Inter"/>
                <a:cs typeface="Inter"/>
                <a:sym typeface="Inter"/>
              </a:defRPr>
            </a:lvl8pPr>
            <a:lvl9pPr lvl="8" rtl="0" algn="l">
              <a:buNone/>
              <a:defRPr sz="1108">
                <a:solidFill>
                  <a:srgbClr val="666666"/>
                </a:solidFill>
                <a:latin typeface="Inter"/>
                <a:ea typeface="Inter"/>
                <a:cs typeface="Inter"/>
                <a:sym typeface="Inter"/>
              </a:defRPr>
            </a:lvl9pPr>
          </a:lstStyle>
          <a:p>
            <a:pPr indent="0" lvl="0" marL="0" rtl="0" algn="l">
              <a:spcBef>
                <a:spcPts val="0"/>
              </a:spcBef>
              <a:spcAft>
                <a:spcPts val="0"/>
              </a:spcAft>
              <a:buNone/>
            </a:pPr>
            <a:r>
              <a:rPr lang="en"/>
              <a:t xml:space="preserve"> /</a:t>
            </a:r>
            <a:endParaRPr/>
          </a:p>
        </p:txBody>
      </p:sp>
    </p:spTree>
  </p:cSld>
  <p:clrMapOvr>
    <a:masterClrMapping/>
  </p:clrMapOvr>
</p:sldLayout>
</file>

<file path=ppt/slideLayouts/slideLayout4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tatement (1)">
  <p:cSld name="TITLE_ONLY_2_1">
    <p:bg>
      <p:bgPr>
        <a:blipFill>
          <a:blip r:embed="rId2">
            <a:alphaModFix/>
          </a:blip>
          <a:stretch>
            <a:fillRect/>
          </a:stretch>
        </a:blipFill>
      </p:bgPr>
    </p:bg>
    <p:spTree>
      <p:nvGrpSpPr>
        <p:cNvPr id="424" name="Shape 424"/>
        <p:cNvGrpSpPr/>
        <p:nvPr/>
      </p:nvGrpSpPr>
      <p:grpSpPr>
        <a:xfrm>
          <a:off x="0" y="0"/>
          <a:ext cx="0" cy="0"/>
          <a:chOff x="0" y="0"/>
          <a:chExt cx="0" cy="0"/>
        </a:xfrm>
      </p:grpSpPr>
      <p:sp>
        <p:nvSpPr>
          <p:cNvPr id="425" name="Google Shape;425;p45"/>
          <p:cNvSpPr txBox="1"/>
          <p:nvPr>
            <p:ph type="title"/>
          </p:nvPr>
        </p:nvSpPr>
        <p:spPr>
          <a:xfrm>
            <a:off x="311700" y="445025"/>
            <a:ext cx="6180300" cy="5727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dk1"/>
              </a:buClr>
              <a:buSzPts val="3200"/>
              <a:buFont typeface="Inter ExtraBold"/>
              <a:buNone/>
              <a:defRPr sz="3200">
                <a:solidFill>
                  <a:schemeClr val="dk1"/>
                </a:solidFill>
                <a:latin typeface="Inter ExtraBold"/>
                <a:ea typeface="Inter ExtraBold"/>
                <a:cs typeface="Inter ExtraBold"/>
                <a:sym typeface="Inter ExtraBold"/>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p:txBody>
      </p:sp>
      <p:sp>
        <p:nvSpPr>
          <p:cNvPr id="426" name="Google Shape;426;p45"/>
          <p:cNvSpPr txBox="1"/>
          <p:nvPr>
            <p:ph idx="1" type="subTitle"/>
          </p:nvPr>
        </p:nvSpPr>
        <p:spPr>
          <a:xfrm>
            <a:off x="311700" y="973750"/>
            <a:ext cx="6180300" cy="5727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dk1"/>
              </a:buClr>
              <a:buSzPts val="1800"/>
              <a:buNone/>
              <a:defRPr>
                <a:solidFill>
                  <a:schemeClr val="dk1"/>
                </a:solidFill>
              </a:defRPr>
            </a:lvl1pPr>
            <a:lvl2pPr lvl="1" rtl="0">
              <a:spcBef>
                <a:spcPts val="1000"/>
              </a:spcBef>
              <a:spcAft>
                <a:spcPts val="0"/>
              </a:spcAft>
              <a:buSzPts val="1400"/>
              <a:buNone/>
              <a:defRPr/>
            </a:lvl2pPr>
            <a:lvl3pPr lvl="2" rtl="0">
              <a:spcBef>
                <a:spcPts val="1000"/>
              </a:spcBef>
              <a:spcAft>
                <a:spcPts val="0"/>
              </a:spcAft>
              <a:buSzPts val="1400"/>
              <a:buNone/>
              <a:defRPr/>
            </a:lvl3pPr>
            <a:lvl4pPr lvl="3" rtl="0">
              <a:spcBef>
                <a:spcPts val="1000"/>
              </a:spcBef>
              <a:spcAft>
                <a:spcPts val="0"/>
              </a:spcAft>
              <a:buSzPts val="1400"/>
              <a:buNone/>
              <a:defRPr/>
            </a:lvl4pPr>
            <a:lvl5pPr lvl="4" rtl="0">
              <a:spcBef>
                <a:spcPts val="1000"/>
              </a:spcBef>
              <a:spcAft>
                <a:spcPts val="0"/>
              </a:spcAft>
              <a:buSzPts val="1400"/>
              <a:buNone/>
              <a:defRPr/>
            </a:lvl5pPr>
            <a:lvl6pPr lvl="5" rtl="0">
              <a:spcBef>
                <a:spcPts val="1000"/>
              </a:spcBef>
              <a:spcAft>
                <a:spcPts val="0"/>
              </a:spcAft>
              <a:buSzPts val="1400"/>
              <a:buNone/>
              <a:defRPr/>
            </a:lvl6pPr>
            <a:lvl7pPr lvl="6" rtl="0">
              <a:spcBef>
                <a:spcPts val="1000"/>
              </a:spcBef>
              <a:spcAft>
                <a:spcPts val="0"/>
              </a:spcAft>
              <a:buSzPts val="1400"/>
              <a:buNone/>
              <a:defRPr/>
            </a:lvl7pPr>
            <a:lvl8pPr lvl="7" rtl="0">
              <a:spcBef>
                <a:spcPts val="1000"/>
              </a:spcBef>
              <a:spcAft>
                <a:spcPts val="0"/>
              </a:spcAft>
              <a:buSzPts val="1400"/>
              <a:buNone/>
              <a:defRPr/>
            </a:lvl8pPr>
            <a:lvl9pPr lvl="8" rtl="0">
              <a:spcBef>
                <a:spcPts val="1000"/>
              </a:spcBef>
              <a:spcAft>
                <a:spcPts val="1000"/>
              </a:spcAft>
              <a:buSzPts val="1400"/>
              <a:buNone/>
              <a:defRPr/>
            </a:lvl9pPr>
          </a:lstStyle>
          <a:p/>
        </p:txBody>
      </p:sp>
      <p:pic>
        <p:nvPicPr>
          <p:cNvPr id="427" name="Google Shape;427;p45"/>
          <p:cNvPicPr preferRelativeResize="0"/>
          <p:nvPr/>
        </p:nvPicPr>
        <p:blipFill>
          <a:blip r:embed="rId3">
            <a:alphaModFix/>
          </a:blip>
          <a:stretch>
            <a:fillRect/>
          </a:stretch>
        </p:blipFill>
        <p:spPr>
          <a:xfrm>
            <a:off x="-762396" y="0"/>
            <a:ext cx="548700" cy="2288640"/>
          </a:xfrm>
          <a:prstGeom prst="rect">
            <a:avLst/>
          </a:prstGeom>
          <a:noFill/>
          <a:ln>
            <a:noFill/>
          </a:ln>
        </p:spPr>
      </p:pic>
      <p:sp>
        <p:nvSpPr>
          <p:cNvPr id="428" name="Google Shape;428;p45"/>
          <p:cNvSpPr txBox="1"/>
          <p:nvPr>
            <p:ph idx="2" type="body"/>
          </p:nvPr>
        </p:nvSpPr>
        <p:spPr>
          <a:xfrm>
            <a:off x="311700" y="1546450"/>
            <a:ext cx="6180300" cy="2865900"/>
          </a:xfrm>
          <a:prstGeom prst="rect">
            <a:avLst/>
          </a:prstGeom>
        </p:spPr>
        <p:txBody>
          <a:bodyPr anchorCtr="0" anchor="t" bIns="91425" lIns="91425" spcFirstLastPara="1" rIns="91425" wrap="square" tIns="91425">
            <a:normAutofit/>
          </a:bodyPr>
          <a:lstStyle>
            <a:lvl1pPr indent="-342900" lvl="0" marL="457200" rtl="0">
              <a:spcBef>
                <a:spcPts val="0"/>
              </a:spcBef>
              <a:spcAft>
                <a:spcPts val="0"/>
              </a:spcAft>
              <a:buClr>
                <a:schemeClr val="dk1"/>
              </a:buClr>
              <a:buSzPts val="1800"/>
              <a:buChar char="●"/>
              <a:defRPr>
                <a:solidFill>
                  <a:schemeClr val="dk1"/>
                </a:solidFill>
              </a:defRPr>
            </a:lvl1pPr>
            <a:lvl2pPr indent="-317500" lvl="1" marL="914400" rtl="0">
              <a:spcBef>
                <a:spcPts val="1000"/>
              </a:spcBef>
              <a:spcAft>
                <a:spcPts val="0"/>
              </a:spcAft>
              <a:buClr>
                <a:schemeClr val="dk1"/>
              </a:buClr>
              <a:buSzPts val="1400"/>
              <a:buChar char="○"/>
              <a:defRPr>
                <a:solidFill>
                  <a:schemeClr val="dk1"/>
                </a:solidFill>
              </a:defRPr>
            </a:lvl2pPr>
            <a:lvl3pPr indent="-317500" lvl="2" marL="1371600" rtl="0">
              <a:spcBef>
                <a:spcPts val="1000"/>
              </a:spcBef>
              <a:spcAft>
                <a:spcPts val="0"/>
              </a:spcAft>
              <a:buClr>
                <a:schemeClr val="dk1"/>
              </a:buClr>
              <a:buSzPts val="1400"/>
              <a:buChar char="■"/>
              <a:defRPr>
                <a:solidFill>
                  <a:schemeClr val="dk1"/>
                </a:solidFill>
              </a:defRPr>
            </a:lvl3pPr>
            <a:lvl4pPr indent="-317500" lvl="3" marL="1828800" rtl="0">
              <a:spcBef>
                <a:spcPts val="1000"/>
              </a:spcBef>
              <a:spcAft>
                <a:spcPts val="0"/>
              </a:spcAft>
              <a:buClr>
                <a:schemeClr val="dk1"/>
              </a:buClr>
              <a:buSzPts val="1400"/>
              <a:buChar char="●"/>
              <a:defRPr>
                <a:solidFill>
                  <a:schemeClr val="dk1"/>
                </a:solidFill>
              </a:defRPr>
            </a:lvl4pPr>
            <a:lvl5pPr indent="-317500" lvl="4" marL="2286000" rtl="0">
              <a:spcBef>
                <a:spcPts val="1000"/>
              </a:spcBef>
              <a:spcAft>
                <a:spcPts val="0"/>
              </a:spcAft>
              <a:buClr>
                <a:schemeClr val="dk1"/>
              </a:buClr>
              <a:buSzPts val="1400"/>
              <a:buChar char="○"/>
              <a:defRPr>
                <a:solidFill>
                  <a:schemeClr val="dk1"/>
                </a:solidFill>
              </a:defRPr>
            </a:lvl5pPr>
            <a:lvl6pPr indent="-317500" lvl="5" marL="2743200" rtl="0">
              <a:spcBef>
                <a:spcPts val="1000"/>
              </a:spcBef>
              <a:spcAft>
                <a:spcPts val="0"/>
              </a:spcAft>
              <a:buClr>
                <a:schemeClr val="dk1"/>
              </a:buClr>
              <a:buSzPts val="1400"/>
              <a:buChar char="■"/>
              <a:defRPr>
                <a:solidFill>
                  <a:schemeClr val="dk1"/>
                </a:solidFill>
              </a:defRPr>
            </a:lvl6pPr>
            <a:lvl7pPr indent="-317500" lvl="6" marL="3200400" rtl="0">
              <a:spcBef>
                <a:spcPts val="1000"/>
              </a:spcBef>
              <a:spcAft>
                <a:spcPts val="0"/>
              </a:spcAft>
              <a:buClr>
                <a:schemeClr val="dk1"/>
              </a:buClr>
              <a:buSzPts val="1400"/>
              <a:buChar char="●"/>
              <a:defRPr>
                <a:solidFill>
                  <a:schemeClr val="dk1"/>
                </a:solidFill>
              </a:defRPr>
            </a:lvl7pPr>
            <a:lvl8pPr indent="-317500" lvl="7" marL="3657600" rtl="0">
              <a:spcBef>
                <a:spcPts val="1000"/>
              </a:spcBef>
              <a:spcAft>
                <a:spcPts val="0"/>
              </a:spcAft>
              <a:buClr>
                <a:schemeClr val="dk1"/>
              </a:buClr>
              <a:buSzPts val="1400"/>
              <a:buChar char="○"/>
              <a:defRPr>
                <a:solidFill>
                  <a:schemeClr val="dk1"/>
                </a:solidFill>
              </a:defRPr>
            </a:lvl8pPr>
            <a:lvl9pPr indent="-317500" lvl="8" marL="4114800" rtl="0">
              <a:spcBef>
                <a:spcPts val="1000"/>
              </a:spcBef>
              <a:spcAft>
                <a:spcPts val="1000"/>
              </a:spcAft>
              <a:buClr>
                <a:schemeClr val="dk1"/>
              </a:buClr>
              <a:buSzPts val="1400"/>
              <a:buChar char="■"/>
              <a:defRPr>
                <a:solidFill>
                  <a:schemeClr val="dk1"/>
                </a:solidFill>
              </a:defRPr>
            </a:lvl9pPr>
          </a:lstStyle>
          <a:p/>
        </p:txBody>
      </p:sp>
      <p:pic>
        <p:nvPicPr>
          <p:cNvPr id="429" name="Google Shape;429;p45"/>
          <p:cNvPicPr preferRelativeResize="0"/>
          <p:nvPr/>
        </p:nvPicPr>
        <p:blipFill>
          <a:blip r:embed="rId4">
            <a:alphaModFix/>
          </a:blip>
          <a:stretch>
            <a:fillRect/>
          </a:stretch>
        </p:blipFill>
        <p:spPr>
          <a:xfrm>
            <a:off x="324503" y="4543525"/>
            <a:ext cx="950126" cy="141650"/>
          </a:xfrm>
          <a:prstGeom prst="rect">
            <a:avLst/>
          </a:prstGeom>
          <a:noFill/>
          <a:ln>
            <a:noFill/>
          </a:ln>
        </p:spPr>
      </p:pic>
      <p:sp>
        <p:nvSpPr>
          <p:cNvPr id="430" name="Google Shape;430;p45"/>
          <p:cNvSpPr txBox="1"/>
          <p:nvPr>
            <p:ph idx="12" type="sldNum"/>
          </p:nvPr>
        </p:nvSpPr>
        <p:spPr>
          <a:xfrm>
            <a:off x="8096041" y="4417542"/>
            <a:ext cx="548700" cy="393600"/>
          </a:xfrm>
          <a:prstGeom prst="rect">
            <a:avLst/>
          </a:prstGeom>
        </p:spPr>
        <p:txBody>
          <a:bodyPr anchorCtr="0" anchor="ctr" bIns="91425" lIns="91425" spcFirstLastPara="1" rIns="91425" wrap="square" tIns="91425">
            <a:normAutofit/>
          </a:bodyPr>
          <a:lstStyle>
            <a:lvl1pPr lvl="0" rtl="0">
              <a:buNone/>
              <a:defRPr>
                <a:solidFill>
                  <a:schemeClr val="lt1"/>
                </a:solidFill>
                <a:latin typeface="Inter"/>
                <a:ea typeface="Inter"/>
                <a:cs typeface="Inter"/>
                <a:sym typeface="Inter"/>
              </a:defRPr>
            </a:lvl1pPr>
            <a:lvl2pPr lvl="1" rtl="0">
              <a:buNone/>
              <a:defRPr>
                <a:solidFill>
                  <a:schemeClr val="lt1"/>
                </a:solidFill>
                <a:latin typeface="Inter"/>
                <a:ea typeface="Inter"/>
                <a:cs typeface="Inter"/>
                <a:sym typeface="Inter"/>
              </a:defRPr>
            </a:lvl2pPr>
            <a:lvl3pPr lvl="2" rtl="0">
              <a:buNone/>
              <a:defRPr>
                <a:solidFill>
                  <a:schemeClr val="lt1"/>
                </a:solidFill>
                <a:latin typeface="Inter"/>
                <a:ea typeface="Inter"/>
                <a:cs typeface="Inter"/>
                <a:sym typeface="Inter"/>
              </a:defRPr>
            </a:lvl3pPr>
            <a:lvl4pPr lvl="3" rtl="0">
              <a:buNone/>
              <a:defRPr>
                <a:solidFill>
                  <a:schemeClr val="lt1"/>
                </a:solidFill>
                <a:latin typeface="Inter"/>
                <a:ea typeface="Inter"/>
                <a:cs typeface="Inter"/>
                <a:sym typeface="Inter"/>
              </a:defRPr>
            </a:lvl4pPr>
            <a:lvl5pPr lvl="4" rtl="0">
              <a:buNone/>
              <a:defRPr>
                <a:solidFill>
                  <a:schemeClr val="lt1"/>
                </a:solidFill>
                <a:latin typeface="Inter"/>
                <a:ea typeface="Inter"/>
                <a:cs typeface="Inter"/>
                <a:sym typeface="Inter"/>
              </a:defRPr>
            </a:lvl5pPr>
            <a:lvl6pPr lvl="5" rtl="0">
              <a:buNone/>
              <a:defRPr>
                <a:solidFill>
                  <a:schemeClr val="lt1"/>
                </a:solidFill>
                <a:latin typeface="Inter"/>
                <a:ea typeface="Inter"/>
                <a:cs typeface="Inter"/>
                <a:sym typeface="Inter"/>
              </a:defRPr>
            </a:lvl6pPr>
            <a:lvl7pPr lvl="6" rtl="0">
              <a:buNone/>
              <a:defRPr>
                <a:solidFill>
                  <a:schemeClr val="lt1"/>
                </a:solidFill>
                <a:latin typeface="Inter"/>
                <a:ea typeface="Inter"/>
                <a:cs typeface="Inter"/>
                <a:sym typeface="Inter"/>
              </a:defRPr>
            </a:lvl7pPr>
            <a:lvl8pPr lvl="7" rtl="0">
              <a:buNone/>
              <a:defRPr>
                <a:solidFill>
                  <a:schemeClr val="lt1"/>
                </a:solidFill>
                <a:latin typeface="Inter"/>
                <a:ea typeface="Inter"/>
                <a:cs typeface="Inter"/>
                <a:sym typeface="Inter"/>
              </a:defRPr>
            </a:lvl8pPr>
            <a:lvl9pPr lvl="8" rtl="0">
              <a:buNone/>
              <a:defRPr>
                <a:solidFill>
                  <a:schemeClr val="lt1"/>
                </a:solidFill>
                <a:latin typeface="Inter"/>
                <a:ea typeface="Inter"/>
                <a:cs typeface="Inter"/>
                <a:sym typeface="Inter"/>
              </a:defRPr>
            </a:lvl9pPr>
          </a:lstStyle>
          <a:p>
            <a:pPr indent="0" lvl="0" marL="0" rtl="0" algn="r">
              <a:spcBef>
                <a:spcPts val="0"/>
              </a:spcBef>
              <a:spcAft>
                <a:spcPts val="0"/>
              </a:spcAft>
              <a:buNone/>
            </a:pPr>
            <a:fld id="{00000000-1234-1234-1234-123412341234}" type="slidenum">
              <a:rPr lang="en"/>
              <a:t>‹#›</a:t>
            </a:fld>
            <a:endParaRPr/>
          </a:p>
        </p:txBody>
      </p:sp>
      <p:sp>
        <p:nvSpPr>
          <p:cNvPr id="431" name="Google Shape;431;p45"/>
          <p:cNvSpPr txBox="1"/>
          <p:nvPr>
            <p:ph idx="3" type="sldNum"/>
          </p:nvPr>
        </p:nvSpPr>
        <p:spPr>
          <a:xfrm>
            <a:off x="8474304" y="4417550"/>
            <a:ext cx="281700" cy="393600"/>
          </a:xfrm>
          <a:prstGeom prst="rect">
            <a:avLst/>
          </a:prstGeom>
        </p:spPr>
        <p:txBody>
          <a:bodyPr anchorCtr="0" anchor="ctr" bIns="91425" lIns="91425" spcFirstLastPara="1" rIns="91425" wrap="square" tIns="91425">
            <a:normAutofit/>
          </a:bodyPr>
          <a:lstStyle>
            <a:lvl1pPr lvl="0" rtl="0" algn="l">
              <a:buNone/>
              <a:defRPr sz="1108">
                <a:solidFill>
                  <a:srgbClr val="666666"/>
                </a:solidFill>
                <a:latin typeface="Inter"/>
                <a:ea typeface="Inter"/>
                <a:cs typeface="Inter"/>
                <a:sym typeface="Inter"/>
              </a:defRPr>
            </a:lvl1pPr>
            <a:lvl2pPr lvl="1" rtl="0" algn="l">
              <a:buNone/>
              <a:defRPr sz="1108">
                <a:solidFill>
                  <a:srgbClr val="666666"/>
                </a:solidFill>
                <a:latin typeface="Inter"/>
                <a:ea typeface="Inter"/>
                <a:cs typeface="Inter"/>
                <a:sym typeface="Inter"/>
              </a:defRPr>
            </a:lvl2pPr>
            <a:lvl3pPr lvl="2" rtl="0" algn="l">
              <a:buNone/>
              <a:defRPr sz="1108">
                <a:solidFill>
                  <a:srgbClr val="666666"/>
                </a:solidFill>
                <a:latin typeface="Inter"/>
                <a:ea typeface="Inter"/>
                <a:cs typeface="Inter"/>
                <a:sym typeface="Inter"/>
              </a:defRPr>
            </a:lvl3pPr>
            <a:lvl4pPr lvl="3" rtl="0" algn="l">
              <a:buNone/>
              <a:defRPr sz="1108">
                <a:solidFill>
                  <a:srgbClr val="666666"/>
                </a:solidFill>
                <a:latin typeface="Inter"/>
                <a:ea typeface="Inter"/>
                <a:cs typeface="Inter"/>
                <a:sym typeface="Inter"/>
              </a:defRPr>
            </a:lvl4pPr>
            <a:lvl5pPr lvl="4" rtl="0" algn="l">
              <a:buNone/>
              <a:defRPr sz="1108">
                <a:solidFill>
                  <a:srgbClr val="666666"/>
                </a:solidFill>
                <a:latin typeface="Inter"/>
                <a:ea typeface="Inter"/>
                <a:cs typeface="Inter"/>
                <a:sym typeface="Inter"/>
              </a:defRPr>
            </a:lvl5pPr>
            <a:lvl6pPr lvl="5" rtl="0" algn="l">
              <a:buNone/>
              <a:defRPr sz="1108">
                <a:solidFill>
                  <a:srgbClr val="666666"/>
                </a:solidFill>
                <a:latin typeface="Inter"/>
                <a:ea typeface="Inter"/>
                <a:cs typeface="Inter"/>
                <a:sym typeface="Inter"/>
              </a:defRPr>
            </a:lvl6pPr>
            <a:lvl7pPr lvl="6" rtl="0" algn="l">
              <a:buNone/>
              <a:defRPr sz="1108">
                <a:solidFill>
                  <a:srgbClr val="666666"/>
                </a:solidFill>
                <a:latin typeface="Inter"/>
                <a:ea typeface="Inter"/>
                <a:cs typeface="Inter"/>
                <a:sym typeface="Inter"/>
              </a:defRPr>
            </a:lvl7pPr>
            <a:lvl8pPr lvl="7" rtl="0" algn="l">
              <a:buNone/>
              <a:defRPr sz="1108">
                <a:solidFill>
                  <a:srgbClr val="666666"/>
                </a:solidFill>
                <a:latin typeface="Inter"/>
                <a:ea typeface="Inter"/>
                <a:cs typeface="Inter"/>
                <a:sym typeface="Inter"/>
              </a:defRPr>
            </a:lvl8pPr>
            <a:lvl9pPr lvl="8" rtl="0" algn="l">
              <a:buNone/>
              <a:defRPr sz="1108">
                <a:solidFill>
                  <a:srgbClr val="666666"/>
                </a:solidFill>
                <a:latin typeface="Inter"/>
                <a:ea typeface="Inter"/>
                <a:cs typeface="Inter"/>
                <a:sym typeface="Inter"/>
              </a:defRPr>
            </a:lvl9pPr>
          </a:lstStyle>
          <a:p>
            <a:pPr indent="0" lvl="0" marL="0" rtl="0" algn="l">
              <a:spcBef>
                <a:spcPts val="0"/>
              </a:spcBef>
              <a:spcAft>
                <a:spcPts val="0"/>
              </a:spcAft>
              <a:buNone/>
            </a:pPr>
            <a:r>
              <a:rPr lang="en"/>
              <a:t xml:space="preserve"> /</a:t>
            </a:r>
            <a:endParaRPr/>
          </a:p>
        </p:txBody>
      </p:sp>
    </p:spTree>
  </p:cSld>
  <p:clrMapOvr>
    <a:masterClrMapping/>
  </p:clrMapOvr>
</p:sldLayout>
</file>

<file path=ppt/slideLayouts/slideLayout4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tatement (2)">
  <p:cSld name="TITLE_ONLY_2_1_2">
    <p:bg>
      <p:bgPr>
        <a:blipFill>
          <a:blip r:embed="rId2">
            <a:alphaModFix/>
          </a:blip>
          <a:stretch>
            <a:fillRect/>
          </a:stretch>
        </a:blipFill>
      </p:bgPr>
    </p:bg>
    <p:spTree>
      <p:nvGrpSpPr>
        <p:cNvPr id="432" name="Shape 432"/>
        <p:cNvGrpSpPr/>
        <p:nvPr/>
      </p:nvGrpSpPr>
      <p:grpSpPr>
        <a:xfrm>
          <a:off x="0" y="0"/>
          <a:ext cx="0" cy="0"/>
          <a:chOff x="0" y="0"/>
          <a:chExt cx="0" cy="0"/>
        </a:xfrm>
      </p:grpSpPr>
      <p:sp>
        <p:nvSpPr>
          <p:cNvPr id="433" name="Google Shape;433;p46"/>
          <p:cNvSpPr txBox="1"/>
          <p:nvPr>
            <p:ph type="title"/>
          </p:nvPr>
        </p:nvSpPr>
        <p:spPr>
          <a:xfrm>
            <a:off x="311700" y="445025"/>
            <a:ext cx="6180300" cy="5727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dk1"/>
              </a:buClr>
              <a:buSzPts val="3200"/>
              <a:buFont typeface="Inter ExtraBold"/>
              <a:buNone/>
              <a:defRPr sz="3200">
                <a:solidFill>
                  <a:schemeClr val="dk1"/>
                </a:solidFill>
                <a:latin typeface="Inter ExtraBold"/>
                <a:ea typeface="Inter ExtraBold"/>
                <a:cs typeface="Inter ExtraBold"/>
                <a:sym typeface="Inter ExtraBold"/>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p:txBody>
      </p:sp>
      <p:sp>
        <p:nvSpPr>
          <p:cNvPr id="434" name="Google Shape;434;p46"/>
          <p:cNvSpPr txBox="1"/>
          <p:nvPr>
            <p:ph idx="1" type="subTitle"/>
          </p:nvPr>
        </p:nvSpPr>
        <p:spPr>
          <a:xfrm>
            <a:off x="311700" y="973750"/>
            <a:ext cx="6180300" cy="5727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dk1"/>
              </a:buClr>
              <a:buSzPts val="1800"/>
              <a:buNone/>
              <a:defRPr>
                <a:solidFill>
                  <a:schemeClr val="dk1"/>
                </a:solidFill>
              </a:defRPr>
            </a:lvl1pPr>
            <a:lvl2pPr lvl="1" rtl="0">
              <a:spcBef>
                <a:spcPts val="1000"/>
              </a:spcBef>
              <a:spcAft>
                <a:spcPts val="0"/>
              </a:spcAft>
              <a:buSzPts val="1400"/>
              <a:buNone/>
              <a:defRPr/>
            </a:lvl2pPr>
            <a:lvl3pPr lvl="2" rtl="0">
              <a:spcBef>
                <a:spcPts val="1000"/>
              </a:spcBef>
              <a:spcAft>
                <a:spcPts val="0"/>
              </a:spcAft>
              <a:buSzPts val="1400"/>
              <a:buNone/>
              <a:defRPr/>
            </a:lvl3pPr>
            <a:lvl4pPr lvl="3" rtl="0">
              <a:spcBef>
                <a:spcPts val="1000"/>
              </a:spcBef>
              <a:spcAft>
                <a:spcPts val="0"/>
              </a:spcAft>
              <a:buSzPts val="1400"/>
              <a:buNone/>
              <a:defRPr/>
            </a:lvl4pPr>
            <a:lvl5pPr lvl="4" rtl="0">
              <a:spcBef>
                <a:spcPts val="1000"/>
              </a:spcBef>
              <a:spcAft>
                <a:spcPts val="0"/>
              </a:spcAft>
              <a:buSzPts val="1400"/>
              <a:buNone/>
              <a:defRPr/>
            </a:lvl5pPr>
            <a:lvl6pPr lvl="5" rtl="0">
              <a:spcBef>
                <a:spcPts val="1000"/>
              </a:spcBef>
              <a:spcAft>
                <a:spcPts val="0"/>
              </a:spcAft>
              <a:buSzPts val="1400"/>
              <a:buNone/>
              <a:defRPr/>
            </a:lvl6pPr>
            <a:lvl7pPr lvl="6" rtl="0">
              <a:spcBef>
                <a:spcPts val="1000"/>
              </a:spcBef>
              <a:spcAft>
                <a:spcPts val="0"/>
              </a:spcAft>
              <a:buSzPts val="1400"/>
              <a:buNone/>
              <a:defRPr/>
            </a:lvl7pPr>
            <a:lvl8pPr lvl="7" rtl="0">
              <a:spcBef>
                <a:spcPts val="1000"/>
              </a:spcBef>
              <a:spcAft>
                <a:spcPts val="0"/>
              </a:spcAft>
              <a:buSzPts val="1400"/>
              <a:buNone/>
              <a:defRPr/>
            </a:lvl8pPr>
            <a:lvl9pPr lvl="8" rtl="0">
              <a:spcBef>
                <a:spcPts val="1000"/>
              </a:spcBef>
              <a:spcAft>
                <a:spcPts val="1000"/>
              </a:spcAft>
              <a:buSzPts val="1400"/>
              <a:buNone/>
              <a:defRPr/>
            </a:lvl9pPr>
          </a:lstStyle>
          <a:p/>
        </p:txBody>
      </p:sp>
      <p:pic>
        <p:nvPicPr>
          <p:cNvPr id="435" name="Google Shape;435;p46"/>
          <p:cNvPicPr preferRelativeResize="0"/>
          <p:nvPr/>
        </p:nvPicPr>
        <p:blipFill>
          <a:blip r:embed="rId3">
            <a:alphaModFix/>
          </a:blip>
          <a:stretch>
            <a:fillRect/>
          </a:stretch>
        </p:blipFill>
        <p:spPr>
          <a:xfrm>
            <a:off x="-762396" y="0"/>
            <a:ext cx="548700" cy="2288640"/>
          </a:xfrm>
          <a:prstGeom prst="rect">
            <a:avLst/>
          </a:prstGeom>
          <a:noFill/>
          <a:ln>
            <a:noFill/>
          </a:ln>
        </p:spPr>
      </p:pic>
      <p:sp>
        <p:nvSpPr>
          <p:cNvPr id="436" name="Google Shape;436;p46"/>
          <p:cNvSpPr txBox="1"/>
          <p:nvPr>
            <p:ph idx="2" type="body"/>
          </p:nvPr>
        </p:nvSpPr>
        <p:spPr>
          <a:xfrm>
            <a:off x="311700" y="1546450"/>
            <a:ext cx="6180300" cy="2865900"/>
          </a:xfrm>
          <a:prstGeom prst="rect">
            <a:avLst/>
          </a:prstGeom>
        </p:spPr>
        <p:txBody>
          <a:bodyPr anchorCtr="0" anchor="t" bIns="91425" lIns="91425" spcFirstLastPara="1" rIns="91425" wrap="square" tIns="91425">
            <a:normAutofit/>
          </a:bodyPr>
          <a:lstStyle>
            <a:lvl1pPr indent="-342900" lvl="0" marL="457200" rtl="0">
              <a:spcBef>
                <a:spcPts val="0"/>
              </a:spcBef>
              <a:spcAft>
                <a:spcPts val="0"/>
              </a:spcAft>
              <a:buClr>
                <a:schemeClr val="dk1"/>
              </a:buClr>
              <a:buSzPts val="1800"/>
              <a:buChar char="●"/>
              <a:defRPr>
                <a:solidFill>
                  <a:schemeClr val="dk1"/>
                </a:solidFill>
              </a:defRPr>
            </a:lvl1pPr>
            <a:lvl2pPr indent="-317500" lvl="1" marL="914400" rtl="0">
              <a:spcBef>
                <a:spcPts val="1000"/>
              </a:spcBef>
              <a:spcAft>
                <a:spcPts val="0"/>
              </a:spcAft>
              <a:buClr>
                <a:schemeClr val="dk1"/>
              </a:buClr>
              <a:buSzPts val="1400"/>
              <a:buChar char="○"/>
              <a:defRPr>
                <a:solidFill>
                  <a:schemeClr val="dk1"/>
                </a:solidFill>
              </a:defRPr>
            </a:lvl2pPr>
            <a:lvl3pPr indent="-317500" lvl="2" marL="1371600" rtl="0">
              <a:spcBef>
                <a:spcPts val="1000"/>
              </a:spcBef>
              <a:spcAft>
                <a:spcPts val="0"/>
              </a:spcAft>
              <a:buClr>
                <a:schemeClr val="dk1"/>
              </a:buClr>
              <a:buSzPts val="1400"/>
              <a:buChar char="■"/>
              <a:defRPr>
                <a:solidFill>
                  <a:schemeClr val="dk1"/>
                </a:solidFill>
              </a:defRPr>
            </a:lvl3pPr>
            <a:lvl4pPr indent="-317500" lvl="3" marL="1828800" rtl="0">
              <a:spcBef>
                <a:spcPts val="1000"/>
              </a:spcBef>
              <a:spcAft>
                <a:spcPts val="0"/>
              </a:spcAft>
              <a:buClr>
                <a:schemeClr val="dk1"/>
              </a:buClr>
              <a:buSzPts val="1400"/>
              <a:buChar char="●"/>
              <a:defRPr>
                <a:solidFill>
                  <a:schemeClr val="dk1"/>
                </a:solidFill>
              </a:defRPr>
            </a:lvl4pPr>
            <a:lvl5pPr indent="-317500" lvl="4" marL="2286000" rtl="0">
              <a:spcBef>
                <a:spcPts val="1000"/>
              </a:spcBef>
              <a:spcAft>
                <a:spcPts val="0"/>
              </a:spcAft>
              <a:buClr>
                <a:schemeClr val="dk1"/>
              </a:buClr>
              <a:buSzPts val="1400"/>
              <a:buChar char="○"/>
              <a:defRPr>
                <a:solidFill>
                  <a:schemeClr val="dk1"/>
                </a:solidFill>
              </a:defRPr>
            </a:lvl5pPr>
            <a:lvl6pPr indent="-317500" lvl="5" marL="2743200" rtl="0">
              <a:spcBef>
                <a:spcPts val="1000"/>
              </a:spcBef>
              <a:spcAft>
                <a:spcPts val="0"/>
              </a:spcAft>
              <a:buClr>
                <a:schemeClr val="dk1"/>
              </a:buClr>
              <a:buSzPts val="1400"/>
              <a:buChar char="■"/>
              <a:defRPr>
                <a:solidFill>
                  <a:schemeClr val="dk1"/>
                </a:solidFill>
              </a:defRPr>
            </a:lvl6pPr>
            <a:lvl7pPr indent="-317500" lvl="6" marL="3200400" rtl="0">
              <a:spcBef>
                <a:spcPts val="1000"/>
              </a:spcBef>
              <a:spcAft>
                <a:spcPts val="0"/>
              </a:spcAft>
              <a:buClr>
                <a:schemeClr val="dk1"/>
              </a:buClr>
              <a:buSzPts val="1400"/>
              <a:buChar char="●"/>
              <a:defRPr>
                <a:solidFill>
                  <a:schemeClr val="dk1"/>
                </a:solidFill>
              </a:defRPr>
            </a:lvl7pPr>
            <a:lvl8pPr indent="-317500" lvl="7" marL="3657600" rtl="0">
              <a:spcBef>
                <a:spcPts val="1000"/>
              </a:spcBef>
              <a:spcAft>
                <a:spcPts val="0"/>
              </a:spcAft>
              <a:buClr>
                <a:schemeClr val="dk1"/>
              </a:buClr>
              <a:buSzPts val="1400"/>
              <a:buChar char="○"/>
              <a:defRPr>
                <a:solidFill>
                  <a:schemeClr val="dk1"/>
                </a:solidFill>
              </a:defRPr>
            </a:lvl8pPr>
            <a:lvl9pPr indent="-317500" lvl="8" marL="4114800" rtl="0">
              <a:spcBef>
                <a:spcPts val="1000"/>
              </a:spcBef>
              <a:spcAft>
                <a:spcPts val="1000"/>
              </a:spcAft>
              <a:buClr>
                <a:schemeClr val="dk1"/>
              </a:buClr>
              <a:buSzPts val="1400"/>
              <a:buChar char="■"/>
              <a:defRPr>
                <a:solidFill>
                  <a:schemeClr val="dk1"/>
                </a:solidFill>
              </a:defRPr>
            </a:lvl9pPr>
          </a:lstStyle>
          <a:p/>
        </p:txBody>
      </p:sp>
      <p:pic>
        <p:nvPicPr>
          <p:cNvPr id="437" name="Google Shape;437;p46"/>
          <p:cNvPicPr preferRelativeResize="0"/>
          <p:nvPr/>
        </p:nvPicPr>
        <p:blipFill>
          <a:blip r:embed="rId4">
            <a:alphaModFix/>
          </a:blip>
          <a:stretch>
            <a:fillRect/>
          </a:stretch>
        </p:blipFill>
        <p:spPr>
          <a:xfrm>
            <a:off x="457953" y="4543525"/>
            <a:ext cx="950126" cy="141650"/>
          </a:xfrm>
          <a:prstGeom prst="rect">
            <a:avLst/>
          </a:prstGeom>
          <a:noFill/>
          <a:ln>
            <a:noFill/>
          </a:ln>
        </p:spPr>
      </p:pic>
      <p:sp>
        <p:nvSpPr>
          <p:cNvPr id="438" name="Google Shape;438;p46"/>
          <p:cNvSpPr txBox="1"/>
          <p:nvPr>
            <p:ph idx="12" type="sldNum"/>
          </p:nvPr>
        </p:nvSpPr>
        <p:spPr>
          <a:xfrm>
            <a:off x="8096041" y="4417542"/>
            <a:ext cx="548700" cy="393600"/>
          </a:xfrm>
          <a:prstGeom prst="rect">
            <a:avLst/>
          </a:prstGeom>
        </p:spPr>
        <p:txBody>
          <a:bodyPr anchorCtr="0" anchor="ctr" bIns="91425" lIns="91425" spcFirstLastPara="1" rIns="91425" wrap="square" tIns="91425">
            <a:normAutofit/>
          </a:bodyPr>
          <a:lstStyle>
            <a:lvl1pPr lvl="0" rtl="0">
              <a:buNone/>
              <a:defRPr>
                <a:solidFill>
                  <a:schemeClr val="lt1"/>
                </a:solidFill>
                <a:latin typeface="Inter"/>
                <a:ea typeface="Inter"/>
                <a:cs typeface="Inter"/>
                <a:sym typeface="Inter"/>
              </a:defRPr>
            </a:lvl1pPr>
            <a:lvl2pPr lvl="1" rtl="0">
              <a:buNone/>
              <a:defRPr>
                <a:solidFill>
                  <a:schemeClr val="lt1"/>
                </a:solidFill>
                <a:latin typeface="Inter"/>
                <a:ea typeface="Inter"/>
                <a:cs typeface="Inter"/>
                <a:sym typeface="Inter"/>
              </a:defRPr>
            </a:lvl2pPr>
            <a:lvl3pPr lvl="2" rtl="0">
              <a:buNone/>
              <a:defRPr>
                <a:solidFill>
                  <a:schemeClr val="lt1"/>
                </a:solidFill>
                <a:latin typeface="Inter"/>
                <a:ea typeface="Inter"/>
                <a:cs typeface="Inter"/>
                <a:sym typeface="Inter"/>
              </a:defRPr>
            </a:lvl3pPr>
            <a:lvl4pPr lvl="3" rtl="0">
              <a:buNone/>
              <a:defRPr>
                <a:solidFill>
                  <a:schemeClr val="lt1"/>
                </a:solidFill>
                <a:latin typeface="Inter"/>
                <a:ea typeface="Inter"/>
                <a:cs typeface="Inter"/>
                <a:sym typeface="Inter"/>
              </a:defRPr>
            </a:lvl4pPr>
            <a:lvl5pPr lvl="4" rtl="0">
              <a:buNone/>
              <a:defRPr>
                <a:solidFill>
                  <a:schemeClr val="lt1"/>
                </a:solidFill>
                <a:latin typeface="Inter"/>
                <a:ea typeface="Inter"/>
                <a:cs typeface="Inter"/>
                <a:sym typeface="Inter"/>
              </a:defRPr>
            </a:lvl5pPr>
            <a:lvl6pPr lvl="5" rtl="0">
              <a:buNone/>
              <a:defRPr>
                <a:solidFill>
                  <a:schemeClr val="lt1"/>
                </a:solidFill>
                <a:latin typeface="Inter"/>
                <a:ea typeface="Inter"/>
                <a:cs typeface="Inter"/>
                <a:sym typeface="Inter"/>
              </a:defRPr>
            </a:lvl6pPr>
            <a:lvl7pPr lvl="6" rtl="0">
              <a:buNone/>
              <a:defRPr>
                <a:solidFill>
                  <a:schemeClr val="lt1"/>
                </a:solidFill>
                <a:latin typeface="Inter"/>
                <a:ea typeface="Inter"/>
                <a:cs typeface="Inter"/>
                <a:sym typeface="Inter"/>
              </a:defRPr>
            </a:lvl7pPr>
            <a:lvl8pPr lvl="7" rtl="0">
              <a:buNone/>
              <a:defRPr>
                <a:solidFill>
                  <a:schemeClr val="lt1"/>
                </a:solidFill>
                <a:latin typeface="Inter"/>
                <a:ea typeface="Inter"/>
                <a:cs typeface="Inter"/>
                <a:sym typeface="Inter"/>
              </a:defRPr>
            </a:lvl8pPr>
            <a:lvl9pPr lvl="8" rtl="0">
              <a:buNone/>
              <a:defRPr>
                <a:solidFill>
                  <a:schemeClr val="lt1"/>
                </a:solidFill>
                <a:latin typeface="Inter"/>
                <a:ea typeface="Inter"/>
                <a:cs typeface="Inter"/>
                <a:sym typeface="Inter"/>
              </a:defRPr>
            </a:lvl9pPr>
          </a:lstStyle>
          <a:p>
            <a:pPr indent="0" lvl="0" marL="0" rtl="0" algn="r">
              <a:spcBef>
                <a:spcPts val="0"/>
              </a:spcBef>
              <a:spcAft>
                <a:spcPts val="0"/>
              </a:spcAft>
              <a:buNone/>
            </a:pPr>
            <a:fld id="{00000000-1234-1234-1234-123412341234}" type="slidenum">
              <a:rPr lang="en"/>
              <a:t>‹#›</a:t>
            </a:fld>
            <a:endParaRPr/>
          </a:p>
        </p:txBody>
      </p:sp>
      <p:sp>
        <p:nvSpPr>
          <p:cNvPr id="439" name="Google Shape;439;p46"/>
          <p:cNvSpPr txBox="1"/>
          <p:nvPr>
            <p:ph idx="3" type="sldNum"/>
          </p:nvPr>
        </p:nvSpPr>
        <p:spPr>
          <a:xfrm>
            <a:off x="8474304" y="4417550"/>
            <a:ext cx="281700" cy="393600"/>
          </a:xfrm>
          <a:prstGeom prst="rect">
            <a:avLst/>
          </a:prstGeom>
        </p:spPr>
        <p:txBody>
          <a:bodyPr anchorCtr="0" anchor="ctr" bIns="91425" lIns="91425" spcFirstLastPara="1" rIns="91425" wrap="square" tIns="91425">
            <a:normAutofit/>
          </a:bodyPr>
          <a:lstStyle>
            <a:lvl1pPr lvl="0" rtl="0" algn="l">
              <a:buNone/>
              <a:defRPr sz="1108">
                <a:solidFill>
                  <a:srgbClr val="666666"/>
                </a:solidFill>
                <a:latin typeface="Inter"/>
                <a:ea typeface="Inter"/>
                <a:cs typeface="Inter"/>
                <a:sym typeface="Inter"/>
              </a:defRPr>
            </a:lvl1pPr>
            <a:lvl2pPr lvl="1" rtl="0" algn="l">
              <a:buNone/>
              <a:defRPr sz="1108">
                <a:solidFill>
                  <a:srgbClr val="666666"/>
                </a:solidFill>
                <a:latin typeface="Inter"/>
                <a:ea typeface="Inter"/>
                <a:cs typeface="Inter"/>
                <a:sym typeface="Inter"/>
              </a:defRPr>
            </a:lvl2pPr>
            <a:lvl3pPr lvl="2" rtl="0" algn="l">
              <a:buNone/>
              <a:defRPr sz="1108">
                <a:solidFill>
                  <a:srgbClr val="666666"/>
                </a:solidFill>
                <a:latin typeface="Inter"/>
                <a:ea typeface="Inter"/>
                <a:cs typeface="Inter"/>
                <a:sym typeface="Inter"/>
              </a:defRPr>
            </a:lvl3pPr>
            <a:lvl4pPr lvl="3" rtl="0" algn="l">
              <a:buNone/>
              <a:defRPr sz="1108">
                <a:solidFill>
                  <a:srgbClr val="666666"/>
                </a:solidFill>
                <a:latin typeface="Inter"/>
                <a:ea typeface="Inter"/>
                <a:cs typeface="Inter"/>
                <a:sym typeface="Inter"/>
              </a:defRPr>
            </a:lvl4pPr>
            <a:lvl5pPr lvl="4" rtl="0" algn="l">
              <a:buNone/>
              <a:defRPr sz="1108">
                <a:solidFill>
                  <a:srgbClr val="666666"/>
                </a:solidFill>
                <a:latin typeface="Inter"/>
                <a:ea typeface="Inter"/>
                <a:cs typeface="Inter"/>
                <a:sym typeface="Inter"/>
              </a:defRPr>
            </a:lvl5pPr>
            <a:lvl6pPr lvl="5" rtl="0" algn="l">
              <a:buNone/>
              <a:defRPr sz="1108">
                <a:solidFill>
                  <a:srgbClr val="666666"/>
                </a:solidFill>
                <a:latin typeface="Inter"/>
                <a:ea typeface="Inter"/>
                <a:cs typeface="Inter"/>
                <a:sym typeface="Inter"/>
              </a:defRPr>
            </a:lvl6pPr>
            <a:lvl7pPr lvl="6" rtl="0" algn="l">
              <a:buNone/>
              <a:defRPr sz="1108">
                <a:solidFill>
                  <a:srgbClr val="666666"/>
                </a:solidFill>
                <a:latin typeface="Inter"/>
                <a:ea typeface="Inter"/>
                <a:cs typeface="Inter"/>
                <a:sym typeface="Inter"/>
              </a:defRPr>
            </a:lvl7pPr>
            <a:lvl8pPr lvl="7" rtl="0" algn="l">
              <a:buNone/>
              <a:defRPr sz="1108">
                <a:solidFill>
                  <a:srgbClr val="666666"/>
                </a:solidFill>
                <a:latin typeface="Inter"/>
                <a:ea typeface="Inter"/>
                <a:cs typeface="Inter"/>
                <a:sym typeface="Inter"/>
              </a:defRPr>
            </a:lvl8pPr>
            <a:lvl9pPr lvl="8" rtl="0" algn="l">
              <a:buNone/>
              <a:defRPr sz="1108">
                <a:solidFill>
                  <a:srgbClr val="666666"/>
                </a:solidFill>
                <a:latin typeface="Inter"/>
                <a:ea typeface="Inter"/>
                <a:cs typeface="Inter"/>
                <a:sym typeface="Inter"/>
              </a:defRPr>
            </a:lvl9pPr>
          </a:lstStyle>
          <a:p>
            <a:pPr indent="0" lvl="0" marL="0" rtl="0" algn="l">
              <a:spcBef>
                <a:spcPts val="0"/>
              </a:spcBef>
              <a:spcAft>
                <a:spcPts val="0"/>
              </a:spcAft>
              <a:buNone/>
            </a:pPr>
            <a:r>
              <a:rPr lang="en"/>
              <a:t xml:space="preserve"> /</a:t>
            </a:r>
            <a:endParaRPr/>
          </a:p>
        </p:txBody>
      </p:sp>
    </p:spTree>
  </p:cSld>
  <p:clrMapOvr>
    <a:masterClrMapping/>
  </p:clrMapOvr>
</p:sldLayout>
</file>

<file path=ppt/slideLayouts/slideLayout4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tatement (3)">
  <p:cSld name="TITLE_ONLY_2_1_2_1">
    <p:bg>
      <p:bgPr>
        <a:blipFill>
          <a:blip r:embed="rId2">
            <a:alphaModFix/>
          </a:blip>
          <a:stretch>
            <a:fillRect/>
          </a:stretch>
        </a:blipFill>
      </p:bgPr>
    </p:bg>
    <p:spTree>
      <p:nvGrpSpPr>
        <p:cNvPr id="440" name="Shape 440"/>
        <p:cNvGrpSpPr/>
        <p:nvPr/>
      </p:nvGrpSpPr>
      <p:grpSpPr>
        <a:xfrm>
          <a:off x="0" y="0"/>
          <a:ext cx="0" cy="0"/>
          <a:chOff x="0" y="0"/>
          <a:chExt cx="0" cy="0"/>
        </a:xfrm>
      </p:grpSpPr>
      <p:sp>
        <p:nvSpPr>
          <p:cNvPr id="441" name="Google Shape;441;p47"/>
          <p:cNvSpPr txBox="1"/>
          <p:nvPr>
            <p:ph type="title"/>
          </p:nvPr>
        </p:nvSpPr>
        <p:spPr>
          <a:xfrm>
            <a:off x="311700" y="445025"/>
            <a:ext cx="6180300" cy="572700"/>
          </a:xfrm>
          <a:prstGeom prst="rect">
            <a:avLst/>
          </a:prstGeom>
        </p:spPr>
        <p:txBody>
          <a:bodyPr anchorCtr="0" anchor="t" bIns="91425" lIns="91425" spcFirstLastPara="1" rIns="91425" wrap="square" tIns="91425">
            <a:normAutofit/>
          </a:bodyPr>
          <a:lstStyle>
            <a:lvl1pPr lvl="0" rtl="0">
              <a:spcBef>
                <a:spcPts val="0"/>
              </a:spcBef>
              <a:spcAft>
                <a:spcPts val="0"/>
              </a:spcAft>
              <a:buSzPts val="3200"/>
              <a:buFont typeface="Inter ExtraBold"/>
              <a:buNone/>
              <a:defRPr sz="3200">
                <a:latin typeface="Inter ExtraBold"/>
                <a:ea typeface="Inter ExtraBold"/>
                <a:cs typeface="Inter ExtraBold"/>
                <a:sym typeface="Inter ExtraBold"/>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p:txBody>
      </p:sp>
      <p:sp>
        <p:nvSpPr>
          <p:cNvPr id="442" name="Google Shape;442;p47"/>
          <p:cNvSpPr txBox="1"/>
          <p:nvPr>
            <p:ph idx="1" type="subTitle"/>
          </p:nvPr>
        </p:nvSpPr>
        <p:spPr>
          <a:xfrm>
            <a:off x="311700" y="973750"/>
            <a:ext cx="6180300" cy="5727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dk1"/>
              </a:buClr>
              <a:buSzPts val="1800"/>
              <a:buNone/>
              <a:defRPr>
                <a:solidFill>
                  <a:schemeClr val="dk1"/>
                </a:solidFill>
              </a:defRPr>
            </a:lvl1pPr>
            <a:lvl2pPr lvl="1" rtl="0">
              <a:spcBef>
                <a:spcPts val="1000"/>
              </a:spcBef>
              <a:spcAft>
                <a:spcPts val="0"/>
              </a:spcAft>
              <a:buSzPts val="1400"/>
              <a:buNone/>
              <a:defRPr/>
            </a:lvl2pPr>
            <a:lvl3pPr lvl="2" rtl="0">
              <a:spcBef>
                <a:spcPts val="1000"/>
              </a:spcBef>
              <a:spcAft>
                <a:spcPts val="0"/>
              </a:spcAft>
              <a:buSzPts val="1400"/>
              <a:buNone/>
              <a:defRPr/>
            </a:lvl3pPr>
            <a:lvl4pPr lvl="3" rtl="0">
              <a:spcBef>
                <a:spcPts val="1000"/>
              </a:spcBef>
              <a:spcAft>
                <a:spcPts val="0"/>
              </a:spcAft>
              <a:buSzPts val="1400"/>
              <a:buNone/>
              <a:defRPr/>
            </a:lvl4pPr>
            <a:lvl5pPr lvl="4" rtl="0">
              <a:spcBef>
                <a:spcPts val="1000"/>
              </a:spcBef>
              <a:spcAft>
                <a:spcPts val="0"/>
              </a:spcAft>
              <a:buSzPts val="1400"/>
              <a:buNone/>
              <a:defRPr/>
            </a:lvl5pPr>
            <a:lvl6pPr lvl="5" rtl="0">
              <a:spcBef>
                <a:spcPts val="1000"/>
              </a:spcBef>
              <a:spcAft>
                <a:spcPts val="0"/>
              </a:spcAft>
              <a:buSzPts val="1400"/>
              <a:buNone/>
              <a:defRPr/>
            </a:lvl6pPr>
            <a:lvl7pPr lvl="6" rtl="0">
              <a:spcBef>
                <a:spcPts val="1000"/>
              </a:spcBef>
              <a:spcAft>
                <a:spcPts val="0"/>
              </a:spcAft>
              <a:buSzPts val="1400"/>
              <a:buNone/>
              <a:defRPr/>
            </a:lvl7pPr>
            <a:lvl8pPr lvl="7" rtl="0">
              <a:spcBef>
                <a:spcPts val="1000"/>
              </a:spcBef>
              <a:spcAft>
                <a:spcPts val="0"/>
              </a:spcAft>
              <a:buSzPts val="1400"/>
              <a:buNone/>
              <a:defRPr/>
            </a:lvl8pPr>
            <a:lvl9pPr lvl="8" rtl="0">
              <a:spcBef>
                <a:spcPts val="1000"/>
              </a:spcBef>
              <a:spcAft>
                <a:spcPts val="1000"/>
              </a:spcAft>
              <a:buSzPts val="1400"/>
              <a:buNone/>
              <a:defRPr/>
            </a:lvl9pPr>
          </a:lstStyle>
          <a:p/>
        </p:txBody>
      </p:sp>
      <p:pic>
        <p:nvPicPr>
          <p:cNvPr id="443" name="Google Shape;443;p47"/>
          <p:cNvPicPr preferRelativeResize="0"/>
          <p:nvPr/>
        </p:nvPicPr>
        <p:blipFill>
          <a:blip r:embed="rId3">
            <a:alphaModFix/>
          </a:blip>
          <a:stretch>
            <a:fillRect/>
          </a:stretch>
        </p:blipFill>
        <p:spPr>
          <a:xfrm>
            <a:off x="-762396" y="0"/>
            <a:ext cx="548700" cy="2288640"/>
          </a:xfrm>
          <a:prstGeom prst="rect">
            <a:avLst/>
          </a:prstGeom>
          <a:noFill/>
          <a:ln>
            <a:noFill/>
          </a:ln>
        </p:spPr>
      </p:pic>
      <p:sp>
        <p:nvSpPr>
          <p:cNvPr id="444" name="Google Shape;444;p47"/>
          <p:cNvSpPr txBox="1"/>
          <p:nvPr>
            <p:ph idx="2" type="body"/>
          </p:nvPr>
        </p:nvSpPr>
        <p:spPr>
          <a:xfrm>
            <a:off x="311700" y="1546450"/>
            <a:ext cx="6180300" cy="2865900"/>
          </a:xfrm>
          <a:prstGeom prst="rect">
            <a:avLst/>
          </a:prstGeom>
        </p:spPr>
        <p:txBody>
          <a:bodyPr anchorCtr="0" anchor="t" bIns="91425" lIns="91425" spcFirstLastPara="1" rIns="91425" wrap="square" tIns="91425">
            <a:normAutofit/>
          </a:bodyPr>
          <a:lstStyle>
            <a:lvl1pPr indent="-342900" lvl="0" marL="457200" rtl="0">
              <a:spcBef>
                <a:spcPts val="0"/>
              </a:spcBef>
              <a:spcAft>
                <a:spcPts val="0"/>
              </a:spcAft>
              <a:buSzPts val="1800"/>
              <a:buChar char="●"/>
              <a:defRPr/>
            </a:lvl1pPr>
            <a:lvl2pPr indent="-317500" lvl="1" marL="914400" rtl="0">
              <a:spcBef>
                <a:spcPts val="1000"/>
              </a:spcBef>
              <a:spcAft>
                <a:spcPts val="0"/>
              </a:spcAft>
              <a:buSzPts val="1400"/>
              <a:buChar char="○"/>
              <a:defRPr/>
            </a:lvl2pPr>
            <a:lvl3pPr indent="-317500" lvl="2" marL="1371600" rtl="0">
              <a:spcBef>
                <a:spcPts val="1000"/>
              </a:spcBef>
              <a:spcAft>
                <a:spcPts val="0"/>
              </a:spcAft>
              <a:buSzPts val="1400"/>
              <a:buChar char="■"/>
              <a:defRPr/>
            </a:lvl3pPr>
            <a:lvl4pPr indent="-317500" lvl="3" marL="1828800" rtl="0">
              <a:spcBef>
                <a:spcPts val="1000"/>
              </a:spcBef>
              <a:spcAft>
                <a:spcPts val="0"/>
              </a:spcAft>
              <a:buSzPts val="1400"/>
              <a:buChar char="●"/>
              <a:defRPr/>
            </a:lvl4pPr>
            <a:lvl5pPr indent="-317500" lvl="4" marL="2286000" rtl="0">
              <a:spcBef>
                <a:spcPts val="1000"/>
              </a:spcBef>
              <a:spcAft>
                <a:spcPts val="0"/>
              </a:spcAft>
              <a:buSzPts val="1400"/>
              <a:buChar char="○"/>
              <a:defRPr/>
            </a:lvl5pPr>
            <a:lvl6pPr indent="-317500" lvl="5" marL="2743200" rtl="0">
              <a:spcBef>
                <a:spcPts val="1000"/>
              </a:spcBef>
              <a:spcAft>
                <a:spcPts val="0"/>
              </a:spcAft>
              <a:buSzPts val="1400"/>
              <a:buChar char="■"/>
              <a:defRPr/>
            </a:lvl6pPr>
            <a:lvl7pPr indent="-317500" lvl="6" marL="3200400" rtl="0">
              <a:spcBef>
                <a:spcPts val="1000"/>
              </a:spcBef>
              <a:spcAft>
                <a:spcPts val="0"/>
              </a:spcAft>
              <a:buSzPts val="1400"/>
              <a:buChar char="●"/>
              <a:defRPr/>
            </a:lvl7pPr>
            <a:lvl8pPr indent="-317500" lvl="7" marL="3657600" rtl="0">
              <a:spcBef>
                <a:spcPts val="1000"/>
              </a:spcBef>
              <a:spcAft>
                <a:spcPts val="0"/>
              </a:spcAft>
              <a:buSzPts val="1400"/>
              <a:buChar char="○"/>
              <a:defRPr/>
            </a:lvl8pPr>
            <a:lvl9pPr indent="-317500" lvl="8" marL="4114800" rtl="0">
              <a:spcBef>
                <a:spcPts val="1000"/>
              </a:spcBef>
              <a:spcAft>
                <a:spcPts val="1000"/>
              </a:spcAft>
              <a:buSzPts val="1400"/>
              <a:buChar char="■"/>
              <a:defRPr/>
            </a:lvl9pPr>
          </a:lstStyle>
          <a:p/>
        </p:txBody>
      </p:sp>
      <p:pic>
        <p:nvPicPr>
          <p:cNvPr id="445" name="Google Shape;445;p47"/>
          <p:cNvPicPr preferRelativeResize="0"/>
          <p:nvPr/>
        </p:nvPicPr>
        <p:blipFill>
          <a:blip r:embed="rId4">
            <a:alphaModFix/>
          </a:blip>
          <a:stretch>
            <a:fillRect/>
          </a:stretch>
        </p:blipFill>
        <p:spPr>
          <a:xfrm>
            <a:off x="457529" y="4543025"/>
            <a:ext cx="950976" cy="142646"/>
          </a:xfrm>
          <a:prstGeom prst="rect">
            <a:avLst/>
          </a:prstGeom>
          <a:noFill/>
          <a:ln>
            <a:noFill/>
          </a:ln>
        </p:spPr>
      </p:pic>
      <p:sp>
        <p:nvSpPr>
          <p:cNvPr id="446" name="Google Shape;446;p47"/>
          <p:cNvSpPr txBox="1"/>
          <p:nvPr>
            <p:ph idx="12" type="sldNum"/>
          </p:nvPr>
        </p:nvSpPr>
        <p:spPr>
          <a:xfrm>
            <a:off x="8096041" y="4417542"/>
            <a:ext cx="548700" cy="393600"/>
          </a:xfrm>
          <a:prstGeom prst="rect">
            <a:avLst/>
          </a:prstGeom>
        </p:spPr>
        <p:txBody>
          <a:bodyPr anchorCtr="0" anchor="ctr" bIns="91425" lIns="91425" spcFirstLastPara="1" rIns="91425" wrap="square" tIns="91425">
            <a:normAutofit/>
          </a:bodyPr>
          <a:lstStyle>
            <a:lvl1pPr lvl="0" rtl="0">
              <a:buNone/>
              <a:defRPr>
                <a:solidFill>
                  <a:schemeClr val="lt1"/>
                </a:solidFill>
                <a:latin typeface="Inter"/>
                <a:ea typeface="Inter"/>
                <a:cs typeface="Inter"/>
                <a:sym typeface="Inter"/>
              </a:defRPr>
            </a:lvl1pPr>
            <a:lvl2pPr lvl="1" rtl="0">
              <a:buNone/>
              <a:defRPr>
                <a:solidFill>
                  <a:schemeClr val="lt1"/>
                </a:solidFill>
                <a:latin typeface="Inter"/>
                <a:ea typeface="Inter"/>
                <a:cs typeface="Inter"/>
                <a:sym typeface="Inter"/>
              </a:defRPr>
            </a:lvl2pPr>
            <a:lvl3pPr lvl="2" rtl="0">
              <a:buNone/>
              <a:defRPr>
                <a:solidFill>
                  <a:schemeClr val="lt1"/>
                </a:solidFill>
                <a:latin typeface="Inter"/>
                <a:ea typeface="Inter"/>
                <a:cs typeface="Inter"/>
                <a:sym typeface="Inter"/>
              </a:defRPr>
            </a:lvl3pPr>
            <a:lvl4pPr lvl="3" rtl="0">
              <a:buNone/>
              <a:defRPr>
                <a:solidFill>
                  <a:schemeClr val="lt1"/>
                </a:solidFill>
                <a:latin typeface="Inter"/>
                <a:ea typeface="Inter"/>
                <a:cs typeface="Inter"/>
                <a:sym typeface="Inter"/>
              </a:defRPr>
            </a:lvl4pPr>
            <a:lvl5pPr lvl="4" rtl="0">
              <a:buNone/>
              <a:defRPr>
                <a:solidFill>
                  <a:schemeClr val="lt1"/>
                </a:solidFill>
                <a:latin typeface="Inter"/>
                <a:ea typeface="Inter"/>
                <a:cs typeface="Inter"/>
                <a:sym typeface="Inter"/>
              </a:defRPr>
            </a:lvl5pPr>
            <a:lvl6pPr lvl="5" rtl="0">
              <a:buNone/>
              <a:defRPr>
                <a:solidFill>
                  <a:schemeClr val="lt1"/>
                </a:solidFill>
                <a:latin typeface="Inter"/>
                <a:ea typeface="Inter"/>
                <a:cs typeface="Inter"/>
                <a:sym typeface="Inter"/>
              </a:defRPr>
            </a:lvl6pPr>
            <a:lvl7pPr lvl="6" rtl="0">
              <a:buNone/>
              <a:defRPr>
                <a:solidFill>
                  <a:schemeClr val="lt1"/>
                </a:solidFill>
                <a:latin typeface="Inter"/>
                <a:ea typeface="Inter"/>
                <a:cs typeface="Inter"/>
                <a:sym typeface="Inter"/>
              </a:defRPr>
            </a:lvl7pPr>
            <a:lvl8pPr lvl="7" rtl="0">
              <a:buNone/>
              <a:defRPr>
                <a:solidFill>
                  <a:schemeClr val="lt1"/>
                </a:solidFill>
                <a:latin typeface="Inter"/>
                <a:ea typeface="Inter"/>
                <a:cs typeface="Inter"/>
                <a:sym typeface="Inter"/>
              </a:defRPr>
            </a:lvl8pPr>
            <a:lvl9pPr lvl="8" rtl="0">
              <a:buNone/>
              <a:defRPr>
                <a:solidFill>
                  <a:schemeClr val="lt1"/>
                </a:solidFill>
                <a:latin typeface="Inter"/>
                <a:ea typeface="Inter"/>
                <a:cs typeface="Inter"/>
                <a:sym typeface="Inter"/>
              </a:defRPr>
            </a:lvl9pPr>
          </a:lstStyle>
          <a:p>
            <a:pPr indent="0" lvl="0" marL="0" rtl="0" algn="r">
              <a:spcBef>
                <a:spcPts val="0"/>
              </a:spcBef>
              <a:spcAft>
                <a:spcPts val="0"/>
              </a:spcAft>
              <a:buNone/>
            </a:pPr>
            <a:fld id="{00000000-1234-1234-1234-123412341234}" type="slidenum">
              <a:rPr lang="en"/>
              <a:t>‹#›</a:t>
            </a:fld>
            <a:endParaRPr/>
          </a:p>
        </p:txBody>
      </p:sp>
      <p:sp>
        <p:nvSpPr>
          <p:cNvPr id="447" name="Google Shape;447;p47"/>
          <p:cNvSpPr txBox="1"/>
          <p:nvPr>
            <p:ph idx="3" type="sldNum"/>
          </p:nvPr>
        </p:nvSpPr>
        <p:spPr>
          <a:xfrm>
            <a:off x="8474304" y="4417550"/>
            <a:ext cx="281700" cy="393600"/>
          </a:xfrm>
          <a:prstGeom prst="rect">
            <a:avLst/>
          </a:prstGeom>
        </p:spPr>
        <p:txBody>
          <a:bodyPr anchorCtr="0" anchor="ctr" bIns="91425" lIns="91425" spcFirstLastPara="1" rIns="91425" wrap="square" tIns="91425">
            <a:normAutofit/>
          </a:bodyPr>
          <a:lstStyle>
            <a:lvl1pPr lvl="0" rtl="0" algn="l">
              <a:buNone/>
              <a:defRPr sz="1108">
                <a:solidFill>
                  <a:srgbClr val="666666"/>
                </a:solidFill>
                <a:latin typeface="Inter"/>
                <a:ea typeface="Inter"/>
                <a:cs typeface="Inter"/>
                <a:sym typeface="Inter"/>
              </a:defRPr>
            </a:lvl1pPr>
            <a:lvl2pPr lvl="1" rtl="0" algn="l">
              <a:buNone/>
              <a:defRPr sz="1108">
                <a:solidFill>
                  <a:srgbClr val="666666"/>
                </a:solidFill>
                <a:latin typeface="Inter"/>
                <a:ea typeface="Inter"/>
                <a:cs typeface="Inter"/>
                <a:sym typeface="Inter"/>
              </a:defRPr>
            </a:lvl2pPr>
            <a:lvl3pPr lvl="2" rtl="0" algn="l">
              <a:buNone/>
              <a:defRPr sz="1108">
                <a:solidFill>
                  <a:srgbClr val="666666"/>
                </a:solidFill>
                <a:latin typeface="Inter"/>
                <a:ea typeface="Inter"/>
                <a:cs typeface="Inter"/>
                <a:sym typeface="Inter"/>
              </a:defRPr>
            </a:lvl3pPr>
            <a:lvl4pPr lvl="3" rtl="0" algn="l">
              <a:buNone/>
              <a:defRPr sz="1108">
                <a:solidFill>
                  <a:srgbClr val="666666"/>
                </a:solidFill>
                <a:latin typeface="Inter"/>
                <a:ea typeface="Inter"/>
                <a:cs typeface="Inter"/>
                <a:sym typeface="Inter"/>
              </a:defRPr>
            </a:lvl4pPr>
            <a:lvl5pPr lvl="4" rtl="0" algn="l">
              <a:buNone/>
              <a:defRPr sz="1108">
                <a:solidFill>
                  <a:srgbClr val="666666"/>
                </a:solidFill>
                <a:latin typeface="Inter"/>
                <a:ea typeface="Inter"/>
                <a:cs typeface="Inter"/>
                <a:sym typeface="Inter"/>
              </a:defRPr>
            </a:lvl5pPr>
            <a:lvl6pPr lvl="5" rtl="0" algn="l">
              <a:buNone/>
              <a:defRPr sz="1108">
                <a:solidFill>
                  <a:srgbClr val="666666"/>
                </a:solidFill>
                <a:latin typeface="Inter"/>
                <a:ea typeface="Inter"/>
                <a:cs typeface="Inter"/>
                <a:sym typeface="Inter"/>
              </a:defRPr>
            </a:lvl6pPr>
            <a:lvl7pPr lvl="6" rtl="0" algn="l">
              <a:buNone/>
              <a:defRPr sz="1108">
                <a:solidFill>
                  <a:srgbClr val="666666"/>
                </a:solidFill>
                <a:latin typeface="Inter"/>
                <a:ea typeface="Inter"/>
                <a:cs typeface="Inter"/>
                <a:sym typeface="Inter"/>
              </a:defRPr>
            </a:lvl7pPr>
            <a:lvl8pPr lvl="7" rtl="0" algn="l">
              <a:buNone/>
              <a:defRPr sz="1108">
                <a:solidFill>
                  <a:srgbClr val="666666"/>
                </a:solidFill>
                <a:latin typeface="Inter"/>
                <a:ea typeface="Inter"/>
                <a:cs typeface="Inter"/>
                <a:sym typeface="Inter"/>
              </a:defRPr>
            </a:lvl8pPr>
            <a:lvl9pPr lvl="8" rtl="0" algn="l">
              <a:buNone/>
              <a:defRPr sz="1108">
                <a:solidFill>
                  <a:srgbClr val="666666"/>
                </a:solidFill>
                <a:latin typeface="Inter"/>
                <a:ea typeface="Inter"/>
                <a:cs typeface="Inter"/>
                <a:sym typeface="Inter"/>
              </a:defRPr>
            </a:lvl9pPr>
          </a:lstStyle>
          <a:p>
            <a:pPr indent="0" lvl="0" marL="0" rtl="0" algn="l">
              <a:spcBef>
                <a:spcPts val="0"/>
              </a:spcBef>
              <a:spcAft>
                <a:spcPts val="0"/>
              </a:spcAft>
              <a:buNone/>
            </a:pPr>
            <a:r>
              <a:rPr lang="en"/>
              <a:t xml:space="preserve"> /</a:t>
            </a:r>
            <a:endParaRPr/>
          </a:p>
        </p:txBody>
      </p:sp>
    </p:spTree>
  </p:cSld>
  <p:clrMapOvr>
    <a:masterClrMapping/>
  </p:clrMapOvr>
</p:sldLayout>
</file>

<file path=ppt/slideLayouts/slideLayout4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tatement (4)">
  <p:cSld name="TITLE_ONLY_2_1_2_1_2">
    <p:bg>
      <p:bgPr>
        <a:blipFill>
          <a:blip r:embed="rId2">
            <a:alphaModFix/>
          </a:blip>
          <a:stretch>
            <a:fillRect/>
          </a:stretch>
        </a:blipFill>
      </p:bgPr>
    </p:bg>
    <p:spTree>
      <p:nvGrpSpPr>
        <p:cNvPr id="448" name="Shape 448"/>
        <p:cNvGrpSpPr/>
        <p:nvPr/>
      </p:nvGrpSpPr>
      <p:grpSpPr>
        <a:xfrm>
          <a:off x="0" y="0"/>
          <a:ext cx="0" cy="0"/>
          <a:chOff x="0" y="0"/>
          <a:chExt cx="0" cy="0"/>
        </a:xfrm>
      </p:grpSpPr>
      <p:sp>
        <p:nvSpPr>
          <p:cNvPr id="449" name="Google Shape;449;p48"/>
          <p:cNvSpPr txBox="1"/>
          <p:nvPr>
            <p:ph type="title"/>
          </p:nvPr>
        </p:nvSpPr>
        <p:spPr>
          <a:xfrm>
            <a:off x="311700" y="445025"/>
            <a:ext cx="6180300" cy="572700"/>
          </a:xfrm>
          <a:prstGeom prst="rect">
            <a:avLst/>
          </a:prstGeom>
        </p:spPr>
        <p:txBody>
          <a:bodyPr anchorCtr="0" anchor="t" bIns="91425" lIns="91425" spcFirstLastPara="1" rIns="91425" wrap="square" tIns="91425">
            <a:normAutofit/>
          </a:bodyPr>
          <a:lstStyle>
            <a:lvl1pPr lvl="0" rtl="0">
              <a:spcBef>
                <a:spcPts val="0"/>
              </a:spcBef>
              <a:spcAft>
                <a:spcPts val="0"/>
              </a:spcAft>
              <a:buSzPts val="3200"/>
              <a:buFont typeface="Inter ExtraBold"/>
              <a:buNone/>
              <a:defRPr sz="3200">
                <a:latin typeface="Inter ExtraBold"/>
                <a:ea typeface="Inter ExtraBold"/>
                <a:cs typeface="Inter ExtraBold"/>
                <a:sym typeface="Inter ExtraBold"/>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p:txBody>
      </p:sp>
      <p:sp>
        <p:nvSpPr>
          <p:cNvPr id="450" name="Google Shape;450;p48"/>
          <p:cNvSpPr txBox="1"/>
          <p:nvPr>
            <p:ph idx="1" type="subTitle"/>
          </p:nvPr>
        </p:nvSpPr>
        <p:spPr>
          <a:xfrm>
            <a:off x="311700" y="973750"/>
            <a:ext cx="6180300" cy="5727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dk1"/>
              </a:buClr>
              <a:buSzPts val="1800"/>
              <a:buNone/>
              <a:defRPr>
                <a:solidFill>
                  <a:schemeClr val="dk1"/>
                </a:solidFill>
              </a:defRPr>
            </a:lvl1pPr>
            <a:lvl2pPr lvl="1" rtl="0">
              <a:spcBef>
                <a:spcPts val="1000"/>
              </a:spcBef>
              <a:spcAft>
                <a:spcPts val="0"/>
              </a:spcAft>
              <a:buSzPts val="1400"/>
              <a:buNone/>
              <a:defRPr/>
            </a:lvl2pPr>
            <a:lvl3pPr lvl="2" rtl="0">
              <a:spcBef>
                <a:spcPts val="1000"/>
              </a:spcBef>
              <a:spcAft>
                <a:spcPts val="0"/>
              </a:spcAft>
              <a:buSzPts val="1400"/>
              <a:buNone/>
              <a:defRPr/>
            </a:lvl3pPr>
            <a:lvl4pPr lvl="3" rtl="0">
              <a:spcBef>
                <a:spcPts val="1000"/>
              </a:spcBef>
              <a:spcAft>
                <a:spcPts val="0"/>
              </a:spcAft>
              <a:buSzPts val="1400"/>
              <a:buNone/>
              <a:defRPr/>
            </a:lvl4pPr>
            <a:lvl5pPr lvl="4" rtl="0">
              <a:spcBef>
                <a:spcPts val="1000"/>
              </a:spcBef>
              <a:spcAft>
                <a:spcPts val="0"/>
              </a:spcAft>
              <a:buSzPts val="1400"/>
              <a:buNone/>
              <a:defRPr/>
            </a:lvl5pPr>
            <a:lvl6pPr lvl="5" rtl="0">
              <a:spcBef>
                <a:spcPts val="1000"/>
              </a:spcBef>
              <a:spcAft>
                <a:spcPts val="0"/>
              </a:spcAft>
              <a:buSzPts val="1400"/>
              <a:buNone/>
              <a:defRPr/>
            </a:lvl6pPr>
            <a:lvl7pPr lvl="6" rtl="0">
              <a:spcBef>
                <a:spcPts val="1000"/>
              </a:spcBef>
              <a:spcAft>
                <a:spcPts val="0"/>
              </a:spcAft>
              <a:buSzPts val="1400"/>
              <a:buNone/>
              <a:defRPr/>
            </a:lvl7pPr>
            <a:lvl8pPr lvl="7" rtl="0">
              <a:spcBef>
                <a:spcPts val="1000"/>
              </a:spcBef>
              <a:spcAft>
                <a:spcPts val="0"/>
              </a:spcAft>
              <a:buSzPts val="1400"/>
              <a:buNone/>
              <a:defRPr/>
            </a:lvl8pPr>
            <a:lvl9pPr lvl="8" rtl="0">
              <a:spcBef>
                <a:spcPts val="1000"/>
              </a:spcBef>
              <a:spcAft>
                <a:spcPts val="1000"/>
              </a:spcAft>
              <a:buSzPts val="1400"/>
              <a:buNone/>
              <a:defRPr/>
            </a:lvl9pPr>
          </a:lstStyle>
          <a:p/>
        </p:txBody>
      </p:sp>
      <p:pic>
        <p:nvPicPr>
          <p:cNvPr id="451" name="Google Shape;451;p48"/>
          <p:cNvPicPr preferRelativeResize="0"/>
          <p:nvPr/>
        </p:nvPicPr>
        <p:blipFill>
          <a:blip r:embed="rId3">
            <a:alphaModFix/>
          </a:blip>
          <a:stretch>
            <a:fillRect/>
          </a:stretch>
        </p:blipFill>
        <p:spPr>
          <a:xfrm>
            <a:off x="-762396" y="0"/>
            <a:ext cx="548700" cy="2288640"/>
          </a:xfrm>
          <a:prstGeom prst="rect">
            <a:avLst/>
          </a:prstGeom>
          <a:noFill/>
          <a:ln>
            <a:noFill/>
          </a:ln>
        </p:spPr>
      </p:pic>
      <p:sp>
        <p:nvSpPr>
          <p:cNvPr id="452" name="Google Shape;452;p48"/>
          <p:cNvSpPr txBox="1"/>
          <p:nvPr>
            <p:ph idx="2" type="body"/>
          </p:nvPr>
        </p:nvSpPr>
        <p:spPr>
          <a:xfrm>
            <a:off x="311700" y="1546450"/>
            <a:ext cx="6180300" cy="2865900"/>
          </a:xfrm>
          <a:prstGeom prst="rect">
            <a:avLst/>
          </a:prstGeom>
        </p:spPr>
        <p:txBody>
          <a:bodyPr anchorCtr="0" anchor="t" bIns="91425" lIns="91425" spcFirstLastPara="1" rIns="91425" wrap="square" tIns="91425">
            <a:normAutofit/>
          </a:bodyPr>
          <a:lstStyle>
            <a:lvl1pPr indent="-342900" lvl="0" marL="457200" rtl="0">
              <a:spcBef>
                <a:spcPts val="0"/>
              </a:spcBef>
              <a:spcAft>
                <a:spcPts val="0"/>
              </a:spcAft>
              <a:buSzPts val="1800"/>
              <a:buChar char="●"/>
              <a:defRPr/>
            </a:lvl1pPr>
            <a:lvl2pPr indent="-317500" lvl="1" marL="914400" rtl="0">
              <a:spcBef>
                <a:spcPts val="1000"/>
              </a:spcBef>
              <a:spcAft>
                <a:spcPts val="0"/>
              </a:spcAft>
              <a:buSzPts val="1400"/>
              <a:buChar char="○"/>
              <a:defRPr/>
            </a:lvl2pPr>
            <a:lvl3pPr indent="-317500" lvl="2" marL="1371600" rtl="0">
              <a:spcBef>
                <a:spcPts val="1000"/>
              </a:spcBef>
              <a:spcAft>
                <a:spcPts val="0"/>
              </a:spcAft>
              <a:buSzPts val="1400"/>
              <a:buChar char="■"/>
              <a:defRPr/>
            </a:lvl3pPr>
            <a:lvl4pPr indent="-317500" lvl="3" marL="1828800" rtl="0">
              <a:spcBef>
                <a:spcPts val="1000"/>
              </a:spcBef>
              <a:spcAft>
                <a:spcPts val="0"/>
              </a:spcAft>
              <a:buSzPts val="1400"/>
              <a:buChar char="●"/>
              <a:defRPr/>
            </a:lvl4pPr>
            <a:lvl5pPr indent="-317500" lvl="4" marL="2286000" rtl="0">
              <a:spcBef>
                <a:spcPts val="1000"/>
              </a:spcBef>
              <a:spcAft>
                <a:spcPts val="0"/>
              </a:spcAft>
              <a:buSzPts val="1400"/>
              <a:buChar char="○"/>
              <a:defRPr/>
            </a:lvl5pPr>
            <a:lvl6pPr indent="-317500" lvl="5" marL="2743200" rtl="0">
              <a:spcBef>
                <a:spcPts val="1000"/>
              </a:spcBef>
              <a:spcAft>
                <a:spcPts val="0"/>
              </a:spcAft>
              <a:buSzPts val="1400"/>
              <a:buChar char="■"/>
              <a:defRPr/>
            </a:lvl6pPr>
            <a:lvl7pPr indent="-317500" lvl="6" marL="3200400" rtl="0">
              <a:spcBef>
                <a:spcPts val="1000"/>
              </a:spcBef>
              <a:spcAft>
                <a:spcPts val="0"/>
              </a:spcAft>
              <a:buSzPts val="1400"/>
              <a:buChar char="●"/>
              <a:defRPr/>
            </a:lvl7pPr>
            <a:lvl8pPr indent="-317500" lvl="7" marL="3657600" rtl="0">
              <a:spcBef>
                <a:spcPts val="1000"/>
              </a:spcBef>
              <a:spcAft>
                <a:spcPts val="0"/>
              </a:spcAft>
              <a:buSzPts val="1400"/>
              <a:buChar char="○"/>
              <a:defRPr/>
            </a:lvl8pPr>
            <a:lvl9pPr indent="-317500" lvl="8" marL="4114800" rtl="0">
              <a:spcBef>
                <a:spcPts val="1000"/>
              </a:spcBef>
              <a:spcAft>
                <a:spcPts val="1000"/>
              </a:spcAft>
              <a:buSzPts val="1400"/>
              <a:buChar char="■"/>
              <a:defRPr/>
            </a:lvl9pPr>
          </a:lstStyle>
          <a:p/>
        </p:txBody>
      </p:sp>
      <p:pic>
        <p:nvPicPr>
          <p:cNvPr id="453" name="Google Shape;453;p48"/>
          <p:cNvPicPr preferRelativeResize="0"/>
          <p:nvPr/>
        </p:nvPicPr>
        <p:blipFill>
          <a:blip r:embed="rId4">
            <a:alphaModFix/>
          </a:blip>
          <a:stretch>
            <a:fillRect/>
          </a:stretch>
        </p:blipFill>
        <p:spPr>
          <a:xfrm>
            <a:off x="457529" y="4543025"/>
            <a:ext cx="950976" cy="142646"/>
          </a:xfrm>
          <a:prstGeom prst="rect">
            <a:avLst/>
          </a:prstGeom>
          <a:noFill/>
          <a:ln>
            <a:noFill/>
          </a:ln>
        </p:spPr>
      </p:pic>
      <p:sp>
        <p:nvSpPr>
          <p:cNvPr id="454" name="Google Shape;454;p48"/>
          <p:cNvSpPr txBox="1"/>
          <p:nvPr>
            <p:ph idx="12" type="sldNum"/>
          </p:nvPr>
        </p:nvSpPr>
        <p:spPr>
          <a:xfrm>
            <a:off x="8096041" y="4417542"/>
            <a:ext cx="548700" cy="393600"/>
          </a:xfrm>
          <a:prstGeom prst="rect">
            <a:avLst/>
          </a:prstGeom>
        </p:spPr>
        <p:txBody>
          <a:bodyPr anchorCtr="0" anchor="ctr" bIns="91425" lIns="91425" spcFirstLastPara="1" rIns="91425" wrap="square" tIns="91425">
            <a:normAutofit/>
          </a:bodyPr>
          <a:lstStyle>
            <a:lvl1pPr lvl="0" rtl="0">
              <a:buNone/>
              <a:defRPr>
                <a:solidFill>
                  <a:schemeClr val="lt1"/>
                </a:solidFill>
                <a:latin typeface="Inter"/>
                <a:ea typeface="Inter"/>
                <a:cs typeface="Inter"/>
                <a:sym typeface="Inter"/>
              </a:defRPr>
            </a:lvl1pPr>
            <a:lvl2pPr lvl="1" rtl="0">
              <a:buNone/>
              <a:defRPr>
                <a:solidFill>
                  <a:schemeClr val="lt1"/>
                </a:solidFill>
                <a:latin typeface="Inter"/>
                <a:ea typeface="Inter"/>
                <a:cs typeface="Inter"/>
                <a:sym typeface="Inter"/>
              </a:defRPr>
            </a:lvl2pPr>
            <a:lvl3pPr lvl="2" rtl="0">
              <a:buNone/>
              <a:defRPr>
                <a:solidFill>
                  <a:schemeClr val="lt1"/>
                </a:solidFill>
                <a:latin typeface="Inter"/>
                <a:ea typeface="Inter"/>
                <a:cs typeface="Inter"/>
                <a:sym typeface="Inter"/>
              </a:defRPr>
            </a:lvl3pPr>
            <a:lvl4pPr lvl="3" rtl="0">
              <a:buNone/>
              <a:defRPr>
                <a:solidFill>
                  <a:schemeClr val="lt1"/>
                </a:solidFill>
                <a:latin typeface="Inter"/>
                <a:ea typeface="Inter"/>
                <a:cs typeface="Inter"/>
                <a:sym typeface="Inter"/>
              </a:defRPr>
            </a:lvl4pPr>
            <a:lvl5pPr lvl="4" rtl="0">
              <a:buNone/>
              <a:defRPr>
                <a:solidFill>
                  <a:schemeClr val="lt1"/>
                </a:solidFill>
                <a:latin typeface="Inter"/>
                <a:ea typeface="Inter"/>
                <a:cs typeface="Inter"/>
                <a:sym typeface="Inter"/>
              </a:defRPr>
            </a:lvl5pPr>
            <a:lvl6pPr lvl="5" rtl="0">
              <a:buNone/>
              <a:defRPr>
                <a:solidFill>
                  <a:schemeClr val="lt1"/>
                </a:solidFill>
                <a:latin typeface="Inter"/>
                <a:ea typeface="Inter"/>
                <a:cs typeface="Inter"/>
                <a:sym typeface="Inter"/>
              </a:defRPr>
            </a:lvl6pPr>
            <a:lvl7pPr lvl="6" rtl="0">
              <a:buNone/>
              <a:defRPr>
                <a:solidFill>
                  <a:schemeClr val="lt1"/>
                </a:solidFill>
                <a:latin typeface="Inter"/>
                <a:ea typeface="Inter"/>
                <a:cs typeface="Inter"/>
                <a:sym typeface="Inter"/>
              </a:defRPr>
            </a:lvl7pPr>
            <a:lvl8pPr lvl="7" rtl="0">
              <a:buNone/>
              <a:defRPr>
                <a:solidFill>
                  <a:schemeClr val="lt1"/>
                </a:solidFill>
                <a:latin typeface="Inter"/>
                <a:ea typeface="Inter"/>
                <a:cs typeface="Inter"/>
                <a:sym typeface="Inter"/>
              </a:defRPr>
            </a:lvl8pPr>
            <a:lvl9pPr lvl="8" rtl="0">
              <a:buNone/>
              <a:defRPr>
                <a:solidFill>
                  <a:schemeClr val="lt1"/>
                </a:solidFill>
                <a:latin typeface="Inter"/>
                <a:ea typeface="Inter"/>
                <a:cs typeface="Inter"/>
                <a:sym typeface="Inter"/>
              </a:defRPr>
            </a:lvl9pPr>
          </a:lstStyle>
          <a:p>
            <a:pPr indent="0" lvl="0" marL="0" rtl="0" algn="r">
              <a:spcBef>
                <a:spcPts val="0"/>
              </a:spcBef>
              <a:spcAft>
                <a:spcPts val="0"/>
              </a:spcAft>
              <a:buNone/>
            </a:pPr>
            <a:fld id="{00000000-1234-1234-1234-123412341234}" type="slidenum">
              <a:rPr lang="en"/>
              <a:t>‹#›</a:t>
            </a:fld>
            <a:endParaRPr/>
          </a:p>
        </p:txBody>
      </p:sp>
      <p:sp>
        <p:nvSpPr>
          <p:cNvPr id="455" name="Google Shape;455;p48"/>
          <p:cNvSpPr txBox="1"/>
          <p:nvPr>
            <p:ph idx="3" type="sldNum"/>
          </p:nvPr>
        </p:nvSpPr>
        <p:spPr>
          <a:xfrm>
            <a:off x="8474304" y="4417550"/>
            <a:ext cx="281700" cy="393600"/>
          </a:xfrm>
          <a:prstGeom prst="rect">
            <a:avLst/>
          </a:prstGeom>
        </p:spPr>
        <p:txBody>
          <a:bodyPr anchorCtr="0" anchor="ctr" bIns="91425" lIns="91425" spcFirstLastPara="1" rIns="91425" wrap="square" tIns="91425">
            <a:normAutofit/>
          </a:bodyPr>
          <a:lstStyle>
            <a:lvl1pPr lvl="0" rtl="0" algn="l">
              <a:buNone/>
              <a:defRPr sz="1108">
                <a:solidFill>
                  <a:srgbClr val="666666"/>
                </a:solidFill>
                <a:latin typeface="Inter"/>
                <a:ea typeface="Inter"/>
                <a:cs typeface="Inter"/>
                <a:sym typeface="Inter"/>
              </a:defRPr>
            </a:lvl1pPr>
            <a:lvl2pPr lvl="1" rtl="0" algn="l">
              <a:buNone/>
              <a:defRPr sz="1108">
                <a:solidFill>
                  <a:srgbClr val="666666"/>
                </a:solidFill>
                <a:latin typeface="Inter"/>
                <a:ea typeface="Inter"/>
                <a:cs typeface="Inter"/>
                <a:sym typeface="Inter"/>
              </a:defRPr>
            </a:lvl2pPr>
            <a:lvl3pPr lvl="2" rtl="0" algn="l">
              <a:buNone/>
              <a:defRPr sz="1108">
                <a:solidFill>
                  <a:srgbClr val="666666"/>
                </a:solidFill>
                <a:latin typeface="Inter"/>
                <a:ea typeface="Inter"/>
                <a:cs typeface="Inter"/>
                <a:sym typeface="Inter"/>
              </a:defRPr>
            </a:lvl3pPr>
            <a:lvl4pPr lvl="3" rtl="0" algn="l">
              <a:buNone/>
              <a:defRPr sz="1108">
                <a:solidFill>
                  <a:srgbClr val="666666"/>
                </a:solidFill>
                <a:latin typeface="Inter"/>
                <a:ea typeface="Inter"/>
                <a:cs typeface="Inter"/>
                <a:sym typeface="Inter"/>
              </a:defRPr>
            </a:lvl4pPr>
            <a:lvl5pPr lvl="4" rtl="0" algn="l">
              <a:buNone/>
              <a:defRPr sz="1108">
                <a:solidFill>
                  <a:srgbClr val="666666"/>
                </a:solidFill>
                <a:latin typeface="Inter"/>
                <a:ea typeface="Inter"/>
                <a:cs typeface="Inter"/>
                <a:sym typeface="Inter"/>
              </a:defRPr>
            </a:lvl5pPr>
            <a:lvl6pPr lvl="5" rtl="0" algn="l">
              <a:buNone/>
              <a:defRPr sz="1108">
                <a:solidFill>
                  <a:srgbClr val="666666"/>
                </a:solidFill>
                <a:latin typeface="Inter"/>
                <a:ea typeface="Inter"/>
                <a:cs typeface="Inter"/>
                <a:sym typeface="Inter"/>
              </a:defRPr>
            </a:lvl6pPr>
            <a:lvl7pPr lvl="6" rtl="0" algn="l">
              <a:buNone/>
              <a:defRPr sz="1108">
                <a:solidFill>
                  <a:srgbClr val="666666"/>
                </a:solidFill>
                <a:latin typeface="Inter"/>
                <a:ea typeface="Inter"/>
                <a:cs typeface="Inter"/>
                <a:sym typeface="Inter"/>
              </a:defRPr>
            </a:lvl7pPr>
            <a:lvl8pPr lvl="7" rtl="0" algn="l">
              <a:buNone/>
              <a:defRPr sz="1108">
                <a:solidFill>
                  <a:srgbClr val="666666"/>
                </a:solidFill>
                <a:latin typeface="Inter"/>
                <a:ea typeface="Inter"/>
                <a:cs typeface="Inter"/>
                <a:sym typeface="Inter"/>
              </a:defRPr>
            </a:lvl8pPr>
            <a:lvl9pPr lvl="8" rtl="0" algn="l">
              <a:buNone/>
              <a:defRPr sz="1108">
                <a:solidFill>
                  <a:srgbClr val="666666"/>
                </a:solidFill>
                <a:latin typeface="Inter"/>
                <a:ea typeface="Inter"/>
                <a:cs typeface="Inter"/>
                <a:sym typeface="Inter"/>
              </a:defRPr>
            </a:lvl9pPr>
          </a:lstStyle>
          <a:p>
            <a:pPr indent="0" lvl="0" marL="0" rtl="0" algn="l">
              <a:spcBef>
                <a:spcPts val="0"/>
              </a:spcBef>
              <a:spcAft>
                <a:spcPts val="0"/>
              </a:spcAft>
              <a:buNone/>
            </a:pPr>
            <a:r>
              <a:rPr lang="en"/>
              <a:t xml:space="preserve"> /</a:t>
            </a:r>
            <a:endParaRPr/>
          </a:p>
        </p:txBody>
      </p:sp>
    </p:spTree>
  </p:cSld>
  <p:clrMapOvr>
    <a:masterClrMapping/>
  </p:clrMapOvr>
</p:sldLayout>
</file>

<file path=ppt/slideLayouts/slideLayout4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tatement (5)">
  <p:cSld name="TITLE_ONLY_2_1_2_1_1">
    <p:bg>
      <p:bgPr>
        <a:blipFill>
          <a:blip r:embed="rId2">
            <a:alphaModFix/>
          </a:blip>
          <a:stretch>
            <a:fillRect/>
          </a:stretch>
        </a:blipFill>
      </p:bgPr>
    </p:bg>
    <p:spTree>
      <p:nvGrpSpPr>
        <p:cNvPr id="456" name="Shape 456"/>
        <p:cNvGrpSpPr/>
        <p:nvPr/>
      </p:nvGrpSpPr>
      <p:grpSpPr>
        <a:xfrm>
          <a:off x="0" y="0"/>
          <a:ext cx="0" cy="0"/>
          <a:chOff x="0" y="0"/>
          <a:chExt cx="0" cy="0"/>
        </a:xfrm>
      </p:grpSpPr>
      <p:sp>
        <p:nvSpPr>
          <p:cNvPr id="457" name="Google Shape;457;p49"/>
          <p:cNvSpPr txBox="1"/>
          <p:nvPr>
            <p:ph type="title"/>
          </p:nvPr>
        </p:nvSpPr>
        <p:spPr>
          <a:xfrm>
            <a:off x="311700" y="445025"/>
            <a:ext cx="6180300" cy="572700"/>
          </a:xfrm>
          <a:prstGeom prst="rect">
            <a:avLst/>
          </a:prstGeom>
        </p:spPr>
        <p:txBody>
          <a:bodyPr anchorCtr="0" anchor="t" bIns="91425" lIns="91425" spcFirstLastPara="1" rIns="91425" wrap="square" tIns="91425">
            <a:normAutofit/>
          </a:bodyPr>
          <a:lstStyle>
            <a:lvl1pPr lvl="0" rtl="0">
              <a:spcBef>
                <a:spcPts val="0"/>
              </a:spcBef>
              <a:spcAft>
                <a:spcPts val="0"/>
              </a:spcAft>
              <a:buSzPts val="3200"/>
              <a:buFont typeface="Inter ExtraBold"/>
              <a:buNone/>
              <a:defRPr sz="3200">
                <a:latin typeface="Inter ExtraBold"/>
                <a:ea typeface="Inter ExtraBold"/>
                <a:cs typeface="Inter ExtraBold"/>
                <a:sym typeface="Inter ExtraBold"/>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p:txBody>
      </p:sp>
      <p:sp>
        <p:nvSpPr>
          <p:cNvPr id="458" name="Google Shape;458;p49"/>
          <p:cNvSpPr txBox="1"/>
          <p:nvPr>
            <p:ph idx="1" type="subTitle"/>
          </p:nvPr>
        </p:nvSpPr>
        <p:spPr>
          <a:xfrm>
            <a:off x="311700" y="973750"/>
            <a:ext cx="6180300" cy="5727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dk1"/>
              </a:buClr>
              <a:buSzPts val="1800"/>
              <a:buNone/>
              <a:defRPr>
                <a:solidFill>
                  <a:schemeClr val="dk1"/>
                </a:solidFill>
              </a:defRPr>
            </a:lvl1pPr>
            <a:lvl2pPr lvl="1" rtl="0">
              <a:spcBef>
                <a:spcPts val="1000"/>
              </a:spcBef>
              <a:spcAft>
                <a:spcPts val="0"/>
              </a:spcAft>
              <a:buSzPts val="1400"/>
              <a:buNone/>
              <a:defRPr/>
            </a:lvl2pPr>
            <a:lvl3pPr lvl="2" rtl="0">
              <a:spcBef>
                <a:spcPts val="1000"/>
              </a:spcBef>
              <a:spcAft>
                <a:spcPts val="0"/>
              </a:spcAft>
              <a:buSzPts val="1400"/>
              <a:buNone/>
              <a:defRPr/>
            </a:lvl3pPr>
            <a:lvl4pPr lvl="3" rtl="0">
              <a:spcBef>
                <a:spcPts val="1000"/>
              </a:spcBef>
              <a:spcAft>
                <a:spcPts val="0"/>
              </a:spcAft>
              <a:buSzPts val="1400"/>
              <a:buNone/>
              <a:defRPr/>
            </a:lvl4pPr>
            <a:lvl5pPr lvl="4" rtl="0">
              <a:spcBef>
                <a:spcPts val="1000"/>
              </a:spcBef>
              <a:spcAft>
                <a:spcPts val="0"/>
              </a:spcAft>
              <a:buSzPts val="1400"/>
              <a:buNone/>
              <a:defRPr/>
            </a:lvl5pPr>
            <a:lvl6pPr lvl="5" rtl="0">
              <a:spcBef>
                <a:spcPts val="1000"/>
              </a:spcBef>
              <a:spcAft>
                <a:spcPts val="0"/>
              </a:spcAft>
              <a:buSzPts val="1400"/>
              <a:buNone/>
              <a:defRPr/>
            </a:lvl6pPr>
            <a:lvl7pPr lvl="6" rtl="0">
              <a:spcBef>
                <a:spcPts val="1000"/>
              </a:spcBef>
              <a:spcAft>
                <a:spcPts val="0"/>
              </a:spcAft>
              <a:buSzPts val="1400"/>
              <a:buNone/>
              <a:defRPr/>
            </a:lvl7pPr>
            <a:lvl8pPr lvl="7" rtl="0">
              <a:spcBef>
                <a:spcPts val="1000"/>
              </a:spcBef>
              <a:spcAft>
                <a:spcPts val="0"/>
              </a:spcAft>
              <a:buSzPts val="1400"/>
              <a:buNone/>
              <a:defRPr/>
            </a:lvl8pPr>
            <a:lvl9pPr lvl="8" rtl="0">
              <a:spcBef>
                <a:spcPts val="1000"/>
              </a:spcBef>
              <a:spcAft>
                <a:spcPts val="1000"/>
              </a:spcAft>
              <a:buSzPts val="1400"/>
              <a:buNone/>
              <a:defRPr/>
            </a:lvl9pPr>
          </a:lstStyle>
          <a:p/>
        </p:txBody>
      </p:sp>
      <p:pic>
        <p:nvPicPr>
          <p:cNvPr id="459" name="Google Shape;459;p49"/>
          <p:cNvPicPr preferRelativeResize="0"/>
          <p:nvPr/>
        </p:nvPicPr>
        <p:blipFill>
          <a:blip r:embed="rId3">
            <a:alphaModFix/>
          </a:blip>
          <a:stretch>
            <a:fillRect/>
          </a:stretch>
        </p:blipFill>
        <p:spPr>
          <a:xfrm>
            <a:off x="-762396" y="0"/>
            <a:ext cx="548700" cy="2288640"/>
          </a:xfrm>
          <a:prstGeom prst="rect">
            <a:avLst/>
          </a:prstGeom>
          <a:noFill/>
          <a:ln>
            <a:noFill/>
          </a:ln>
        </p:spPr>
      </p:pic>
      <p:sp>
        <p:nvSpPr>
          <p:cNvPr id="460" name="Google Shape;460;p49"/>
          <p:cNvSpPr txBox="1"/>
          <p:nvPr>
            <p:ph idx="2" type="body"/>
          </p:nvPr>
        </p:nvSpPr>
        <p:spPr>
          <a:xfrm>
            <a:off x="311700" y="1546450"/>
            <a:ext cx="6180300" cy="2865900"/>
          </a:xfrm>
          <a:prstGeom prst="rect">
            <a:avLst/>
          </a:prstGeom>
        </p:spPr>
        <p:txBody>
          <a:bodyPr anchorCtr="0" anchor="t" bIns="91425" lIns="91425" spcFirstLastPara="1" rIns="91425" wrap="square" tIns="91425">
            <a:normAutofit/>
          </a:bodyPr>
          <a:lstStyle>
            <a:lvl1pPr indent="-342900" lvl="0" marL="457200" rtl="0">
              <a:spcBef>
                <a:spcPts val="0"/>
              </a:spcBef>
              <a:spcAft>
                <a:spcPts val="0"/>
              </a:spcAft>
              <a:buSzPts val="1800"/>
              <a:buChar char="●"/>
              <a:defRPr/>
            </a:lvl1pPr>
            <a:lvl2pPr indent="-317500" lvl="1" marL="914400" rtl="0">
              <a:spcBef>
                <a:spcPts val="1000"/>
              </a:spcBef>
              <a:spcAft>
                <a:spcPts val="0"/>
              </a:spcAft>
              <a:buSzPts val="1400"/>
              <a:buChar char="○"/>
              <a:defRPr/>
            </a:lvl2pPr>
            <a:lvl3pPr indent="-317500" lvl="2" marL="1371600" rtl="0">
              <a:spcBef>
                <a:spcPts val="1000"/>
              </a:spcBef>
              <a:spcAft>
                <a:spcPts val="0"/>
              </a:spcAft>
              <a:buSzPts val="1400"/>
              <a:buChar char="■"/>
              <a:defRPr/>
            </a:lvl3pPr>
            <a:lvl4pPr indent="-317500" lvl="3" marL="1828800" rtl="0">
              <a:spcBef>
                <a:spcPts val="1000"/>
              </a:spcBef>
              <a:spcAft>
                <a:spcPts val="0"/>
              </a:spcAft>
              <a:buSzPts val="1400"/>
              <a:buChar char="●"/>
              <a:defRPr/>
            </a:lvl4pPr>
            <a:lvl5pPr indent="-317500" lvl="4" marL="2286000" rtl="0">
              <a:spcBef>
                <a:spcPts val="1000"/>
              </a:spcBef>
              <a:spcAft>
                <a:spcPts val="0"/>
              </a:spcAft>
              <a:buSzPts val="1400"/>
              <a:buChar char="○"/>
              <a:defRPr/>
            </a:lvl5pPr>
            <a:lvl6pPr indent="-317500" lvl="5" marL="2743200" rtl="0">
              <a:spcBef>
                <a:spcPts val="1000"/>
              </a:spcBef>
              <a:spcAft>
                <a:spcPts val="0"/>
              </a:spcAft>
              <a:buSzPts val="1400"/>
              <a:buChar char="■"/>
              <a:defRPr/>
            </a:lvl6pPr>
            <a:lvl7pPr indent="-317500" lvl="6" marL="3200400" rtl="0">
              <a:spcBef>
                <a:spcPts val="1000"/>
              </a:spcBef>
              <a:spcAft>
                <a:spcPts val="0"/>
              </a:spcAft>
              <a:buSzPts val="1400"/>
              <a:buChar char="●"/>
              <a:defRPr/>
            </a:lvl7pPr>
            <a:lvl8pPr indent="-317500" lvl="7" marL="3657600" rtl="0">
              <a:spcBef>
                <a:spcPts val="1000"/>
              </a:spcBef>
              <a:spcAft>
                <a:spcPts val="0"/>
              </a:spcAft>
              <a:buSzPts val="1400"/>
              <a:buChar char="○"/>
              <a:defRPr/>
            </a:lvl8pPr>
            <a:lvl9pPr indent="-317500" lvl="8" marL="4114800" rtl="0">
              <a:spcBef>
                <a:spcPts val="1000"/>
              </a:spcBef>
              <a:spcAft>
                <a:spcPts val="1000"/>
              </a:spcAft>
              <a:buSzPts val="1400"/>
              <a:buChar char="■"/>
              <a:defRPr/>
            </a:lvl9pPr>
          </a:lstStyle>
          <a:p/>
        </p:txBody>
      </p:sp>
      <p:pic>
        <p:nvPicPr>
          <p:cNvPr id="461" name="Google Shape;461;p49"/>
          <p:cNvPicPr preferRelativeResize="0"/>
          <p:nvPr/>
        </p:nvPicPr>
        <p:blipFill>
          <a:blip r:embed="rId4">
            <a:alphaModFix/>
          </a:blip>
          <a:stretch>
            <a:fillRect/>
          </a:stretch>
        </p:blipFill>
        <p:spPr>
          <a:xfrm>
            <a:off x="457529" y="4543025"/>
            <a:ext cx="950976" cy="142646"/>
          </a:xfrm>
          <a:prstGeom prst="rect">
            <a:avLst/>
          </a:prstGeom>
          <a:noFill/>
          <a:ln>
            <a:noFill/>
          </a:ln>
        </p:spPr>
      </p:pic>
      <p:sp>
        <p:nvSpPr>
          <p:cNvPr id="462" name="Google Shape;462;p49"/>
          <p:cNvSpPr txBox="1"/>
          <p:nvPr>
            <p:ph idx="12" type="sldNum"/>
          </p:nvPr>
        </p:nvSpPr>
        <p:spPr>
          <a:xfrm>
            <a:off x="8096041" y="4417542"/>
            <a:ext cx="548700" cy="393600"/>
          </a:xfrm>
          <a:prstGeom prst="rect">
            <a:avLst/>
          </a:prstGeom>
        </p:spPr>
        <p:txBody>
          <a:bodyPr anchorCtr="0" anchor="ctr" bIns="91425" lIns="91425" spcFirstLastPara="1" rIns="91425" wrap="square" tIns="91425">
            <a:normAutofit/>
          </a:bodyPr>
          <a:lstStyle>
            <a:lvl1pPr lvl="0" rtl="0">
              <a:buNone/>
              <a:defRPr>
                <a:solidFill>
                  <a:schemeClr val="lt1"/>
                </a:solidFill>
                <a:latin typeface="Inter"/>
                <a:ea typeface="Inter"/>
                <a:cs typeface="Inter"/>
                <a:sym typeface="Inter"/>
              </a:defRPr>
            </a:lvl1pPr>
            <a:lvl2pPr lvl="1" rtl="0">
              <a:buNone/>
              <a:defRPr>
                <a:solidFill>
                  <a:schemeClr val="lt1"/>
                </a:solidFill>
                <a:latin typeface="Inter"/>
                <a:ea typeface="Inter"/>
                <a:cs typeface="Inter"/>
                <a:sym typeface="Inter"/>
              </a:defRPr>
            </a:lvl2pPr>
            <a:lvl3pPr lvl="2" rtl="0">
              <a:buNone/>
              <a:defRPr>
                <a:solidFill>
                  <a:schemeClr val="lt1"/>
                </a:solidFill>
                <a:latin typeface="Inter"/>
                <a:ea typeface="Inter"/>
                <a:cs typeface="Inter"/>
                <a:sym typeface="Inter"/>
              </a:defRPr>
            </a:lvl3pPr>
            <a:lvl4pPr lvl="3" rtl="0">
              <a:buNone/>
              <a:defRPr>
                <a:solidFill>
                  <a:schemeClr val="lt1"/>
                </a:solidFill>
                <a:latin typeface="Inter"/>
                <a:ea typeface="Inter"/>
                <a:cs typeface="Inter"/>
                <a:sym typeface="Inter"/>
              </a:defRPr>
            </a:lvl4pPr>
            <a:lvl5pPr lvl="4" rtl="0">
              <a:buNone/>
              <a:defRPr>
                <a:solidFill>
                  <a:schemeClr val="lt1"/>
                </a:solidFill>
                <a:latin typeface="Inter"/>
                <a:ea typeface="Inter"/>
                <a:cs typeface="Inter"/>
                <a:sym typeface="Inter"/>
              </a:defRPr>
            </a:lvl5pPr>
            <a:lvl6pPr lvl="5" rtl="0">
              <a:buNone/>
              <a:defRPr>
                <a:solidFill>
                  <a:schemeClr val="lt1"/>
                </a:solidFill>
                <a:latin typeface="Inter"/>
                <a:ea typeface="Inter"/>
                <a:cs typeface="Inter"/>
                <a:sym typeface="Inter"/>
              </a:defRPr>
            </a:lvl6pPr>
            <a:lvl7pPr lvl="6" rtl="0">
              <a:buNone/>
              <a:defRPr>
                <a:solidFill>
                  <a:schemeClr val="lt1"/>
                </a:solidFill>
                <a:latin typeface="Inter"/>
                <a:ea typeface="Inter"/>
                <a:cs typeface="Inter"/>
                <a:sym typeface="Inter"/>
              </a:defRPr>
            </a:lvl7pPr>
            <a:lvl8pPr lvl="7" rtl="0">
              <a:buNone/>
              <a:defRPr>
                <a:solidFill>
                  <a:schemeClr val="lt1"/>
                </a:solidFill>
                <a:latin typeface="Inter"/>
                <a:ea typeface="Inter"/>
                <a:cs typeface="Inter"/>
                <a:sym typeface="Inter"/>
              </a:defRPr>
            </a:lvl8pPr>
            <a:lvl9pPr lvl="8" rtl="0">
              <a:buNone/>
              <a:defRPr>
                <a:solidFill>
                  <a:schemeClr val="lt1"/>
                </a:solidFill>
                <a:latin typeface="Inter"/>
                <a:ea typeface="Inter"/>
                <a:cs typeface="Inter"/>
                <a:sym typeface="Inter"/>
              </a:defRPr>
            </a:lvl9pPr>
          </a:lstStyle>
          <a:p>
            <a:pPr indent="0" lvl="0" marL="0" rtl="0" algn="r">
              <a:spcBef>
                <a:spcPts val="0"/>
              </a:spcBef>
              <a:spcAft>
                <a:spcPts val="0"/>
              </a:spcAft>
              <a:buNone/>
            </a:pPr>
            <a:fld id="{00000000-1234-1234-1234-123412341234}" type="slidenum">
              <a:rPr lang="en"/>
              <a:t>‹#›</a:t>
            </a:fld>
            <a:endParaRPr/>
          </a:p>
        </p:txBody>
      </p:sp>
      <p:sp>
        <p:nvSpPr>
          <p:cNvPr id="463" name="Google Shape;463;p49"/>
          <p:cNvSpPr txBox="1"/>
          <p:nvPr>
            <p:ph idx="3" type="sldNum"/>
          </p:nvPr>
        </p:nvSpPr>
        <p:spPr>
          <a:xfrm>
            <a:off x="8474304" y="4417550"/>
            <a:ext cx="281700" cy="393600"/>
          </a:xfrm>
          <a:prstGeom prst="rect">
            <a:avLst/>
          </a:prstGeom>
        </p:spPr>
        <p:txBody>
          <a:bodyPr anchorCtr="0" anchor="ctr" bIns="91425" lIns="91425" spcFirstLastPara="1" rIns="91425" wrap="square" tIns="91425">
            <a:normAutofit/>
          </a:bodyPr>
          <a:lstStyle>
            <a:lvl1pPr lvl="0" rtl="0" algn="l">
              <a:buNone/>
              <a:defRPr sz="1108">
                <a:solidFill>
                  <a:srgbClr val="666666"/>
                </a:solidFill>
                <a:latin typeface="Inter"/>
                <a:ea typeface="Inter"/>
                <a:cs typeface="Inter"/>
                <a:sym typeface="Inter"/>
              </a:defRPr>
            </a:lvl1pPr>
            <a:lvl2pPr lvl="1" rtl="0" algn="l">
              <a:buNone/>
              <a:defRPr sz="1108">
                <a:solidFill>
                  <a:srgbClr val="666666"/>
                </a:solidFill>
                <a:latin typeface="Inter"/>
                <a:ea typeface="Inter"/>
                <a:cs typeface="Inter"/>
                <a:sym typeface="Inter"/>
              </a:defRPr>
            </a:lvl2pPr>
            <a:lvl3pPr lvl="2" rtl="0" algn="l">
              <a:buNone/>
              <a:defRPr sz="1108">
                <a:solidFill>
                  <a:srgbClr val="666666"/>
                </a:solidFill>
                <a:latin typeface="Inter"/>
                <a:ea typeface="Inter"/>
                <a:cs typeface="Inter"/>
                <a:sym typeface="Inter"/>
              </a:defRPr>
            </a:lvl3pPr>
            <a:lvl4pPr lvl="3" rtl="0" algn="l">
              <a:buNone/>
              <a:defRPr sz="1108">
                <a:solidFill>
                  <a:srgbClr val="666666"/>
                </a:solidFill>
                <a:latin typeface="Inter"/>
                <a:ea typeface="Inter"/>
                <a:cs typeface="Inter"/>
                <a:sym typeface="Inter"/>
              </a:defRPr>
            </a:lvl4pPr>
            <a:lvl5pPr lvl="4" rtl="0" algn="l">
              <a:buNone/>
              <a:defRPr sz="1108">
                <a:solidFill>
                  <a:srgbClr val="666666"/>
                </a:solidFill>
                <a:latin typeface="Inter"/>
                <a:ea typeface="Inter"/>
                <a:cs typeface="Inter"/>
                <a:sym typeface="Inter"/>
              </a:defRPr>
            </a:lvl5pPr>
            <a:lvl6pPr lvl="5" rtl="0" algn="l">
              <a:buNone/>
              <a:defRPr sz="1108">
                <a:solidFill>
                  <a:srgbClr val="666666"/>
                </a:solidFill>
                <a:latin typeface="Inter"/>
                <a:ea typeface="Inter"/>
                <a:cs typeface="Inter"/>
                <a:sym typeface="Inter"/>
              </a:defRPr>
            </a:lvl6pPr>
            <a:lvl7pPr lvl="6" rtl="0" algn="l">
              <a:buNone/>
              <a:defRPr sz="1108">
                <a:solidFill>
                  <a:srgbClr val="666666"/>
                </a:solidFill>
                <a:latin typeface="Inter"/>
                <a:ea typeface="Inter"/>
                <a:cs typeface="Inter"/>
                <a:sym typeface="Inter"/>
              </a:defRPr>
            </a:lvl7pPr>
            <a:lvl8pPr lvl="7" rtl="0" algn="l">
              <a:buNone/>
              <a:defRPr sz="1108">
                <a:solidFill>
                  <a:srgbClr val="666666"/>
                </a:solidFill>
                <a:latin typeface="Inter"/>
                <a:ea typeface="Inter"/>
                <a:cs typeface="Inter"/>
                <a:sym typeface="Inter"/>
              </a:defRPr>
            </a:lvl8pPr>
            <a:lvl9pPr lvl="8" rtl="0" algn="l">
              <a:buNone/>
              <a:defRPr sz="1108">
                <a:solidFill>
                  <a:srgbClr val="666666"/>
                </a:solidFill>
                <a:latin typeface="Inter"/>
                <a:ea typeface="Inter"/>
                <a:cs typeface="Inter"/>
                <a:sym typeface="Inter"/>
              </a:defRPr>
            </a:lvl9pPr>
          </a:lstStyle>
          <a:p>
            <a:pPr indent="0" lvl="0" marL="0" rtl="0" algn="l">
              <a:spcBef>
                <a:spcPts val="0"/>
              </a:spcBef>
              <a:spcAft>
                <a:spcPts val="0"/>
              </a:spcAft>
              <a:buNone/>
            </a:pPr>
            <a:r>
              <a:rPr lang="en"/>
              <a:t xml:space="preserve"> /</a:t>
            </a:r>
            <a:endParaRPr/>
          </a:p>
        </p:txBody>
      </p:sp>
    </p:spTree>
  </p:cSld>
  <p:clrMapOvr>
    <a:masterClrMapping/>
  </p:clrMapOvr>
</p:sldLayout>
</file>

<file path=ppt/slideLayouts/slideLayout4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2 1 1">
  <p:cSld name="TITLE_ONLY_2_1_1">
    <p:bg>
      <p:bgPr>
        <a:blipFill>
          <a:blip r:embed="rId2">
            <a:alphaModFix/>
          </a:blip>
          <a:stretch>
            <a:fillRect/>
          </a:stretch>
        </a:blipFill>
      </p:bgPr>
    </p:bg>
    <p:spTree>
      <p:nvGrpSpPr>
        <p:cNvPr id="464" name="Shape 464"/>
        <p:cNvGrpSpPr/>
        <p:nvPr/>
      </p:nvGrpSpPr>
      <p:grpSpPr>
        <a:xfrm>
          <a:off x="0" y="0"/>
          <a:ext cx="0" cy="0"/>
          <a:chOff x="0" y="0"/>
          <a:chExt cx="0" cy="0"/>
        </a:xfrm>
      </p:grpSpPr>
      <p:sp>
        <p:nvSpPr>
          <p:cNvPr id="465" name="Google Shape;465;p50"/>
          <p:cNvSpPr txBox="1"/>
          <p:nvPr>
            <p:ph type="title"/>
          </p:nvPr>
        </p:nvSpPr>
        <p:spPr>
          <a:xfrm>
            <a:off x="1481850" y="1302275"/>
            <a:ext cx="6180300" cy="5727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dk1"/>
              </a:buClr>
              <a:buSzPts val="3200"/>
              <a:buFont typeface="Inter Medium"/>
              <a:buNone/>
              <a:defRPr sz="3200">
                <a:solidFill>
                  <a:schemeClr val="dk1"/>
                </a:solidFill>
                <a:latin typeface="Inter Medium"/>
                <a:ea typeface="Inter Medium"/>
                <a:cs typeface="Inter Medium"/>
                <a:sym typeface="Inter Medium"/>
              </a:defRPr>
            </a:lvl1pPr>
            <a:lvl2pPr lvl="1" rtl="0" algn="ctr">
              <a:spcBef>
                <a:spcPts val="0"/>
              </a:spcBef>
              <a:spcAft>
                <a:spcPts val="0"/>
              </a:spcAft>
              <a:buSzPts val="2800"/>
              <a:buNone/>
              <a:defRPr/>
            </a:lvl2pPr>
            <a:lvl3pPr lvl="2" rtl="0" algn="ctr">
              <a:spcBef>
                <a:spcPts val="0"/>
              </a:spcBef>
              <a:spcAft>
                <a:spcPts val="0"/>
              </a:spcAft>
              <a:buSzPts val="2800"/>
              <a:buNone/>
              <a:defRPr/>
            </a:lvl3pPr>
            <a:lvl4pPr lvl="3" rtl="0" algn="ctr">
              <a:spcBef>
                <a:spcPts val="0"/>
              </a:spcBef>
              <a:spcAft>
                <a:spcPts val="0"/>
              </a:spcAft>
              <a:buSzPts val="2800"/>
              <a:buNone/>
              <a:defRPr/>
            </a:lvl4pPr>
            <a:lvl5pPr lvl="4" rtl="0" algn="ctr">
              <a:spcBef>
                <a:spcPts val="0"/>
              </a:spcBef>
              <a:spcAft>
                <a:spcPts val="0"/>
              </a:spcAft>
              <a:buSzPts val="2800"/>
              <a:buNone/>
              <a:defRPr/>
            </a:lvl5pPr>
            <a:lvl6pPr lvl="5" rtl="0" algn="ctr">
              <a:spcBef>
                <a:spcPts val="0"/>
              </a:spcBef>
              <a:spcAft>
                <a:spcPts val="0"/>
              </a:spcAft>
              <a:buSzPts val="2800"/>
              <a:buNone/>
              <a:defRPr/>
            </a:lvl6pPr>
            <a:lvl7pPr lvl="6" rtl="0" algn="ctr">
              <a:spcBef>
                <a:spcPts val="0"/>
              </a:spcBef>
              <a:spcAft>
                <a:spcPts val="0"/>
              </a:spcAft>
              <a:buSzPts val="2800"/>
              <a:buNone/>
              <a:defRPr/>
            </a:lvl7pPr>
            <a:lvl8pPr lvl="7" rtl="0" algn="ctr">
              <a:spcBef>
                <a:spcPts val="0"/>
              </a:spcBef>
              <a:spcAft>
                <a:spcPts val="0"/>
              </a:spcAft>
              <a:buSzPts val="2800"/>
              <a:buNone/>
              <a:defRPr/>
            </a:lvl8pPr>
            <a:lvl9pPr lvl="8" rtl="0" algn="ctr">
              <a:spcBef>
                <a:spcPts val="0"/>
              </a:spcBef>
              <a:spcAft>
                <a:spcPts val="0"/>
              </a:spcAft>
              <a:buSzPts val="2800"/>
              <a:buNone/>
              <a:defRPr/>
            </a:lvl9pPr>
          </a:lstStyle>
          <a:p/>
        </p:txBody>
      </p:sp>
      <p:sp>
        <p:nvSpPr>
          <p:cNvPr id="466" name="Google Shape;466;p50"/>
          <p:cNvSpPr txBox="1"/>
          <p:nvPr>
            <p:ph idx="1" type="subTitle"/>
          </p:nvPr>
        </p:nvSpPr>
        <p:spPr>
          <a:xfrm>
            <a:off x="2285825" y="1802425"/>
            <a:ext cx="4572300" cy="1655400"/>
          </a:xfrm>
          <a:prstGeom prst="rect">
            <a:avLst/>
          </a:prstGeom>
        </p:spPr>
        <p:txBody>
          <a:bodyPr anchorCtr="0" anchor="ctr" bIns="91425" lIns="91425" spcFirstLastPara="1" rIns="91425" wrap="square" tIns="91425">
            <a:normAutofit/>
          </a:bodyPr>
          <a:lstStyle>
            <a:lvl1pPr lvl="0" rtl="0" algn="ctr">
              <a:spcBef>
                <a:spcPts val="0"/>
              </a:spcBef>
              <a:spcAft>
                <a:spcPts val="0"/>
              </a:spcAft>
              <a:buClr>
                <a:schemeClr val="dk1"/>
              </a:buClr>
              <a:buSzPts val="1800"/>
              <a:buNone/>
              <a:defRPr>
                <a:solidFill>
                  <a:schemeClr val="dk1"/>
                </a:solidFill>
              </a:defRPr>
            </a:lvl1pPr>
            <a:lvl2pPr lvl="1" rtl="0" algn="ctr">
              <a:spcBef>
                <a:spcPts val="1000"/>
              </a:spcBef>
              <a:spcAft>
                <a:spcPts val="0"/>
              </a:spcAft>
              <a:buSzPts val="1400"/>
              <a:buNone/>
              <a:defRPr/>
            </a:lvl2pPr>
            <a:lvl3pPr lvl="2" rtl="0" algn="ctr">
              <a:spcBef>
                <a:spcPts val="1000"/>
              </a:spcBef>
              <a:spcAft>
                <a:spcPts val="0"/>
              </a:spcAft>
              <a:buSzPts val="1400"/>
              <a:buNone/>
              <a:defRPr/>
            </a:lvl3pPr>
            <a:lvl4pPr lvl="3" rtl="0" algn="ctr">
              <a:spcBef>
                <a:spcPts val="1000"/>
              </a:spcBef>
              <a:spcAft>
                <a:spcPts val="0"/>
              </a:spcAft>
              <a:buSzPts val="1400"/>
              <a:buNone/>
              <a:defRPr/>
            </a:lvl4pPr>
            <a:lvl5pPr lvl="4" rtl="0" algn="ctr">
              <a:spcBef>
                <a:spcPts val="1000"/>
              </a:spcBef>
              <a:spcAft>
                <a:spcPts val="0"/>
              </a:spcAft>
              <a:buSzPts val="1400"/>
              <a:buNone/>
              <a:defRPr/>
            </a:lvl5pPr>
            <a:lvl6pPr lvl="5" rtl="0" algn="ctr">
              <a:spcBef>
                <a:spcPts val="1000"/>
              </a:spcBef>
              <a:spcAft>
                <a:spcPts val="0"/>
              </a:spcAft>
              <a:buSzPts val="1400"/>
              <a:buNone/>
              <a:defRPr/>
            </a:lvl6pPr>
            <a:lvl7pPr lvl="6" rtl="0" algn="ctr">
              <a:spcBef>
                <a:spcPts val="1000"/>
              </a:spcBef>
              <a:spcAft>
                <a:spcPts val="0"/>
              </a:spcAft>
              <a:buSzPts val="1400"/>
              <a:buNone/>
              <a:defRPr/>
            </a:lvl7pPr>
            <a:lvl8pPr lvl="7" rtl="0" algn="ctr">
              <a:spcBef>
                <a:spcPts val="1000"/>
              </a:spcBef>
              <a:spcAft>
                <a:spcPts val="0"/>
              </a:spcAft>
              <a:buSzPts val="1400"/>
              <a:buNone/>
              <a:defRPr/>
            </a:lvl8pPr>
            <a:lvl9pPr lvl="8" rtl="0" algn="ctr">
              <a:spcBef>
                <a:spcPts val="1000"/>
              </a:spcBef>
              <a:spcAft>
                <a:spcPts val="1000"/>
              </a:spcAft>
              <a:buSzPts val="1400"/>
              <a:buNone/>
              <a:defRPr/>
            </a:lvl9pPr>
          </a:lstStyle>
          <a:p/>
        </p:txBody>
      </p:sp>
      <p:pic>
        <p:nvPicPr>
          <p:cNvPr id="467" name="Google Shape;467;p50"/>
          <p:cNvPicPr preferRelativeResize="0"/>
          <p:nvPr/>
        </p:nvPicPr>
        <p:blipFill>
          <a:blip r:embed="rId3">
            <a:alphaModFix/>
          </a:blip>
          <a:stretch>
            <a:fillRect/>
          </a:stretch>
        </p:blipFill>
        <p:spPr>
          <a:xfrm>
            <a:off x="-762396" y="0"/>
            <a:ext cx="548700" cy="2288640"/>
          </a:xfrm>
          <a:prstGeom prst="rect">
            <a:avLst/>
          </a:prstGeom>
          <a:noFill/>
          <a:ln>
            <a:noFill/>
          </a:ln>
        </p:spPr>
      </p:pic>
      <p:sp>
        <p:nvSpPr>
          <p:cNvPr id="468" name="Google Shape;468;p50"/>
          <p:cNvSpPr txBox="1"/>
          <p:nvPr>
            <p:ph idx="12" type="sldNum"/>
          </p:nvPr>
        </p:nvSpPr>
        <p:spPr>
          <a:xfrm>
            <a:off x="8096041" y="4417542"/>
            <a:ext cx="548700" cy="393600"/>
          </a:xfrm>
          <a:prstGeom prst="rect">
            <a:avLst/>
          </a:prstGeom>
        </p:spPr>
        <p:txBody>
          <a:bodyPr anchorCtr="0" anchor="ctr" bIns="91425" lIns="91425" spcFirstLastPara="1" rIns="91425" wrap="square" tIns="91425">
            <a:normAutofit/>
          </a:bodyPr>
          <a:lstStyle>
            <a:lvl1pPr lvl="0" rtl="0">
              <a:buNone/>
              <a:defRPr>
                <a:solidFill>
                  <a:schemeClr val="lt1"/>
                </a:solidFill>
                <a:latin typeface="Inter"/>
                <a:ea typeface="Inter"/>
                <a:cs typeface="Inter"/>
                <a:sym typeface="Inter"/>
              </a:defRPr>
            </a:lvl1pPr>
            <a:lvl2pPr lvl="1" rtl="0">
              <a:buNone/>
              <a:defRPr>
                <a:solidFill>
                  <a:schemeClr val="lt1"/>
                </a:solidFill>
                <a:latin typeface="Inter"/>
                <a:ea typeface="Inter"/>
                <a:cs typeface="Inter"/>
                <a:sym typeface="Inter"/>
              </a:defRPr>
            </a:lvl2pPr>
            <a:lvl3pPr lvl="2" rtl="0">
              <a:buNone/>
              <a:defRPr>
                <a:solidFill>
                  <a:schemeClr val="lt1"/>
                </a:solidFill>
                <a:latin typeface="Inter"/>
                <a:ea typeface="Inter"/>
                <a:cs typeface="Inter"/>
                <a:sym typeface="Inter"/>
              </a:defRPr>
            </a:lvl3pPr>
            <a:lvl4pPr lvl="3" rtl="0">
              <a:buNone/>
              <a:defRPr>
                <a:solidFill>
                  <a:schemeClr val="lt1"/>
                </a:solidFill>
                <a:latin typeface="Inter"/>
                <a:ea typeface="Inter"/>
                <a:cs typeface="Inter"/>
                <a:sym typeface="Inter"/>
              </a:defRPr>
            </a:lvl4pPr>
            <a:lvl5pPr lvl="4" rtl="0">
              <a:buNone/>
              <a:defRPr>
                <a:solidFill>
                  <a:schemeClr val="lt1"/>
                </a:solidFill>
                <a:latin typeface="Inter"/>
                <a:ea typeface="Inter"/>
                <a:cs typeface="Inter"/>
                <a:sym typeface="Inter"/>
              </a:defRPr>
            </a:lvl5pPr>
            <a:lvl6pPr lvl="5" rtl="0">
              <a:buNone/>
              <a:defRPr>
                <a:solidFill>
                  <a:schemeClr val="lt1"/>
                </a:solidFill>
                <a:latin typeface="Inter"/>
                <a:ea typeface="Inter"/>
                <a:cs typeface="Inter"/>
                <a:sym typeface="Inter"/>
              </a:defRPr>
            </a:lvl6pPr>
            <a:lvl7pPr lvl="6" rtl="0">
              <a:buNone/>
              <a:defRPr>
                <a:solidFill>
                  <a:schemeClr val="lt1"/>
                </a:solidFill>
                <a:latin typeface="Inter"/>
                <a:ea typeface="Inter"/>
                <a:cs typeface="Inter"/>
                <a:sym typeface="Inter"/>
              </a:defRPr>
            </a:lvl7pPr>
            <a:lvl8pPr lvl="7" rtl="0">
              <a:buNone/>
              <a:defRPr>
                <a:solidFill>
                  <a:schemeClr val="lt1"/>
                </a:solidFill>
                <a:latin typeface="Inter"/>
                <a:ea typeface="Inter"/>
                <a:cs typeface="Inter"/>
                <a:sym typeface="Inter"/>
              </a:defRPr>
            </a:lvl8pPr>
            <a:lvl9pPr lvl="8" rtl="0">
              <a:buNone/>
              <a:defRPr>
                <a:solidFill>
                  <a:schemeClr val="lt1"/>
                </a:solidFill>
                <a:latin typeface="Inter"/>
                <a:ea typeface="Inter"/>
                <a:cs typeface="Inter"/>
                <a:sym typeface="Inter"/>
              </a:defRPr>
            </a:lvl9pPr>
          </a:lstStyle>
          <a:p>
            <a:pPr indent="0" lvl="0" marL="0" rtl="0" algn="r">
              <a:spcBef>
                <a:spcPts val="0"/>
              </a:spcBef>
              <a:spcAft>
                <a:spcPts val="0"/>
              </a:spcAft>
              <a:buNone/>
            </a:pPr>
            <a:fld id="{00000000-1234-1234-1234-123412341234}" type="slidenum">
              <a:rPr lang="en"/>
              <a:t>‹#›</a:t>
            </a:fld>
            <a:endParaRPr/>
          </a:p>
        </p:txBody>
      </p:sp>
      <p:sp>
        <p:nvSpPr>
          <p:cNvPr id="469" name="Google Shape;469;p50"/>
          <p:cNvSpPr txBox="1"/>
          <p:nvPr>
            <p:ph idx="2" type="sldNum"/>
          </p:nvPr>
        </p:nvSpPr>
        <p:spPr>
          <a:xfrm>
            <a:off x="8474304" y="4417550"/>
            <a:ext cx="281700" cy="393600"/>
          </a:xfrm>
          <a:prstGeom prst="rect">
            <a:avLst/>
          </a:prstGeom>
        </p:spPr>
        <p:txBody>
          <a:bodyPr anchorCtr="0" anchor="ctr" bIns="91425" lIns="91425" spcFirstLastPara="1" rIns="91425" wrap="square" tIns="91425">
            <a:normAutofit/>
          </a:bodyPr>
          <a:lstStyle>
            <a:lvl1pPr lvl="0" rtl="0" algn="l">
              <a:buNone/>
              <a:defRPr sz="1108">
                <a:solidFill>
                  <a:srgbClr val="666666"/>
                </a:solidFill>
                <a:latin typeface="Inter"/>
                <a:ea typeface="Inter"/>
                <a:cs typeface="Inter"/>
                <a:sym typeface="Inter"/>
              </a:defRPr>
            </a:lvl1pPr>
            <a:lvl2pPr lvl="1" rtl="0" algn="l">
              <a:buNone/>
              <a:defRPr sz="1108">
                <a:solidFill>
                  <a:srgbClr val="666666"/>
                </a:solidFill>
                <a:latin typeface="Inter"/>
                <a:ea typeface="Inter"/>
                <a:cs typeface="Inter"/>
                <a:sym typeface="Inter"/>
              </a:defRPr>
            </a:lvl2pPr>
            <a:lvl3pPr lvl="2" rtl="0" algn="l">
              <a:buNone/>
              <a:defRPr sz="1108">
                <a:solidFill>
                  <a:srgbClr val="666666"/>
                </a:solidFill>
                <a:latin typeface="Inter"/>
                <a:ea typeface="Inter"/>
                <a:cs typeface="Inter"/>
                <a:sym typeface="Inter"/>
              </a:defRPr>
            </a:lvl3pPr>
            <a:lvl4pPr lvl="3" rtl="0" algn="l">
              <a:buNone/>
              <a:defRPr sz="1108">
                <a:solidFill>
                  <a:srgbClr val="666666"/>
                </a:solidFill>
                <a:latin typeface="Inter"/>
                <a:ea typeface="Inter"/>
                <a:cs typeface="Inter"/>
                <a:sym typeface="Inter"/>
              </a:defRPr>
            </a:lvl4pPr>
            <a:lvl5pPr lvl="4" rtl="0" algn="l">
              <a:buNone/>
              <a:defRPr sz="1108">
                <a:solidFill>
                  <a:srgbClr val="666666"/>
                </a:solidFill>
                <a:latin typeface="Inter"/>
                <a:ea typeface="Inter"/>
                <a:cs typeface="Inter"/>
                <a:sym typeface="Inter"/>
              </a:defRPr>
            </a:lvl5pPr>
            <a:lvl6pPr lvl="5" rtl="0" algn="l">
              <a:buNone/>
              <a:defRPr sz="1108">
                <a:solidFill>
                  <a:srgbClr val="666666"/>
                </a:solidFill>
                <a:latin typeface="Inter"/>
                <a:ea typeface="Inter"/>
                <a:cs typeface="Inter"/>
                <a:sym typeface="Inter"/>
              </a:defRPr>
            </a:lvl6pPr>
            <a:lvl7pPr lvl="6" rtl="0" algn="l">
              <a:buNone/>
              <a:defRPr sz="1108">
                <a:solidFill>
                  <a:srgbClr val="666666"/>
                </a:solidFill>
                <a:latin typeface="Inter"/>
                <a:ea typeface="Inter"/>
                <a:cs typeface="Inter"/>
                <a:sym typeface="Inter"/>
              </a:defRPr>
            </a:lvl7pPr>
            <a:lvl8pPr lvl="7" rtl="0" algn="l">
              <a:buNone/>
              <a:defRPr sz="1108">
                <a:solidFill>
                  <a:srgbClr val="666666"/>
                </a:solidFill>
                <a:latin typeface="Inter"/>
                <a:ea typeface="Inter"/>
                <a:cs typeface="Inter"/>
                <a:sym typeface="Inter"/>
              </a:defRPr>
            </a:lvl8pPr>
            <a:lvl9pPr lvl="8" rtl="0" algn="l">
              <a:buNone/>
              <a:defRPr sz="1108">
                <a:solidFill>
                  <a:srgbClr val="666666"/>
                </a:solidFill>
                <a:latin typeface="Inter"/>
                <a:ea typeface="Inter"/>
                <a:cs typeface="Inter"/>
                <a:sym typeface="Inter"/>
              </a:defRPr>
            </a:lvl9pPr>
          </a:lstStyle>
          <a:p>
            <a:pPr indent="0" lvl="0" marL="0" rtl="0" algn="l">
              <a:spcBef>
                <a:spcPts val="0"/>
              </a:spcBef>
              <a:spcAft>
                <a:spcPts val="0"/>
              </a:spcAft>
              <a:buNone/>
            </a:pPr>
            <a:r>
              <a:rPr lang="en"/>
              <a:t xml:space="preserve"> /</a:t>
            </a:r>
            <a:endParaRPr/>
          </a:p>
        </p:txBody>
      </p:sp>
      <p:pic>
        <p:nvPicPr>
          <p:cNvPr id="470" name="Google Shape;470;p50"/>
          <p:cNvPicPr preferRelativeResize="0"/>
          <p:nvPr/>
        </p:nvPicPr>
        <p:blipFill>
          <a:blip r:embed="rId4">
            <a:alphaModFix/>
          </a:blip>
          <a:stretch>
            <a:fillRect/>
          </a:stretch>
        </p:blipFill>
        <p:spPr>
          <a:xfrm>
            <a:off x="457529" y="4543025"/>
            <a:ext cx="950976" cy="142646"/>
          </a:xfrm>
          <a:prstGeom prst="rect">
            <a:avLst/>
          </a:prstGeom>
          <a:noFill/>
          <a:ln>
            <a:noFill/>
          </a:ln>
        </p:spPr>
      </p:pic>
    </p:spTree>
  </p:cSld>
  <p:clrMapOvr>
    <a:masterClrMapping/>
  </p:clrMapOvr>
</p:sldLayout>
</file>

<file path=ppt/slideLayouts/slideLayout4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1">
  <p:cSld name="TITLE_ONLY_1">
    <p:bg>
      <p:bgPr>
        <a:solidFill>
          <a:schemeClr val="dk1"/>
        </a:solidFill>
      </p:bgPr>
    </p:bg>
    <p:spTree>
      <p:nvGrpSpPr>
        <p:cNvPr id="471" name="Shape 471"/>
        <p:cNvGrpSpPr/>
        <p:nvPr/>
      </p:nvGrpSpPr>
      <p:grpSpPr>
        <a:xfrm>
          <a:off x="0" y="0"/>
          <a:ext cx="0" cy="0"/>
          <a:chOff x="0" y="0"/>
          <a:chExt cx="0" cy="0"/>
        </a:xfrm>
      </p:grpSpPr>
      <p:sp>
        <p:nvSpPr>
          <p:cNvPr id="472" name="Google Shape;472;p51"/>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lt1"/>
              </a:buClr>
              <a:buSzPts val="3200"/>
              <a:buFont typeface="Inter Medium"/>
              <a:buNone/>
              <a:defRPr sz="3200">
                <a:solidFill>
                  <a:schemeClr val="lt1"/>
                </a:solidFill>
                <a:latin typeface="Inter Medium"/>
                <a:ea typeface="Inter Medium"/>
                <a:cs typeface="Inter Medium"/>
                <a:sym typeface="Inter Medium"/>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p:txBody>
      </p:sp>
      <p:sp>
        <p:nvSpPr>
          <p:cNvPr id="473" name="Google Shape;473;p51"/>
          <p:cNvSpPr txBox="1"/>
          <p:nvPr>
            <p:ph idx="1" type="subTitle"/>
          </p:nvPr>
        </p:nvSpPr>
        <p:spPr>
          <a:xfrm>
            <a:off x="311700" y="1055100"/>
            <a:ext cx="8520600" cy="5727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lt1"/>
              </a:buClr>
              <a:buSzPts val="1800"/>
              <a:buNone/>
              <a:defRPr>
                <a:solidFill>
                  <a:schemeClr val="lt1"/>
                </a:solidFill>
              </a:defRPr>
            </a:lvl1pPr>
            <a:lvl2pPr lvl="1" rtl="0">
              <a:spcBef>
                <a:spcPts val="1000"/>
              </a:spcBef>
              <a:spcAft>
                <a:spcPts val="0"/>
              </a:spcAft>
              <a:buSzPts val="1400"/>
              <a:buNone/>
              <a:defRPr/>
            </a:lvl2pPr>
            <a:lvl3pPr lvl="2" rtl="0">
              <a:spcBef>
                <a:spcPts val="1000"/>
              </a:spcBef>
              <a:spcAft>
                <a:spcPts val="0"/>
              </a:spcAft>
              <a:buSzPts val="1400"/>
              <a:buNone/>
              <a:defRPr/>
            </a:lvl3pPr>
            <a:lvl4pPr lvl="3" rtl="0">
              <a:spcBef>
                <a:spcPts val="1000"/>
              </a:spcBef>
              <a:spcAft>
                <a:spcPts val="0"/>
              </a:spcAft>
              <a:buSzPts val="1400"/>
              <a:buNone/>
              <a:defRPr/>
            </a:lvl4pPr>
            <a:lvl5pPr lvl="4" rtl="0">
              <a:spcBef>
                <a:spcPts val="1000"/>
              </a:spcBef>
              <a:spcAft>
                <a:spcPts val="0"/>
              </a:spcAft>
              <a:buSzPts val="1400"/>
              <a:buNone/>
              <a:defRPr/>
            </a:lvl5pPr>
            <a:lvl6pPr lvl="5" rtl="0">
              <a:spcBef>
                <a:spcPts val="1000"/>
              </a:spcBef>
              <a:spcAft>
                <a:spcPts val="0"/>
              </a:spcAft>
              <a:buSzPts val="1400"/>
              <a:buNone/>
              <a:defRPr/>
            </a:lvl6pPr>
            <a:lvl7pPr lvl="6" rtl="0">
              <a:spcBef>
                <a:spcPts val="1000"/>
              </a:spcBef>
              <a:spcAft>
                <a:spcPts val="0"/>
              </a:spcAft>
              <a:buSzPts val="1400"/>
              <a:buNone/>
              <a:defRPr/>
            </a:lvl7pPr>
            <a:lvl8pPr lvl="7" rtl="0">
              <a:spcBef>
                <a:spcPts val="1000"/>
              </a:spcBef>
              <a:spcAft>
                <a:spcPts val="0"/>
              </a:spcAft>
              <a:buSzPts val="1400"/>
              <a:buNone/>
              <a:defRPr/>
            </a:lvl8pPr>
            <a:lvl9pPr lvl="8" rtl="0">
              <a:spcBef>
                <a:spcPts val="1000"/>
              </a:spcBef>
              <a:spcAft>
                <a:spcPts val="1000"/>
              </a:spcAft>
              <a:buSzPts val="1400"/>
              <a:buNone/>
              <a:defRPr/>
            </a:lvl9pPr>
          </a:lstStyle>
          <a:p/>
        </p:txBody>
      </p:sp>
      <p:sp>
        <p:nvSpPr>
          <p:cNvPr id="474" name="Google Shape;474;p51"/>
          <p:cNvSpPr/>
          <p:nvPr/>
        </p:nvSpPr>
        <p:spPr>
          <a:xfrm>
            <a:off x="3252525" y="1724150"/>
            <a:ext cx="2638800" cy="2693400"/>
          </a:xfrm>
          <a:prstGeom prst="rect">
            <a:avLst/>
          </a:prstGeom>
          <a:solidFill>
            <a:srgbClr val="9945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75" name="Google Shape;475;p51"/>
          <p:cNvSpPr/>
          <p:nvPr/>
        </p:nvSpPr>
        <p:spPr>
          <a:xfrm>
            <a:off x="454625" y="1724150"/>
            <a:ext cx="2638800" cy="2693400"/>
          </a:xfrm>
          <a:prstGeom prst="rect">
            <a:avLst/>
          </a:prstGeom>
          <a:solidFill>
            <a:srgbClr val="2EF09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76" name="Google Shape;476;p51"/>
          <p:cNvSpPr/>
          <p:nvPr/>
        </p:nvSpPr>
        <p:spPr>
          <a:xfrm>
            <a:off x="6050425" y="1724150"/>
            <a:ext cx="2638800" cy="2693400"/>
          </a:xfrm>
          <a:prstGeom prst="rect">
            <a:avLst/>
          </a:prstGeom>
          <a:solidFill>
            <a:srgbClr val="FD51F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477" name="Google Shape;477;p51"/>
          <p:cNvPicPr preferRelativeResize="0"/>
          <p:nvPr/>
        </p:nvPicPr>
        <p:blipFill>
          <a:blip r:embed="rId2">
            <a:alphaModFix/>
          </a:blip>
          <a:stretch>
            <a:fillRect/>
          </a:stretch>
        </p:blipFill>
        <p:spPr>
          <a:xfrm>
            <a:off x="-762396" y="0"/>
            <a:ext cx="548700" cy="2288640"/>
          </a:xfrm>
          <a:prstGeom prst="rect">
            <a:avLst/>
          </a:prstGeom>
          <a:noFill/>
          <a:ln>
            <a:noFill/>
          </a:ln>
        </p:spPr>
      </p:pic>
      <p:sp>
        <p:nvSpPr>
          <p:cNvPr id="478" name="Google Shape;478;p51"/>
          <p:cNvSpPr txBox="1"/>
          <p:nvPr>
            <p:ph idx="2" type="body"/>
          </p:nvPr>
        </p:nvSpPr>
        <p:spPr>
          <a:xfrm>
            <a:off x="591875" y="3096550"/>
            <a:ext cx="2364600" cy="1038000"/>
          </a:xfrm>
          <a:prstGeom prst="rect">
            <a:avLst/>
          </a:prstGeom>
        </p:spPr>
        <p:txBody>
          <a:bodyPr anchorCtr="0" anchor="t" bIns="91425" lIns="91425" spcFirstLastPara="1" rIns="91425" wrap="square" tIns="91425">
            <a:normAutofit/>
          </a:bodyPr>
          <a:lstStyle>
            <a:lvl1pPr indent="-304800" lvl="0" marL="457200" rtl="0">
              <a:spcBef>
                <a:spcPts val="0"/>
              </a:spcBef>
              <a:spcAft>
                <a:spcPts val="0"/>
              </a:spcAft>
              <a:buClr>
                <a:schemeClr val="dk1"/>
              </a:buClr>
              <a:buSzPts val="1200"/>
              <a:buChar char="●"/>
              <a:defRPr sz="1200">
                <a:solidFill>
                  <a:schemeClr val="dk1"/>
                </a:solidFill>
              </a:defRPr>
            </a:lvl1pPr>
            <a:lvl2pPr indent="-304800" lvl="1" marL="914400" rtl="0">
              <a:spcBef>
                <a:spcPts val="1000"/>
              </a:spcBef>
              <a:spcAft>
                <a:spcPts val="0"/>
              </a:spcAft>
              <a:buClr>
                <a:schemeClr val="dk1"/>
              </a:buClr>
              <a:buSzPts val="1200"/>
              <a:buChar char="○"/>
              <a:defRPr sz="1200">
                <a:solidFill>
                  <a:schemeClr val="dk1"/>
                </a:solidFill>
              </a:defRPr>
            </a:lvl2pPr>
            <a:lvl3pPr indent="-304800" lvl="2" marL="1371600" rtl="0">
              <a:spcBef>
                <a:spcPts val="1000"/>
              </a:spcBef>
              <a:spcAft>
                <a:spcPts val="0"/>
              </a:spcAft>
              <a:buClr>
                <a:schemeClr val="dk1"/>
              </a:buClr>
              <a:buSzPts val="1200"/>
              <a:buChar char="■"/>
              <a:defRPr sz="1200">
                <a:solidFill>
                  <a:schemeClr val="dk1"/>
                </a:solidFill>
              </a:defRPr>
            </a:lvl3pPr>
            <a:lvl4pPr indent="-304800" lvl="3" marL="1828800" rtl="0">
              <a:spcBef>
                <a:spcPts val="1000"/>
              </a:spcBef>
              <a:spcAft>
                <a:spcPts val="0"/>
              </a:spcAft>
              <a:buClr>
                <a:schemeClr val="dk1"/>
              </a:buClr>
              <a:buSzPts val="1200"/>
              <a:buChar char="●"/>
              <a:defRPr sz="1200">
                <a:solidFill>
                  <a:schemeClr val="dk1"/>
                </a:solidFill>
              </a:defRPr>
            </a:lvl4pPr>
            <a:lvl5pPr indent="-304800" lvl="4" marL="2286000" rtl="0">
              <a:spcBef>
                <a:spcPts val="1000"/>
              </a:spcBef>
              <a:spcAft>
                <a:spcPts val="0"/>
              </a:spcAft>
              <a:buClr>
                <a:schemeClr val="dk1"/>
              </a:buClr>
              <a:buSzPts val="1200"/>
              <a:buChar char="○"/>
              <a:defRPr sz="1200">
                <a:solidFill>
                  <a:schemeClr val="dk1"/>
                </a:solidFill>
              </a:defRPr>
            </a:lvl5pPr>
            <a:lvl6pPr indent="-304800" lvl="5" marL="2743200" rtl="0">
              <a:spcBef>
                <a:spcPts val="1000"/>
              </a:spcBef>
              <a:spcAft>
                <a:spcPts val="0"/>
              </a:spcAft>
              <a:buClr>
                <a:schemeClr val="dk1"/>
              </a:buClr>
              <a:buSzPts val="1200"/>
              <a:buChar char="■"/>
              <a:defRPr sz="1200">
                <a:solidFill>
                  <a:schemeClr val="dk1"/>
                </a:solidFill>
              </a:defRPr>
            </a:lvl6pPr>
            <a:lvl7pPr indent="-304800" lvl="6" marL="3200400" rtl="0">
              <a:spcBef>
                <a:spcPts val="1000"/>
              </a:spcBef>
              <a:spcAft>
                <a:spcPts val="0"/>
              </a:spcAft>
              <a:buClr>
                <a:schemeClr val="dk1"/>
              </a:buClr>
              <a:buSzPts val="1200"/>
              <a:buChar char="●"/>
              <a:defRPr sz="1200">
                <a:solidFill>
                  <a:schemeClr val="dk1"/>
                </a:solidFill>
              </a:defRPr>
            </a:lvl7pPr>
            <a:lvl8pPr indent="-304800" lvl="7" marL="3657600" rtl="0">
              <a:spcBef>
                <a:spcPts val="1000"/>
              </a:spcBef>
              <a:spcAft>
                <a:spcPts val="0"/>
              </a:spcAft>
              <a:buClr>
                <a:schemeClr val="dk1"/>
              </a:buClr>
              <a:buSzPts val="1200"/>
              <a:buChar char="○"/>
              <a:defRPr sz="1200">
                <a:solidFill>
                  <a:schemeClr val="dk1"/>
                </a:solidFill>
              </a:defRPr>
            </a:lvl8pPr>
            <a:lvl9pPr indent="-304800" lvl="8" marL="4114800" rtl="0">
              <a:spcBef>
                <a:spcPts val="1000"/>
              </a:spcBef>
              <a:spcAft>
                <a:spcPts val="1000"/>
              </a:spcAft>
              <a:buClr>
                <a:schemeClr val="dk1"/>
              </a:buClr>
              <a:buSzPts val="1200"/>
              <a:buChar char="■"/>
              <a:defRPr sz="1200">
                <a:solidFill>
                  <a:schemeClr val="dk1"/>
                </a:solidFill>
              </a:defRPr>
            </a:lvl9pPr>
          </a:lstStyle>
          <a:p/>
        </p:txBody>
      </p:sp>
      <p:sp>
        <p:nvSpPr>
          <p:cNvPr id="479" name="Google Shape;479;p51"/>
          <p:cNvSpPr/>
          <p:nvPr>
            <p:ph idx="3" type="pic"/>
          </p:nvPr>
        </p:nvSpPr>
        <p:spPr>
          <a:xfrm>
            <a:off x="717350" y="1835650"/>
            <a:ext cx="548700" cy="548700"/>
          </a:xfrm>
          <a:prstGeom prst="rect">
            <a:avLst/>
          </a:prstGeom>
          <a:noFill/>
          <a:ln>
            <a:noFill/>
          </a:ln>
        </p:spPr>
      </p:sp>
      <p:sp>
        <p:nvSpPr>
          <p:cNvPr id="480" name="Google Shape;480;p51"/>
          <p:cNvSpPr txBox="1"/>
          <p:nvPr>
            <p:ph idx="4" type="subTitle"/>
          </p:nvPr>
        </p:nvSpPr>
        <p:spPr>
          <a:xfrm>
            <a:off x="591875" y="2384350"/>
            <a:ext cx="2364600" cy="7122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dk1"/>
              </a:buClr>
              <a:buSzPts val="1800"/>
              <a:buFont typeface="Inter Medium"/>
              <a:buNone/>
              <a:defRPr>
                <a:solidFill>
                  <a:schemeClr val="dk1"/>
                </a:solidFill>
                <a:latin typeface="Inter Medium"/>
                <a:ea typeface="Inter Medium"/>
                <a:cs typeface="Inter Medium"/>
                <a:sym typeface="Inter Medium"/>
              </a:defRPr>
            </a:lvl1pPr>
            <a:lvl2pPr lvl="1" rtl="0">
              <a:spcBef>
                <a:spcPts val="1000"/>
              </a:spcBef>
              <a:spcAft>
                <a:spcPts val="0"/>
              </a:spcAft>
              <a:buClr>
                <a:schemeClr val="dk1"/>
              </a:buClr>
              <a:buSzPts val="1400"/>
              <a:buFont typeface="Inter Medium"/>
              <a:buNone/>
              <a:defRPr>
                <a:solidFill>
                  <a:schemeClr val="dk1"/>
                </a:solidFill>
                <a:latin typeface="Inter Medium"/>
                <a:ea typeface="Inter Medium"/>
                <a:cs typeface="Inter Medium"/>
                <a:sym typeface="Inter Medium"/>
              </a:defRPr>
            </a:lvl2pPr>
            <a:lvl3pPr lvl="2" rtl="0">
              <a:spcBef>
                <a:spcPts val="1000"/>
              </a:spcBef>
              <a:spcAft>
                <a:spcPts val="0"/>
              </a:spcAft>
              <a:buClr>
                <a:schemeClr val="dk1"/>
              </a:buClr>
              <a:buSzPts val="1400"/>
              <a:buFont typeface="Inter Medium"/>
              <a:buNone/>
              <a:defRPr>
                <a:solidFill>
                  <a:schemeClr val="dk1"/>
                </a:solidFill>
                <a:latin typeface="Inter Medium"/>
                <a:ea typeface="Inter Medium"/>
                <a:cs typeface="Inter Medium"/>
                <a:sym typeface="Inter Medium"/>
              </a:defRPr>
            </a:lvl3pPr>
            <a:lvl4pPr lvl="3" rtl="0">
              <a:spcBef>
                <a:spcPts val="1000"/>
              </a:spcBef>
              <a:spcAft>
                <a:spcPts val="0"/>
              </a:spcAft>
              <a:buClr>
                <a:schemeClr val="dk1"/>
              </a:buClr>
              <a:buSzPts val="1400"/>
              <a:buFont typeface="Inter Medium"/>
              <a:buNone/>
              <a:defRPr>
                <a:solidFill>
                  <a:schemeClr val="dk1"/>
                </a:solidFill>
                <a:latin typeface="Inter Medium"/>
                <a:ea typeface="Inter Medium"/>
                <a:cs typeface="Inter Medium"/>
                <a:sym typeface="Inter Medium"/>
              </a:defRPr>
            </a:lvl4pPr>
            <a:lvl5pPr lvl="4" rtl="0">
              <a:spcBef>
                <a:spcPts val="1000"/>
              </a:spcBef>
              <a:spcAft>
                <a:spcPts val="0"/>
              </a:spcAft>
              <a:buClr>
                <a:schemeClr val="dk1"/>
              </a:buClr>
              <a:buSzPts val="1400"/>
              <a:buFont typeface="Inter Medium"/>
              <a:buNone/>
              <a:defRPr>
                <a:solidFill>
                  <a:schemeClr val="dk1"/>
                </a:solidFill>
                <a:latin typeface="Inter Medium"/>
                <a:ea typeface="Inter Medium"/>
                <a:cs typeface="Inter Medium"/>
                <a:sym typeface="Inter Medium"/>
              </a:defRPr>
            </a:lvl5pPr>
            <a:lvl6pPr lvl="5" rtl="0">
              <a:spcBef>
                <a:spcPts val="1000"/>
              </a:spcBef>
              <a:spcAft>
                <a:spcPts val="0"/>
              </a:spcAft>
              <a:buClr>
                <a:schemeClr val="dk1"/>
              </a:buClr>
              <a:buSzPts val="1400"/>
              <a:buFont typeface="Inter Medium"/>
              <a:buNone/>
              <a:defRPr>
                <a:solidFill>
                  <a:schemeClr val="dk1"/>
                </a:solidFill>
                <a:latin typeface="Inter Medium"/>
                <a:ea typeface="Inter Medium"/>
                <a:cs typeface="Inter Medium"/>
                <a:sym typeface="Inter Medium"/>
              </a:defRPr>
            </a:lvl6pPr>
            <a:lvl7pPr lvl="6" rtl="0">
              <a:spcBef>
                <a:spcPts val="1000"/>
              </a:spcBef>
              <a:spcAft>
                <a:spcPts val="0"/>
              </a:spcAft>
              <a:buClr>
                <a:schemeClr val="dk1"/>
              </a:buClr>
              <a:buSzPts val="1400"/>
              <a:buFont typeface="Inter Medium"/>
              <a:buNone/>
              <a:defRPr>
                <a:solidFill>
                  <a:schemeClr val="dk1"/>
                </a:solidFill>
                <a:latin typeface="Inter Medium"/>
                <a:ea typeface="Inter Medium"/>
                <a:cs typeface="Inter Medium"/>
                <a:sym typeface="Inter Medium"/>
              </a:defRPr>
            </a:lvl7pPr>
            <a:lvl8pPr lvl="7" rtl="0">
              <a:spcBef>
                <a:spcPts val="1000"/>
              </a:spcBef>
              <a:spcAft>
                <a:spcPts val="0"/>
              </a:spcAft>
              <a:buClr>
                <a:schemeClr val="dk1"/>
              </a:buClr>
              <a:buSzPts val="1400"/>
              <a:buFont typeface="Inter Medium"/>
              <a:buNone/>
              <a:defRPr>
                <a:solidFill>
                  <a:schemeClr val="dk1"/>
                </a:solidFill>
                <a:latin typeface="Inter Medium"/>
                <a:ea typeface="Inter Medium"/>
                <a:cs typeface="Inter Medium"/>
                <a:sym typeface="Inter Medium"/>
              </a:defRPr>
            </a:lvl8pPr>
            <a:lvl9pPr lvl="8" rtl="0">
              <a:spcBef>
                <a:spcPts val="1000"/>
              </a:spcBef>
              <a:spcAft>
                <a:spcPts val="1000"/>
              </a:spcAft>
              <a:buClr>
                <a:schemeClr val="dk1"/>
              </a:buClr>
              <a:buSzPts val="1400"/>
              <a:buFont typeface="Inter Medium"/>
              <a:buNone/>
              <a:defRPr>
                <a:solidFill>
                  <a:schemeClr val="dk1"/>
                </a:solidFill>
                <a:latin typeface="Inter Medium"/>
                <a:ea typeface="Inter Medium"/>
                <a:cs typeface="Inter Medium"/>
                <a:sym typeface="Inter Medium"/>
              </a:defRPr>
            </a:lvl9pPr>
          </a:lstStyle>
          <a:p/>
        </p:txBody>
      </p:sp>
      <p:sp>
        <p:nvSpPr>
          <p:cNvPr id="481" name="Google Shape;481;p51"/>
          <p:cNvSpPr txBox="1"/>
          <p:nvPr>
            <p:ph idx="5" type="body"/>
          </p:nvPr>
        </p:nvSpPr>
        <p:spPr>
          <a:xfrm>
            <a:off x="3389625" y="3096550"/>
            <a:ext cx="2364600" cy="1038000"/>
          </a:xfrm>
          <a:prstGeom prst="rect">
            <a:avLst/>
          </a:prstGeom>
        </p:spPr>
        <p:txBody>
          <a:bodyPr anchorCtr="0" anchor="t" bIns="91425" lIns="91425" spcFirstLastPara="1" rIns="91425" wrap="square" tIns="91425">
            <a:normAutofit/>
          </a:bodyPr>
          <a:lstStyle>
            <a:lvl1pPr indent="-304800" lvl="0" marL="457200" rtl="0">
              <a:spcBef>
                <a:spcPts val="0"/>
              </a:spcBef>
              <a:spcAft>
                <a:spcPts val="0"/>
              </a:spcAft>
              <a:buClr>
                <a:schemeClr val="dk1"/>
              </a:buClr>
              <a:buSzPts val="1200"/>
              <a:buChar char="●"/>
              <a:defRPr sz="1200">
                <a:solidFill>
                  <a:schemeClr val="dk1"/>
                </a:solidFill>
              </a:defRPr>
            </a:lvl1pPr>
            <a:lvl2pPr indent="-304800" lvl="1" marL="914400" rtl="0">
              <a:spcBef>
                <a:spcPts val="1000"/>
              </a:spcBef>
              <a:spcAft>
                <a:spcPts val="0"/>
              </a:spcAft>
              <a:buClr>
                <a:schemeClr val="dk1"/>
              </a:buClr>
              <a:buSzPts val="1200"/>
              <a:buChar char="○"/>
              <a:defRPr sz="1200">
                <a:solidFill>
                  <a:schemeClr val="dk1"/>
                </a:solidFill>
              </a:defRPr>
            </a:lvl2pPr>
            <a:lvl3pPr indent="-304800" lvl="2" marL="1371600" rtl="0">
              <a:spcBef>
                <a:spcPts val="1000"/>
              </a:spcBef>
              <a:spcAft>
                <a:spcPts val="0"/>
              </a:spcAft>
              <a:buClr>
                <a:schemeClr val="dk1"/>
              </a:buClr>
              <a:buSzPts val="1200"/>
              <a:buChar char="■"/>
              <a:defRPr sz="1200">
                <a:solidFill>
                  <a:schemeClr val="dk1"/>
                </a:solidFill>
              </a:defRPr>
            </a:lvl3pPr>
            <a:lvl4pPr indent="-304800" lvl="3" marL="1828800" rtl="0">
              <a:spcBef>
                <a:spcPts val="1000"/>
              </a:spcBef>
              <a:spcAft>
                <a:spcPts val="0"/>
              </a:spcAft>
              <a:buClr>
                <a:schemeClr val="dk1"/>
              </a:buClr>
              <a:buSzPts val="1200"/>
              <a:buChar char="●"/>
              <a:defRPr sz="1200">
                <a:solidFill>
                  <a:schemeClr val="dk1"/>
                </a:solidFill>
              </a:defRPr>
            </a:lvl4pPr>
            <a:lvl5pPr indent="-304800" lvl="4" marL="2286000" rtl="0">
              <a:spcBef>
                <a:spcPts val="1000"/>
              </a:spcBef>
              <a:spcAft>
                <a:spcPts val="0"/>
              </a:spcAft>
              <a:buClr>
                <a:schemeClr val="dk1"/>
              </a:buClr>
              <a:buSzPts val="1200"/>
              <a:buChar char="○"/>
              <a:defRPr sz="1200">
                <a:solidFill>
                  <a:schemeClr val="dk1"/>
                </a:solidFill>
              </a:defRPr>
            </a:lvl5pPr>
            <a:lvl6pPr indent="-304800" lvl="5" marL="2743200" rtl="0">
              <a:spcBef>
                <a:spcPts val="1000"/>
              </a:spcBef>
              <a:spcAft>
                <a:spcPts val="0"/>
              </a:spcAft>
              <a:buClr>
                <a:schemeClr val="dk1"/>
              </a:buClr>
              <a:buSzPts val="1200"/>
              <a:buChar char="■"/>
              <a:defRPr sz="1200">
                <a:solidFill>
                  <a:schemeClr val="dk1"/>
                </a:solidFill>
              </a:defRPr>
            </a:lvl6pPr>
            <a:lvl7pPr indent="-304800" lvl="6" marL="3200400" rtl="0">
              <a:spcBef>
                <a:spcPts val="1000"/>
              </a:spcBef>
              <a:spcAft>
                <a:spcPts val="0"/>
              </a:spcAft>
              <a:buClr>
                <a:schemeClr val="dk1"/>
              </a:buClr>
              <a:buSzPts val="1200"/>
              <a:buChar char="●"/>
              <a:defRPr sz="1200">
                <a:solidFill>
                  <a:schemeClr val="dk1"/>
                </a:solidFill>
              </a:defRPr>
            </a:lvl7pPr>
            <a:lvl8pPr indent="-304800" lvl="7" marL="3657600" rtl="0">
              <a:spcBef>
                <a:spcPts val="1000"/>
              </a:spcBef>
              <a:spcAft>
                <a:spcPts val="0"/>
              </a:spcAft>
              <a:buClr>
                <a:schemeClr val="dk1"/>
              </a:buClr>
              <a:buSzPts val="1200"/>
              <a:buChar char="○"/>
              <a:defRPr sz="1200">
                <a:solidFill>
                  <a:schemeClr val="dk1"/>
                </a:solidFill>
              </a:defRPr>
            </a:lvl8pPr>
            <a:lvl9pPr indent="-304800" lvl="8" marL="4114800" rtl="0">
              <a:spcBef>
                <a:spcPts val="1000"/>
              </a:spcBef>
              <a:spcAft>
                <a:spcPts val="1000"/>
              </a:spcAft>
              <a:buClr>
                <a:schemeClr val="dk1"/>
              </a:buClr>
              <a:buSzPts val="1200"/>
              <a:buChar char="■"/>
              <a:defRPr sz="1200">
                <a:solidFill>
                  <a:schemeClr val="dk1"/>
                </a:solidFill>
              </a:defRPr>
            </a:lvl9pPr>
          </a:lstStyle>
          <a:p/>
        </p:txBody>
      </p:sp>
      <p:sp>
        <p:nvSpPr>
          <p:cNvPr id="482" name="Google Shape;482;p51"/>
          <p:cNvSpPr/>
          <p:nvPr>
            <p:ph idx="6" type="pic"/>
          </p:nvPr>
        </p:nvSpPr>
        <p:spPr>
          <a:xfrm>
            <a:off x="3515100" y="1835650"/>
            <a:ext cx="548700" cy="548700"/>
          </a:xfrm>
          <a:prstGeom prst="rect">
            <a:avLst/>
          </a:prstGeom>
          <a:noFill/>
          <a:ln>
            <a:noFill/>
          </a:ln>
        </p:spPr>
      </p:sp>
      <p:sp>
        <p:nvSpPr>
          <p:cNvPr id="483" name="Google Shape;483;p51"/>
          <p:cNvSpPr txBox="1"/>
          <p:nvPr>
            <p:ph idx="7" type="subTitle"/>
          </p:nvPr>
        </p:nvSpPr>
        <p:spPr>
          <a:xfrm>
            <a:off x="3389625" y="2384350"/>
            <a:ext cx="2364600" cy="7122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dk1"/>
              </a:buClr>
              <a:buSzPts val="1800"/>
              <a:buFont typeface="Inter Medium"/>
              <a:buNone/>
              <a:defRPr>
                <a:solidFill>
                  <a:schemeClr val="dk1"/>
                </a:solidFill>
                <a:latin typeface="Inter Medium"/>
                <a:ea typeface="Inter Medium"/>
                <a:cs typeface="Inter Medium"/>
                <a:sym typeface="Inter Medium"/>
              </a:defRPr>
            </a:lvl1pPr>
            <a:lvl2pPr lvl="1" rtl="0">
              <a:spcBef>
                <a:spcPts val="1000"/>
              </a:spcBef>
              <a:spcAft>
                <a:spcPts val="0"/>
              </a:spcAft>
              <a:buClr>
                <a:schemeClr val="dk1"/>
              </a:buClr>
              <a:buSzPts val="1400"/>
              <a:buFont typeface="Inter Medium"/>
              <a:buNone/>
              <a:defRPr>
                <a:solidFill>
                  <a:schemeClr val="dk1"/>
                </a:solidFill>
                <a:latin typeface="Inter Medium"/>
                <a:ea typeface="Inter Medium"/>
                <a:cs typeface="Inter Medium"/>
                <a:sym typeface="Inter Medium"/>
              </a:defRPr>
            </a:lvl2pPr>
            <a:lvl3pPr lvl="2" rtl="0">
              <a:spcBef>
                <a:spcPts val="1000"/>
              </a:spcBef>
              <a:spcAft>
                <a:spcPts val="0"/>
              </a:spcAft>
              <a:buClr>
                <a:schemeClr val="dk1"/>
              </a:buClr>
              <a:buSzPts val="1400"/>
              <a:buFont typeface="Inter Medium"/>
              <a:buNone/>
              <a:defRPr>
                <a:solidFill>
                  <a:schemeClr val="dk1"/>
                </a:solidFill>
                <a:latin typeface="Inter Medium"/>
                <a:ea typeface="Inter Medium"/>
                <a:cs typeface="Inter Medium"/>
                <a:sym typeface="Inter Medium"/>
              </a:defRPr>
            </a:lvl3pPr>
            <a:lvl4pPr lvl="3" rtl="0">
              <a:spcBef>
                <a:spcPts val="1000"/>
              </a:spcBef>
              <a:spcAft>
                <a:spcPts val="0"/>
              </a:spcAft>
              <a:buClr>
                <a:schemeClr val="dk1"/>
              </a:buClr>
              <a:buSzPts val="1400"/>
              <a:buFont typeface="Inter Medium"/>
              <a:buNone/>
              <a:defRPr>
                <a:solidFill>
                  <a:schemeClr val="dk1"/>
                </a:solidFill>
                <a:latin typeface="Inter Medium"/>
                <a:ea typeface="Inter Medium"/>
                <a:cs typeface="Inter Medium"/>
                <a:sym typeface="Inter Medium"/>
              </a:defRPr>
            </a:lvl4pPr>
            <a:lvl5pPr lvl="4" rtl="0">
              <a:spcBef>
                <a:spcPts val="1000"/>
              </a:spcBef>
              <a:spcAft>
                <a:spcPts val="0"/>
              </a:spcAft>
              <a:buClr>
                <a:schemeClr val="dk1"/>
              </a:buClr>
              <a:buSzPts val="1400"/>
              <a:buFont typeface="Inter Medium"/>
              <a:buNone/>
              <a:defRPr>
                <a:solidFill>
                  <a:schemeClr val="dk1"/>
                </a:solidFill>
                <a:latin typeface="Inter Medium"/>
                <a:ea typeface="Inter Medium"/>
                <a:cs typeface="Inter Medium"/>
                <a:sym typeface="Inter Medium"/>
              </a:defRPr>
            </a:lvl5pPr>
            <a:lvl6pPr lvl="5" rtl="0">
              <a:spcBef>
                <a:spcPts val="1000"/>
              </a:spcBef>
              <a:spcAft>
                <a:spcPts val="0"/>
              </a:spcAft>
              <a:buClr>
                <a:schemeClr val="dk1"/>
              </a:buClr>
              <a:buSzPts val="1400"/>
              <a:buFont typeface="Inter Medium"/>
              <a:buNone/>
              <a:defRPr>
                <a:solidFill>
                  <a:schemeClr val="dk1"/>
                </a:solidFill>
                <a:latin typeface="Inter Medium"/>
                <a:ea typeface="Inter Medium"/>
                <a:cs typeface="Inter Medium"/>
                <a:sym typeface="Inter Medium"/>
              </a:defRPr>
            </a:lvl6pPr>
            <a:lvl7pPr lvl="6" rtl="0">
              <a:spcBef>
                <a:spcPts val="1000"/>
              </a:spcBef>
              <a:spcAft>
                <a:spcPts val="0"/>
              </a:spcAft>
              <a:buClr>
                <a:schemeClr val="dk1"/>
              </a:buClr>
              <a:buSzPts val="1400"/>
              <a:buFont typeface="Inter Medium"/>
              <a:buNone/>
              <a:defRPr>
                <a:solidFill>
                  <a:schemeClr val="dk1"/>
                </a:solidFill>
                <a:latin typeface="Inter Medium"/>
                <a:ea typeface="Inter Medium"/>
                <a:cs typeface="Inter Medium"/>
                <a:sym typeface="Inter Medium"/>
              </a:defRPr>
            </a:lvl7pPr>
            <a:lvl8pPr lvl="7" rtl="0">
              <a:spcBef>
                <a:spcPts val="1000"/>
              </a:spcBef>
              <a:spcAft>
                <a:spcPts val="0"/>
              </a:spcAft>
              <a:buClr>
                <a:schemeClr val="dk1"/>
              </a:buClr>
              <a:buSzPts val="1400"/>
              <a:buFont typeface="Inter Medium"/>
              <a:buNone/>
              <a:defRPr>
                <a:solidFill>
                  <a:schemeClr val="dk1"/>
                </a:solidFill>
                <a:latin typeface="Inter Medium"/>
                <a:ea typeface="Inter Medium"/>
                <a:cs typeface="Inter Medium"/>
                <a:sym typeface="Inter Medium"/>
              </a:defRPr>
            </a:lvl8pPr>
            <a:lvl9pPr lvl="8" rtl="0">
              <a:spcBef>
                <a:spcPts val="1000"/>
              </a:spcBef>
              <a:spcAft>
                <a:spcPts val="1000"/>
              </a:spcAft>
              <a:buClr>
                <a:schemeClr val="dk1"/>
              </a:buClr>
              <a:buSzPts val="1400"/>
              <a:buFont typeface="Inter Medium"/>
              <a:buNone/>
              <a:defRPr>
                <a:solidFill>
                  <a:schemeClr val="dk1"/>
                </a:solidFill>
                <a:latin typeface="Inter Medium"/>
                <a:ea typeface="Inter Medium"/>
                <a:cs typeface="Inter Medium"/>
                <a:sym typeface="Inter Medium"/>
              </a:defRPr>
            </a:lvl9pPr>
          </a:lstStyle>
          <a:p/>
        </p:txBody>
      </p:sp>
      <p:sp>
        <p:nvSpPr>
          <p:cNvPr id="484" name="Google Shape;484;p51"/>
          <p:cNvSpPr/>
          <p:nvPr>
            <p:ph idx="8" type="pic"/>
          </p:nvPr>
        </p:nvSpPr>
        <p:spPr>
          <a:xfrm>
            <a:off x="6312850" y="1835650"/>
            <a:ext cx="548700" cy="548700"/>
          </a:xfrm>
          <a:prstGeom prst="rect">
            <a:avLst/>
          </a:prstGeom>
          <a:noFill/>
          <a:ln>
            <a:noFill/>
          </a:ln>
        </p:spPr>
      </p:sp>
      <p:sp>
        <p:nvSpPr>
          <p:cNvPr id="485" name="Google Shape;485;p51"/>
          <p:cNvSpPr txBox="1"/>
          <p:nvPr>
            <p:ph idx="9" type="subTitle"/>
          </p:nvPr>
        </p:nvSpPr>
        <p:spPr>
          <a:xfrm>
            <a:off x="6187375" y="2384350"/>
            <a:ext cx="2364600" cy="7122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dk1"/>
              </a:buClr>
              <a:buSzPts val="1800"/>
              <a:buFont typeface="Inter Medium"/>
              <a:buNone/>
              <a:defRPr>
                <a:solidFill>
                  <a:schemeClr val="dk1"/>
                </a:solidFill>
                <a:latin typeface="Inter Medium"/>
                <a:ea typeface="Inter Medium"/>
                <a:cs typeface="Inter Medium"/>
                <a:sym typeface="Inter Medium"/>
              </a:defRPr>
            </a:lvl1pPr>
            <a:lvl2pPr lvl="1" rtl="0">
              <a:spcBef>
                <a:spcPts val="1000"/>
              </a:spcBef>
              <a:spcAft>
                <a:spcPts val="0"/>
              </a:spcAft>
              <a:buClr>
                <a:schemeClr val="dk1"/>
              </a:buClr>
              <a:buSzPts val="1400"/>
              <a:buFont typeface="Inter Medium"/>
              <a:buNone/>
              <a:defRPr>
                <a:solidFill>
                  <a:schemeClr val="dk1"/>
                </a:solidFill>
                <a:latin typeface="Inter Medium"/>
                <a:ea typeface="Inter Medium"/>
                <a:cs typeface="Inter Medium"/>
                <a:sym typeface="Inter Medium"/>
              </a:defRPr>
            </a:lvl2pPr>
            <a:lvl3pPr lvl="2" rtl="0">
              <a:spcBef>
                <a:spcPts val="1000"/>
              </a:spcBef>
              <a:spcAft>
                <a:spcPts val="0"/>
              </a:spcAft>
              <a:buClr>
                <a:schemeClr val="dk1"/>
              </a:buClr>
              <a:buSzPts val="1400"/>
              <a:buFont typeface="Inter Medium"/>
              <a:buNone/>
              <a:defRPr>
                <a:solidFill>
                  <a:schemeClr val="dk1"/>
                </a:solidFill>
                <a:latin typeface="Inter Medium"/>
                <a:ea typeface="Inter Medium"/>
                <a:cs typeface="Inter Medium"/>
                <a:sym typeface="Inter Medium"/>
              </a:defRPr>
            </a:lvl3pPr>
            <a:lvl4pPr lvl="3" rtl="0">
              <a:spcBef>
                <a:spcPts val="1000"/>
              </a:spcBef>
              <a:spcAft>
                <a:spcPts val="0"/>
              </a:spcAft>
              <a:buClr>
                <a:schemeClr val="dk1"/>
              </a:buClr>
              <a:buSzPts val="1400"/>
              <a:buFont typeface="Inter Medium"/>
              <a:buNone/>
              <a:defRPr>
                <a:solidFill>
                  <a:schemeClr val="dk1"/>
                </a:solidFill>
                <a:latin typeface="Inter Medium"/>
                <a:ea typeface="Inter Medium"/>
                <a:cs typeface="Inter Medium"/>
                <a:sym typeface="Inter Medium"/>
              </a:defRPr>
            </a:lvl4pPr>
            <a:lvl5pPr lvl="4" rtl="0">
              <a:spcBef>
                <a:spcPts val="1000"/>
              </a:spcBef>
              <a:spcAft>
                <a:spcPts val="0"/>
              </a:spcAft>
              <a:buClr>
                <a:schemeClr val="dk1"/>
              </a:buClr>
              <a:buSzPts val="1400"/>
              <a:buFont typeface="Inter Medium"/>
              <a:buNone/>
              <a:defRPr>
                <a:solidFill>
                  <a:schemeClr val="dk1"/>
                </a:solidFill>
                <a:latin typeface="Inter Medium"/>
                <a:ea typeface="Inter Medium"/>
                <a:cs typeface="Inter Medium"/>
                <a:sym typeface="Inter Medium"/>
              </a:defRPr>
            </a:lvl5pPr>
            <a:lvl6pPr lvl="5" rtl="0">
              <a:spcBef>
                <a:spcPts val="1000"/>
              </a:spcBef>
              <a:spcAft>
                <a:spcPts val="0"/>
              </a:spcAft>
              <a:buClr>
                <a:schemeClr val="dk1"/>
              </a:buClr>
              <a:buSzPts val="1400"/>
              <a:buFont typeface="Inter Medium"/>
              <a:buNone/>
              <a:defRPr>
                <a:solidFill>
                  <a:schemeClr val="dk1"/>
                </a:solidFill>
                <a:latin typeface="Inter Medium"/>
                <a:ea typeface="Inter Medium"/>
                <a:cs typeface="Inter Medium"/>
                <a:sym typeface="Inter Medium"/>
              </a:defRPr>
            </a:lvl6pPr>
            <a:lvl7pPr lvl="6" rtl="0">
              <a:spcBef>
                <a:spcPts val="1000"/>
              </a:spcBef>
              <a:spcAft>
                <a:spcPts val="0"/>
              </a:spcAft>
              <a:buClr>
                <a:schemeClr val="dk1"/>
              </a:buClr>
              <a:buSzPts val="1400"/>
              <a:buFont typeface="Inter Medium"/>
              <a:buNone/>
              <a:defRPr>
                <a:solidFill>
                  <a:schemeClr val="dk1"/>
                </a:solidFill>
                <a:latin typeface="Inter Medium"/>
                <a:ea typeface="Inter Medium"/>
                <a:cs typeface="Inter Medium"/>
                <a:sym typeface="Inter Medium"/>
              </a:defRPr>
            </a:lvl7pPr>
            <a:lvl8pPr lvl="7" rtl="0">
              <a:spcBef>
                <a:spcPts val="1000"/>
              </a:spcBef>
              <a:spcAft>
                <a:spcPts val="0"/>
              </a:spcAft>
              <a:buClr>
                <a:schemeClr val="dk1"/>
              </a:buClr>
              <a:buSzPts val="1400"/>
              <a:buFont typeface="Inter Medium"/>
              <a:buNone/>
              <a:defRPr>
                <a:solidFill>
                  <a:schemeClr val="dk1"/>
                </a:solidFill>
                <a:latin typeface="Inter Medium"/>
                <a:ea typeface="Inter Medium"/>
                <a:cs typeface="Inter Medium"/>
                <a:sym typeface="Inter Medium"/>
              </a:defRPr>
            </a:lvl8pPr>
            <a:lvl9pPr lvl="8" rtl="0">
              <a:spcBef>
                <a:spcPts val="1000"/>
              </a:spcBef>
              <a:spcAft>
                <a:spcPts val="1000"/>
              </a:spcAft>
              <a:buClr>
                <a:schemeClr val="dk1"/>
              </a:buClr>
              <a:buSzPts val="1400"/>
              <a:buFont typeface="Inter Medium"/>
              <a:buNone/>
              <a:defRPr>
                <a:solidFill>
                  <a:schemeClr val="dk1"/>
                </a:solidFill>
                <a:latin typeface="Inter Medium"/>
                <a:ea typeface="Inter Medium"/>
                <a:cs typeface="Inter Medium"/>
                <a:sym typeface="Inter Medium"/>
              </a:defRPr>
            </a:lvl9pPr>
          </a:lstStyle>
          <a:p/>
        </p:txBody>
      </p:sp>
      <p:pic>
        <p:nvPicPr>
          <p:cNvPr id="486" name="Google Shape;486;p51"/>
          <p:cNvPicPr preferRelativeResize="0"/>
          <p:nvPr/>
        </p:nvPicPr>
        <p:blipFill>
          <a:blip r:embed="rId3">
            <a:alphaModFix/>
          </a:blip>
          <a:stretch>
            <a:fillRect/>
          </a:stretch>
        </p:blipFill>
        <p:spPr>
          <a:xfrm>
            <a:off x="457529" y="4543025"/>
            <a:ext cx="950976" cy="142646"/>
          </a:xfrm>
          <a:prstGeom prst="rect">
            <a:avLst/>
          </a:prstGeom>
          <a:noFill/>
          <a:ln>
            <a:noFill/>
          </a:ln>
        </p:spPr>
      </p:pic>
      <p:sp>
        <p:nvSpPr>
          <p:cNvPr id="487" name="Google Shape;487;p51"/>
          <p:cNvSpPr txBox="1"/>
          <p:nvPr>
            <p:ph idx="12" type="sldNum"/>
          </p:nvPr>
        </p:nvSpPr>
        <p:spPr>
          <a:xfrm>
            <a:off x="8096041" y="4417542"/>
            <a:ext cx="548700" cy="393600"/>
          </a:xfrm>
          <a:prstGeom prst="rect">
            <a:avLst/>
          </a:prstGeom>
        </p:spPr>
        <p:txBody>
          <a:bodyPr anchorCtr="0" anchor="ctr" bIns="91425" lIns="91425" spcFirstLastPara="1" rIns="91425" wrap="square" tIns="91425">
            <a:normAutofit/>
          </a:bodyPr>
          <a:lstStyle>
            <a:lvl1pPr lvl="0" rtl="0">
              <a:buNone/>
              <a:defRPr>
                <a:solidFill>
                  <a:schemeClr val="lt1"/>
                </a:solidFill>
                <a:latin typeface="Inter"/>
                <a:ea typeface="Inter"/>
                <a:cs typeface="Inter"/>
                <a:sym typeface="Inter"/>
              </a:defRPr>
            </a:lvl1pPr>
            <a:lvl2pPr lvl="1" rtl="0">
              <a:buNone/>
              <a:defRPr>
                <a:solidFill>
                  <a:schemeClr val="lt1"/>
                </a:solidFill>
                <a:latin typeface="Inter"/>
                <a:ea typeface="Inter"/>
                <a:cs typeface="Inter"/>
                <a:sym typeface="Inter"/>
              </a:defRPr>
            </a:lvl2pPr>
            <a:lvl3pPr lvl="2" rtl="0">
              <a:buNone/>
              <a:defRPr>
                <a:solidFill>
                  <a:schemeClr val="lt1"/>
                </a:solidFill>
                <a:latin typeface="Inter"/>
                <a:ea typeface="Inter"/>
                <a:cs typeface="Inter"/>
                <a:sym typeface="Inter"/>
              </a:defRPr>
            </a:lvl3pPr>
            <a:lvl4pPr lvl="3" rtl="0">
              <a:buNone/>
              <a:defRPr>
                <a:solidFill>
                  <a:schemeClr val="lt1"/>
                </a:solidFill>
                <a:latin typeface="Inter"/>
                <a:ea typeface="Inter"/>
                <a:cs typeface="Inter"/>
                <a:sym typeface="Inter"/>
              </a:defRPr>
            </a:lvl4pPr>
            <a:lvl5pPr lvl="4" rtl="0">
              <a:buNone/>
              <a:defRPr>
                <a:solidFill>
                  <a:schemeClr val="lt1"/>
                </a:solidFill>
                <a:latin typeface="Inter"/>
                <a:ea typeface="Inter"/>
                <a:cs typeface="Inter"/>
                <a:sym typeface="Inter"/>
              </a:defRPr>
            </a:lvl5pPr>
            <a:lvl6pPr lvl="5" rtl="0">
              <a:buNone/>
              <a:defRPr>
                <a:solidFill>
                  <a:schemeClr val="lt1"/>
                </a:solidFill>
                <a:latin typeface="Inter"/>
                <a:ea typeface="Inter"/>
                <a:cs typeface="Inter"/>
                <a:sym typeface="Inter"/>
              </a:defRPr>
            </a:lvl6pPr>
            <a:lvl7pPr lvl="6" rtl="0">
              <a:buNone/>
              <a:defRPr>
                <a:solidFill>
                  <a:schemeClr val="lt1"/>
                </a:solidFill>
                <a:latin typeface="Inter"/>
                <a:ea typeface="Inter"/>
                <a:cs typeface="Inter"/>
                <a:sym typeface="Inter"/>
              </a:defRPr>
            </a:lvl7pPr>
            <a:lvl8pPr lvl="7" rtl="0">
              <a:buNone/>
              <a:defRPr>
                <a:solidFill>
                  <a:schemeClr val="lt1"/>
                </a:solidFill>
                <a:latin typeface="Inter"/>
                <a:ea typeface="Inter"/>
                <a:cs typeface="Inter"/>
                <a:sym typeface="Inter"/>
              </a:defRPr>
            </a:lvl8pPr>
            <a:lvl9pPr lvl="8" rtl="0">
              <a:buNone/>
              <a:defRPr>
                <a:solidFill>
                  <a:schemeClr val="lt1"/>
                </a:solidFill>
                <a:latin typeface="Inter"/>
                <a:ea typeface="Inter"/>
                <a:cs typeface="Inter"/>
                <a:sym typeface="Inter"/>
              </a:defRPr>
            </a:lvl9pPr>
          </a:lstStyle>
          <a:p>
            <a:pPr indent="0" lvl="0" marL="0" rtl="0" algn="r">
              <a:spcBef>
                <a:spcPts val="0"/>
              </a:spcBef>
              <a:spcAft>
                <a:spcPts val="0"/>
              </a:spcAft>
              <a:buNone/>
            </a:pPr>
            <a:fld id="{00000000-1234-1234-1234-123412341234}" type="slidenum">
              <a:rPr lang="en"/>
              <a:t>‹#›</a:t>
            </a:fld>
            <a:endParaRPr/>
          </a:p>
        </p:txBody>
      </p:sp>
      <p:sp>
        <p:nvSpPr>
          <p:cNvPr id="488" name="Google Shape;488;p51"/>
          <p:cNvSpPr txBox="1"/>
          <p:nvPr>
            <p:ph idx="13" type="sldNum"/>
          </p:nvPr>
        </p:nvSpPr>
        <p:spPr>
          <a:xfrm>
            <a:off x="8474304" y="4417550"/>
            <a:ext cx="281700" cy="393600"/>
          </a:xfrm>
          <a:prstGeom prst="rect">
            <a:avLst/>
          </a:prstGeom>
        </p:spPr>
        <p:txBody>
          <a:bodyPr anchorCtr="0" anchor="ctr" bIns="91425" lIns="91425" spcFirstLastPara="1" rIns="91425" wrap="square" tIns="91425">
            <a:normAutofit/>
          </a:bodyPr>
          <a:lstStyle>
            <a:lvl1pPr lvl="0" rtl="0" algn="l">
              <a:buNone/>
              <a:defRPr sz="1108">
                <a:solidFill>
                  <a:srgbClr val="666666"/>
                </a:solidFill>
                <a:latin typeface="Inter"/>
                <a:ea typeface="Inter"/>
                <a:cs typeface="Inter"/>
                <a:sym typeface="Inter"/>
              </a:defRPr>
            </a:lvl1pPr>
            <a:lvl2pPr lvl="1" rtl="0" algn="l">
              <a:buNone/>
              <a:defRPr sz="1108">
                <a:solidFill>
                  <a:srgbClr val="666666"/>
                </a:solidFill>
                <a:latin typeface="Inter"/>
                <a:ea typeface="Inter"/>
                <a:cs typeface="Inter"/>
                <a:sym typeface="Inter"/>
              </a:defRPr>
            </a:lvl2pPr>
            <a:lvl3pPr lvl="2" rtl="0" algn="l">
              <a:buNone/>
              <a:defRPr sz="1108">
                <a:solidFill>
                  <a:srgbClr val="666666"/>
                </a:solidFill>
                <a:latin typeface="Inter"/>
                <a:ea typeface="Inter"/>
                <a:cs typeface="Inter"/>
                <a:sym typeface="Inter"/>
              </a:defRPr>
            </a:lvl3pPr>
            <a:lvl4pPr lvl="3" rtl="0" algn="l">
              <a:buNone/>
              <a:defRPr sz="1108">
                <a:solidFill>
                  <a:srgbClr val="666666"/>
                </a:solidFill>
                <a:latin typeface="Inter"/>
                <a:ea typeface="Inter"/>
                <a:cs typeface="Inter"/>
                <a:sym typeface="Inter"/>
              </a:defRPr>
            </a:lvl4pPr>
            <a:lvl5pPr lvl="4" rtl="0" algn="l">
              <a:buNone/>
              <a:defRPr sz="1108">
                <a:solidFill>
                  <a:srgbClr val="666666"/>
                </a:solidFill>
                <a:latin typeface="Inter"/>
                <a:ea typeface="Inter"/>
                <a:cs typeface="Inter"/>
                <a:sym typeface="Inter"/>
              </a:defRPr>
            </a:lvl5pPr>
            <a:lvl6pPr lvl="5" rtl="0" algn="l">
              <a:buNone/>
              <a:defRPr sz="1108">
                <a:solidFill>
                  <a:srgbClr val="666666"/>
                </a:solidFill>
                <a:latin typeface="Inter"/>
                <a:ea typeface="Inter"/>
                <a:cs typeface="Inter"/>
                <a:sym typeface="Inter"/>
              </a:defRPr>
            </a:lvl6pPr>
            <a:lvl7pPr lvl="6" rtl="0" algn="l">
              <a:buNone/>
              <a:defRPr sz="1108">
                <a:solidFill>
                  <a:srgbClr val="666666"/>
                </a:solidFill>
                <a:latin typeface="Inter"/>
                <a:ea typeface="Inter"/>
                <a:cs typeface="Inter"/>
                <a:sym typeface="Inter"/>
              </a:defRPr>
            </a:lvl7pPr>
            <a:lvl8pPr lvl="7" rtl="0" algn="l">
              <a:buNone/>
              <a:defRPr sz="1108">
                <a:solidFill>
                  <a:srgbClr val="666666"/>
                </a:solidFill>
                <a:latin typeface="Inter"/>
                <a:ea typeface="Inter"/>
                <a:cs typeface="Inter"/>
                <a:sym typeface="Inter"/>
              </a:defRPr>
            </a:lvl8pPr>
            <a:lvl9pPr lvl="8" rtl="0" algn="l">
              <a:buNone/>
              <a:defRPr sz="1108">
                <a:solidFill>
                  <a:srgbClr val="666666"/>
                </a:solidFill>
                <a:latin typeface="Inter"/>
                <a:ea typeface="Inter"/>
                <a:cs typeface="Inter"/>
                <a:sym typeface="Inter"/>
              </a:defRPr>
            </a:lvl9pPr>
          </a:lstStyle>
          <a:p>
            <a:pPr indent="0" lvl="0" marL="0" rtl="0" algn="l">
              <a:spcBef>
                <a:spcPts val="0"/>
              </a:spcBef>
              <a:spcAft>
                <a:spcPts val="0"/>
              </a:spcAft>
              <a:buNone/>
            </a:pPr>
            <a:r>
              <a:rPr lang="en"/>
              <a:t xml:space="preserve"> /</a:t>
            </a:r>
            <a:endParaRPr/>
          </a:p>
        </p:txBody>
      </p:sp>
      <p:sp>
        <p:nvSpPr>
          <p:cNvPr id="489" name="Google Shape;489;p51"/>
          <p:cNvSpPr txBox="1"/>
          <p:nvPr>
            <p:ph idx="14" type="body"/>
          </p:nvPr>
        </p:nvSpPr>
        <p:spPr>
          <a:xfrm>
            <a:off x="6187375" y="3096550"/>
            <a:ext cx="2364600" cy="1038000"/>
          </a:xfrm>
          <a:prstGeom prst="rect">
            <a:avLst/>
          </a:prstGeom>
        </p:spPr>
        <p:txBody>
          <a:bodyPr anchorCtr="0" anchor="t" bIns="91425" lIns="91425" spcFirstLastPara="1" rIns="91425" wrap="square" tIns="91425">
            <a:normAutofit/>
          </a:bodyPr>
          <a:lstStyle>
            <a:lvl1pPr indent="-304800" lvl="0" marL="457200" rtl="0">
              <a:spcBef>
                <a:spcPts val="0"/>
              </a:spcBef>
              <a:spcAft>
                <a:spcPts val="0"/>
              </a:spcAft>
              <a:buClr>
                <a:schemeClr val="dk1"/>
              </a:buClr>
              <a:buSzPts val="1200"/>
              <a:buChar char="●"/>
              <a:defRPr sz="1200">
                <a:solidFill>
                  <a:schemeClr val="dk1"/>
                </a:solidFill>
              </a:defRPr>
            </a:lvl1pPr>
            <a:lvl2pPr indent="-304800" lvl="1" marL="914400" rtl="0">
              <a:spcBef>
                <a:spcPts val="1000"/>
              </a:spcBef>
              <a:spcAft>
                <a:spcPts val="0"/>
              </a:spcAft>
              <a:buClr>
                <a:schemeClr val="dk1"/>
              </a:buClr>
              <a:buSzPts val="1200"/>
              <a:buChar char="○"/>
              <a:defRPr sz="1200">
                <a:solidFill>
                  <a:schemeClr val="dk1"/>
                </a:solidFill>
              </a:defRPr>
            </a:lvl2pPr>
            <a:lvl3pPr indent="-304800" lvl="2" marL="1371600" rtl="0">
              <a:spcBef>
                <a:spcPts val="1000"/>
              </a:spcBef>
              <a:spcAft>
                <a:spcPts val="0"/>
              </a:spcAft>
              <a:buClr>
                <a:schemeClr val="dk1"/>
              </a:buClr>
              <a:buSzPts val="1200"/>
              <a:buChar char="■"/>
              <a:defRPr sz="1200">
                <a:solidFill>
                  <a:schemeClr val="dk1"/>
                </a:solidFill>
              </a:defRPr>
            </a:lvl3pPr>
            <a:lvl4pPr indent="-304800" lvl="3" marL="1828800" rtl="0">
              <a:spcBef>
                <a:spcPts val="1000"/>
              </a:spcBef>
              <a:spcAft>
                <a:spcPts val="0"/>
              </a:spcAft>
              <a:buClr>
                <a:schemeClr val="dk1"/>
              </a:buClr>
              <a:buSzPts val="1200"/>
              <a:buChar char="●"/>
              <a:defRPr sz="1200">
                <a:solidFill>
                  <a:schemeClr val="dk1"/>
                </a:solidFill>
              </a:defRPr>
            </a:lvl4pPr>
            <a:lvl5pPr indent="-304800" lvl="4" marL="2286000" rtl="0">
              <a:spcBef>
                <a:spcPts val="1000"/>
              </a:spcBef>
              <a:spcAft>
                <a:spcPts val="0"/>
              </a:spcAft>
              <a:buClr>
                <a:schemeClr val="dk1"/>
              </a:buClr>
              <a:buSzPts val="1200"/>
              <a:buChar char="○"/>
              <a:defRPr sz="1200">
                <a:solidFill>
                  <a:schemeClr val="dk1"/>
                </a:solidFill>
              </a:defRPr>
            </a:lvl5pPr>
            <a:lvl6pPr indent="-304800" lvl="5" marL="2743200" rtl="0">
              <a:spcBef>
                <a:spcPts val="1000"/>
              </a:spcBef>
              <a:spcAft>
                <a:spcPts val="0"/>
              </a:spcAft>
              <a:buClr>
                <a:schemeClr val="dk1"/>
              </a:buClr>
              <a:buSzPts val="1200"/>
              <a:buChar char="■"/>
              <a:defRPr sz="1200">
                <a:solidFill>
                  <a:schemeClr val="dk1"/>
                </a:solidFill>
              </a:defRPr>
            </a:lvl6pPr>
            <a:lvl7pPr indent="-304800" lvl="6" marL="3200400" rtl="0">
              <a:spcBef>
                <a:spcPts val="1000"/>
              </a:spcBef>
              <a:spcAft>
                <a:spcPts val="0"/>
              </a:spcAft>
              <a:buClr>
                <a:schemeClr val="dk1"/>
              </a:buClr>
              <a:buSzPts val="1200"/>
              <a:buChar char="●"/>
              <a:defRPr sz="1200">
                <a:solidFill>
                  <a:schemeClr val="dk1"/>
                </a:solidFill>
              </a:defRPr>
            </a:lvl7pPr>
            <a:lvl8pPr indent="-304800" lvl="7" marL="3657600" rtl="0">
              <a:spcBef>
                <a:spcPts val="1000"/>
              </a:spcBef>
              <a:spcAft>
                <a:spcPts val="0"/>
              </a:spcAft>
              <a:buClr>
                <a:schemeClr val="dk1"/>
              </a:buClr>
              <a:buSzPts val="1200"/>
              <a:buChar char="○"/>
              <a:defRPr sz="1200">
                <a:solidFill>
                  <a:schemeClr val="dk1"/>
                </a:solidFill>
              </a:defRPr>
            </a:lvl8pPr>
            <a:lvl9pPr indent="-304800" lvl="8" marL="4114800" rtl="0">
              <a:spcBef>
                <a:spcPts val="1000"/>
              </a:spcBef>
              <a:spcAft>
                <a:spcPts val="1000"/>
              </a:spcAft>
              <a:buClr>
                <a:schemeClr val="dk1"/>
              </a:buClr>
              <a:buSzPts val="1200"/>
              <a:buChar char="■"/>
              <a:defRPr sz="1200">
                <a:solidFill>
                  <a:schemeClr val="dk1"/>
                </a:solidFill>
              </a:defRPr>
            </a:lvl9pPr>
          </a:lstStyle>
          <a:p/>
        </p:txBody>
      </p:sp>
    </p:spTree>
  </p:cSld>
  <p:clrMapOvr>
    <a:masterClrMapping/>
  </p:clrMapOvr>
</p:sldLayout>
</file>

<file path=ppt/slideLayouts/slideLayout5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1 1">
  <p:cSld name="TITLE_ONLY_1_1">
    <p:bg>
      <p:bgPr>
        <a:solidFill>
          <a:schemeClr val="dk1"/>
        </a:solidFill>
      </p:bgPr>
    </p:bg>
    <p:spTree>
      <p:nvGrpSpPr>
        <p:cNvPr id="490" name="Shape 490"/>
        <p:cNvGrpSpPr/>
        <p:nvPr/>
      </p:nvGrpSpPr>
      <p:grpSpPr>
        <a:xfrm>
          <a:off x="0" y="0"/>
          <a:ext cx="0" cy="0"/>
          <a:chOff x="0" y="0"/>
          <a:chExt cx="0" cy="0"/>
        </a:xfrm>
      </p:grpSpPr>
      <p:pic>
        <p:nvPicPr>
          <p:cNvPr id="491" name="Google Shape;491;p52"/>
          <p:cNvPicPr preferRelativeResize="0"/>
          <p:nvPr/>
        </p:nvPicPr>
        <p:blipFill>
          <a:blip r:embed="rId2">
            <a:alphaModFix/>
          </a:blip>
          <a:stretch>
            <a:fillRect/>
          </a:stretch>
        </p:blipFill>
        <p:spPr>
          <a:xfrm>
            <a:off x="409575" y="1136775"/>
            <a:ext cx="2917548" cy="1305947"/>
          </a:xfrm>
          <a:prstGeom prst="rect">
            <a:avLst/>
          </a:prstGeom>
          <a:noFill/>
          <a:ln>
            <a:noFill/>
          </a:ln>
        </p:spPr>
      </p:pic>
      <p:pic>
        <p:nvPicPr>
          <p:cNvPr id="492" name="Google Shape;492;p52"/>
          <p:cNvPicPr preferRelativeResize="0"/>
          <p:nvPr/>
        </p:nvPicPr>
        <p:blipFill>
          <a:blip r:embed="rId3">
            <a:alphaModFix/>
          </a:blip>
          <a:stretch>
            <a:fillRect/>
          </a:stretch>
        </p:blipFill>
        <p:spPr>
          <a:xfrm>
            <a:off x="3524880" y="1136781"/>
            <a:ext cx="2917548" cy="1305947"/>
          </a:xfrm>
          <a:prstGeom prst="rect">
            <a:avLst/>
          </a:prstGeom>
          <a:noFill/>
          <a:ln>
            <a:noFill/>
          </a:ln>
        </p:spPr>
      </p:pic>
      <p:pic>
        <p:nvPicPr>
          <p:cNvPr id="493" name="Google Shape;493;p52"/>
          <p:cNvPicPr preferRelativeResize="0"/>
          <p:nvPr/>
        </p:nvPicPr>
        <p:blipFill>
          <a:blip r:embed="rId4">
            <a:alphaModFix/>
          </a:blip>
          <a:stretch>
            <a:fillRect/>
          </a:stretch>
        </p:blipFill>
        <p:spPr>
          <a:xfrm>
            <a:off x="409586" y="2641499"/>
            <a:ext cx="2917548" cy="1305947"/>
          </a:xfrm>
          <a:prstGeom prst="rect">
            <a:avLst/>
          </a:prstGeom>
          <a:noFill/>
          <a:ln>
            <a:noFill/>
          </a:ln>
        </p:spPr>
      </p:pic>
      <p:pic>
        <p:nvPicPr>
          <p:cNvPr id="494" name="Google Shape;494;p52"/>
          <p:cNvPicPr preferRelativeResize="0"/>
          <p:nvPr/>
        </p:nvPicPr>
        <p:blipFill>
          <a:blip r:embed="rId5">
            <a:alphaModFix/>
          </a:blip>
          <a:stretch>
            <a:fillRect/>
          </a:stretch>
        </p:blipFill>
        <p:spPr>
          <a:xfrm>
            <a:off x="3524877" y="2641490"/>
            <a:ext cx="2917548" cy="1305947"/>
          </a:xfrm>
          <a:prstGeom prst="rect">
            <a:avLst/>
          </a:prstGeom>
          <a:noFill/>
          <a:ln>
            <a:noFill/>
          </a:ln>
        </p:spPr>
      </p:pic>
      <p:sp>
        <p:nvSpPr>
          <p:cNvPr id="495" name="Google Shape;495;p52"/>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lt1"/>
              </a:buClr>
              <a:buSzPts val="3200"/>
              <a:buFont typeface="Inter ExtraBold"/>
              <a:buNone/>
              <a:defRPr sz="3200">
                <a:solidFill>
                  <a:schemeClr val="lt1"/>
                </a:solidFill>
                <a:latin typeface="Inter ExtraBold"/>
                <a:ea typeface="Inter ExtraBold"/>
                <a:cs typeface="Inter ExtraBold"/>
                <a:sym typeface="Inter ExtraBold"/>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p:txBody>
      </p:sp>
      <p:pic>
        <p:nvPicPr>
          <p:cNvPr id="496" name="Google Shape;496;p52"/>
          <p:cNvPicPr preferRelativeResize="0"/>
          <p:nvPr/>
        </p:nvPicPr>
        <p:blipFill>
          <a:blip r:embed="rId6">
            <a:alphaModFix/>
          </a:blip>
          <a:stretch>
            <a:fillRect/>
          </a:stretch>
        </p:blipFill>
        <p:spPr>
          <a:xfrm>
            <a:off x="-762396" y="0"/>
            <a:ext cx="548700" cy="2288640"/>
          </a:xfrm>
          <a:prstGeom prst="rect">
            <a:avLst/>
          </a:prstGeom>
          <a:noFill/>
          <a:ln>
            <a:noFill/>
          </a:ln>
        </p:spPr>
      </p:pic>
      <p:sp>
        <p:nvSpPr>
          <p:cNvPr id="497" name="Google Shape;497;p52"/>
          <p:cNvSpPr/>
          <p:nvPr>
            <p:ph idx="2" type="pic"/>
          </p:nvPr>
        </p:nvSpPr>
        <p:spPr>
          <a:xfrm>
            <a:off x="8595300" y="0"/>
            <a:ext cx="548700" cy="548700"/>
          </a:xfrm>
          <a:prstGeom prst="rect">
            <a:avLst/>
          </a:prstGeom>
          <a:noFill/>
          <a:ln>
            <a:noFill/>
          </a:ln>
        </p:spPr>
      </p:sp>
      <p:sp>
        <p:nvSpPr>
          <p:cNvPr id="498" name="Google Shape;498;p52"/>
          <p:cNvSpPr txBox="1"/>
          <p:nvPr>
            <p:ph idx="1" type="subTitle"/>
          </p:nvPr>
        </p:nvSpPr>
        <p:spPr>
          <a:xfrm>
            <a:off x="409600" y="1141338"/>
            <a:ext cx="2917500" cy="7122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dk1"/>
              </a:buClr>
              <a:buSzPts val="6200"/>
              <a:buFont typeface="Inter Medium"/>
              <a:buNone/>
              <a:defRPr sz="6200">
                <a:solidFill>
                  <a:schemeClr val="dk1"/>
                </a:solidFill>
                <a:latin typeface="Inter Medium"/>
                <a:ea typeface="Inter Medium"/>
                <a:cs typeface="Inter Medium"/>
                <a:sym typeface="Inter Medium"/>
              </a:defRPr>
            </a:lvl1pPr>
            <a:lvl2pPr lvl="1" rtl="0">
              <a:spcBef>
                <a:spcPts val="1000"/>
              </a:spcBef>
              <a:spcAft>
                <a:spcPts val="0"/>
              </a:spcAft>
              <a:buClr>
                <a:schemeClr val="dk1"/>
              </a:buClr>
              <a:buSzPts val="1400"/>
              <a:buFont typeface="Inter Medium"/>
              <a:buNone/>
              <a:defRPr>
                <a:solidFill>
                  <a:schemeClr val="dk1"/>
                </a:solidFill>
                <a:latin typeface="Inter Medium"/>
                <a:ea typeface="Inter Medium"/>
                <a:cs typeface="Inter Medium"/>
                <a:sym typeface="Inter Medium"/>
              </a:defRPr>
            </a:lvl2pPr>
            <a:lvl3pPr lvl="2" rtl="0">
              <a:spcBef>
                <a:spcPts val="1000"/>
              </a:spcBef>
              <a:spcAft>
                <a:spcPts val="0"/>
              </a:spcAft>
              <a:buClr>
                <a:schemeClr val="dk1"/>
              </a:buClr>
              <a:buSzPts val="1400"/>
              <a:buFont typeface="Inter Medium"/>
              <a:buNone/>
              <a:defRPr>
                <a:solidFill>
                  <a:schemeClr val="dk1"/>
                </a:solidFill>
                <a:latin typeface="Inter Medium"/>
                <a:ea typeface="Inter Medium"/>
                <a:cs typeface="Inter Medium"/>
                <a:sym typeface="Inter Medium"/>
              </a:defRPr>
            </a:lvl3pPr>
            <a:lvl4pPr lvl="3" rtl="0">
              <a:spcBef>
                <a:spcPts val="1000"/>
              </a:spcBef>
              <a:spcAft>
                <a:spcPts val="0"/>
              </a:spcAft>
              <a:buClr>
                <a:schemeClr val="dk1"/>
              </a:buClr>
              <a:buSzPts val="1400"/>
              <a:buFont typeface="Inter Medium"/>
              <a:buNone/>
              <a:defRPr>
                <a:solidFill>
                  <a:schemeClr val="dk1"/>
                </a:solidFill>
                <a:latin typeface="Inter Medium"/>
                <a:ea typeface="Inter Medium"/>
                <a:cs typeface="Inter Medium"/>
                <a:sym typeface="Inter Medium"/>
              </a:defRPr>
            </a:lvl4pPr>
            <a:lvl5pPr lvl="4" rtl="0">
              <a:spcBef>
                <a:spcPts val="1000"/>
              </a:spcBef>
              <a:spcAft>
                <a:spcPts val="0"/>
              </a:spcAft>
              <a:buClr>
                <a:schemeClr val="dk1"/>
              </a:buClr>
              <a:buSzPts val="1400"/>
              <a:buFont typeface="Inter Medium"/>
              <a:buNone/>
              <a:defRPr>
                <a:solidFill>
                  <a:schemeClr val="dk1"/>
                </a:solidFill>
                <a:latin typeface="Inter Medium"/>
                <a:ea typeface="Inter Medium"/>
                <a:cs typeface="Inter Medium"/>
                <a:sym typeface="Inter Medium"/>
              </a:defRPr>
            </a:lvl5pPr>
            <a:lvl6pPr lvl="5" rtl="0">
              <a:spcBef>
                <a:spcPts val="1000"/>
              </a:spcBef>
              <a:spcAft>
                <a:spcPts val="0"/>
              </a:spcAft>
              <a:buClr>
                <a:schemeClr val="dk1"/>
              </a:buClr>
              <a:buSzPts val="1400"/>
              <a:buFont typeface="Inter Medium"/>
              <a:buNone/>
              <a:defRPr>
                <a:solidFill>
                  <a:schemeClr val="dk1"/>
                </a:solidFill>
                <a:latin typeface="Inter Medium"/>
                <a:ea typeface="Inter Medium"/>
                <a:cs typeface="Inter Medium"/>
                <a:sym typeface="Inter Medium"/>
              </a:defRPr>
            </a:lvl6pPr>
            <a:lvl7pPr lvl="6" rtl="0">
              <a:spcBef>
                <a:spcPts val="1000"/>
              </a:spcBef>
              <a:spcAft>
                <a:spcPts val="0"/>
              </a:spcAft>
              <a:buClr>
                <a:schemeClr val="dk1"/>
              </a:buClr>
              <a:buSzPts val="1400"/>
              <a:buFont typeface="Inter Medium"/>
              <a:buNone/>
              <a:defRPr>
                <a:solidFill>
                  <a:schemeClr val="dk1"/>
                </a:solidFill>
                <a:latin typeface="Inter Medium"/>
                <a:ea typeface="Inter Medium"/>
                <a:cs typeface="Inter Medium"/>
                <a:sym typeface="Inter Medium"/>
              </a:defRPr>
            </a:lvl7pPr>
            <a:lvl8pPr lvl="7" rtl="0">
              <a:spcBef>
                <a:spcPts val="1000"/>
              </a:spcBef>
              <a:spcAft>
                <a:spcPts val="0"/>
              </a:spcAft>
              <a:buClr>
                <a:schemeClr val="dk1"/>
              </a:buClr>
              <a:buSzPts val="1400"/>
              <a:buFont typeface="Inter Medium"/>
              <a:buNone/>
              <a:defRPr>
                <a:solidFill>
                  <a:schemeClr val="dk1"/>
                </a:solidFill>
                <a:latin typeface="Inter Medium"/>
                <a:ea typeface="Inter Medium"/>
                <a:cs typeface="Inter Medium"/>
                <a:sym typeface="Inter Medium"/>
              </a:defRPr>
            </a:lvl8pPr>
            <a:lvl9pPr lvl="8" rtl="0">
              <a:spcBef>
                <a:spcPts val="1000"/>
              </a:spcBef>
              <a:spcAft>
                <a:spcPts val="1000"/>
              </a:spcAft>
              <a:buClr>
                <a:schemeClr val="dk1"/>
              </a:buClr>
              <a:buSzPts val="1400"/>
              <a:buFont typeface="Inter Medium"/>
              <a:buNone/>
              <a:defRPr>
                <a:solidFill>
                  <a:schemeClr val="dk1"/>
                </a:solidFill>
                <a:latin typeface="Inter Medium"/>
                <a:ea typeface="Inter Medium"/>
                <a:cs typeface="Inter Medium"/>
                <a:sym typeface="Inter Medium"/>
              </a:defRPr>
            </a:lvl9pPr>
          </a:lstStyle>
          <a:p/>
        </p:txBody>
      </p:sp>
      <p:sp>
        <p:nvSpPr>
          <p:cNvPr id="499" name="Google Shape;499;p52"/>
          <p:cNvSpPr txBox="1"/>
          <p:nvPr>
            <p:ph idx="3" type="subTitle"/>
          </p:nvPr>
        </p:nvSpPr>
        <p:spPr>
          <a:xfrm>
            <a:off x="1340800" y="1853550"/>
            <a:ext cx="1986300" cy="513900"/>
          </a:xfrm>
          <a:prstGeom prst="rect">
            <a:avLst/>
          </a:prstGeom>
        </p:spPr>
        <p:txBody>
          <a:bodyPr anchorCtr="0" anchor="t" bIns="91425" lIns="91425" spcFirstLastPara="1" rIns="91425" wrap="square" tIns="91425">
            <a:normAutofit/>
          </a:bodyPr>
          <a:lstStyle>
            <a:lvl1pPr lvl="0" rtl="0" algn="r">
              <a:spcBef>
                <a:spcPts val="0"/>
              </a:spcBef>
              <a:spcAft>
                <a:spcPts val="0"/>
              </a:spcAft>
              <a:buClr>
                <a:schemeClr val="dk1"/>
              </a:buClr>
              <a:buSzPts val="1200"/>
              <a:buFont typeface="Space Mono"/>
              <a:buNone/>
              <a:defRPr sz="1200">
                <a:solidFill>
                  <a:schemeClr val="dk1"/>
                </a:solidFill>
                <a:latin typeface="Space Mono"/>
                <a:ea typeface="Space Mono"/>
                <a:cs typeface="Space Mono"/>
                <a:sym typeface="Space Mono"/>
              </a:defRPr>
            </a:lvl1pPr>
            <a:lvl2pPr lvl="1" rtl="0" algn="r">
              <a:spcBef>
                <a:spcPts val="1000"/>
              </a:spcBef>
              <a:spcAft>
                <a:spcPts val="0"/>
              </a:spcAft>
              <a:buSzPts val="1200"/>
              <a:buFont typeface="Space Mono"/>
              <a:buNone/>
              <a:defRPr sz="1200">
                <a:latin typeface="Space Mono"/>
                <a:ea typeface="Space Mono"/>
                <a:cs typeface="Space Mono"/>
                <a:sym typeface="Space Mono"/>
              </a:defRPr>
            </a:lvl2pPr>
            <a:lvl3pPr lvl="2" rtl="0" algn="r">
              <a:spcBef>
                <a:spcPts val="1000"/>
              </a:spcBef>
              <a:spcAft>
                <a:spcPts val="0"/>
              </a:spcAft>
              <a:buSzPts val="1200"/>
              <a:buFont typeface="Space Mono"/>
              <a:buNone/>
              <a:defRPr sz="1200">
                <a:latin typeface="Space Mono"/>
                <a:ea typeface="Space Mono"/>
                <a:cs typeface="Space Mono"/>
                <a:sym typeface="Space Mono"/>
              </a:defRPr>
            </a:lvl3pPr>
            <a:lvl4pPr lvl="3" rtl="0" algn="r">
              <a:spcBef>
                <a:spcPts val="1000"/>
              </a:spcBef>
              <a:spcAft>
                <a:spcPts val="0"/>
              </a:spcAft>
              <a:buSzPts val="1200"/>
              <a:buFont typeface="Space Mono"/>
              <a:buNone/>
              <a:defRPr sz="1200">
                <a:latin typeface="Space Mono"/>
                <a:ea typeface="Space Mono"/>
                <a:cs typeface="Space Mono"/>
                <a:sym typeface="Space Mono"/>
              </a:defRPr>
            </a:lvl4pPr>
            <a:lvl5pPr lvl="4" rtl="0" algn="r">
              <a:spcBef>
                <a:spcPts val="1000"/>
              </a:spcBef>
              <a:spcAft>
                <a:spcPts val="0"/>
              </a:spcAft>
              <a:buSzPts val="1200"/>
              <a:buFont typeface="Space Mono"/>
              <a:buNone/>
              <a:defRPr sz="1200">
                <a:latin typeface="Space Mono"/>
                <a:ea typeface="Space Mono"/>
                <a:cs typeface="Space Mono"/>
                <a:sym typeface="Space Mono"/>
              </a:defRPr>
            </a:lvl5pPr>
            <a:lvl6pPr lvl="5" rtl="0" algn="r">
              <a:spcBef>
                <a:spcPts val="1000"/>
              </a:spcBef>
              <a:spcAft>
                <a:spcPts val="0"/>
              </a:spcAft>
              <a:buSzPts val="1200"/>
              <a:buFont typeface="Space Mono"/>
              <a:buNone/>
              <a:defRPr sz="1200">
                <a:latin typeface="Space Mono"/>
                <a:ea typeface="Space Mono"/>
                <a:cs typeface="Space Mono"/>
                <a:sym typeface="Space Mono"/>
              </a:defRPr>
            </a:lvl6pPr>
            <a:lvl7pPr lvl="6" rtl="0" algn="r">
              <a:spcBef>
                <a:spcPts val="1000"/>
              </a:spcBef>
              <a:spcAft>
                <a:spcPts val="0"/>
              </a:spcAft>
              <a:buSzPts val="1200"/>
              <a:buFont typeface="Space Mono"/>
              <a:buNone/>
              <a:defRPr sz="1200">
                <a:latin typeface="Space Mono"/>
                <a:ea typeface="Space Mono"/>
                <a:cs typeface="Space Mono"/>
                <a:sym typeface="Space Mono"/>
              </a:defRPr>
            </a:lvl7pPr>
            <a:lvl8pPr lvl="7" rtl="0" algn="r">
              <a:spcBef>
                <a:spcPts val="1000"/>
              </a:spcBef>
              <a:spcAft>
                <a:spcPts val="0"/>
              </a:spcAft>
              <a:buSzPts val="1200"/>
              <a:buFont typeface="Space Mono"/>
              <a:buNone/>
              <a:defRPr sz="1200">
                <a:latin typeface="Space Mono"/>
                <a:ea typeface="Space Mono"/>
                <a:cs typeface="Space Mono"/>
                <a:sym typeface="Space Mono"/>
              </a:defRPr>
            </a:lvl8pPr>
            <a:lvl9pPr lvl="8" rtl="0" algn="r">
              <a:spcBef>
                <a:spcPts val="1000"/>
              </a:spcBef>
              <a:spcAft>
                <a:spcPts val="1000"/>
              </a:spcAft>
              <a:buSzPts val="1200"/>
              <a:buFont typeface="Space Mono"/>
              <a:buNone/>
              <a:defRPr sz="1200">
                <a:latin typeface="Space Mono"/>
                <a:ea typeface="Space Mono"/>
                <a:cs typeface="Space Mono"/>
                <a:sym typeface="Space Mono"/>
              </a:defRPr>
            </a:lvl9pPr>
          </a:lstStyle>
          <a:p/>
        </p:txBody>
      </p:sp>
      <p:sp>
        <p:nvSpPr>
          <p:cNvPr id="500" name="Google Shape;500;p52"/>
          <p:cNvSpPr txBox="1"/>
          <p:nvPr>
            <p:ph idx="4" type="subTitle"/>
          </p:nvPr>
        </p:nvSpPr>
        <p:spPr>
          <a:xfrm>
            <a:off x="3524900" y="1141338"/>
            <a:ext cx="2917500" cy="7122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dk1"/>
              </a:buClr>
              <a:buSzPts val="6200"/>
              <a:buFont typeface="Inter Medium"/>
              <a:buNone/>
              <a:defRPr sz="6200">
                <a:solidFill>
                  <a:schemeClr val="dk1"/>
                </a:solidFill>
                <a:latin typeface="Inter Medium"/>
                <a:ea typeface="Inter Medium"/>
                <a:cs typeface="Inter Medium"/>
                <a:sym typeface="Inter Medium"/>
              </a:defRPr>
            </a:lvl1pPr>
            <a:lvl2pPr lvl="1" rtl="0">
              <a:spcBef>
                <a:spcPts val="1000"/>
              </a:spcBef>
              <a:spcAft>
                <a:spcPts val="0"/>
              </a:spcAft>
              <a:buClr>
                <a:schemeClr val="dk1"/>
              </a:buClr>
              <a:buSzPts val="1400"/>
              <a:buFont typeface="Inter Medium"/>
              <a:buNone/>
              <a:defRPr>
                <a:solidFill>
                  <a:schemeClr val="dk1"/>
                </a:solidFill>
                <a:latin typeface="Inter Medium"/>
                <a:ea typeface="Inter Medium"/>
                <a:cs typeface="Inter Medium"/>
                <a:sym typeface="Inter Medium"/>
              </a:defRPr>
            </a:lvl2pPr>
            <a:lvl3pPr lvl="2" rtl="0">
              <a:spcBef>
                <a:spcPts val="1000"/>
              </a:spcBef>
              <a:spcAft>
                <a:spcPts val="0"/>
              </a:spcAft>
              <a:buClr>
                <a:schemeClr val="dk1"/>
              </a:buClr>
              <a:buSzPts val="1400"/>
              <a:buFont typeface="Inter Medium"/>
              <a:buNone/>
              <a:defRPr>
                <a:solidFill>
                  <a:schemeClr val="dk1"/>
                </a:solidFill>
                <a:latin typeface="Inter Medium"/>
                <a:ea typeface="Inter Medium"/>
                <a:cs typeface="Inter Medium"/>
                <a:sym typeface="Inter Medium"/>
              </a:defRPr>
            </a:lvl3pPr>
            <a:lvl4pPr lvl="3" rtl="0">
              <a:spcBef>
                <a:spcPts val="1000"/>
              </a:spcBef>
              <a:spcAft>
                <a:spcPts val="0"/>
              </a:spcAft>
              <a:buClr>
                <a:schemeClr val="dk1"/>
              </a:buClr>
              <a:buSzPts val="1400"/>
              <a:buFont typeface="Inter Medium"/>
              <a:buNone/>
              <a:defRPr>
                <a:solidFill>
                  <a:schemeClr val="dk1"/>
                </a:solidFill>
                <a:latin typeface="Inter Medium"/>
                <a:ea typeface="Inter Medium"/>
                <a:cs typeface="Inter Medium"/>
                <a:sym typeface="Inter Medium"/>
              </a:defRPr>
            </a:lvl4pPr>
            <a:lvl5pPr lvl="4" rtl="0">
              <a:spcBef>
                <a:spcPts val="1000"/>
              </a:spcBef>
              <a:spcAft>
                <a:spcPts val="0"/>
              </a:spcAft>
              <a:buClr>
                <a:schemeClr val="dk1"/>
              </a:buClr>
              <a:buSzPts val="1400"/>
              <a:buFont typeface="Inter Medium"/>
              <a:buNone/>
              <a:defRPr>
                <a:solidFill>
                  <a:schemeClr val="dk1"/>
                </a:solidFill>
                <a:latin typeface="Inter Medium"/>
                <a:ea typeface="Inter Medium"/>
                <a:cs typeface="Inter Medium"/>
                <a:sym typeface="Inter Medium"/>
              </a:defRPr>
            </a:lvl5pPr>
            <a:lvl6pPr lvl="5" rtl="0">
              <a:spcBef>
                <a:spcPts val="1000"/>
              </a:spcBef>
              <a:spcAft>
                <a:spcPts val="0"/>
              </a:spcAft>
              <a:buClr>
                <a:schemeClr val="dk1"/>
              </a:buClr>
              <a:buSzPts val="1400"/>
              <a:buFont typeface="Inter Medium"/>
              <a:buNone/>
              <a:defRPr>
                <a:solidFill>
                  <a:schemeClr val="dk1"/>
                </a:solidFill>
                <a:latin typeface="Inter Medium"/>
                <a:ea typeface="Inter Medium"/>
                <a:cs typeface="Inter Medium"/>
                <a:sym typeface="Inter Medium"/>
              </a:defRPr>
            </a:lvl6pPr>
            <a:lvl7pPr lvl="6" rtl="0">
              <a:spcBef>
                <a:spcPts val="1000"/>
              </a:spcBef>
              <a:spcAft>
                <a:spcPts val="0"/>
              </a:spcAft>
              <a:buClr>
                <a:schemeClr val="dk1"/>
              </a:buClr>
              <a:buSzPts val="1400"/>
              <a:buFont typeface="Inter Medium"/>
              <a:buNone/>
              <a:defRPr>
                <a:solidFill>
                  <a:schemeClr val="dk1"/>
                </a:solidFill>
                <a:latin typeface="Inter Medium"/>
                <a:ea typeface="Inter Medium"/>
                <a:cs typeface="Inter Medium"/>
                <a:sym typeface="Inter Medium"/>
              </a:defRPr>
            </a:lvl7pPr>
            <a:lvl8pPr lvl="7" rtl="0">
              <a:spcBef>
                <a:spcPts val="1000"/>
              </a:spcBef>
              <a:spcAft>
                <a:spcPts val="0"/>
              </a:spcAft>
              <a:buClr>
                <a:schemeClr val="dk1"/>
              </a:buClr>
              <a:buSzPts val="1400"/>
              <a:buFont typeface="Inter Medium"/>
              <a:buNone/>
              <a:defRPr>
                <a:solidFill>
                  <a:schemeClr val="dk1"/>
                </a:solidFill>
                <a:latin typeface="Inter Medium"/>
                <a:ea typeface="Inter Medium"/>
                <a:cs typeface="Inter Medium"/>
                <a:sym typeface="Inter Medium"/>
              </a:defRPr>
            </a:lvl8pPr>
            <a:lvl9pPr lvl="8" rtl="0">
              <a:spcBef>
                <a:spcPts val="1000"/>
              </a:spcBef>
              <a:spcAft>
                <a:spcPts val="1000"/>
              </a:spcAft>
              <a:buClr>
                <a:schemeClr val="dk1"/>
              </a:buClr>
              <a:buSzPts val="1400"/>
              <a:buFont typeface="Inter Medium"/>
              <a:buNone/>
              <a:defRPr>
                <a:solidFill>
                  <a:schemeClr val="dk1"/>
                </a:solidFill>
                <a:latin typeface="Inter Medium"/>
                <a:ea typeface="Inter Medium"/>
                <a:cs typeface="Inter Medium"/>
                <a:sym typeface="Inter Medium"/>
              </a:defRPr>
            </a:lvl9pPr>
          </a:lstStyle>
          <a:p/>
        </p:txBody>
      </p:sp>
      <p:sp>
        <p:nvSpPr>
          <p:cNvPr id="501" name="Google Shape;501;p52"/>
          <p:cNvSpPr txBox="1"/>
          <p:nvPr>
            <p:ph idx="5" type="subTitle"/>
          </p:nvPr>
        </p:nvSpPr>
        <p:spPr>
          <a:xfrm>
            <a:off x="4456100" y="1853550"/>
            <a:ext cx="1986300" cy="513900"/>
          </a:xfrm>
          <a:prstGeom prst="rect">
            <a:avLst/>
          </a:prstGeom>
        </p:spPr>
        <p:txBody>
          <a:bodyPr anchorCtr="0" anchor="t" bIns="91425" lIns="91425" spcFirstLastPara="1" rIns="91425" wrap="square" tIns="91425">
            <a:normAutofit/>
          </a:bodyPr>
          <a:lstStyle>
            <a:lvl1pPr lvl="0" rtl="0" algn="r">
              <a:spcBef>
                <a:spcPts val="0"/>
              </a:spcBef>
              <a:spcAft>
                <a:spcPts val="0"/>
              </a:spcAft>
              <a:buClr>
                <a:schemeClr val="dk1"/>
              </a:buClr>
              <a:buSzPts val="1200"/>
              <a:buFont typeface="Space Mono"/>
              <a:buNone/>
              <a:defRPr sz="1200">
                <a:solidFill>
                  <a:schemeClr val="dk1"/>
                </a:solidFill>
                <a:latin typeface="Space Mono"/>
                <a:ea typeface="Space Mono"/>
                <a:cs typeface="Space Mono"/>
                <a:sym typeface="Space Mono"/>
              </a:defRPr>
            </a:lvl1pPr>
            <a:lvl2pPr lvl="1" rtl="0" algn="r">
              <a:spcBef>
                <a:spcPts val="1000"/>
              </a:spcBef>
              <a:spcAft>
                <a:spcPts val="0"/>
              </a:spcAft>
              <a:buSzPts val="1200"/>
              <a:buFont typeface="Space Mono"/>
              <a:buNone/>
              <a:defRPr sz="1200">
                <a:latin typeface="Space Mono"/>
                <a:ea typeface="Space Mono"/>
                <a:cs typeface="Space Mono"/>
                <a:sym typeface="Space Mono"/>
              </a:defRPr>
            </a:lvl2pPr>
            <a:lvl3pPr lvl="2" rtl="0" algn="r">
              <a:spcBef>
                <a:spcPts val="1000"/>
              </a:spcBef>
              <a:spcAft>
                <a:spcPts val="0"/>
              </a:spcAft>
              <a:buSzPts val="1200"/>
              <a:buFont typeface="Space Mono"/>
              <a:buNone/>
              <a:defRPr sz="1200">
                <a:latin typeface="Space Mono"/>
                <a:ea typeface="Space Mono"/>
                <a:cs typeface="Space Mono"/>
                <a:sym typeface="Space Mono"/>
              </a:defRPr>
            </a:lvl3pPr>
            <a:lvl4pPr lvl="3" rtl="0" algn="r">
              <a:spcBef>
                <a:spcPts val="1000"/>
              </a:spcBef>
              <a:spcAft>
                <a:spcPts val="0"/>
              </a:spcAft>
              <a:buSzPts val="1200"/>
              <a:buFont typeface="Space Mono"/>
              <a:buNone/>
              <a:defRPr sz="1200">
                <a:latin typeface="Space Mono"/>
                <a:ea typeface="Space Mono"/>
                <a:cs typeface="Space Mono"/>
                <a:sym typeface="Space Mono"/>
              </a:defRPr>
            </a:lvl4pPr>
            <a:lvl5pPr lvl="4" rtl="0" algn="r">
              <a:spcBef>
                <a:spcPts val="1000"/>
              </a:spcBef>
              <a:spcAft>
                <a:spcPts val="0"/>
              </a:spcAft>
              <a:buSzPts val="1200"/>
              <a:buFont typeface="Space Mono"/>
              <a:buNone/>
              <a:defRPr sz="1200">
                <a:latin typeface="Space Mono"/>
                <a:ea typeface="Space Mono"/>
                <a:cs typeface="Space Mono"/>
                <a:sym typeface="Space Mono"/>
              </a:defRPr>
            </a:lvl5pPr>
            <a:lvl6pPr lvl="5" rtl="0" algn="r">
              <a:spcBef>
                <a:spcPts val="1000"/>
              </a:spcBef>
              <a:spcAft>
                <a:spcPts val="0"/>
              </a:spcAft>
              <a:buSzPts val="1200"/>
              <a:buFont typeface="Space Mono"/>
              <a:buNone/>
              <a:defRPr sz="1200">
                <a:latin typeface="Space Mono"/>
                <a:ea typeface="Space Mono"/>
                <a:cs typeface="Space Mono"/>
                <a:sym typeface="Space Mono"/>
              </a:defRPr>
            </a:lvl6pPr>
            <a:lvl7pPr lvl="6" rtl="0" algn="r">
              <a:spcBef>
                <a:spcPts val="1000"/>
              </a:spcBef>
              <a:spcAft>
                <a:spcPts val="0"/>
              </a:spcAft>
              <a:buSzPts val="1200"/>
              <a:buFont typeface="Space Mono"/>
              <a:buNone/>
              <a:defRPr sz="1200">
                <a:latin typeface="Space Mono"/>
                <a:ea typeface="Space Mono"/>
                <a:cs typeface="Space Mono"/>
                <a:sym typeface="Space Mono"/>
              </a:defRPr>
            </a:lvl7pPr>
            <a:lvl8pPr lvl="7" rtl="0" algn="r">
              <a:spcBef>
                <a:spcPts val="1000"/>
              </a:spcBef>
              <a:spcAft>
                <a:spcPts val="0"/>
              </a:spcAft>
              <a:buSzPts val="1200"/>
              <a:buFont typeface="Space Mono"/>
              <a:buNone/>
              <a:defRPr sz="1200">
                <a:latin typeface="Space Mono"/>
                <a:ea typeface="Space Mono"/>
                <a:cs typeface="Space Mono"/>
                <a:sym typeface="Space Mono"/>
              </a:defRPr>
            </a:lvl8pPr>
            <a:lvl9pPr lvl="8" rtl="0" algn="r">
              <a:spcBef>
                <a:spcPts val="1000"/>
              </a:spcBef>
              <a:spcAft>
                <a:spcPts val="1000"/>
              </a:spcAft>
              <a:buSzPts val="1200"/>
              <a:buFont typeface="Space Mono"/>
              <a:buNone/>
              <a:defRPr sz="1200">
                <a:latin typeface="Space Mono"/>
                <a:ea typeface="Space Mono"/>
                <a:cs typeface="Space Mono"/>
                <a:sym typeface="Space Mono"/>
              </a:defRPr>
            </a:lvl9pPr>
          </a:lstStyle>
          <a:p/>
        </p:txBody>
      </p:sp>
      <p:sp>
        <p:nvSpPr>
          <p:cNvPr id="502" name="Google Shape;502;p52"/>
          <p:cNvSpPr txBox="1"/>
          <p:nvPr>
            <p:ph idx="6" type="subTitle"/>
          </p:nvPr>
        </p:nvSpPr>
        <p:spPr>
          <a:xfrm>
            <a:off x="409600" y="2617713"/>
            <a:ext cx="2917500" cy="7122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dk1"/>
              </a:buClr>
              <a:buSzPts val="6200"/>
              <a:buFont typeface="Inter Medium"/>
              <a:buNone/>
              <a:defRPr sz="6200">
                <a:solidFill>
                  <a:schemeClr val="dk1"/>
                </a:solidFill>
                <a:latin typeface="Inter Medium"/>
                <a:ea typeface="Inter Medium"/>
                <a:cs typeface="Inter Medium"/>
                <a:sym typeface="Inter Medium"/>
              </a:defRPr>
            </a:lvl1pPr>
            <a:lvl2pPr lvl="1" rtl="0">
              <a:spcBef>
                <a:spcPts val="1000"/>
              </a:spcBef>
              <a:spcAft>
                <a:spcPts val="0"/>
              </a:spcAft>
              <a:buClr>
                <a:schemeClr val="dk1"/>
              </a:buClr>
              <a:buSzPts val="1400"/>
              <a:buFont typeface="Inter Medium"/>
              <a:buNone/>
              <a:defRPr>
                <a:solidFill>
                  <a:schemeClr val="dk1"/>
                </a:solidFill>
                <a:latin typeface="Inter Medium"/>
                <a:ea typeface="Inter Medium"/>
                <a:cs typeface="Inter Medium"/>
                <a:sym typeface="Inter Medium"/>
              </a:defRPr>
            </a:lvl2pPr>
            <a:lvl3pPr lvl="2" rtl="0">
              <a:spcBef>
                <a:spcPts val="1000"/>
              </a:spcBef>
              <a:spcAft>
                <a:spcPts val="0"/>
              </a:spcAft>
              <a:buClr>
                <a:schemeClr val="dk1"/>
              </a:buClr>
              <a:buSzPts val="1400"/>
              <a:buFont typeface="Inter Medium"/>
              <a:buNone/>
              <a:defRPr>
                <a:solidFill>
                  <a:schemeClr val="dk1"/>
                </a:solidFill>
                <a:latin typeface="Inter Medium"/>
                <a:ea typeface="Inter Medium"/>
                <a:cs typeface="Inter Medium"/>
                <a:sym typeface="Inter Medium"/>
              </a:defRPr>
            </a:lvl3pPr>
            <a:lvl4pPr lvl="3" rtl="0">
              <a:spcBef>
                <a:spcPts val="1000"/>
              </a:spcBef>
              <a:spcAft>
                <a:spcPts val="0"/>
              </a:spcAft>
              <a:buClr>
                <a:schemeClr val="dk1"/>
              </a:buClr>
              <a:buSzPts val="1400"/>
              <a:buFont typeface="Inter Medium"/>
              <a:buNone/>
              <a:defRPr>
                <a:solidFill>
                  <a:schemeClr val="dk1"/>
                </a:solidFill>
                <a:latin typeface="Inter Medium"/>
                <a:ea typeface="Inter Medium"/>
                <a:cs typeface="Inter Medium"/>
                <a:sym typeface="Inter Medium"/>
              </a:defRPr>
            </a:lvl4pPr>
            <a:lvl5pPr lvl="4" rtl="0">
              <a:spcBef>
                <a:spcPts val="1000"/>
              </a:spcBef>
              <a:spcAft>
                <a:spcPts val="0"/>
              </a:spcAft>
              <a:buClr>
                <a:schemeClr val="dk1"/>
              </a:buClr>
              <a:buSzPts val="1400"/>
              <a:buFont typeface="Inter Medium"/>
              <a:buNone/>
              <a:defRPr>
                <a:solidFill>
                  <a:schemeClr val="dk1"/>
                </a:solidFill>
                <a:latin typeface="Inter Medium"/>
                <a:ea typeface="Inter Medium"/>
                <a:cs typeface="Inter Medium"/>
                <a:sym typeface="Inter Medium"/>
              </a:defRPr>
            </a:lvl5pPr>
            <a:lvl6pPr lvl="5" rtl="0">
              <a:spcBef>
                <a:spcPts val="1000"/>
              </a:spcBef>
              <a:spcAft>
                <a:spcPts val="0"/>
              </a:spcAft>
              <a:buClr>
                <a:schemeClr val="dk1"/>
              </a:buClr>
              <a:buSzPts val="1400"/>
              <a:buFont typeface="Inter Medium"/>
              <a:buNone/>
              <a:defRPr>
                <a:solidFill>
                  <a:schemeClr val="dk1"/>
                </a:solidFill>
                <a:latin typeface="Inter Medium"/>
                <a:ea typeface="Inter Medium"/>
                <a:cs typeface="Inter Medium"/>
                <a:sym typeface="Inter Medium"/>
              </a:defRPr>
            </a:lvl6pPr>
            <a:lvl7pPr lvl="6" rtl="0">
              <a:spcBef>
                <a:spcPts val="1000"/>
              </a:spcBef>
              <a:spcAft>
                <a:spcPts val="0"/>
              </a:spcAft>
              <a:buClr>
                <a:schemeClr val="dk1"/>
              </a:buClr>
              <a:buSzPts val="1400"/>
              <a:buFont typeface="Inter Medium"/>
              <a:buNone/>
              <a:defRPr>
                <a:solidFill>
                  <a:schemeClr val="dk1"/>
                </a:solidFill>
                <a:latin typeface="Inter Medium"/>
                <a:ea typeface="Inter Medium"/>
                <a:cs typeface="Inter Medium"/>
                <a:sym typeface="Inter Medium"/>
              </a:defRPr>
            </a:lvl7pPr>
            <a:lvl8pPr lvl="7" rtl="0">
              <a:spcBef>
                <a:spcPts val="1000"/>
              </a:spcBef>
              <a:spcAft>
                <a:spcPts val="0"/>
              </a:spcAft>
              <a:buClr>
                <a:schemeClr val="dk1"/>
              </a:buClr>
              <a:buSzPts val="1400"/>
              <a:buFont typeface="Inter Medium"/>
              <a:buNone/>
              <a:defRPr>
                <a:solidFill>
                  <a:schemeClr val="dk1"/>
                </a:solidFill>
                <a:latin typeface="Inter Medium"/>
                <a:ea typeface="Inter Medium"/>
                <a:cs typeface="Inter Medium"/>
                <a:sym typeface="Inter Medium"/>
              </a:defRPr>
            </a:lvl8pPr>
            <a:lvl9pPr lvl="8" rtl="0">
              <a:spcBef>
                <a:spcPts val="1000"/>
              </a:spcBef>
              <a:spcAft>
                <a:spcPts val="1000"/>
              </a:spcAft>
              <a:buClr>
                <a:schemeClr val="dk1"/>
              </a:buClr>
              <a:buSzPts val="1400"/>
              <a:buFont typeface="Inter Medium"/>
              <a:buNone/>
              <a:defRPr>
                <a:solidFill>
                  <a:schemeClr val="dk1"/>
                </a:solidFill>
                <a:latin typeface="Inter Medium"/>
                <a:ea typeface="Inter Medium"/>
                <a:cs typeface="Inter Medium"/>
                <a:sym typeface="Inter Medium"/>
              </a:defRPr>
            </a:lvl9pPr>
          </a:lstStyle>
          <a:p/>
        </p:txBody>
      </p:sp>
      <p:sp>
        <p:nvSpPr>
          <p:cNvPr id="503" name="Google Shape;503;p52"/>
          <p:cNvSpPr txBox="1"/>
          <p:nvPr>
            <p:ph idx="7" type="subTitle"/>
          </p:nvPr>
        </p:nvSpPr>
        <p:spPr>
          <a:xfrm>
            <a:off x="1340800" y="3329925"/>
            <a:ext cx="1986300" cy="513900"/>
          </a:xfrm>
          <a:prstGeom prst="rect">
            <a:avLst/>
          </a:prstGeom>
        </p:spPr>
        <p:txBody>
          <a:bodyPr anchorCtr="0" anchor="t" bIns="91425" lIns="91425" spcFirstLastPara="1" rIns="91425" wrap="square" tIns="91425">
            <a:normAutofit/>
          </a:bodyPr>
          <a:lstStyle>
            <a:lvl1pPr lvl="0" rtl="0" algn="r">
              <a:spcBef>
                <a:spcPts val="0"/>
              </a:spcBef>
              <a:spcAft>
                <a:spcPts val="0"/>
              </a:spcAft>
              <a:buClr>
                <a:schemeClr val="dk1"/>
              </a:buClr>
              <a:buSzPts val="1200"/>
              <a:buFont typeface="Space Mono"/>
              <a:buNone/>
              <a:defRPr sz="1200">
                <a:solidFill>
                  <a:schemeClr val="dk1"/>
                </a:solidFill>
                <a:latin typeface="Space Mono"/>
                <a:ea typeface="Space Mono"/>
                <a:cs typeface="Space Mono"/>
                <a:sym typeface="Space Mono"/>
              </a:defRPr>
            </a:lvl1pPr>
            <a:lvl2pPr lvl="1" rtl="0" algn="r">
              <a:spcBef>
                <a:spcPts val="1000"/>
              </a:spcBef>
              <a:spcAft>
                <a:spcPts val="0"/>
              </a:spcAft>
              <a:buSzPts val="1200"/>
              <a:buFont typeface="Space Mono"/>
              <a:buNone/>
              <a:defRPr sz="1200">
                <a:latin typeface="Space Mono"/>
                <a:ea typeface="Space Mono"/>
                <a:cs typeface="Space Mono"/>
                <a:sym typeface="Space Mono"/>
              </a:defRPr>
            </a:lvl2pPr>
            <a:lvl3pPr lvl="2" rtl="0" algn="r">
              <a:spcBef>
                <a:spcPts val="1000"/>
              </a:spcBef>
              <a:spcAft>
                <a:spcPts val="0"/>
              </a:spcAft>
              <a:buSzPts val="1200"/>
              <a:buFont typeface="Space Mono"/>
              <a:buNone/>
              <a:defRPr sz="1200">
                <a:latin typeface="Space Mono"/>
                <a:ea typeface="Space Mono"/>
                <a:cs typeface="Space Mono"/>
                <a:sym typeface="Space Mono"/>
              </a:defRPr>
            </a:lvl3pPr>
            <a:lvl4pPr lvl="3" rtl="0" algn="r">
              <a:spcBef>
                <a:spcPts val="1000"/>
              </a:spcBef>
              <a:spcAft>
                <a:spcPts val="0"/>
              </a:spcAft>
              <a:buSzPts val="1200"/>
              <a:buFont typeface="Space Mono"/>
              <a:buNone/>
              <a:defRPr sz="1200">
                <a:latin typeface="Space Mono"/>
                <a:ea typeface="Space Mono"/>
                <a:cs typeface="Space Mono"/>
                <a:sym typeface="Space Mono"/>
              </a:defRPr>
            </a:lvl4pPr>
            <a:lvl5pPr lvl="4" rtl="0" algn="r">
              <a:spcBef>
                <a:spcPts val="1000"/>
              </a:spcBef>
              <a:spcAft>
                <a:spcPts val="0"/>
              </a:spcAft>
              <a:buSzPts val="1200"/>
              <a:buFont typeface="Space Mono"/>
              <a:buNone/>
              <a:defRPr sz="1200">
                <a:latin typeface="Space Mono"/>
                <a:ea typeface="Space Mono"/>
                <a:cs typeface="Space Mono"/>
                <a:sym typeface="Space Mono"/>
              </a:defRPr>
            </a:lvl5pPr>
            <a:lvl6pPr lvl="5" rtl="0" algn="r">
              <a:spcBef>
                <a:spcPts val="1000"/>
              </a:spcBef>
              <a:spcAft>
                <a:spcPts val="0"/>
              </a:spcAft>
              <a:buSzPts val="1200"/>
              <a:buFont typeface="Space Mono"/>
              <a:buNone/>
              <a:defRPr sz="1200">
                <a:latin typeface="Space Mono"/>
                <a:ea typeface="Space Mono"/>
                <a:cs typeface="Space Mono"/>
                <a:sym typeface="Space Mono"/>
              </a:defRPr>
            </a:lvl6pPr>
            <a:lvl7pPr lvl="6" rtl="0" algn="r">
              <a:spcBef>
                <a:spcPts val="1000"/>
              </a:spcBef>
              <a:spcAft>
                <a:spcPts val="0"/>
              </a:spcAft>
              <a:buSzPts val="1200"/>
              <a:buFont typeface="Space Mono"/>
              <a:buNone/>
              <a:defRPr sz="1200">
                <a:latin typeface="Space Mono"/>
                <a:ea typeface="Space Mono"/>
                <a:cs typeface="Space Mono"/>
                <a:sym typeface="Space Mono"/>
              </a:defRPr>
            </a:lvl7pPr>
            <a:lvl8pPr lvl="7" rtl="0" algn="r">
              <a:spcBef>
                <a:spcPts val="1000"/>
              </a:spcBef>
              <a:spcAft>
                <a:spcPts val="0"/>
              </a:spcAft>
              <a:buSzPts val="1200"/>
              <a:buFont typeface="Space Mono"/>
              <a:buNone/>
              <a:defRPr sz="1200">
                <a:latin typeface="Space Mono"/>
                <a:ea typeface="Space Mono"/>
                <a:cs typeface="Space Mono"/>
                <a:sym typeface="Space Mono"/>
              </a:defRPr>
            </a:lvl8pPr>
            <a:lvl9pPr lvl="8" rtl="0" algn="r">
              <a:spcBef>
                <a:spcPts val="1000"/>
              </a:spcBef>
              <a:spcAft>
                <a:spcPts val="1000"/>
              </a:spcAft>
              <a:buSzPts val="1200"/>
              <a:buFont typeface="Space Mono"/>
              <a:buNone/>
              <a:defRPr sz="1200">
                <a:latin typeface="Space Mono"/>
                <a:ea typeface="Space Mono"/>
                <a:cs typeface="Space Mono"/>
                <a:sym typeface="Space Mono"/>
              </a:defRPr>
            </a:lvl9pPr>
          </a:lstStyle>
          <a:p/>
        </p:txBody>
      </p:sp>
      <p:sp>
        <p:nvSpPr>
          <p:cNvPr id="504" name="Google Shape;504;p52"/>
          <p:cNvSpPr txBox="1"/>
          <p:nvPr>
            <p:ph idx="8" type="subTitle"/>
          </p:nvPr>
        </p:nvSpPr>
        <p:spPr>
          <a:xfrm>
            <a:off x="3524900" y="2617713"/>
            <a:ext cx="2917500" cy="7122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dk1"/>
              </a:buClr>
              <a:buSzPts val="6200"/>
              <a:buFont typeface="Inter Medium"/>
              <a:buNone/>
              <a:defRPr sz="6200">
                <a:solidFill>
                  <a:schemeClr val="dk1"/>
                </a:solidFill>
                <a:latin typeface="Inter Medium"/>
                <a:ea typeface="Inter Medium"/>
                <a:cs typeface="Inter Medium"/>
                <a:sym typeface="Inter Medium"/>
              </a:defRPr>
            </a:lvl1pPr>
            <a:lvl2pPr lvl="1" rtl="0">
              <a:spcBef>
                <a:spcPts val="1000"/>
              </a:spcBef>
              <a:spcAft>
                <a:spcPts val="0"/>
              </a:spcAft>
              <a:buClr>
                <a:schemeClr val="dk1"/>
              </a:buClr>
              <a:buSzPts val="1400"/>
              <a:buFont typeface="Inter Medium"/>
              <a:buNone/>
              <a:defRPr>
                <a:solidFill>
                  <a:schemeClr val="dk1"/>
                </a:solidFill>
                <a:latin typeface="Inter Medium"/>
                <a:ea typeface="Inter Medium"/>
                <a:cs typeface="Inter Medium"/>
                <a:sym typeface="Inter Medium"/>
              </a:defRPr>
            </a:lvl2pPr>
            <a:lvl3pPr lvl="2" rtl="0">
              <a:spcBef>
                <a:spcPts val="1000"/>
              </a:spcBef>
              <a:spcAft>
                <a:spcPts val="0"/>
              </a:spcAft>
              <a:buClr>
                <a:schemeClr val="dk1"/>
              </a:buClr>
              <a:buSzPts val="1400"/>
              <a:buFont typeface="Inter Medium"/>
              <a:buNone/>
              <a:defRPr>
                <a:solidFill>
                  <a:schemeClr val="dk1"/>
                </a:solidFill>
                <a:latin typeface="Inter Medium"/>
                <a:ea typeface="Inter Medium"/>
                <a:cs typeface="Inter Medium"/>
                <a:sym typeface="Inter Medium"/>
              </a:defRPr>
            </a:lvl3pPr>
            <a:lvl4pPr lvl="3" rtl="0">
              <a:spcBef>
                <a:spcPts val="1000"/>
              </a:spcBef>
              <a:spcAft>
                <a:spcPts val="0"/>
              </a:spcAft>
              <a:buClr>
                <a:schemeClr val="dk1"/>
              </a:buClr>
              <a:buSzPts val="1400"/>
              <a:buFont typeface="Inter Medium"/>
              <a:buNone/>
              <a:defRPr>
                <a:solidFill>
                  <a:schemeClr val="dk1"/>
                </a:solidFill>
                <a:latin typeface="Inter Medium"/>
                <a:ea typeface="Inter Medium"/>
                <a:cs typeface="Inter Medium"/>
                <a:sym typeface="Inter Medium"/>
              </a:defRPr>
            </a:lvl4pPr>
            <a:lvl5pPr lvl="4" rtl="0">
              <a:spcBef>
                <a:spcPts val="1000"/>
              </a:spcBef>
              <a:spcAft>
                <a:spcPts val="0"/>
              </a:spcAft>
              <a:buClr>
                <a:schemeClr val="dk1"/>
              </a:buClr>
              <a:buSzPts val="1400"/>
              <a:buFont typeface="Inter Medium"/>
              <a:buNone/>
              <a:defRPr>
                <a:solidFill>
                  <a:schemeClr val="dk1"/>
                </a:solidFill>
                <a:latin typeface="Inter Medium"/>
                <a:ea typeface="Inter Medium"/>
                <a:cs typeface="Inter Medium"/>
                <a:sym typeface="Inter Medium"/>
              </a:defRPr>
            </a:lvl5pPr>
            <a:lvl6pPr lvl="5" rtl="0">
              <a:spcBef>
                <a:spcPts val="1000"/>
              </a:spcBef>
              <a:spcAft>
                <a:spcPts val="0"/>
              </a:spcAft>
              <a:buClr>
                <a:schemeClr val="dk1"/>
              </a:buClr>
              <a:buSzPts val="1400"/>
              <a:buFont typeface="Inter Medium"/>
              <a:buNone/>
              <a:defRPr>
                <a:solidFill>
                  <a:schemeClr val="dk1"/>
                </a:solidFill>
                <a:latin typeface="Inter Medium"/>
                <a:ea typeface="Inter Medium"/>
                <a:cs typeface="Inter Medium"/>
                <a:sym typeface="Inter Medium"/>
              </a:defRPr>
            </a:lvl6pPr>
            <a:lvl7pPr lvl="6" rtl="0">
              <a:spcBef>
                <a:spcPts val="1000"/>
              </a:spcBef>
              <a:spcAft>
                <a:spcPts val="0"/>
              </a:spcAft>
              <a:buClr>
                <a:schemeClr val="dk1"/>
              </a:buClr>
              <a:buSzPts val="1400"/>
              <a:buFont typeface="Inter Medium"/>
              <a:buNone/>
              <a:defRPr>
                <a:solidFill>
                  <a:schemeClr val="dk1"/>
                </a:solidFill>
                <a:latin typeface="Inter Medium"/>
                <a:ea typeface="Inter Medium"/>
                <a:cs typeface="Inter Medium"/>
                <a:sym typeface="Inter Medium"/>
              </a:defRPr>
            </a:lvl7pPr>
            <a:lvl8pPr lvl="7" rtl="0">
              <a:spcBef>
                <a:spcPts val="1000"/>
              </a:spcBef>
              <a:spcAft>
                <a:spcPts val="0"/>
              </a:spcAft>
              <a:buClr>
                <a:schemeClr val="dk1"/>
              </a:buClr>
              <a:buSzPts val="1400"/>
              <a:buFont typeface="Inter Medium"/>
              <a:buNone/>
              <a:defRPr>
                <a:solidFill>
                  <a:schemeClr val="dk1"/>
                </a:solidFill>
                <a:latin typeface="Inter Medium"/>
                <a:ea typeface="Inter Medium"/>
                <a:cs typeface="Inter Medium"/>
                <a:sym typeface="Inter Medium"/>
              </a:defRPr>
            </a:lvl8pPr>
            <a:lvl9pPr lvl="8" rtl="0">
              <a:spcBef>
                <a:spcPts val="1000"/>
              </a:spcBef>
              <a:spcAft>
                <a:spcPts val="1000"/>
              </a:spcAft>
              <a:buClr>
                <a:schemeClr val="dk1"/>
              </a:buClr>
              <a:buSzPts val="1400"/>
              <a:buFont typeface="Inter Medium"/>
              <a:buNone/>
              <a:defRPr>
                <a:solidFill>
                  <a:schemeClr val="dk1"/>
                </a:solidFill>
                <a:latin typeface="Inter Medium"/>
                <a:ea typeface="Inter Medium"/>
                <a:cs typeface="Inter Medium"/>
                <a:sym typeface="Inter Medium"/>
              </a:defRPr>
            </a:lvl9pPr>
          </a:lstStyle>
          <a:p/>
        </p:txBody>
      </p:sp>
      <p:sp>
        <p:nvSpPr>
          <p:cNvPr id="505" name="Google Shape;505;p52"/>
          <p:cNvSpPr txBox="1"/>
          <p:nvPr>
            <p:ph idx="9" type="subTitle"/>
          </p:nvPr>
        </p:nvSpPr>
        <p:spPr>
          <a:xfrm>
            <a:off x="4456100" y="3329925"/>
            <a:ext cx="1986300" cy="513900"/>
          </a:xfrm>
          <a:prstGeom prst="rect">
            <a:avLst/>
          </a:prstGeom>
        </p:spPr>
        <p:txBody>
          <a:bodyPr anchorCtr="0" anchor="t" bIns="91425" lIns="91425" spcFirstLastPara="1" rIns="91425" wrap="square" tIns="91425">
            <a:normAutofit/>
          </a:bodyPr>
          <a:lstStyle>
            <a:lvl1pPr lvl="0" rtl="0" algn="r">
              <a:spcBef>
                <a:spcPts val="0"/>
              </a:spcBef>
              <a:spcAft>
                <a:spcPts val="0"/>
              </a:spcAft>
              <a:buClr>
                <a:schemeClr val="dk1"/>
              </a:buClr>
              <a:buSzPts val="1200"/>
              <a:buFont typeface="Space Mono"/>
              <a:buNone/>
              <a:defRPr sz="1200">
                <a:solidFill>
                  <a:schemeClr val="dk1"/>
                </a:solidFill>
                <a:latin typeface="Space Mono"/>
                <a:ea typeface="Space Mono"/>
                <a:cs typeface="Space Mono"/>
                <a:sym typeface="Space Mono"/>
              </a:defRPr>
            </a:lvl1pPr>
            <a:lvl2pPr lvl="1" rtl="0" algn="r">
              <a:spcBef>
                <a:spcPts val="1000"/>
              </a:spcBef>
              <a:spcAft>
                <a:spcPts val="0"/>
              </a:spcAft>
              <a:buSzPts val="1200"/>
              <a:buFont typeface="Space Mono"/>
              <a:buNone/>
              <a:defRPr sz="1200">
                <a:latin typeface="Space Mono"/>
                <a:ea typeface="Space Mono"/>
                <a:cs typeface="Space Mono"/>
                <a:sym typeface="Space Mono"/>
              </a:defRPr>
            </a:lvl2pPr>
            <a:lvl3pPr lvl="2" rtl="0" algn="r">
              <a:spcBef>
                <a:spcPts val="1000"/>
              </a:spcBef>
              <a:spcAft>
                <a:spcPts val="0"/>
              </a:spcAft>
              <a:buSzPts val="1200"/>
              <a:buFont typeface="Space Mono"/>
              <a:buNone/>
              <a:defRPr sz="1200">
                <a:latin typeface="Space Mono"/>
                <a:ea typeface="Space Mono"/>
                <a:cs typeface="Space Mono"/>
                <a:sym typeface="Space Mono"/>
              </a:defRPr>
            </a:lvl3pPr>
            <a:lvl4pPr lvl="3" rtl="0" algn="r">
              <a:spcBef>
                <a:spcPts val="1000"/>
              </a:spcBef>
              <a:spcAft>
                <a:spcPts val="0"/>
              </a:spcAft>
              <a:buSzPts val="1200"/>
              <a:buFont typeface="Space Mono"/>
              <a:buNone/>
              <a:defRPr sz="1200">
                <a:latin typeface="Space Mono"/>
                <a:ea typeface="Space Mono"/>
                <a:cs typeface="Space Mono"/>
                <a:sym typeface="Space Mono"/>
              </a:defRPr>
            </a:lvl4pPr>
            <a:lvl5pPr lvl="4" rtl="0" algn="r">
              <a:spcBef>
                <a:spcPts val="1000"/>
              </a:spcBef>
              <a:spcAft>
                <a:spcPts val="0"/>
              </a:spcAft>
              <a:buSzPts val="1200"/>
              <a:buFont typeface="Space Mono"/>
              <a:buNone/>
              <a:defRPr sz="1200">
                <a:latin typeface="Space Mono"/>
                <a:ea typeface="Space Mono"/>
                <a:cs typeface="Space Mono"/>
                <a:sym typeface="Space Mono"/>
              </a:defRPr>
            </a:lvl5pPr>
            <a:lvl6pPr lvl="5" rtl="0" algn="r">
              <a:spcBef>
                <a:spcPts val="1000"/>
              </a:spcBef>
              <a:spcAft>
                <a:spcPts val="0"/>
              </a:spcAft>
              <a:buSzPts val="1200"/>
              <a:buFont typeface="Space Mono"/>
              <a:buNone/>
              <a:defRPr sz="1200">
                <a:latin typeface="Space Mono"/>
                <a:ea typeface="Space Mono"/>
                <a:cs typeface="Space Mono"/>
                <a:sym typeface="Space Mono"/>
              </a:defRPr>
            </a:lvl6pPr>
            <a:lvl7pPr lvl="6" rtl="0" algn="r">
              <a:spcBef>
                <a:spcPts val="1000"/>
              </a:spcBef>
              <a:spcAft>
                <a:spcPts val="0"/>
              </a:spcAft>
              <a:buSzPts val="1200"/>
              <a:buFont typeface="Space Mono"/>
              <a:buNone/>
              <a:defRPr sz="1200">
                <a:latin typeface="Space Mono"/>
                <a:ea typeface="Space Mono"/>
                <a:cs typeface="Space Mono"/>
                <a:sym typeface="Space Mono"/>
              </a:defRPr>
            </a:lvl7pPr>
            <a:lvl8pPr lvl="7" rtl="0" algn="r">
              <a:spcBef>
                <a:spcPts val="1000"/>
              </a:spcBef>
              <a:spcAft>
                <a:spcPts val="0"/>
              </a:spcAft>
              <a:buSzPts val="1200"/>
              <a:buFont typeface="Space Mono"/>
              <a:buNone/>
              <a:defRPr sz="1200">
                <a:latin typeface="Space Mono"/>
                <a:ea typeface="Space Mono"/>
                <a:cs typeface="Space Mono"/>
                <a:sym typeface="Space Mono"/>
              </a:defRPr>
            </a:lvl8pPr>
            <a:lvl9pPr lvl="8" rtl="0" algn="r">
              <a:spcBef>
                <a:spcPts val="1000"/>
              </a:spcBef>
              <a:spcAft>
                <a:spcPts val="1000"/>
              </a:spcAft>
              <a:buSzPts val="1200"/>
              <a:buFont typeface="Space Mono"/>
              <a:buNone/>
              <a:defRPr sz="1200">
                <a:latin typeface="Space Mono"/>
                <a:ea typeface="Space Mono"/>
                <a:cs typeface="Space Mono"/>
                <a:sym typeface="Space Mono"/>
              </a:defRPr>
            </a:lvl9pPr>
          </a:lstStyle>
          <a:p/>
        </p:txBody>
      </p:sp>
      <p:pic>
        <p:nvPicPr>
          <p:cNvPr id="506" name="Google Shape;506;p52"/>
          <p:cNvPicPr preferRelativeResize="0"/>
          <p:nvPr/>
        </p:nvPicPr>
        <p:blipFill>
          <a:blip r:embed="rId7">
            <a:alphaModFix/>
          </a:blip>
          <a:stretch>
            <a:fillRect/>
          </a:stretch>
        </p:blipFill>
        <p:spPr>
          <a:xfrm>
            <a:off x="457529" y="4543025"/>
            <a:ext cx="950976" cy="142646"/>
          </a:xfrm>
          <a:prstGeom prst="rect">
            <a:avLst/>
          </a:prstGeom>
          <a:noFill/>
          <a:ln>
            <a:noFill/>
          </a:ln>
        </p:spPr>
      </p:pic>
      <p:sp>
        <p:nvSpPr>
          <p:cNvPr id="507" name="Google Shape;507;p52"/>
          <p:cNvSpPr txBox="1"/>
          <p:nvPr>
            <p:ph idx="12" type="sldNum"/>
          </p:nvPr>
        </p:nvSpPr>
        <p:spPr>
          <a:xfrm>
            <a:off x="8096041" y="4417542"/>
            <a:ext cx="548700" cy="393600"/>
          </a:xfrm>
          <a:prstGeom prst="rect">
            <a:avLst/>
          </a:prstGeom>
        </p:spPr>
        <p:txBody>
          <a:bodyPr anchorCtr="0" anchor="ctr" bIns="91425" lIns="91425" spcFirstLastPara="1" rIns="91425" wrap="square" tIns="91425">
            <a:normAutofit/>
          </a:bodyPr>
          <a:lstStyle>
            <a:lvl1pPr lvl="0" rtl="0">
              <a:buNone/>
              <a:defRPr>
                <a:solidFill>
                  <a:schemeClr val="lt1"/>
                </a:solidFill>
                <a:latin typeface="Inter"/>
                <a:ea typeface="Inter"/>
                <a:cs typeface="Inter"/>
                <a:sym typeface="Inter"/>
              </a:defRPr>
            </a:lvl1pPr>
            <a:lvl2pPr lvl="1" rtl="0">
              <a:buNone/>
              <a:defRPr>
                <a:solidFill>
                  <a:schemeClr val="lt1"/>
                </a:solidFill>
                <a:latin typeface="Inter"/>
                <a:ea typeface="Inter"/>
                <a:cs typeface="Inter"/>
                <a:sym typeface="Inter"/>
              </a:defRPr>
            </a:lvl2pPr>
            <a:lvl3pPr lvl="2" rtl="0">
              <a:buNone/>
              <a:defRPr>
                <a:solidFill>
                  <a:schemeClr val="lt1"/>
                </a:solidFill>
                <a:latin typeface="Inter"/>
                <a:ea typeface="Inter"/>
                <a:cs typeface="Inter"/>
                <a:sym typeface="Inter"/>
              </a:defRPr>
            </a:lvl3pPr>
            <a:lvl4pPr lvl="3" rtl="0">
              <a:buNone/>
              <a:defRPr>
                <a:solidFill>
                  <a:schemeClr val="lt1"/>
                </a:solidFill>
                <a:latin typeface="Inter"/>
                <a:ea typeface="Inter"/>
                <a:cs typeface="Inter"/>
                <a:sym typeface="Inter"/>
              </a:defRPr>
            </a:lvl4pPr>
            <a:lvl5pPr lvl="4" rtl="0">
              <a:buNone/>
              <a:defRPr>
                <a:solidFill>
                  <a:schemeClr val="lt1"/>
                </a:solidFill>
                <a:latin typeface="Inter"/>
                <a:ea typeface="Inter"/>
                <a:cs typeface="Inter"/>
                <a:sym typeface="Inter"/>
              </a:defRPr>
            </a:lvl5pPr>
            <a:lvl6pPr lvl="5" rtl="0">
              <a:buNone/>
              <a:defRPr>
                <a:solidFill>
                  <a:schemeClr val="lt1"/>
                </a:solidFill>
                <a:latin typeface="Inter"/>
                <a:ea typeface="Inter"/>
                <a:cs typeface="Inter"/>
                <a:sym typeface="Inter"/>
              </a:defRPr>
            </a:lvl6pPr>
            <a:lvl7pPr lvl="6" rtl="0">
              <a:buNone/>
              <a:defRPr>
                <a:solidFill>
                  <a:schemeClr val="lt1"/>
                </a:solidFill>
                <a:latin typeface="Inter"/>
                <a:ea typeface="Inter"/>
                <a:cs typeface="Inter"/>
                <a:sym typeface="Inter"/>
              </a:defRPr>
            </a:lvl7pPr>
            <a:lvl8pPr lvl="7" rtl="0">
              <a:buNone/>
              <a:defRPr>
                <a:solidFill>
                  <a:schemeClr val="lt1"/>
                </a:solidFill>
                <a:latin typeface="Inter"/>
                <a:ea typeface="Inter"/>
                <a:cs typeface="Inter"/>
                <a:sym typeface="Inter"/>
              </a:defRPr>
            </a:lvl8pPr>
            <a:lvl9pPr lvl="8" rtl="0">
              <a:buNone/>
              <a:defRPr>
                <a:solidFill>
                  <a:schemeClr val="lt1"/>
                </a:solidFill>
                <a:latin typeface="Inter"/>
                <a:ea typeface="Inter"/>
                <a:cs typeface="Inter"/>
                <a:sym typeface="Inter"/>
              </a:defRPr>
            </a:lvl9pPr>
          </a:lstStyle>
          <a:p>
            <a:pPr indent="0" lvl="0" marL="0" rtl="0" algn="r">
              <a:spcBef>
                <a:spcPts val="0"/>
              </a:spcBef>
              <a:spcAft>
                <a:spcPts val="0"/>
              </a:spcAft>
              <a:buNone/>
            </a:pPr>
            <a:fld id="{00000000-1234-1234-1234-123412341234}" type="slidenum">
              <a:rPr lang="en"/>
              <a:t>‹#›</a:t>
            </a:fld>
            <a:endParaRPr/>
          </a:p>
        </p:txBody>
      </p:sp>
      <p:sp>
        <p:nvSpPr>
          <p:cNvPr id="508" name="Google Shape;508;p52"/>
          <p:cNvSpPr txBox="1"/>
          <p:nvPr>
            <p:ph idx="13" type="sldNum"/>
          </p:nvPr>
        </p:nvSpPr>
        <p:spPr>
          <a:xfrm>
            <a:off x="8474304" y="4417550"/>
            <a:ext cx="281700" cy="393600"/>
          </a:xfrm>
          <a:prstGeom prst="rect">
            <a:avLst/>
          </a:prstGeom>
        </p:spPr>
        <p:txBody>
          <a:bodyPr anchorCtr="0" anchor="ctr" bIns="91425" lIns="91425" spcFirstLastPara="1" rIns="91425" wrap="square" tIns="91425">
            <a:normAutofit/>
          </a:bodyPr>
          <a:lstStyle>
            <a:lvl1pPr lvl="0" rtl="0" algn="l">
              <a:buNone/>
              <a:defRPr sz="1108">
                <a:solidFill>
                  <a:srgbClr val="666666"/>
                </a:solidFill>
                <a:latin typeface="Inter"/>
                <a:ea typeface="Inter"/>
                <a:cs typeface="Inter"/>
                <a:sym typeface="Inter"/>
              </a:defRPr>
            </a:lvl1pPr>
            <a:lvl2pPr lvl="1" rtl="0" algn="l">
              <a:buNone/>
              <a:defRPr sz="1108">
                <a:solidFill>
                  <a:srgbClr val="666666"/>
                </a:solidFill>
                <a:latin typeface="Inter"/>
                <a:ea typeface="Inter"/>
                <a:cs typeface="Inter"/>
                <a:sym typeface="Inter"/>
              </a:defRPr>
            </a:lvl2pPr>
            <a:lvl3pPr lvl="2" rtl="0" algn="l">
              <a:buNone/>
              <a:defRPr sz="1108">
                <a:solidFill>
                  <a:srgbClr val="666666"/>
                </a:solidFill>
                <a:latin typeface="Inter"/>
                <a:ea typeface="Inter"/>
                <a:cs typeface="Inter"/>
                <a:sym typeface="Inter"/>
              </a:defRPr>
            </a:lvl3pPr>
            <a:lvl4pPr lvl="3" rtl="0" algn="l">
              <a:buNone/>
              <a:defRPr sz="1108">
                <a:solidFill>
                  <a:srgbClr val="666666"/>
                </a:solidFill>
                <a:latin typeface="Inter"/>
                <a:ea typeface="Inter"/>
                <a:cs typeface="Inter"/>
                <a:sym typeface="Inter"/>
              </a:defRPr>
            </a:lvl4pPr>
            <a:lvl5pPr lvl="4" rtl="0" algn="l">
              <a:buNone/>
              <a:defRPr sz="1108">
                <a:solidFill>
                  <a:srgbClr val="666666"/>
                </a:solidFill>
                <a:latin typeface="Inter"/>
                <a:ea typeface="Inter"/>
                <a:cs typeface="Inter"/>
                <a:sym typeface="Inter"/>
              </a:defRPr>
            </a:lvl5pPr>
            <a:lvl6pPr lvl="5" rtl="0" algn="l">
              <a:buNone/>
              <a:defRPr sz="1108">
                <a:solidFill>
                  <a:srgbClr val="666666"/>
                </a:solidFill>
                <a:latin typeface="Inter"/>
                <a:ea typeface="Inter"/>
                <a:cs typeface="Inter"/>
                <a:sym typeface="Inter"/>
              </a:defRPr>
            </a:lvl6pPr>
            <a:lvl7pPr lvl="6" rtl="0" algn="l">
              <a:buNone/>
              <a:defRPr sz="1108">
                <a:solidFill>
                  <a:srgbClr val="666666"/>
                </a:solidFill>
                <a:latin typeface="Inter"/>
                <a:ea typeface="Inter"/>
                <a:cs typeface="Inter"/>
                <a:sym typeface="Inter"/>
              </a:defRPr>
            </a:lvl7pPr>
            <a:lvl8pPr lvl="7" rtl="0" algn="l">
              <a:buNone/>
              <a:defRPr sz="1108">
                <a:solidFill>
                  <a:srgbClr val="666666"/>
                </a:solidFill>
                <a:latin typeface="Inter"/>
                <a:ea typeface="Inter"/>
                <a:cs typeface="Inter"/>
                <a:sym typeface="Inter"/>
              </a:defRPr>
            </a:lvl8pPr>
            <a:lvl9pPr lvl="8" rtl="0" algn="l">
              <a:buNone/>
              <a:defRPr sz="1108">
                <a:solidFill>
                  <a:srgbClr val="666666"/>
                </a:solidFill>
                <a:latin typeface="Inter"/>
                <a:ea typeface="Inter"/>
                <a:cs typeface="Inter"/>
                <a:sym typeface="Inter"/>
              </a:defRPr>
            </a:lvl9pPr>
          </a:lstStyle>
          <a:p>
            <a:pPr indent="0" lvl="0" marL="0" rtl="0" algn="l">
              <a:spcBef>
                <a:spcPts val="0"/>
              </a:spcBef>
              <a:spcAft>
                <a:spcPts val="0"/>
              </a:spcAft>
              <a:buNone/>
            </a:pPr>
            <a:r>
              <a:rPr lang="en"/>
              <a:t xml:space="preserve"> /</a:t>
            </a:r>
            <a:endParaRPr/>
          </a:p>
        </p:txBody>
      </p:sp>
    </p:spTree>
  </p:cSld>
  <p:clrMapOvr>
    <a:masterClrMapping/>
  </p:clrMapOvr>
</p:sldLayout>
</file>

<file path=ppt/slideLayouts/slideLayout5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am Six Heads">
  <p:cSld name="ONE_COLUMN_TEXT">
    <p:spTree>
      <p:nvGrpSpPr>
        <p:cNvPr id="509" name="Shape 509"/>
        <p:cNvGrpSpPr/>
        <p:nvPr/>
      </p:nvGrpSpPr>
      <p:grpSpPr>
        <a:xfrm>
          <a:off x="0" y="0"/>
          <a:ext cx="0" cy="0"/>
          <a:chOff x="0" y="0"/>
          <a:chExt cx="0" cy="0"/>
        </a:xfrm>
      </p:grpSpPr>
      <p:sp>
        <p:nvSpPr>
          <p:cNvPr id="510" name="Google Shape;510;p53"/>
          <p:cNvSpPr txBox="1"/>
          <p:nvPr>
            <p:ph type="title"/>
          </p:nvPr>
        </p:nvSpPr>
        <p:spPr>
          <a:xfrm>
            <a:off x="1294325" y="1380150"/>
            <a:ext cx="1796700" cy="481500"/>
          </a:xfrm>
          <a:prstGeom prst="rect">
            <a:avLst/>
          </a:prstGeom>
        </p:spPr>
        <p:txBody>
          <a:bodyPr anchorCtr="0" anchor="b" bIns="91425" lIns="91425" spcFirstLastPara="1" rIns="91425" wrap="square" tIns="91425">
            <a:normAutofit/>
          </a:bodyPr>
          <a:lstStyle>
            <a:lvl1pPr lvl="0" rtl="0">
              <a:spcBef>
                <a:spcPts val="0"/>
              </a:spcBef>
              <a:spcAft>
                <a:spcPts val="0"/>
              </a:spcAft>
              <a:buSzPts val="1800"/>
              <a:buFont typeface="Inter Medium"/>
              <a:buNone/>
              <a:defRPr sz="1800">
                <a:latin typeface="Inter Medium"/>
                <a:ea typeface="Inter Medium"/>
                <a:cs typeface="Inter Medium"/>
                <a:sym typeface="Inter Medium"/>
              </a:defRPr>
            </a:lvl1pPr>
            <a:lvl2pPr lvl="1" rtl="0">
              <a:spcBef>
                <a:spcPts val="0"/>
              </a:spcBef>
              <a:spcAft>
                <a:spcPts val="0"/>
              </a:spcAft>
              <a:buSzPts val="1800"/>
              <a:buNone/>
              <a:defRPr sz="1800"/>
            </a:lvl2pPr>
            <a:lvl3pPr lvl="2" rtl="0">
              <a:spcBef>
                <a:spcPts val="0"/>
              </a:spcBef>
              <a:spcAft>
                <a:spcPts val="0"/>
              </a:spcAft>
              <a:buSzPts val="1800"/>
              <a:buNone/>
              <a:defRPr sz="1800"/>
            </a:lvl3pPr>
            <a:lvl4pPr lvl="3" rtl="0">
              <a:spcBef>
                <a:spcPts val="0"/>
              </a:spcBef>
              <a:spcAft>
                <a:spcPts val="0"/>
              </a:spcAft>
              <a:buSzPts val="1800"/>
              <a:buNone/>
              <a:defRPr sz="1800"/>
            </a:lvl4pPr>
            <a:lvl5pPr lvl="4" rtl="0">
              <a:spcBef>
                <a:spcPts val="0"/>
              </a:spcBef>
              <a:spcAft>
                <a:spcPts val="0"/>
              </a:spcAft>
              <a:buSzPts val="1800"/>
              <a:buNone/>
              <a:defRPr sz="1800"/>
            </a:lvl5pPr>
            <a:lvl6pPr lvl="5" rtl="0">
              <a:spcBef>
                <a:spcPts val="0"/>
              </a:spcBef>
              <a:spcAft>
                <a:spcPts val="0"/>
              </a:spcAft>
              <a:buSzPts val="1800"/>
              <a:buNone/>
              <a:defRPr sz="1800"/>
            </a:lvl6pPr>
            <a:lvl7pPr lvl="6" rtl="0">
              <a:spcBef>
                <a:spcPts val="0"/>
              </a:spcBef>
              <a:spcAft>
                <a:spcPts val="0"/>
              </a:spcAft>
              <a:buSzPts val="1800"/>
              <a:buNone/>
              <a:defRPr sz="1800"/>
            </a:lvl7pPr>
            <a:lvl8pPr lvl="7" rtl="0">
              <a:spcBef>
                <a:spcPts val="0"/>
              </a:spcBef>
              <a:spcAft>
                <a:spcPts val="0"/>
              </a:spcAft>
              <a:buSzPts val="1800"/>
              <a:buNone/>
              <a:defRPr sz="1800"/>
            </a:lvl8pPr>
            <a:lvl9pPr lvl="8" rtl="0">
              <a:spcBef>
                <a:spcPts val="0"/>
              </a:spcBef>
              <a:spcAft>
                <a:spcPts val="0"/>
              </a:spcAft>
              <a:buSzPts val="1800"/>
              <a:buNone/>
              <a:defRPr sz="1800"/>
            </a:lvl9pPr>
          </a:lstStyle>
          <a:p/>
        </p:txBody>
      </p:sp>
      <p:sp>
        <p:nvSpPr>
          <p:cNvPr id="511" name="Google Shape;511;p53"/>
          <p:cNvSpPr txBox="1"/>
          <p:nvPr>
            <p:ph idx="1" type="body"/>
          </p:nvPr>
        </p:nvSpPr>
        <p:spPr>
          <a:xfrm>
            <a:off x="1294325" y="1861746"/>
            <a:ext cx="1796700" cy="1159200"/>
          </a:xfrm>
          <a:prstGeom prst="rect">
            <a:avLst/>
          </a:prstGeom>
        </p:spPr>
        <p:txBody>
          <a:bodyPr anchorCtr="0" anchor="t" bIns="91425" lIns="91425" spcFirstLastPara="1" rIns="91425" wrap="square" tIns="91425">
            <a:normAutofit/>
          </a:bodyPr>
          <a:lstStyle>
            <a:lvl1pPr indent="-298450" lvl="0" marL="457200" rtl="0">
              <a:spcBef>
                <a:spcPts val="0"/>
              </a:spcBef>
              <a:spcAft>
                <a:spcPts val="0"/>
              </a:spcAft>
              <a:buSzPts val="1100"/>
              <a:buChar char="●"/>
              <a:defRPr sz="1100"/>
            </a:lvl1pPr>
            <a:lvl2pPr indent="-298450" lvl="1" marL="914400" rtl="0">
              <a:spcBef>
                <a:spcPts val="1000"/>
              </a:spcBef>
              <a:spcAft>
                <a:spcPts val="0"/>
              </a:spcAft>
              <a:buSzPts val="1100"/>
              <a:buChar char="○"/>
              <a:defRPr sz="1100"/>
            </a:lvl2pPr>
            <a:lvl3pPr indent="-298450" lvl="2" marL="1371600" rtl="0">
              <a:spcBef>
                <a:spcPts val="1000"/>
              </a:spcBef>
              <a:spcAft>
                <a:spcPts val="0"/>
              </a:spcAft>
              <a:buSzPts val="1100"/>
              <a:buChar char="■"/>
              <a:defRPr sz="1100"/>
            </a:lvl3pPr>
            <a:lvl4pPr indent="-298450" lvl="3" marL="1828800" rtl="0">
              <a:spcBef>
                <a:spcPts val="1000"/>
              </a:spcBef>
              <a:spcAft>
                <a:spcPts val="0"/>
              </a:spcAft>
              <a:buSzPts val="1100"/>
              <a:buChar char="●"/>
              <a:defRPr sz="1100"/>
            </a:lvl4pPr>
            <a:lvl5pPr indent="-298450" lvl="4" marL="2286000" rtl="0">
              <a:spcBef>
                <a:spcPts val="1000"/>
              </a:spcBef>
              <a:spcAft>
                <a:spcPts val="0"/>
              </a:spcAft>
              <a:buSzPts val="1100"/>
              <a:buChar char="○"/>
              <a:defRPr sz="1100"/>
            </a:lvl5pPr>
            <a:lvl6pPr indent="-298450" lvl="5" marL="2743200" rtl="0">
              <a:spcBef>
                <a:spcPts val="1000"/>
              </a:spcBef>
              <a:spcAft>
                <a:spcPts val="0"/>
              </a:spcAft>
              <a:buSzPts val="1100"/>
              <a:buChar char="■"/>
              <a:defRPr sz="1100"/>
            </a:lvl6pPr>
            <a:lvl7pPr indent="-298450" lvl="6" marL="3200400" rtl="0">
              <a:spcBef>
                <a:spcPts val="1000"/>
              </a:spcBef>
              <a:spcAft>
                <a:spcPts val="0"/>
              </a:spcAft>
              <a:buSzPts val="1100"/>
              <a:buChar char="●"/>
              <a:defRPr sz="1100"/>
            </a:lvl7pPr>
            <a:lvl8pPr indent="-298450" lvl="7" marL="3657600" rtl="0">
              <a:spcBef>
                <a:spcPts val="1000"/>
              </a:spcBef>
              <a:spcAft>
                <a:spcPts val="0"/>
              </a:spcAft>
              <a:buSzPts val="1100"/>
              <a:buChar char="○"/>
              <a:defRPr sz="1100"/>
            </a:lvl8pPr>
            <a:lvl9pPr indent="-298450" lvl="8" marL="4114800" rtl="0">
              <a:spcBef>
                <a:spcPts val="1000"/>
              </a:spcBef>
              <a:spcAft>
                <a:spcPts val="1000"/>
              </a:spcAft>
              <a:buSzPts val="1100"/>
              <a:buChar char="■"/>
              <a:defRPr sz="1100"/>
            </a:lvl9pPr>
          </a:lstStyle>
          <a:p/>
        </p:txBody>
      </p:sp>
      <p:sp>
        <p:nvSpPr>
          <p:cNvPr id="512" name="Google Shape;512;p53"/>
          <p:cNvSpPr txBox="1"/>
          <p:nvPr>
            <p:ph idx="2" type="title"/>
          </p:nvPr>
        </p:nvSpPr>
        <p:spPr>
          <a:xfrm>
            <a:off x="311700" y="445025"/>
            <a:ext cx="8520600" cy="5727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lt1"/>
              </a:buClr>
              <a:buSzPts val="3200"/>
              <a:buFont typeface="Inter ExtraBold"/>
              <a:buNone/>
              <a:defRPr sz="3200">
                <a:solidFill>
                  <a:schemeClr val="lt1"/>
                </a:solidFill>
                <a:latin typeface="Inter ExtraBold"/>
                <a:ea typeface="Inter ExtraBold"/>
                <a:cs typeface="Inter ExtraBold"/>
                <a:sym typeface="Inter ExtraBold"/>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p:txBody>
      </p:sp>
      <p:sp>
        <p:nvSpPr>
          <p:cNvPr id="513" name="Google Shape;513;p53"/>
          <p:cNvSpPr/>
          <p:nvPr>
            <p:ph idx="3" type="pic"/>
          </p:nvPr>
        </p:nvSpPr>
        <p:spPr>
          <a:xfrm>
            <a:off x="444075" y="1157850"/>
            <a:ext cx="760800" cy="760800"/>
          </a:xfrm>
          <a:prstGeom prst="ellipse">
            <a:avLst/>
          </a:prstGeom>
          <a:noFill/>
          <a:ln>
            <a:noFill/>
          </a:ln>
        </p:spPr>
      </p:sp>
      <p:sp>
        <p:nvSpPr>
          <p:cNvPr id="514" name="Google Shape;514;p53"/>
          <p:cNvSpPr txBox="1"/>
          <p:nvPr>
            <p:ph idx="4" type="title"/>
          </p:nvPr>
        </p:nvSpPr>
        <p:spPr>
          <a:xfrm>
            <a:off x="3941275" y="1380150"/>
            <a:ext cx="1796700" cy="481500"/>
          </a:xfrm>
          <a:prstGeom prst="rect">
            <a:avLst/>
          </a:prstGeom>
        </p:spPr>
        <p:txBody>
          <a:bodyPr anchorCtr="0" anchor="b" bIns="91425" lIns="91425" spcFirstLastPara="1" rIns="91425" wrap="square" tIns="91425">
            <a:normAutofit/>
          </a:bodyPr>
          <a:lstStyle>
            <a:lvl1pPr lvl="0" rtl="0">
              <a:spcBef>
                <a:spcPts val="0"/>
              </a:spcBef>
              <a:spcAft>
                <a:spcPts val="0"/>
              </a:spcAft>
              <a:buSzPts val="1800"/>
              <a:buFont typeface="Inter Medium"/>
              <a:buNone/>
              <a:defRPr sz="1800">
                <a:latin typeface="Inter Medium"/>
                <a:ea typeface="Inter Medium"/>
                <a:cs typeface="Inter Medium"/>
                <a:sym typeface="Inter Medium"/>
              </a:defRPr>
            </a:lvl1pPr>
            <a:lvl2pPr lvl="1" rtl="0">
              <a:spcBef>
                <a:spcPts val="0"/>
              </a:spcBef>
              <a:spcAft>
                <a:spcPts val="0"/>
              </a:spcAft>
              <a:buSzPts val="1800"/>
              <a:buNone/>
              <a:defRPr sz="1800"/>
            </a:lvl2pPr>
            <a:lvl3pPr lvl="2" rtl="0">
              <a:spcBef>
                <a:spcPts val="0"/>
              </a:spcBef>
              <a:spcAft>
                <a:spcPts val="0"/>
              </a:spcAft>
              <a:buSzPts val="1800"/>
              <a:buNone/>
              <a:defRPr sz="1800"/>
            </a:lvl3pPr>
            <a:lvl4pPr lvl="3" rtl="0">
              <a:spcBef>
                <a:spcPts val="0"/>
              </a:spcBef>
              <a:spcAft>
                <a:spcPts val="0"/>
              </a:spcAft>
              <a:buSzPts val="1800"/>
              <a:buNone/>
              <a:defRPr sz="1800"/>
            </a:lvl4pPr>
            <a:lvl5pPr lvl="4" rtl="0">
              <a:spcBef>
                <a:spcPts val="0"/>
              </a:spcBef>
              <a:spcAft>
                <a:spcPts val="0"/>
              </a:spcAft>
              <a:buSzPts val="1800"/>
              <a:buNone/>
              <a:defRPr sz="1800"/>
            </a:lvl5pPr>
            <a:lvl6pPr lvl="5" rtl="0">
              <a:spcBef>
                <a:spcPts val="0"/>
              </a:spcBef>
              <a:spcAft>
                <a:spcPts val="0"/>
              </a:spcAft>
              <a:buSzPts val="1800"/>
              <a:buNone/>
              <a:defRPr sz="1800"/>
            </a:lvl6pPr>
            <a:lvl7pPr lvl="6" rtl="0">
              <a:spcBef>
                <a:spcPts val="0"/>
              </a:spcBef>
              <a:spcAft>
                <a:spcPts val="0"/>
              </a:spcAft>
              <a:buSzPts val="1800"/>
              <a:buNone/>
              <a:defRPr sz="1800"/>
            </a:lvl7pPr>
            <a:lvl8pPr lvl="7" rtl="0">
              <a:spcBef>
                <a:spcPts val="0"/>
              </a:spcBef>
              <a:spcAft>
                <a:spcPts val="0"/>
              </a:spcAft>
              <a:buSzPts val="1800"/>
              <a:buNone/>
              <a:defRPr sz="1800"/>
            </a:lvl8pPr>
            <a:lvl9pPr lvl="8" rtl="0">
              <a:spcBef>
                <a:spcPts val="0"/>
              </a:spcBef>
              <a:spcAft>
                <a:spcPts val="0"/>
              </a:spcAft>
              <a:buSzPts val="1800"/>
              <a:buNone/>
              <a:defRPr sz="1800"/>
            </a:lvl9pPr>
          </a:lstStyle>
          <a:p/>
        </p:txBody>
      </p:sp>
      <p:sp>
        <p:nvSpPr>
          <p:cNvPr id="515" name="Google Shape;515;p53"/>
          <p:cNvSpPr txBox="1"/>
          <p:nvPr>
            <p:ph idx="5" type="body"/>
          </p:nvPr>
        </p:nvSpPr>
        <p:spPr>
          <a:xfrm>
            <a:off x="3941275" y="1861746"/>
            <a:ext cx="1796700" cy="1159200"/>
          </a:xfrm>
          <a:prstGeom prst="rect">
            <a:avLst/>
          </a:prstGeom>
        </p:spPr>
        <p:txBody>
          <a:bodyPr anchorCtr="0" anchor="t" bIns="91425" lIns="91425" spcFirstLastPara="1" rIns="91425" wrap="square" tIns="91425">
            <a:normAutofit/>
          </a:bodyPr>
          <a:lstStyle>
            <a:lvl1pPr indent="-298450" lvl="0" marL="457200" rtl="0">
              <a:spcBef>
                <a:spcPts val="0"/>
              </a:spcBef>
              <a:spcAft>
                <a:spcPts val="0"/>
              </a:spcAft>
              <a:buSzPts val="1100"/>
              <a:buChar char="●"/>
              <a:defRPr sz="1100"/>
            </a:lvl1pPr>
            <a:lvl2pPr indent="-298450" lvl="1" marL="914400" rtl="0">
              <a:spcBef>
                <a:spcPts val="1000"/>
              </a:spcBef>
              <a:spcAft>
                <a:spcPts val="0"/>
              </a:spcAft>
              <a:buSzPts val="1100"/>
              <a:buChar char="○"/>
              <a:defRPr sz="1100"/>
            </a:lvl2pPr>
            <a:lvl3pPr indent="-298450" lvl="2" marL="1371600" rtl="0">
              <a:spcBef>
                <a:spcPts val="1000"/>
              </a:spcBef>
              <a:spcAft>
                <a:spcPts val="0"/>
              </a:spcAft>
              <a:buSzPts val="1100"/>
              <a:buChar char="■"/>
              <a:defRPr sz="1100"/>
            </a:lvl3pPr>
            <a:lvl4pPr indent="-298450" lvl="3" marL="1828800" rtl="0">
              <a:spcBef>
                <a:spcPts val="1000"/>
              </a:spcBef>
              <a:spcAft>
                <a:spcPts val="0"/>
              </a:spcAft>
              <a:buSzPts val="1100"/>
              <a:buChar char="●"/>
              <a:defRPr sz="1100"/>
            </a:lvl4pPr>
            <a:lvl5pPr indent="-298450" lvl="4" marL="2286000" rtl="0">
              <a:spcBef>
                <a:spcPts val="1000"/>
              </a:spcBef>
              <a:spcAft>
                <a:spcPts val="0"/>
              </a:spcAft>
              <a:buSzPts val="1100"/>
              <a:buChar char="○"/>
              <a:defRPr sz="1100"/>
            </a:lvl5pPr>
            <a:lvl6pPr indent="-298450" lvl="5" marL="2743200" rtl="0">
              <a:spcBef>
                <a:spcPts val="1000"/>
              </a:spcBef>
              <a:spcAft>
                <a:spcPts val="0"/>
              </a:spcAft>
              <a:buSzPts val="1100"/>
              <a:buChar char="■"/>
              <a:defRPr sz="1100"/>
            </a:lvl6pPr>
            <a:lvl7pPr indent="-298450" lvl="6" marL="3200400" rtl="0">
              <a:spcBef>
                <a:spcPts val="1000"/>
              </a:spcBef>
              <a:spcAft>
                <a:spcPts val="0"/>
              </a:spcAft>
              <a:buSzPts val="1100"/>
              <a:buChar char="●"/>
              <a:defRPr sz="1100"/>
            </a:lvl7pPr>
            <a:lvl8pPr indent="-298450" lvl="7" marL="3657600" rtl="0">
              <a:spcBef>
                <a:spcPts val="1000"/>
              </a:spcBef>
              <a:spcAft>
                <a:spcPts val="0"/>
              </a:spcAft>
              <a:buSzPts val="1100"/>
              <a:buChar char="○"/>
              <a:defRPr sz="1100"/>
            </a:lvl8pPr>
            <a:lvl9pPr indent="-298450" lvl="8" marL="4114800" rtl="0">
              <a:spcBef>
                <a:spcPts val="1000"/>
              </a:spcBef>
              <a:spcAft>
                <a:spcPts val="1000"/>
              </a:spcAft>
              <a:buSzPts val="1100"/>
              <a:buChar char="■"/>
              <a:defRPr sz="1100"/>
            </a:lvl9pPr>
          </a:lstStyle>
          <a:p/>
        </p:txBody>
      </p:sp>
      <p:sp>
        <p:nvSpPr>
          <p:cNvPr id="516" name="Google Shape;516;p53"/>
          <p:cNvSpPr/>
          <p:nvPr>
            <p:ph idx="6" type="pic"/>
          </p:nvPr>
        </p:nvSpPr>
        <p:spPr>
          <a:xfrm>
            <a:off x="3091025" y="1157850"/>
            <a:ext cx="760800" cy="760800"/>
          </a:xfrm>
          <a:prstGeom prst="ellipse">
            <a:avLst/>
          </a:prstGeom>
          <a:noFill/>
          <a:ln>
            <a:noFill/>
          </a:ln>
        </p:spPr>
      </p:sp>
      <p:sp>
        <p:nvSpPr>
          <p:cNvPr id="517" name="Google Shape;517;p53"/>
          <p:cNvSpPr txBox="1"/>
          <p:nvPr>
            <p:ph idx="7" type="title"/>
          </p:nvPr>
        </p:nvSpPr>
        <p:spPr>
          <a:xfrm>
            <a:off x="6588225" y="1380150"/>
            <a:ext cx="1796700" cy="481500"/>
          </a:xfrm>
          <a:prstGeom prst="rect">
            <a:avLst/>
          </a:prstGeom>
        </p:spPr>
        <p:txBody>
          <a:bodyPr anchorCtr="0" anchor="b" bIns="91425" lIns="91425" spcFirstLastPara="1" rIns="91425" wrap="square" tIns="91425">
            <a:normAutofit/>
          </a:bodyPr>
          <a:lstStyle>
            <a:lvl1pPr lvl="0" rtl="0">
              <a:spcBef>
                <a:spcPts val="0"/>
              </a:spcBef>
              <a:spcAft>
                <a:spcPts val="0"/>
              </a:spcAft>
              <a:buSzPts val="1800"/>
              <a:buFont typeface="Inter Medium"/>
              <a:buNone/>
              <a:defRPr sz="1800">
                <a:latin typeface="Inter Medium"/>
                <a:ea typeface="Inter Medium"/>
                <a:cs typeface="Inter Medium"/>
                <a:sym typeface="Inter Medium"/>
              </a:defRPr>
            </a:lvl1pPr>
            <a:lvl2pPr lvl="1" rtl="0">
              <a:spcBef>
                <a:spcPts val="0"/>
              </a:spcBef>
              <a:spcAft>
                <a:spcPts val="0"/>
              </a:spcAft>
              <a:buSzPts val="1800"/>
              <a:buNone/>
              <a:defRPr sz="1800"/>
            </a:lvl2pPr>
            <a:lvl3pPr lvl="2" rtl="0">
              <a:spcBef>
                <a:spcPts val="0"/>
              </a:spcBef>
              <a:spcAft>
                <a:spcPts val="0"/>
              </a:spcAft>
              <a:buSzPts val="1800"/>
              <a:buNone/>
              <a:defRPr sz="1800"/>
            </a:lvl3pPr>
            <a:lvl4pPr lvl="3" rtl="0">
              <a:spcBef>
                <a:spcPts val="0"/>
              </a:spcBef>
              <a:spcAft>
                <a:spcPts val="0"/>
              </a:spcAft>
              <a:buSzPts val="1800"/>
              <a:buNone/>
              <a:defRPr sz="1800"/>
            </a:lvl4pPr>
            <a:lvl5pPr lvl="4" rtl="0">
              <a:spcBef>
                <a:spcPts val="0"/>
              </a:spcBef>
              <a:spcAft>
                <a:spcPts val="0"/>
              </a:spcAft>
              <a:buSzPts val="1800"/>
              <a:buNone/>
              <a:defRPr sz="1800"/>
            </a:lvl5pPr>
            <a:lvl6pPr lvl="5" rtl="0">
              <a:spcBef>
                <a:spcPts val="0"/>
              </a:spcBef>
              <a:spcAft>
                <a:spcPts val="0"/>
              </a:spcAft>
              <a:buSzPts val="1800"/>
              <a:buNone/>
              <a:defRPr sz="1800"/>
            </a:lvl6pPr>
            <a:lvl7pPr lvl="6" rtl="0">
              <a:spcBef>
                <a:spcPts val="0"/>
              </a:spcBef>
              <a:spcAft>
                <a:spcPts val="0"/>
              </a:spcAft>
              <a:buSzPts val="1800"/>
              <a:buNone/>
              <a:defRPr sz="1800"/>
            </a:lvl7pPr>
            <a:lvl8pPr lvl="7" rtl="0">
              <a:spcBef>
                <a:spcPts val="0"/>
              </a:spcBef>
              <a:spcAft>
                <a:spcPts val="0"/>
              </a:spcAft>
              <a:buSzPts val="1800"/>
              <a:buNone/>
              <a:defRPr sz="1800"/>
            </a:lvl8pPr>
            <a:lvl9pPr lvl="8" rtl="0">
              <a:spcBef>
                <a:spcPts val="0"/>
              </a:spcBef>
              <a:spcAft>
                <a:spcPts val="0"/>
              </a:spcAft>
              <a:buSzPts val="1800"/>
              <a:buNone/>
              <a:defRPr sz="1800"/>
            </a:lvl9pPr>
          </a:lstStyle>
          <a:p/>
        </p:txBody>
      </p:sp>
      <p:sp>
        <p:nvSpPr>
          <p:cNvPr id="518" name="Google Shape;518;p53"/>
          <p:cNvSpPr/>
          <p:nvPr>
            <p:ph idx="8" type="pic"/>
          </p:nvPr>
        </p:nvSpPr>
        <p:spPr>
          <a:xfrm>
            <a:off x="5737975" y="1157850"/>
            <a:ext cx="760800" cy="760800"/>
          </a:xfrm>
          <a:prstGeom prst="ellipse">
            <a:avLst/>
          </a:prstGeom>
          <a:noFill/>
          <a:ln>
            <a:noFill/>
          </a:ln>
        </p:spPr>
      </p:sp>
      <p:sp>
        <p:nvSpPr>
          <p:cNvPr id="519" name="Google Shape;519;p53"/>
          <p:cNvSpPr txBox="1"/>
          <p:nvPr>
            <p:ph idx="9" type="title"/>
          </p:nvPr>
        </p:nvSpPr>
        <p:spPr>
          <a:xfrm>
            <a:off x="1294325" y="3243250"/>
            <a:ext cx="1796700" cy="481500"/>
          </a:xfrm>
          <a:prstGeom prst="rect">
            <a:avLst/>
          </a:prstGeom>
        </p:spPr>
        <p:txBody>
          <a:bodyPr anchorCtr="0" anchor="b" bIns="91425" lIns="91425" spcFirstLastPara="1" rIns="91425" wrap="square" tIns="91425">
            <a:normAutofit/>
          </a:bodyPr>
          <a:lstStyle>
            <a:lvl1pPr lvl="0" rtl="0">
              <a:spcBef>
                <a:spcPts val="0"/>
              </a:spcBef>
              <a:spcAft>
                <a:spcPts val="0"/>
              </a:spcAft>
              <a:buSzPts val="1800"/>
              <a:buFont typeface="Inter Medium"/>
              <a:buNone/>
              <a:defRPr sz="1800">
                <a:latin typeface="Inter Medium"/>
                <a:ea typeface="Inter Medium"/>
                <a:cs typeface="Inter Medium"/>
                <a:sym typeface="Inter Medium"/>
              </a:defRPr>
            </a:lvl1pPr>
            <a:lvl2pPr lvl="1" rtl="0">
              <a:spcBef>
                <a:spcPts val="0"/>
              </a:spcBef>
              <a:spcAft>
                <a:spcPts val="0"/>
              </a:spcAft>
              <a:buSzPts val="1800"/>
              <a:buNone/>
              <a:defRPr sz="1800"/>
            </a:lvl2pPr>
            <a:lvl3pPr lvl="2" rtl="0">
              <a:spcBef>
                <a:spcPts val="0"/>
              </a:spcBef>
              <a:spcAft>
                <a:spcPts val="0"/>
              </a:spcAft>
              <a:buSzPts val="1800"/>
              <a:buNone/>
              <a:defRPr sz="1800"/>
            </a:lvl3pPr>
            <a:lvl4pPr lvl="3" rtl="0">
              <a:spcBef>
                <a:spcPts val="0"/>
              </a:spcBef>
              <a:spcAft>
                <a:spcPts val="0"/>
              </a:spcAft>
              <a:buSzPts val="1800"/>
              <a:buNone/>
              <a:defRPr sz="1800"/>
            </a:lvl4pPr>
            <a:lvl5pPr lvl="4" rtl="0">
              <a:spcBef>
                <a:spcPts val="0"/>
              </a:spcBef>
              <a:spcAft>
                <a:spcPts val="0"/>
              </a:spcAft>
              <a:buSzPts val="1800"/>
              <a:buNone/>
              <a:defRPr sz="1800"/>
            </a:lvl5pPr>
            <a:lvl6pPr lvl="5" rtl="0">
              <a:spcBef>
                <a:spcPts val="0"/>
              </a:spcBef>
              <a:spcAft>
                <a:spcPts val="0"/>
              </a:spcAft>
              <a:buSzPts val="1800"/>
              <a:buNone/>
              <a:defRPr sz="1800"/>
            </a:lvl6pPr>
            <a:lvl7pPr lvl="6" rtl="0">
              <a:spcBef>
                <a:spcPts val="0"/>
              </a:spcBef>
              <a:spcAft>
                <a:spcPts val="0"/>
              </a:spcAft>
              <a:buSzPts val="1800"/>
              <a:buNone/>
              <a:defRPr sz="1800"/>
            </a:lvl7pPr>
            <a:lvl8pPr lvl="7" rtl="0">
              <a:spcBef>
                <a:spcPts val="0"/>
              </a:spcBef>
              <a:spcAft>
                <a:spcPts val="0"/>
              </a:spcAft>
              <a:buSzPts val="1800"/>
              <a:buNone/>
              <a:defRPr sz="1800"/>
            </a:lvl8pPr>
            <a:lvl9pPr lvl="8" rtl="0">
              <a:spcBef>
                <a:spcPts val="0"/>
              </a:spcBef>
              <a:spcAft>
                <a:spcPts val="0"/>
              </a:spcAft>
              <a:buSzPts val="1800"/>
              <a:buNone/>
              <a:defRPr sz="1800"/>
            </a:lvl9pPr>
          </a:lstStyle>
          <a:p/>
        </p:txBody>
      </p:sp>
      <p:sp>
        <p:nvSpPr>
          <p:cNvPr id="520" name="Google Shape;520;p53"/>
          <p:cNvSpPr txBox="1"/>
          <p:nvPr>
            <p:ph idx="13" type="body"/>
          </p:nvPr>
        </p:nvSpPr>
        <p:spPr>
          <a:xfrm>
            <a:off x="1294325" y="3724846"/>
            <a:ext cx="1796700" cy="1159200"/>
          </a:xfrm>
          <a:prstGeom prst="rect">
            <a:avLst/>
          </a:prstGeom>
        </p:spPr>
        <p:txBody>
          <a:bodyPr anchorCtr="0" anchor="t" bIns="91425" lIns="91425" spcFirstLastPara="1" rIns="91425" wrap="square" tIns="91425">
            <a:normAutofit/>
          </a:bodyPr>
          <a:lstStyle>
            <a:lvl1pPr indent="-298450" lvl="0" marL="457200" rtl="0">
              <a:spcBef>
                <a:spcPts val="0"/>
              </a:spcBef>
              <a:spcAft>
                <a:spcPts val="0"/>
              </a:spcAft>
              <a:buSzPts val="1100"/>
              <a:buChar char="●"/>
              <a:defRPr sz="1100"/>
            </a:lvl1pPr>
            <a:lvl2pPr indent="-298450" lvl="1" marL="914400" rtl="0">
              <a:spcBef>
                <a:spcPts val="1000"/>
              </a:spcBef>
              <a:spcAft>
                <a:spcPts val="0"/>
              </a:spcAft>
              <a:buSzPts val="1100"/>
              <a:buChar char="○"/>
              <a:defRPr sz="1100"/>
            </a:lvl2pPr>
            <a:lvl3pPr indent="-298450" lvl="2" marL="1371600" rtl="0">
              <a:spcBef>
                <a:spcPts val="1000"/>
              </a:spcBef>
              <a:spcAft>
                <a:spcPts val="0"/>
              </a:spcAft>
              <a:buSzPts val="1100"/>
              <a:buChar char="■"/>
              <a:defRPr sz="1100"/>
            </a:lvl3pPr>
            <a:lvl4pPr indent="-298450" lvl="3" marL="1828800" rtl="0">
              <a:spcBef>
                <a:spcPts val="1000"/>
              </a:spcBef>
              <a:spcAft>
                <a:spcPts val="0"/>
              </a:spcAft>
              <a:buSzPts val="1100"/>
              <a:buChar char="●"/>
              <a:defRPr sz="1100"/>
            </a:lvl4pPr>
            <a:lvl5pPr indent="-298450" lvl="4" marL="2286000" rtl="0">
              <a:spcBef>
                <a:spcPts val="1000"/>
              </a:spcBef>
              <a:spcAft>
                <a:spcPts val="0"/>
              </a:spcAft>
              <a:buSzPts val="1100"/>
              <a:buChar char="○"/>
              <a:defRPr sz="1100"/>
            </a:lvl5pPr>
            <a:lvl6pPr indent="-298450" lvl="5" marL="2743200" rtl="0">
              <a:spcBef>
                <a:spcPts val="1000"/>
              </a:spcBef>
              <a:spcAft>
                <a:spcPts val="0"/>
              </a:spcAft>
              <a:buSzPts val="1100"/>
              <a:buChar char="■"/>
              <a:defRPr sz="1100"/>
            </a:lvl6pPr>
            <a:lvl7pPr indent="-298450" lvl="6" marL="3200400" rtl="0">
              <a:spcBef>
                <a:spcPts val="1000"/>
              </a:spcBef>
              <a:spcAft>
                <a:spcPts val="0"/>
              </a:spcAft>
              <a:buSzPts val="1100"/>
              <a:buChar char="●"/>
              <a:defRPr sz="1100"/>
            </a:lvl7pPr>
            <a:lvl8pPr indent="-298450" lvl="7" marL="3657600" rtl="0">
              <a:spcBef>
                <a:spcPts val="1000"/>
              </a:spcBef>
              <a:spcAft>
                <a:spcPts val="0"/>
              </a:spcAft>
              <a:buSzPts val="1100"/>
              <a:buChar char="○"/>
              <a:defRPr sz="1100"/>
            </a:lvl8pPr>
            <a:lvl9pPr indent="-298450" lvl="8" marL="4114800" rtl="0">
              <a:spcBef>
                <a:spcPts val="1000"/>
              </a:spcBef>
              <a:spcAft>
                <a:spcPts val="1000"/>
              </a:spcAft>
              <a:buSzPts val="1100"/>
              <a:buChar char="■"/>
              <a:defRPr sz="1100"/>
            </a:lvl9pPr>
          </a:lstStyle>
          <a:p/>
        </p:txBody>
      </p:sp>
      <p:sp>
        <p:nvSpPr>
          <p:cNvPr id="521" name="Google Shape;521;p53"/>
          <p:cNvSpPr/>
          <p:nvPr>
            <p:ph idx="14" type="pic"/>
          </p:nvPr>
        </p:nvSpPr>
        <p:spPr>
          <a:xfrm>
            <a:off x="444075" y="3020950"/>
            <a:ext cx="760800" cy="760800"/>
          </a:xfrm>
          <a:prstGeom prst="ellipse">
            <a:avLst/>
          </a:prstGeom>
          <a:noFill/>
          <a:ln>
            <a:noFill/>
          </a:ln>
        </p:spPr>
      </p:sp>
      <p:sp>
        <p:nvSpPr>
          <p:cNvPr id="522" name="Google Shape;522;p53"/>
          <p:cNvSpPr txBox="1"/>
          <p:nvPr>
            <p:ph idx="15" type="title"/>
          </p:nvPr>
        </p:nvSpPr>
        <p:spPr>
          <a:xfrm>
            <a:off x="3941275" y="3243250"/>
            <a:ext cx="1796700" cy="481500"/>
          </a:xfrm>
          <a:prstGeom prst="rect">
            <a:avLst/>
          </a:prstGeom>
        </p:spPr>
        <p:txBody>
          <a:bodyPr anchorCtr="0" anchor="b" bIns="91425" lIns="91425" spcFirstLastPara="1" rIns="91425" wrap="square" tIns="91425">
            <a:normAutofit/>
          </a:bodyPr>
          <a:lstStyle>
            <a:lvl1pPr lvl="0" rtl="0">
              <a:spcBef>
                <a:spcPts val="0"/>
              </a:spcBef>
              <a:spcAft>
                <a:spcPts val="0"/>
              </a:spcAft>
              <a:buSzPts val="1800"/>
              <a:buFont typeface="Inter Medium"/>
              <a:buNone/>
              <a:defRPr sz="1800">
                <a:latin typeface="Inter Medium"/>
                <a:ea typeface="Inter Medium"/>
                <a:cs typeface="Inter Medium"/>
                <a:sym typeface="Inter Medium"/>
              </a:defRPr>
            </a:lvl1pPr>
            <a:lvl2pPr lvl="1" rtl="0">
              <a:spcBef>
                <a:spcPts val="0"/>
              </a:spcBef>
              <a:spcAft>
                <a:spcPts val="0"/>
              </a:spcAft>
              <a:buSzPts val="1800"/>
              <a:buNone/>
              <a:defRPr sz="1800"/>
            </a:lvl2pPr>
            <a:lvl3pPr lvl="2" rtl="0">
              <a:spcBef>
                <a:spcPts val="0"/>
              </a:spcBef>
              <a:spcAft>
                <a:spcPts val="0"/>
              </a:spcAft>
              <a:buSzPts val="1800"/>
              <a:buNone/>
              <a:defRPr sz="1800"/>
            </a:lvl3pPr>
            <a:lvl4pPr lvl="3" rtl="0">
              <a:spcBef>
                <a:spcPts val="0"/>
              </a:spcBef>
              <a:spcAft>
                <a:spcPts val="0"/>
              </a:spcAft>
              <a:buSzPts val="1800"/>
              <a:buNone/>
              <a:defRPr sz="1800"/>
            </a:lvl4pPr>
            <a:lvl5pPr lvl="4" rtl="0">
              <a:spcBef>
                <a:spcPts val="0"/>
              </a:spcBef>
              <a:spcAft>
                <a:spcPts val="0"/>
              </a:spcAft>
              <a:buSzPts val="1800"/>
              <a:buNone/>
              <a:defRPr sz="1800"/>
            </a:lvl5pPr>
            <a:lvl6pPr lvl="5" rtl="0">
              <a:spcBef>
                <a:spcPts val="0"/>
              </a:spcBef>
              <a:spcAft>
                <a:spcPts val="0"/>
              </a:spcAft>
              <a:buSzPts val="1800"/>
              <a:buNone/>
              <a:defRPr sz="1800"/>
            </a:lvl6pPr>
            <a:lvl7pPr lvl="6" rtl="0">
              <a:spcBef>
                <a:spcPts val="0"/>
              </a:spcBef>
              <a:spcAft>
                <a:spcPts val="0"/>
              </a:spcAft>
              <a:buSzPts val="1800"/>
              <a:buNone/>
              <a:defRPr sz="1800"/>
            </a:lvl7pPr>
            <a:lvl8pPr lvl="7" rtl="0">
              <a:spcBef>
                <a:spcPts val="0"/>
              </a:spcBef>
              <a:spcAft>
                <a:spcPts val="0"/>
              </a:spcAft>
              <a:buSzPts val="1800"/>
              <a:buNone/>
              <a:defRPr sz="1800"/>
            </a:lvl8pPr>
            <a:lvl9pPr lvl="8" rtl="0">
              <a:spcBef>
                <a:spcPts val="0"/>
              </a:spcBef>
              <a:spcAft>
                <a:spcPts val="0"/>
              </a:spcAft>
              <a:buSzPts val="1800"/>
              <a:buNone/>
              <a:defRPr sz="1800"/>
            </a:lvl9pPr>
          </a:lstStyle>
          <a:p/>
        </p:txBody>
      </p:sp>
      <p:sp>
        <p:nvSpPr>
          <p:cNvPr id="523" name="Google Shape;523;p53"/>
          <p:cNvSpPr txBox="1"/>
          <p:nvPr>
            <p:ph idx="16" type="body"/>
          </p:nvPr>
        </p:nvSpPr>
        <p:spPr>
          <a:xfrm>
            <a:off x="3941275" y="3724846"/>
            <a:ext cx="1796700" cy="1159200"/>
          </a:xfrm>
          <a:prstGeom prst="rect">
            <a:avLst/>
          </a:prstGeom>
        </p:spPr>
        <p:txBody>
          <a:bodyPr anchorCtr="0" anchor="t" bIns="91425" lIns="91425" spcFirstLastPara="1" rIns="91425" wrap="square" tIns="91425">
            <a:normAutofit/>
          </a:bodyPr>
          <a:lstStyle>
            <a:lvl1pPr indent="-298450" lvl="0" marL="457200" rtl="0">
              <a:spcBef>
                <a:spcPts val="0"/>
              </a:spcBef>
              <a:spcAft>
                <a:spcPts val="0"/>
              </a:spcAft>
              <a:buSzPts val="1100"/>
              <a:buChar char="●"/>
              <a:defRPr sz="1100"/>
            </a:lvl1pPr>
            <a:lvl2pPr indent="-298450" lvl="1" marL="914400" rtl="0">
              <a:spcBef>
                <a:spcPts val="1000"/>
              </a:spcBef>
              <a:spcAft>
                <a:spcPts val="0"/>
              </a:spcAft>
              <a:buSzPts val="1100"/>
              <a:buChar char="○"/>
              <a:defRPr sz="1100"/>
            </a:lvl2pPr>
            <a:lvl3pPr indent="-298450" lvl="2" marL="1371600" rtl="0">
              <a:spcBef>
                <a:spcPts val="1000"/>
              </a:spcBef>
              <a:spcAft>
                <a:spcPts val="0"/>
              </a:spcAft>
              <a:buSzPts val="1100"/>
              <a:buChar char="■"/>
              <a:defRPr sz="1100"/>
            </a:lvl3pPr>
            <a:lvl4pPr indent="-298450" lvl="3" marL="1828800" rtl="0">
              <a:spcBef>
                <a:spcPts val="1000"/>
              </a:spcBef>
              <a:spcAft>
                <a:spcPts val="0"/>
              </a:spcAft>
              <a:buSzPts val="1100"/>
              <a:buChar char="●"/>
              <a:defRPr sz="1100"/>
            </a:lvl4pPr>
            <a:lvl5pPr indent="-298450" lvl="4" marL="2286000" rtl="0">
              <a:spcBef>
                <a:spcPts val="1000"/>
              </a:spcBef>
              <a:spcAft>
                <a:spcPts val="0"/>
              </a:spcAft>
              <a:buSzPts val="1100"/>
              <a:buChar char="○"/>
              <a:defRPr sz="1100"/>
            </a:lvl5pPr>
            <a:lvl6pPr indent="-298450" lvl="5" marL="2743200" rtl="0">
              <a:spcBef>
                <a:spcPts val="1000"/>
              </a:spcBef>
              <a:spcAft>
                <a:spcPts val="0"/>
              </a:spcAft>
              <a:buSzPts val="1100"/>
              <a:buChar char="■"/>
              <a:defRPr sz="1100"/>
            </a:lvl6pPr>
            <a:lvl7pPr indent="-298450" lvl="6" marL="3200400" rtl="0">
              <a:spcBef>
                <a:spcPts val="1000"/>
              </a:spcBef>
              <a:spcAft>
                <a:spcPts val="0"/>
              </a:spcAft>
              <a:buSzPts val="1100"/>
              <a:buChar char="●"/>
              <a:defRPr sz="1100"/>
            </a:lvl7pPr>
            <a:lvl8pPr indent="-298450" lvl="7" marL="3657600" rtl="0">
              <a:spcBef>
                <a:spcPts val="1000"/>
              </a:spcBef>
              <a:spcAft>
                <a:spcPts val="0"/>
              </a:spcAft>
              <a:buSzPts val="1100"/>
              <a:buChar char="○"/>
              <a:defRPr sz="1100"/>
            </a:lvl8pPr>
            <a:lvl9pPr indent="-298450" lvl="8" marL="4114800" rtl="0">
              <a:spcBef>
                <a:spcPts val="1000"/>
              </a:spcBef>
              <a:spcAft>
                <a:spcPts val="1000"/>
              </a:spcAft>
              <a:buSzPts val="1100"/>
              <a:buChar char="■"/>
              <a:defRPr sz="1100"/>
            </a:lvl9pPr>
          </a:lstStyle>
          <a:p/>
        </p:txBody>
      </p:sp>
      <p:sp>
        <p:nvSpPr>
          <p:cNvPr id="524" name="Google Shape;524;p53"/>
          <p:cNvSpPr/>
          <p:nvPr>
            <p:ph idx="17" type="pic"/>
          </p:nvPr>
        </p:nvSpPr>
        <p:spPr>
          <a:xfrm>
            <a:off x="3091025" y="3020950"/>
            <a:ext cx="760800" cy="760800"/>
          </a:xfrm>
          <a:prstGeom prst="ellipse">
            <a:avLst/>
          </a:prstGeom>
          <a:noFill/>
          <a:ln>
            <a:noFill/>
          </a:ln>
        </p:spPr>
      </p:sp>
      <p:sp>
        <p:nvSpPr>
          <p:cNvPr id="525" name="Google Shape;525;p53"/>
          <p:cNvSpPr txBox="1"/>
          <p:nvPr>
            <p:ph idx="18" type="title"/>
          </p:nvPr>
        </p:nvSpPr>
        <p:spPr>
          <a:xfrm>
            <a:off x="6588225" y="3243250"/>
            <a:ext cx="1796700" cy="481500"/>
          </a:xfrm>
          <a:prstGeom prst="rect">
            <a:avLst/>
          </a:prstGeom>
        </p:spPr>
        <p:txBody>
          <a:bodyPr anchorCtr="0" anchor="b" bIns="91425" lIns="91425" spcFirstLastPara="1" rIns="91425" wrap="square" tIns="91425">
            <a:normAutofit/>
          </a:bodyPr>
          <a:lstStyle>
            <a:lvl1pPr lvl="0" rtl="0">
              <a:spcBef>
                <a:spcPts val="0"/>
              </a:spcBef>
              <a:spcAft>
                <a:spcPts val="0"/>
              </a:spcAft>
              <a:buSzPts val="1800"/>
              <a:buFont typeface="Inter Medium"/>
              <a:buNone/>
              <a:defRPr sz="1800">
                <a:latin typeface="Inter Medium"/>
                <a:ea typeface="Inter Medium"/>
                <a:cs typeface="Inter Medium"/>
                <a:sym typeface="Inter Medium"/>
              </a:defRPr>
            </a:lvl1pPr>
            <a:lvl2pPr lvl="1" rtl="0">
              <a:spcBef>
                <a:spcPts val="0"/>
              </a:spcBef>
              <a:spcAft>
                <a:spcPts val="0"/>
              </a:spcAft>
              <a:buSzPts val="1800"/>
              <a:buNone/>
              <a:defRPr sz="1800"/>
            </a:lvl2pPr>
            <a:lvl3pPr lvl="2" rtl="0">
              <a:spcBef>
                <a:spcPts val="0"/>
              </a:spcBef>
              <a:spcAft>
                <a:spcPts val="0"/>
              </a:spcAft>
              <a:buSzPts val="1800"/>
              <a:buNone/>
              <a:defRPr sz="1800"/>
            </a:lvl3pPr>
            <a:lvl4pPr lvl="3" rtl="0">
              <a:spcBef>
                <a:spcPts val="0"/>
              </a:spcBef>
              <a:spcAft>
                <a:spcPts val="0"/>
              </a:spcAft>
              <a:buSzPts val="1800"/>
              <a:buNone/>
              <a:defRPr sz="1800"/>
            </a:lvl4pPr>
            <a:lvl5pPr lvl="4" rtl="0">
              <a:spcBef>
                <a:spcPts val="0"/>
              </a:spcBef>
              <a:spcAft>
                <a:spcPts val="0"/>
              </a:spcAft>
              <a:buSzPts val="1800"/>
              <a:buNone/>
              <a:defRPr sz="1800"/>
            </a:lvl5pPr>
            <a:lvl6pPr lvl="5" rtl="0">
              <a:spcBef>
                <a:spcPts val="0"/>
              </a:spcBef>
              <a:spcAft>
                <a:spcPts val="0"/>
              </a:spcAft>
              <a:buSzPts val="1800"/>
              <a:buNone/>
              <a:defRPr sz="1800"/>
            </a:lvl6pPr>
            <a:lvl7pPr lvl="6" rtl="0">
              <a:spcBef>
                <a:spcPts val="0"/>
              </a:spcBef>
              <a:spcAft>
                <a:spcPts val="0"/>
              </a:spcAft>
              <a:buSzPts val="1800"/>
              <a:buNone/>
              <a:defRPr sz="1800"/>
            </a:lvl7pPr>
            <a:lvl8pPr lvl="7" rtl="0">
              <a:spcBef>
                <a:spcPts val="0"/>
              </a:spcBef>
              <a:spcAft>
                <a:spcPts val="0"/>
              </a:spcAft>
              <a:buSzPts val="1800"/>
              <a:buNone/>
              <a:defRPr sz="1800"/>
            </a:lvl8pPr>
            <a:lvl9pPr lvl="8" rtl="0">
              <a:spcBef>
                <a:spcPts val="0"/>
              </a:spcBef>
              <a:spcAft>
                <a:spcPts val="0"/>
              </a:spcAft>
              <a:buSzPts val="1800"/>
              <a:buNone/>
              <a:defRPr sz="1800"/>
            </a:lvl9pPr>
          </a:lstStyle>
          <a:p/>
        </p:txBody>
      </p:sp>
      <p:sp>
        <p:nvSpPr>
          <p:cNvPr id="526" name="Google Shape;526;p53"/>
          <p:cNvSpPr/>
          <p:nvPr>
            <p:ph idx="19" type="pic"/>
          </p:nvPr>
        </p:nvSpPr>
        <p:spPr>
          <a:xfrm>
            <a:off x="5737975" y="3020950"/>
            <a:ext cx="760800" cy="760800"/>
          </a:xfrm>
          <a:prstGeom prst="ellipse">
            <a:avLst/>
          </a:prstGeom>
          <a:noFill/>
          <a:ln>
            <a:noFill/>
          </a:ln>
        </p:spPr>
      </p:sp>
      <p:sp>
        <p:nvSpPr>
          <p:cNvPr id="527" name="Google Shape;527;p53"/>
          <p:cNvSpPr txBox="1"/>
          <p:nvPr>
            <p:ph idx="12" type="sldNum"/>
          </p:nvPr>
        </p:nvSpPr>
        <p:spPr>
          <a:xfrm>
            <a:off x="8140933" y="4417542"/>
            <a:ext cx="548700" cy="393600"/>
          </a:xfrm>
          <a:prstGeom prst="rect">
            <a:avLst/>
          </a:prstGeom>
        </p:spPr>
        <p:txBody>
          <a:bodyPr anchorCtr="0" anchor="ctr" bIns="91425" lIns="91425" spcFirstLastPara="1" rIns="91425" wrap="square" tIns="91425">
            <a:normAutofit/>
          </a:bodyPr>
          <a:lstStyle>
            <a:lvl1pPr lvl="0" rtl="0">
              <a:buNone/>
              <a:defRPr>
                <a:solidFill>
                  <a:schemeClr val="lt1"/>
                </a:solidFill>
                <a:latin typeface="Inter"/>
                <a:ea typeface="Inter"/>
                <a:cs typeface="Inter"/>
                <a:sym typeface="Inter"/>
              </a:defRPr>
            </a:lvl1pPr>
            <a:lvl2pPr lvl="1" rtl="0">
              <a:buNone/>
              <a:defRPr>
                <a:solidFill>
                  <a:schemeClr val="lt1"/>
                </a:solidFill>
                <a:latin typeface="Inter"/>
                <a:ea typeface="Inter"/>
                <a:cs typeface="Inter"/>
                <a:sym typeface="Inter"/>
              </a:defRPr>
            </a:lvl2pPr>
            <a:lvl3pPr lvl="2" rtl="0">
              <a:buNone/>
              <a:defRPr>
                <a:solidFill>
                  <a:schemeClr val="lt1"/>
                </a:solidFill>
                <a:latin typeface="Inter"/>
                <a:ea typeface="Inter"/>
                <a:cs typeface="Inter"/>
                <a:sym typeface="Inter"/>
              </a:defRPr>
            </a:lvl3pPr>
            <a:lvl4pPr lvl="3" rtl="0">
              <a:buNone/>
              <a:defRPr>
                <a:solidFill>
                  <a:schemeClr val="lt1"/>
                </a:solidFill>
                <a:latin typeface="Inter"/>
                <a:ea typeface="Inter"/>
                <a:cs typeface="Inter"/>
                <a:sym typeface="Inter"/>
              </a:defRPr>
            </a:lvl4pPr>
            <a:lvl5pPr lvl="4" rtl="0">
              <a:buNone/>
              <a:defRPr>
                <a:solidFill>
                  <a:schemeClr val="lt1"/>
                </a:solidFill>
                <a:latin typeface="Inter"/>
                <a:ea typeface="Inter"/>
                <a:cs typeface="Inter"/>
                <a:sym typeface="Inter"/>
              </a:defRPr>
            </a:lvl5pPr>
            <a:lvl6pPr lvl="5" rtl="0">
              <a:buNone/>
              <a:defRPr>
                <a:solidFill>
                  <a:schemeClr val="lt1"/>
                </a:solidFill>
                <a:latin typeface="Inter"/>
                <a:ea typeface="Inter"/>
                <a:cs typeface="Inter"/>
                <a:sym typeface="Inter"/>
              </a:defRPr>
            </a:lvl6pPr>
            <a:lvl7pPr lvl="6" rtl="0">
              <a:buNone/>
              <a:defRPr>
                <a:solidFill>
                  <a:schemeClr val="lt1"/>
                </a:solidFill>
                <a:latin typeface="Inter"/>
                <a:ea typeface="Inter"/>
                <a:cs typeface="Inter"/>
                <a:sym typeface="Inter"/>
              </a:defRPr>
            </a:lvl7pPr>
            <a:lvl8pPr lvl="7" rtl="0">
              <a:buNone/>
              <a:defRPr>
                <a:solidFill>
                  <a:schemeClr val="lt1"/>
                </a:solidFill>
                <a:latin typeface="Inter"/>
                <a:ea typeface="Inter"/>
                <a:cs typeface="Inter"/>
                <a:sym typeface="Inter"/>
              </a:defRPr>
            </a:lvl8pPr>
            <a:lvl9pPr lvl="8" rtl="0">
              <a:buNone/>
              <a:defRPr>
                <a:solidFill>
                  <a:schemeClr val="lt1"/>
                </a:solidFill>
                <a:latin typeface="Inter"/>
                <a:ea typeface="Inter"/>
                <a:cs typeface="Inter"/>
                <a:sym typeface="Inter"/>
              </a:defRPr>
            </a:lvl9pPr>
          </a:lstStyle>
          <a:p>
            <a:pPr indent="0" lvl="0" marL="0" rtl="0" algn="r">
              <a:spcBef>
                <a:spcPts val="0"/>
              </a:spcBef>
              <a:spcAft>
                <a:spcPts val="0"/>
              </a:spcAft>
              <a:buNone/>
            </a:pPr>
            <a:fld id="{00000000-1234-1234-1234-123412341234}" type="slidenum">
              <a:rPr lang="en"/>
              <a:t>‹#›</a:t>
            </a:fld>
            <a:endParaRPr/>
          </a:p>
        </p:txBody>
      </p:sp>
      <p:sp>
        <p:nvSpPr>
          <p:cNvPr id="528" name="Google Shape;528;p53"/>
          <p:cNvSpPr txBox="1"/>
          <p:nvPr>
            <p:ph idx="20" type="sldNum"/>
          </p:nvPr>
        </p:nvSpPr>
        <p:spPr>
          <a:xfrm>
            <a:off x="7704106" y="4417550"/>
            <a:ext cx="777600" cy="393600"/>
          </a:xfrm>
          <a:prstGeom prst="rect">
            <a:avLst/>
          </a:prstGeom>
        </p:spPr>
        <p:txBody>
          <a:bodyPr anchorCtr="0" anchor="ctr" bIns="91425" lIns="91425" spcFirstLastPara="1" rIns="91425" wrap="square" tIns="91425">
            <a:normAutofit/>
          </a:bodyPr>
          <a:lstStyle>
            <a:lvl1pPr lvl="0" rtl="0">
              <a:buNone/>
              <a:defRPr>
                <a:solidFill>
                  <a:schemeClr val="lt1"/>
                </a:solidFill>
                <a:latin typeface="Inter"/>
                <a:ea typeface="Inter"/>
                <a:cs typeface="Inter"/>
                <a:sym typeface="Inter"/>
              </a:defRPr>
            </a:lvl1pPr>
            <a:lvl2pPr lvl="1" rtl="0">
              <a:buNone/>
              <a:defRPr>
                <a:solidFill>
                  <a:schemeClr val="lt1"/>
                </a:solidFill>
                <a:latin typeface="Inter"/>
                <a:ea typeface="Inter"/>
                <a:cs typeface="Inter"/>
                <a:sym typeface="Inter"/>
              </a:defRPr>
            </a:lvl2pPr>
            <a:lvl3pPr lvl="2" rtl="0">
              <a:buNone/>
              <a:defRPr>
                <a:solidFill>
                  <a:schemeClr val="lt1"/>
                </a:solidFill>
                <a:latin typeface="Inter"/>
                <a:ea typeface="Inter"/>
                <a:cs typeface="Inter"/>
                <a:sym typeface="Inter"/>
              </a:defRPr>
            </a:lvl3pPr>
            <a:lvl4pPr lvl="3" rtl="0">
              <a:buNone/>
              <a:defRPr>
                <a:solidFill>
                  <a:schemeClr val="lt1"/>
                </a:solidFill>
                <a:latin typeface="Inter"/>
                <a:ea typeface="Inter"/>
                <a:cs typeface="Inter"/>
                <a:sym typeface="Inter"/>
              </a:defRPr>
            </a:lvl4pPr>
            <a:lvl5pPr lvl="4" rtl="0">
              <a:buNone/>
              <a:defRPr>
                <a:solidFill>
                  <a:schemeClr val="lt1"/>
                </a:solidFill>
                <a:latin typeface="Inter"/>
                <a:ea typeface="Inter"/>
                <a:cs typeface="Inter"/>
                <a:sym typeface="Inter"/>
              </a:defRPr>
            </a:lvl5pPr>
            <a:lvl6pPr lvl="5" rtl="0">
              <a:buNone/>
              <a:defRPr>
                <a:solidFill>
                  <a:schemeClr val="lt1"/>
                </a:solidFill>
                <a:latin typeface="Inter"/>
                <a:ea typeface="Inter"/>
                <a:cs typeface="Inter"/>
                <a:sym typeface="Inter"/>
              </a:defRPr>
            </a:lvl6pPr>
            <a:lvl7pPr lvl="6" rtl="0">
              <a:buNone/>
              <a:defRPr>
                <a:solidFill>
                  <a:schemeClr val="lt1"/>
                </a:solidFill>
                <a:latin typeface="Inter"/>
                <a:ea typeface="Inter"/>
                <a:cs typeface="Inter"/>
                <a:sym typeface="Inter"/>
              </a:defRPr>
            </a:lvl7pPr>
            <a:lvl8pPr lvl="7" rtl="0">
              <a:buNone/>
              <a:defRPr>
                <a:solidFill>
                  <a:schemeClr val="lt1"/>
                </a:solidFill>
                <a:latin typeface="Inter"/>
                <a:ea typeface="Inter"/>
                <a:cs typeface="Inter"/>
                <a:sym typeface="Inter"/>
              </a:defRPr>
            </a:lvl8pPr>
            <a:lvl9pPr lvl="8" rtl="0">
              <a:buNone/>
              <a:defRPr>
                <a:solidFill>
                  <a:schemeClr val="lt1"/>
                </a:solidFill>
                <a:latin typeface="Inter"/>
                <a:ea typeface="Inter"/>
                <a:cs typeface="Inter"/>
                <a:sym typeface="Inter"/>
              </a:defRPr>
            </a:lvl9pPr>
          </a:lstStyle>
          <a:p>
            <a:pPr indent="0" lvl="0" marL="0" rtl="0" algn="r">
              <a:spcBef>
                <a:spcPts val="0"/>
              </a:spcBef>
              <a:spcAft>
                <a:spcPts val="0"/>
              </a:spcAft>
              <a:buNone/>
            </a:pPr>
            <a:r>
              <a:rPr lang="en"/>
              <a:t>Slide /</a:t>
            </a:r>
            <a:endParaRPr/>
          </a:p>
        </p:txBody>
      </p:sp>
      <p:sp>
        <p:nvSpPr>
          <p:cNvPr id="529" name="Google Shape;529;p53"/>
          <p:cNvSpPr txBox="1"/>
          <p:nvPr>
            <p:ph idx="21" type="body"/>
          </p:nvPr>
        </p:nvSpPr>
        <p:spPr>
          <a:xfrm>
            <a:off x="6740625" y="2014146"/>
            <a:ext cx="1796700" cy="1159200"/>
          </a:xfrm>
          <a:prstGeom prst="rect">
            <a:avLst/>
          </a:prstGeom>
        </p:spPr>
        <p:txBody>
          <a:bodyPr anchorCtr="0" anchor="t" bIns="91425" lIns="91425" spcFirstLastPara="1" rIns="91425" wrap="square" tIns="91425">
            <a:normAutofit/>
          </a:bodyPr>
          <a:lstStyle>
            <a:lvl1pPr indent="-298450" lvl="0" marL="457200" rtl="0">
              <a:spcBef>
                <a:spcPts val="0"/>
              </a:spcBef>
              <a:spcAft>
                <a:spcPts val="0"/>
              </a:spcAft>
              <a:buSzPts val="1100"/>
              <a:buChar char="●"/>
              <a:defRPr sz="1100"/>
            </a:lvl1pPr>
            <a:lvl2pPr indent="-298450" lvl="1" marL="914400" rtl="0">
              <a:spcBef>
                <a:spcPts val="1000"/>
              </a:spcBef>
              <a:spcAft>
                <a:spcPts val="0"/>
              </a:spcAft>
              <a:buSzPts val="1100"/>
              <a:buChar char="○"/>
              <a:defRPr sz="1100"/>
            </a:lvl2pPr>
            <a:lvl3pPr indent="-298450" lvl="2" marL="1371600" rtl="0">
              <a:spcBef>
                <a:spcPts val="1000"/>
              </a:spcBef>
              <a:spcAft>
                <a:spcPts val="0"/>
              </a:spcAft>
              <a:buSzPts val="1100"/>
              <a:buChar char="■"/>
              <a:defRPr sz="1100"/>
            </a:lvl3pPr>
            <a:lvl4pPr indent="-298450" lvl="3" marL="1828800" rtl="0">
              <a:spcBef>
                <a:spcPts val="1000"/>
              </a:spcBef>
              <a:spcAft>
                <a:spcPts val="0"/>
              </a:spcAft>
              <a:buSzPts val="1100"/>
              <a:buChar char="●"/>
              <a:defRPr sz="1100"/>
            </a:lvl4pPr>
            <a:lvl5pPr indent="-298450" lvl="4" marL="2286000" rtl="0">
              <a:spcBef>
                <a:spcPts val="1000"/>
              </a:spcBef>
              <a:spcAft>
                <a:spcPts val="0"/>
              </a:spcAft>
              <a:buSzPts val="1100"/>
              <a:buChar char="○"/>
              <a:defRPr sz="1100"/>
            </a:lvl5pPr>
            <a:lvl6pPr indent="-298450" lvl="5" marL="2743200" rtl="0">
              <a:spcBef>
                <a:spcPts val="1000"/>
              </a:spcBef>
              <a:spcAft>
                <a:spcPts val="0"/>
              </a:spcAft>
              <a:buSzPts val="1100"/>
              <a:buChar char="■"/>
              <a:defRPr sz="1100"/>
            </a:lvl6pPr>
            <a:lvl7pPr indent="-298450" lvl="6" marL="3200400" rtl="0">
              <a:spcBef>
                <a:spcPts val="1000"/>
              </a:spcBef>
              <a:spcAft>
                <a:spcPts val="0"/>
              </a:spcAft>
              <a:buSzPts val="1100"/>
              <a:buChar char="●"/>
              <a:defRPr sz="1100"/>
            </a:lvl7pPr>
            <a:lvl8pPr indent="-298450" lvl="7" marL="3657600" rtl="0">
              <a:spcBef>
                <a:spcPts val="1000"/>
              </a:spcBef>
              <a:spcAft>
                <a:spcPts val="0"/>
              </a:spcAft>
              <a:buSzPts val="1100"/>
              <a:buChar char="○"/>
              <a:defRPr sz="1100"/>
            </a:lvl8pPr>
            <a:lvl9pPr indent="-298450" lvl="8" marL="4114800" rtl="0">
              <a:spcBef>
                <a:spcPts val="1000"/>
              </a:spcBef>
              <a:spcAft>
                <a:spcPts val="1000"/>
              </a:spcAft>
              <a:buSzPts val="1100"/>
              <a:buChar char="■"/>
              <a:defRPr sz="1100"/>
            </a:lvl9pPr>
          </a:lstStyle>
          <a:p/>
        </p:txBody>
      </p:sp>
      <p:sp>
        <p:nvSpPr>
          <p:cNvPr id="530" name="Google Shape;530;p53"/>
          <p:cNvSpPr txBox="1"/>
          <p:nvPr>
            <p:ph idx="22" type="body"/>
          </p:nvPr>
        </p:nvSpPr>
        <p:spPr>
          <a:xfrm>
            <a:off x="6740625" y="3877246"/>
            <a:ext cx="1796700" cy="1159200"/>
          </a:xfrm>
          <a:prstGeom prst="rect">
            <a:avLst/>
          </a:prstGeom>
        </p:spPr>
        <p:txBody>
          <a:bodyPr anchorCtr="0" anchor="t" bIns="91425" lIns="91425" spcFirstLastPara="1" rIns="91425" wrap="square" tIns="91425">
            <a:normAutofit/>
          </a:bodyPr>
          <a:lstStyle>
            <a:lvl1pPr indent="-298450" lvl="0" marL="457200" rtl="0">
              <a:spcBef>
                <a:spcPts val="0"/>
              </a:spcBef>
              <a:spcAft>
                <a:spcPts val="0"/>
              </a:spcAft>
              <a:buSzPts val="1100"/>
              <a:buChar char="●"/>
              <a:defRPr sz="1100"/>
            </a:lvl1pPr>
            <a:lvl2pPr indent="-298450" lvl="1" marL="914400" rtl="0">
              <a:spcBef>
                <a:spcPts val="1000"/>
              </a:spcBef>
              <a:spcAft>
                <a:spcPts val="0"/>
              </a:spcAft>
              <a:buSzPts val="1100"/>
              <a:buChar char="○"/>
              <a:defRPr sz="1100"/>
            </a:lvl2pPr>
            <a:lvl3pPr indent="-298450" lvl="2" marL="1371600" rtl="0">
              <a:spcBef>
                <a:spcPts val="1000"/>
              </a:spcBef>
              <a:spcAft>
                <a:spcPts val="0"/>
              </a:spcAft>
              <a:buSzPts val="1100"/>
              <a:buChar char="■"/>
              <a:defRPr sz="1100"/>
            </a:lvl3pPr>
            <a:lvl4pPr indent="-298450" lvl="3" marL="1828800" rtl="0">
              <a:spcBef>
                <a:spcPts val="1000"/>
              </a:spcBef>
              <a:spcAft>
                <a:spcPts val="0"/>
              </a:spcAft>
              <a:buSzPts val="1100"/>
              <a:buChar char="●"/>
              <a:defRPr sz="1100"/>
            </a:lvl4pPr>
            <a:lvl5pPr indent="-298450" lvl="4" marL="2286000" rtl="0">
              <a:spcBef>
                <a:spcPts val="1000"/>
              </a:spcBef>
              <a:spcAft>
                <a:spcPts val="0"/>
              </a:spcAft>
              <a:buSzPts val="1100"/>
              <a:buChar char="○"/>
              <a:defRPr sz="1100"/>
            </a:lvl5pPr>
            <a:lvl6pPr indent="-298450" lvl="5" marL="2743200" rtl="0">
              <a:spcBef>
                <a:spcPts val="1000"/>
              </a:spcBef>
              <a:spcAft>
                <a:spcPts val="0"/>
              </a:spcAft>
              <a:buSzPts val="1100"/>
              <a:buChar char="■"/>
              <a:defRPr sz="1100"/>
            </a:lvl6pPr>
            <a:lvl7pPr indent="-298450" lvl="6" marL="3200400" rtl="0">
              <a:spcBef>
                <a:spcPts val="1000"/>
              </a:spcBef>
              <a:spcAft>
                <a:spcPts val="0"/>
              </a:spcAft>
              <a:buSzPts val="1100"/>
              <a:buChar char="●"/>
              <a:defRPr sz="1100"/>
            </a:lvl7pPr>
            <a:lvl8pPr indent="-298450" lvl="7" marL="3657600" rtl="0">
              <a:spcBef>
                <a:spcPts val="1000"/>
              </a:spcBef>
              <a:spcAft>
                <a:spcPts val="0"/>
              </a:spcAft>
              <a:buSzPts val="1100"/>
              <a:buChar char="○"/>
              <a:defRPr sz="1100"/>
            </a:lvl8pPr>
            <a:lvl9pPr indent="-298450" lvl="8" marL="4114800" rtl="0">
              <a:spcBef>
                <a:spcPts val="1000"/>
              </a:spcBef>
              <a:spcAft>
                <a:spcPts val="1000"/>
              </a:spcAft>
              <a:buSzPts val="1100"/>
              <a:buChar char="■"/>
              <a:defRPr sz="1100"/>
            </a:lvl9pPr>
          </a:lstStyle>
          <a:p/>
        </p:txBody>
      </p:sp>
      <p:pic>
        <p:nvPicPr>
          <p:cNvPr id="531" name="Google Shape;531;p53"/>
          <p:cNvPicPr preferRelativeResize="0"/>
          <p:nvPr/>
        </p:nvPicPr>
        <p:blipFill>
          <a:blip r:embed="rId2">
            <a:alphaModFix/>
          </a:blip>
          <a:stretch>
            <a:fillRect/>
          </a:stretch>
        </p:blipFill>
        <p:spPr>
          <a:xfrm>
            <a:off x="457529" y="4543025"/>
            <a:ext cx="950976" cy="142646"/>
          </a:xfrm>
          <a:prstGeom prst="rect">
            <a:avLst/>
          </a:prstGeom>
          <a:noFill/>
          <a:ln>
            <a:noFill/>
          </a:ln>
        </p:spPr>
      </p:pic>
    </p:spTree>
  </p:cSld>
  <p:clrMapOvr>
    <a:masterClrMapping/>
  </p:clrMapOvr>
</p:sldLayout>
</file>

<file path=ppt/slideLayouts/slideLayout5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am Six Heads (Small)">
  <p:cSld name="ONE_COLUMN_TEXT_1">
    <p:spTree>
      <p:nvGrpSpPr>
        <p:cNvPr id="532" name="Shape 532"/>
        <p:cNvGrpSpPr/>
        <p:nvPr/>
      </p:nvGrpSpPr>
      <p:grpSpPr>
        <a:xfrm>
          <a:off x="0" y="0"/>
          <a:ext cx="0" cy="0"/>
          <a:chOff x="0" y="0"/>
          <a:chExt cx="0" cy="0"/>
        </a:xfrm>
      </p:grpSpPr>
      <p:sp>
        <p:nvSpPr>
          <p:cNvPr id="533" name="Google Shape;533;p54"/>
          <p:cNvSpPr txBox="1"/>
          <p:nvPr>
            <p:ph type="title"/>
          </p:nvPr>
        </p:nvSpPr>
        <p:spPr>
          <a:xfrm>
            <a:off x="1219800" y="1466325"/>
            <a:ext cx="1856400" cy="481500"/>
          </a:xfrm>
          <a:prstGeom prst="rect">
            <a:avLst/>
          </a:prstGeom>
        </p:spPr>
        <p:txBody>
          <a:bodyPr anchorCtr="0" anchor="b" bIns="91425" lIns="91425" spcFirstLastPara="1" rIns="91425" wrap="square" tIns="91425">
            <a:normAutofit/>
          </a:bodyPr>
          <a:lstStyle>
            <a:lvl1pPr lvl="0" rtl="0">
              <a:spcBef>
                <a:spcPts val="0"/>
              </a:spcBef>
              <a:spcAft>
                <a:spcPts val="0"/>
              </a:spcAft>
              <a:buSzPts val="1800"/>
              <a:buFont typeface="Inter Medium"/>
              <a:buNone/>
              <a:defRPr sz="1800">
                <a:latin typeface="Inter Medium"/>
                <a:ea typeface="Inter Medium"/>
                <a:cs typeface="Inter Medium"/>
                <a:sym typeface="Inter Medium"/>
              </a:defRPr>
            </a:lvl1pPr>
            <a:lvl2pPr lvl="1" rtl="0">
              <a:spcBef>
                <a:spcPts val="0"/>
              </a:spcBef>
              <a:spcAft>
                <a:spcPts val="0"/>
              </a:spcAft>
              <a:buSzPts val="1800"/>
              <a:buNone/>
              <a:defRPr sz="1800"/>
            </a:lvl2pPr>
            <a:lvl3pPr lvl="2" rtl="0">
              <a:spcBef>
                <a:spcPts val="0"/>
              </a:spcBef>
              <a:spcAft>
                <a:spcPts val="0"/>
              </a:spcAft>
              <a:buSzPts val="1800"/>
              <a:buNone/>
              <a:defRPr sz="1800"/>
            </a:lvl3pPr>
            <a:lvl4pPr lvl="3" rtl="0">
              <a:spcBef>
                <a:spcPts val="0"/>
              </a:spcBef>
              <a:spcAft>
                <a:spcPts val="0"/>
              </a:spcAft>
              <a:buSzPts val="1800"/>
              <a:buNone/>
              <a:defRPr sz="1800"/>
            </a:lvl4pPr>
            <a:lvl5pPr lvl="4" rtl="0">
              <a:spcBef>
                <a:spcPts val="0"/>
              </a:spcBef>
              <a:spcAft>
                <a:spcPts val="0"/>
              </a:spcAft>
              <a:buSzPts val="1800"/>
              <a:buNone/>
              <a:defRPr sz="1800"/>
            </a:lvl5pPr>
            <a:lvl6pPr lvl="5" rtl="0">
              <a:spcBef>
                <a:spcPts val="0"/>
              </a:spcBef>
              <a:spcAft>
                <a:spcPts val="0"/>
              </a:spcAft>
              <a:buSzPts val="1800"/>
              <a:buNone/>
              <a:defRPr sz="1800"/>
            </a:lvl6pPr>
            <a:lvl7pPr lvl="6" rtl="0">
              <a:spcBef>
                <a:spcPts val="0"/>
              </a:spcBef>
              <a:spcAft>
                <a:spcPts val="0"/>
              </a:spcAft>
              <a:buSzPts val="1800"/>
              <a:buNone/>
              <a:defRPr sz="1800"/>
            </a:lvl7pPr>
            <a:lvl8pPr lvl="7" rtl="0">
              <a:spcBef>
                <a:spcPts val="0"/>
              </a:spcBef>
              <a:spcAft>
                <a:spcPts val="0"/>
              </a:spcAft>
              <a:buSzPts val="1800"/>
              <a:buNone/>
              <a:defRPr sz="1800"/>
            </a:lvl8pPr>
            <a:lvl9pPr lvl="8" rtl="0">
              <a:spcBef>
                <a:spcPts val="0"/>
              </a:spcBef>
              <a:spcAft>
                <a:spcPts val="0"/>
              </a:spcAft>
              <a:buSzPts val="1800"/>
              <a:buNone/>
              <a:defRPr sz="1800"/>
            </a:lvl9pPr>
          </a:lstStyle>
          <a:p/>
        </p:txBody>
      </p:sp>
      <p:sp>
        <p:nvSpPr>
          <p:cNvPr id="534" name="Google Shape;534;p54"/>
          <p:cNvSpPr txBox="1"/>
          <p:nvPr>
            <p:ph idx="2" type="title"/>
          </p:nvPr>
        </p:nvSpPr>
        <p:spPr>
          <a:xfrm>
            <a:off x="311700" y="445025"/>
            <a:ext cx="8520600" cy="5727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lt1"/>
              </a:buClr>
              <a:buSzPts val="3200"/>
              <a:buFont typeface="Inter ExtraBold"/>
              <a:buNone/>
              <a:defRPr sz="3200">
                <a:solidFill>
                  <a:schemeClr val="lt1"/>
                </a:solidFill>
                <a:latin typeface="Inter ExtraBold"/>
                <a:ea typeface="Inter ExtraBold"/>
                <a:cs typeface="Inter ExtraBold"/>
                <a:sym typeface="Inter ExtraBold"/>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p:txBody>
      </p:sp>
      <p:sp>
        <p:nvSpPr>
          <p:cNvPr id="535" name="Google Shape;535;p54"/>
          <p:cNvSpPr/>
          <p:nvPr>
            <p:ph idx="3" type="pic"/>
          </p:nvPr>
        </p:nvSpPr>
        <p:spPr>
          <a:xfrm>
            <a:off x="311700" y="1466325"/>
            <a:ext cx="908100" cy="908100"/>
          </a:xfrm>
          <a:prstGeom prst="ellipse">
            <a:avLst/>
          </a:prstGeom>
          <a:noFill/>
          <a:ln>
            <a:noFill/>
          </a:ln>
        </p:spPr>
      </p:sp>
      <p:sp>
        <p:nvSpPr>
          <p:cNvPr id="536" name="Google Shape;536;p54"/>
          <p:cNvSpPr txBox="1"/>
          <p:nvPr>
            <p:ph idx="1" type="subTitle"/>
          </p:nvPr>
        </p:nvSpPr>
        <p:spPr>
          <a:xfrm>
            <a:off x="1219800" y="1947825"/>
            <a:ext cx="1856400" cy="839100"/>
          </a:xfrm>
          <a:prstGeom prst="rect">
            <a:avLst/>
          </a:prstGeom>
        </p:spPr>
        <p:txBody>
          <a:bodyPr anchorCtr="0" anchor="t" bIns="91425" lIns="91425" spcFirstLastPara="1" rIns="91425" wrap="square" tIns="91425">
            <a:normAutofit/>
          </a:bodyPr>
          <a:lstStyle>
            <a:lvl1pPr lvl="0" rtl="0">
              <a:spcBef>
                <a:spcPts val="0"/>
              </a:spcBef>
              <a:spcAft>
                <a:spcPts val="0"/>
              </a:spcAft>
              <a:buSzPts val="1100"/>
              <a:buFont typeface="Space Mono"/>
              <a:buNone/>
              <a:defRPr sz="1100">
                <a:latin typeface="Space Mono"/>
                <a:ea typeface="Space Mono"/>
                <a:cs typeface="Space Mono"/>
                <a:sym typeface="Space Mono"/>
              </a:defRPr>
            </a:lvl1pPr>
            <a:lvl2pPr lvl="1" rtl="0">
              <a:spcBef>
                <a:spcPts val="1000"/>
              </a:spcBef>
              <a:spcAft>
                <a:spcPts val="0"/>
              </a:spcAft>
              <a:buSzPts val="1400"/>
              <a:buNone/>
              <a:defRPr/>
            </a:lvl2pPr>
            <a:lvl3pPr lvl="2" rtl="0">
              <a:spcBef>
                <a:spcPts val="1000"/>
              </a:spcBef>
              <a:spcAft>
                <a:spcPts val="0"/>
              </a:spcAft>
              <a:buSzPts val="1400"/>
              <a:buNone/>
              <a:defRPr/>
            </a:lvl3pPr>
            <a:lvl4pPr lvl="3" rtl="0">
              <a:spcBef>
                <a:spcPts val="1000"/>
              </a:spcBef>
              <a:spcAft>
                <a:spcPts val="0"/>
              </a:spcAft>
              <a:buSzPts val="1400"/>
              <a:buNone/>
              <a:defRPr/>
            </a:lvl4pPr>
            <a:lvl5pPr lvl="4" rtl="0">
              <a:spcBef>
                <a:spcPts val="1000"/>
              </a:spcBef>
              <a:spcAft>
                <a:spcPts val="0"/>
              </a:spcAft>
              <a:buSzPts val="1400"/>
              <a:buNone/>
              <a:defRPr/>
            </a:lvl5pPr>
            <a:lvl6pPr lvl="5" rtl="0">
              <a:spcBef>
                <a:spcPts val="1000"/>
              </a:spcBef>
              <a:spcAft>
                <a:spcPts val="0"/>
              </a:spcAft>
              <a:buSzPts val="1400"/>
              <a:buNone/>
              <a:defRPr/>
            </a:lvl6pPr>
            <a:lvl7pPr lvl="6" rtl="0">
              <a:spcBef>
                <a:spcPts val="1000"/>
              </a:spcBef>
              <a:spcAft>
                <a:spcPts val="0"/>
              </a:spcAft>
              <a:buSzPts val="1400"/>
              <a:buNone/>
              <a:defRPr/>
            </a:lvl7pPr>
            <a:lvl8pPr lvl="7" rtl="0">
              <a:spcBef>
                <a:spcPts val="1000"/>
              </a:spcBef>
              <a:spcAft>
                <a:spcPts val="0"/>
              </a:spcAft>
              <a:buSzPts val="1400"/>
              <a:buNone/>
              <a:defRPr/>
            </a:lvl8pPr>
            <a:lvl9pPr lvl="8" rtl="0">
              <a:spcBef>
                <a:spcPts val="1000"/>
              </a:spcBef>
              <a:spcAft>
                <a:spcPts val="1000"/>
              </a:spcAft>
              <a:buSzPts val="1400"/>
              <a:buNone/>
              <a:defRPr/>
            </a:lvl9pPr>
          </a:lstStyle>
          <a:p/>
        </p:txBody>
      </p:sp>
      <p:sp>
        <p:nvSpPr>
          <p:cNvPr id="537" name="Google Shape;537;p54"/>
          <p:cNvSpPr txBox="1"/>
          <p:nvPr>
            <p:ph idx="4" type="title"/>
          </p:nvPr>
        </p:nvSpPr>
        <p:spPr>
          <a:xfrm>
            <a:off x="4033502" y="1466325"/>
            <a:ext cx="1856400" cy="481500"/>
          </a:xfrm>
          <a:prstGeom prst="rect">
            <a:avLst/>
          </a:prstGeom>
        </p:spPr>
        <p:txBody>
          <a:bodyPr anchorCtr="0" anchor="b" bIns="91425" lIns="91425" spcFirstLastPara="1" rIns="91425" wrap="square" tIns="91425">
            <a:normAutofit/>
          </a:bodyPr>
          <a:lstStyle>
            <a:lvl1pPr lvl="0" rtl="0">
              <a:spcBef>
                <a:spcPts val="0"/>
              </a:spcBef>
              <a:spcAft>
                <a:spcPts val="0"/>
              </a:spcAft>
              <a:buSzPts val="1800"/>
              <a:buFont typeface="Inter Medium"/>
              <a:buNone/>
              <a:defRPr sz="1800">
                <a:latin typeface="Inter Medium"/>
                <a:ea typeface="Inter Medium"/>
                <a:cs typeface="Inter Medium"/>
                <a:sym typeface="Inter Medium"/>
              </a:defRPr>
            </a:lvl1pPr>
            <a:lvl2pPr lvl="1" rtl="0">
              <a:spcBef>
                <a:spcPts val="0"/>
              </a:spcBef>
              <a:spcAft>
                <a:spcPts val="0"/>
              </a:spcAft>
              <a:buSzPts val="1800"/>
              <a:buNone/>
              <a:defRPr sz="1800"/>
            </a:lvl2pPr>
            <a:lvl3pPr lvl="2" rtl="0">
              <a:spcBef>
                <a:spcPts val="0"/>
              </a:spcBef>
              <a:spcAft>
                <a:spcPts val="0"/>
              </a:spcAft>
              <a:buSzPts val="1800"/>
              <a:buNone/>
              <a:defRPr sz="1800"/>
            </a:lvl3pPr>
            <a:lvl4pPr lvl="3" rtl="0">
              <a:spcBef>
                <a:spcPts val="0"/>
              </a:spcBef>
              <a:spcAft>
                <a:spcPts val="0"/>
              </a:spcAft>
              <a:buSzPts val="1800"/>
              <a:buNone/>
              <a:defRPr sz="1800"/>
            </a:lvl4pPr>
            <a:lvl5pPr lvl="4" rtl="0">
              <a:spcBef>
                <a:spcPts val="0"/>
              </a:spcBef>
              <a:spcAft>
                <a:spcPts val="0"/>
              </a:spcAft>
              <a:buSzPts val="1800"/>
              <a:buNone/>
              <a:defRPr sz="1800"/>
            </a:lvl5pPr>
            <a:lvl6pPr lvl="5" rtl="0">
              <a:spcBef>
                <a:spcPts val="0"/>
              </a:spcBef>
              <a:spcAft>
                <a:spcPts val="0"/>
              </a:spcAft>
              <a:buSzPts val="1800"/>
              <a:buNone/>
              <a:defRPr sz="1800"/>
            </a:lvl6pPr>
            <a:lvl7pPr lvl="6" rtl="0">
              <a:spcBef>
                <a:spcPts val="0"/>
              </a:spcBef>
              <a:spcAft>
                <a:spcPts val="0"/>
              </a:spcAft>
              <a:buSzPts val="1800"/>
              <a:buNone/>
              <a:defRPr sz="1800"/>
            </a:lvl7pPr>
            <a:lvl8pPr lvl="7" rtl="0">
              <a:spcBef>
                <a:spcPts val="0"/>
              </a:spcBef>
              <a:spcAft>
                <a:spcPts val="0"/>
              </a:spcAft>
              <a:buSzPts val="1800"/>
              <a:buNone/>
              <a:defRPr sz="1800"/>
            </a:lvl8pPr>
            <a:lvl9pPr lvl="8" rtl="0">
              <a:spcBef>
                <a:spcPts val="0"/>
              </a:spcBef>
              <a:spcAft>
                <a:spcPts val="0"/>
              </a:spcAft>
              <a:buSzPts val="1800"/>
              <a:buNone/>
              <a:defRPr sz="1800"/>
            </a:lvl9pPr>
          </a:lstStyle>
          <a:p/>
        </p:txBody>
      </p:sp>
      <p:sp>
        <p:nvSpPr>
          <p:cNvPr id="538" name="Google Shape;538;p54"/>
          <p:cNvSpPr txBox="1"/>
          <p:nvPr>
            <p:ph idx="5" type="subTitle"/>
          </p:nvPr>
        </p:nvSpPr>
        <p:spPr>
          <a:xfrm>
            <a:off x="4033503" y="1947825"/>
            <a:ext cx="1856400" cy="839100"/>
          </a:xfrm>
          <a:prstGeom prst="rect">
            <a:avLst/>
          </a:prstGeom>
        </p:spPr>
        <p:txBody>
          <a:bodyPr anchorCtr="0" anchor="t" bIns="91425" lIns="91425" spcFirstLastPara="1" rIns="91425" wrap="square" tIns="91425">
            <a:normAutofit/>
          </a:bodyPr>
          <a:lstStyle>
            <a:lvl1pPr lvl="0" rtl="0">
              <a:spcBef>
                <a:spcPts val="0"/>
              </a:spcBef>
              <a:spcAft>
                <a:spcPts val="0"/>
              </a:spcAft>
              <a:buSzPts val="1100"/>
              <a:buFont typeface="Space Mono"/>
              <a:buNone/>
              <a:defRPr sz="1100">
                <a:latin typeface="Space Mono"/>
                <a:ea typeface="Space Mono"/>
                <a:cs typeface="Space Mono"/>
                <a:sym typeface="Space Mono"/>
              </a:defRPr>
            </a:lvl1pPr>
            <a:lvl2pPr lvl="1" rtl="0">
              <a:spcBef>
                <a:spcPts val="1000"/>
              </a:spcBef>
              <a:spcAft>
                <a:spcPts val="0"/>
              </a:spcAft>
              <a:buSzPts val="1400"/>
              <a:buNone/>
              <a:defRPr/>
            </a:lvl2pPr>
            <a:lvl3pPr lvl="2" rtl="0">
              <a:spcBef>
                <a:spcPts val="1000"/>
              </a:spcBef>
              <a:spcAft>
                <a:spcPts val="0"/>
              </a:spcAft>
              <a:buSzPts val="1400"/>
              <a:buNone/>
              <a:defRPr/>
            </a:lvl3pPr>
            <a:lvl4pPr lvl="3" rtl="0">
              <a:spcBef>
                <a:spcPts val="1000"/>
              </a:spcBef>
              <a:spcAft>
                <a:spcPts val="0"/>
              </a:spcAft>
              <a:buSzPts val="1400"/>
              <a:buNone/>
              <a:defRPr/>
            </a:lvl4pPr>
            <a:lvl5pPr lvl="4" rtl="0">
              <a:spcBef>
                <a:spcPts val="1000"/>
              </a:spcBef>
              <a:spcAft>
                <a:spcPts val="0"/>
              </a:spcAft>
              <a:buSzPts val="1400"/>
              <a:buNone/>
              <a:defRPr/>
            </a:lvl5pPr>
            <a:lvl6pPr lvl="5" rtl="0">
              <a:spcBef>
                <a:spcPts val="1000"/>
              </a:spcBef>
              <a:spcAft>
                <a:spcPts val="0"/>
              </a:spcAft>
              <a:buSzPts val="1400"/>
              <a:buNone/>
              <a:defRPr/>
            </a:lvl6pPr>
            <a:lvl7pPr lvl="6" rtl="0">
              <a:spcBef>
                <a:spcPts val="1000"/>
              </a:spcBef>
              <a:spcAft>
                <a:spcPts val="0"/>
              </a:spcAft>
              <a:buSzPts val="1400"/>
              <a:buNone/>
              <a:defRPr/>
            </a:lvl7pPr>
            <a:lvl8pPr lvl="7" rtl="0">
              <a:spcBef>
                <a:spcPts val="1000"/>
              </a:spcBef>
              <a:spcAft>
                <a:spcPts val="0"/>
              </a:spcAft>
              <a:buSzPts val="1400"/>
              <a:buNone/>
              <a:defRPr/>
            </a:lvl8pPr>
            <a:lvl9pPr lvl="8" rtl="0">
              <a:spcBef>
                <a:spcPts val="1000"/>
              </a:spcBef>
              <a:spcAft>
                <a:spcPts val="1000"/>
              </a:spcAft>
              <a:buSzPts val="1400"/>
              <a:buNone/>
              <a:defRPr/>
            </a:lvl9pPr>
          </a:lstStyle>
          <a:p/>
        </p:txBody>
      </p:sp>
      <p:sp>
        <p:nvSpPr>
          <p:cNvPr id="539" name="Google Shape;539;p54"/>
          <p:cNvSpPr txBox="1"/>
          <p:nvPr>
            <p:ph idx="6" type="title"/>
          </p:nvPr>
        </p:nvSpPr>
        <p:spPr>
          <a:xfrm>
            <a:off x="6847205" y="1466325"/>
            <a:ext cx="1856400" cy="481500"/>
          </a:xfrm>
          <a:prstGeom prst="rect">
            <a:avLst/>
          </a:prstGeom>
        </p:spPr>
        <p:txBody>
          <a:bodyPr anchorCtr="0" anchor="b" bIns="91425" lIns="91425" spcFirstLastPara="1" rIns="91425" wrap="square" tIns="91425">
            <a:normAutofit/>
          </a:bodyPr>
          <a:lstStyle>
            <a:lvl1pPr lvl="0" rtl="0">
              <a:spcBef>
                <a:spcPts val="0"/>
              </a:spcBef>
              <a:spcAft>
                <a:spcPts val="0"/>
              </a:spcAft>
              <a:buSzPts val="1800"/>
              <a:buFont typeface="Inter Medium"/>
              <a:buNone/>
              <a:defRPr sz="1800">
                <a:latin typeface="Inter Medium"/>
                <a:ea typeface="Inter Medium"/>
                <a:cs typeface="Inter Medium"/>
                <a:sym typeface="Inter Medium"/>
              </a:defRPr>
            </a:lvl1pPr>
            <a:lvl2pPr lvl="1" rtl="0">
              <a:spcBef>
                <a:spcPts val="0"/>
              </a:spcBef>
              <a:spcAft>
                <a:spcPts val="0"/>
              </a:spcAft>
              <a:buSzPts val="1800"/>
              <a:buNone/>
              <a:defRPr sz="1800"/>
            </a:lvl2pPr>
            <a:lvl3pPr lvl="2" rtl="0">
              <a:spcBef>
                <a:spcPts val="0"/>
              </a:spcBef>
              <a:spcAft>
                <a:spcPts val="0"/>
              </a:spcAft>
              <a:buSzPts val="1800"/>
              <a:buNone/>
              <a:defRPr sz="1800"/>
            </a:lvl3pPr>
            <a:lvl4pPr lvl="3" rtl="0">
              <a:spcBef>
                <a:spcPts val="0"/>
              </a:spcBef>
              <a:spcAft>
                <a:spcPts val="0"/>
              </a:spcAft>
              <a:buSzPts val="1800"/>
              <a:buNone/>
              <a:defRPr sz="1800"/>
            </a:lvl4pPr>
            <a:lvl5pPr lvl="4" rtl="0">
              <a:spcBef>
                <a:spcPts val="0"/>
              </a:spcBef>
              <a:spcAft>
                <a:spcPts val="0"/>
              </a:spcAft>
              <a:buSzPts val="1800"/>
              <a:buNone/>
              <a:defRPr sz="1800"/>
            </a:lvl5pPr>
            <a:lvl6pPr lvl="5" rtl="0">
              <a:spcBef>
                <a:spcPts val="0"/>
              </a:spcBef>
              <a:spcAft>
                <a:spcPts val="0"/>
              </a:spcAft>
              <a:buSzPts val="1800"/>
              <a:buNone/>
              <a:defRPr sz="1800"/>
            </a:lvl6pPr>
            <a:lvl7pPr lvl="6" rtl="0">
              <a:spcBef>
                <a:spcPts val="0"/>
              </a:spcBef>
              <a:spcAft>
                <a:spcPts val="0"/>
              </a:spcAft>
              <a:buSzPts val="1800"/>
              <a:buNone/>
              <a:defRPr sz="1800"/>
            </a:lvl7pPr>
            <a:lvl8pPr lvl="7" rtl="0">
              <a:spcBef>
                <a:spcPts val="0"/>
              </a:spcBef>
              <a:spcAft>
                <a:spcPts val="0"/>
              </a:spcAft>
              <a:buSzPts val="1800"/>
              <a:buNone/>
              <a:defRPr sz="1800"/>
            </a:lvl8pPr>
            <a:lvl9pPr lvl="8" rtl="0">
              <a:spcBef>
                <a:spcPts val="0"/>
              </a:spcBef>
              <a:spcAft>
                <a:spcPts val="0"/>
              </a:spcAft>
              <a:buSzPts val="1800"/>
              <a:buNone/>
              <a:defRPr sz="1800"/>
            </a:lvl9pPr>
          </a:lstStyle>
          <a:p/>
        </p:txBody>
      </p:sp>
      <p:sp>
        <p:nvSpPr>
          <p:cNvPr id="540" name="Google Shape;540;p54"/>
          <p:cNvSpPr txBox="1"/>
          <p:nvPr>
            <p:ph idx="7" type="subTitle"/>
          </p:nvPr>
        </p:nvSpPr>
        <p:spPr>
          <a:xfrm>
            <a:off x="6847205" y="1947825"/>
            <a:ext cx="1856400" cy="839100"/>
          </a:xfrm>
          <a:prstGeom prst="rect">
            <a:avLst/>
          </a:prstGeom>
        </p:spPr>
        <p:txBody>
          <a:bodyPr anchorCtr="0" anchor="t" bIns="91425" lIns="91425" spcFirstLastPara="1" rIns="91425" wrap="square" tIns="91425">
            <a:normAutofit/>
          </a:bodyPr>
          <a:lstStyle>
            <a:lvl1pPr lvl="0" rtl="0">
              <a:spcBef>
                <a:spcPts val="0"/>
              </a:spcBef>
              <a:spcAft>
                <a:spcPts val="0"/>
              </a:spcAft>
              <a:buSzPts val="1100"/>
              <a:buFont typeface="Space Mono"/>
              <a:buNone/>
              <a:defRPr sz="1100">
                <a:latin typeface="Space Mono"/>
                <a:ea typeface="Space Mono"/>
                <a:cs typeface="Space Mono"/>
                <a:sym typeface="Space Mono"/>
              </a:defRPr>
            </a:lvl1pPr>
            <a:lvl2pPr lvl="1" rtl="0">
              <a:spcBef>
                <a:spcPts val="1000"/>
              </a:spcBef>
              <a:spcAft>
                <a:spcPts val="0"/>
              </a:spcAft>
              <a:buSzPts val="1400"/>
              <a:buNone/>
              <a:defRPr/>
            </a:lvl2pPr>
            <a:lvl3pPr lvl="2" rtl="0">
              <a:spcBef>
                <a:spcPts val="1000"/>
              </a:spcBef>
              <a:spcAft>
                <a:spcPts val="0"/>
              </a:spcAft>
              <a:buSzPts val="1400"/>
              <a:buNone/>
              <a:defRPr/>
            </a:lvl3pPr>
            <a:lvl4pPr lvl="3" rtl="0">
              <a:spcBef>
                <a:spcPts val="1000"/>
              </a:spcBef>
              <a:spcAft>
                <a:spcPts val="0"/>
              </a:spcAft>
              <a:buSzPts val="1400"/>
              <a:buNone/>
              <a:defRPr/>
            </a:lvl4pPr>
            <a:lvl5pPr lvl="4" rtl="0">
              <a:spcBef>
                <a:spcPts val="1000"/>
              </a:spcBef>
              <a:spcAft>
                <a:spcPts val="0"/>
              </a:spcAft>
              <a:buSzPts val="1400"/>
              <a:buNone/>
              <a:defRPr/>
            </a:lvl5pPr>
            <a:lvl6pPr lvl="5" rtl="0">
              <a:spcBef>
                <a:spcPts val="1000"/>
              </a:spcBef>
              <a:spcAft>
                <a:spcPts val="0"/>
              </a:spcAft>
              <a:buSzPts val="1400"/>
              <a:buNone/>
              <a:defRPr/>
            </a:lvl6pPr>
            <a:lvl7pPr lvl="6" rtl="0">
              <a:spcBef>
                <a:spcPts val="1000"/>
              </a:spcBef>
              <a:spcAft>
                <a:spcPts val="0"/>
              </a:spcAft>
              <a:buSzPts val="1400"/>
              <a:buNone/>
              <a:defRPr/>
            </a:lvl7pPr>
            <a:lvl8pPr lvl="7" rtl="0">
              <a:spcBef>
                <a:spcPts val="1000"/>
              </a:spcBef>
              <a:spcAft>
                <a:spcPts val="0"/>
              </a:spcAft>
              <a:buSzPts val="1400"/>
              <a:buNone/>
              <a:defRPr/>
            </a:lvl8pPr>
            <a:lvl9pPr lvl="8" rtl="0">
              <a:spcBef>
                <a:spcPts val="1000"/>
              </a:spcBef>
              <a:spcAft>
                <a:spcPts val="1000"/>
              </a:spcAft>
              <a:buSzPts val="1400"/>
              <a:buNone/>
              <a:defRPr/>
            </a:lvl9pPr>
          </a:lstStyle>
          <a:p/>
        </p:txBody>
      </p:sp>
      <p:sp>
        <p:nvSpPr>
          <p:cNvPr id="541" name="Google Shape;541;p54"/>
          <p:cNvSpPr/>
          <p:nvPr>
            <p:ph idx="8" type="pic"/>
          </p:nvPr>
        </p:nvSpPr>
        <p:spPr>
          <a:xfrm>
            <a:off x="3125400" y="1466325"/>
            <a:ext cx="908100" cy="908100"/>
          </a:xfrm>
          <a:prstGeom prst="ellipse">
            <a:avLst/>
          </a:prstGeom>
          <a:noFill/>
          <a:ln>
            <a:noFill/>
          </a:ln>
        </p:spPr>
      </p:sp>
      <p:sp>
        <p:nvSpPr>
          <p:cNvPr id="542" name="Google Shape;542;p54"/>
          <p:cNvSpPr/>
          <p:nvPr>
            <p:ph idx="9" type="pic"/>
          </p:nvPr>
        </p:nvSpPr>
        <p:spPr>
          <a:xfrm>
            <a:off x="5914500" y="1466325"/>
            <a:ext cx="908100" cy="908100"/>
          </a:xfrm>
          <a:prstGeom prst="ellipse">
            <a:avLst/>
          </a:prstGeom>
          <a:noFill/>
          <a:ln>
            <a:noFill/>
          </a:ln>
        </p:spPr>
      </p:sp>
      <p:sp>
        <p:nvSpPr>
          <p:cNvPr id="543" name="Google Shape;543;p54"/>
          <p:cNvSpPr txBox="1"/>
          <p:nvPr>
            <p:ph idx="13" type="title"/>
          </p:nvPr>
        </p:nvSpPr>
        <p:spPr>
          <a:xfrm>
            <a:off x="1219800" y="2961750"/>
            <a:ext cx="1856400" cy="481500"/>
          </a:xfrm>
          <a:prstGeom prst="rect">
            <a:avLst/>
          </a:prstGeom>
        </p:spPr>
        <p:txBody>
          <a:bodyPr anchorCtr="0" anchor="b" bIns="91425" lIns="91425" spcFirstLastPara="1" rIns="91425" wrap="square" tIns="91425">
            <a:normAutofit/>
          </a:bodyPr>
          <a:lstStyle>
            <a:lvl1pPr lvl="0" rtl="0">
              <a:spcBef>
                <a:spcPts val="0"/>
              </a:spcBef>
              <a:spcAft>
                <a:spcPts val="0"/>
              </a:spcAft>
              <a:buSzPts val="1800"/>
              <a:buFont typeface="Inter Medium"/>
              <a:buNone/>
              <a:defRPr sz="1800">
                <a:latin typeface="Inter Medium"/>
                <a:ea typeface="Inter Medium"/>
                <a:cs typeface="Inter Medium"/>
                <a:sym typeface="Inter Medium"/>
              </a:defRPr>
            </a:lvl1pPr>
            <a:lvl2pPr lvl="1" rtl="0">
              <a:spcBef>
                <a:spcPts val="0"/>
              </a:spcBef>
              <a:spcAft>
                <a:spcPts val="0"/>
              </a:spcAft>
              <a:buSzPts val="1800"/>
              <a:buNone/>
              <a:defRPr sz="1800"/>
            </a:lvl2pPr>
            <a:lvl3pPr lvl="2" rtl="0">
              <a:spcBef>
                <a:spcPts val="0"/>
              </a:spcBef>
              <a:spcAft>
                <a:spcPts val="0"/>
              </a:spcAft>
              <a:buSzPts val="1800"/>
              <a:buNone/>
              <a:defRPr sz="1800"/>
            </a:lvl3pPr>
            <a:lvl4pPr lvl="3" rtl="0">
              <a:spcBef>
                <a:spcPts val="0"/>
              </a:spcBef>
              <a:spcAft>
                <a:spcPts val="0"/>
              </a:spcAft>
              <a:buSzPts val="1800"/>
              <a:buNone/>
              <a:defRPr sz="1800"/>
            </a:lvl4pPr>
            <a:lvl5pPr lvl="4" rtl="0">
              <a:spcBef>
                <a:spcPts val="0"/>
              </a:spcBef>
              <a:spcAft>
                <a:spcPts val="0"/>
              </a:spcAft>
              <a:buSzPts val="1800"/>
              <a:buNone/>
              <a:defRPr sz="1800"/>
            </a:lvl5pPr>
            <a:lvl6pPr lvl="5" rtl="0">
              <a:spcBef>
                <a:spcPts val="0"/>
              </a:spcBef>
              <a:spcAft>
                <a:spcPts val="0"/>
              </a:spcAft>
              <a:buSzPts val="1800"/>
              <a:buNone/>
              <a:defRPr sz="1800"/>
            </a:lvl6pPr>
            <a:lvl7pPr lvl="6" rtl="0">
              <a:spcBef>
                <a:spcPts val="0"/>
              </a:spcBef>
              <a:spcAft>
                <a:spcPts val="0"/>
              </a:spcAft>
              <a:buSzPts val="1800"/>
              <a:buNone/>
              <a:defRPr sz="1800"/>
            </a:lvl7pPr>
            <a:lvl8pPr lvl="7" rtl="0">
              <a:spcBef>
                <a:spcPts val="0"/>
              </a:spcBef>
              <a:spcAft>
                <a:spcPts val="0"/>
              </a:spcAft>
              <a:buSzPts val="1800"/>
              <a:buNone/>
              <a:defRPr sz="1800"/>
            </a:lvl8pPr>
            <a:lvl9pPr lvl="8" rtl="0">
              <a:spcBef>
                <a:spcPts val="0"/>
              </a:spcBef>
              <a:spcAft>
                <a:spcPts val="0"/>
              </a:spcAft>
              <a:buSzPts val="1800"/>
              <a:buNone/>
              <a:defRPr sz="1800"/>
            </a:lvl9pPr>
          </a:lstStyle>
          <a:p/>
        </p:txBody>
      </p:sp>
      <p:sp>
        <p:nvSpPr>
          <p:cNvPr id="544" name="Google Shape;544;p54"/>
          <p:cNvSpPr/>
          <p:nvPr>
            <p:ph idx="14" type="pic"/>
          </p:nvPr>
        </p:nvSpPr>
        <p:spPr>
          <a:xfrm>
            <a:off x="311700" y="2961750"/>
            <a:ext cx="908100" cy="908100"/>
          </a:xfrm>
          <a:prstGeom prst="ellipse">
            <a:avLst/>
          </a:prstGeom>
          <a:noFill/>
          <a:ln>
            <a:noFill/>
          </a:ln>
        </p:spPr>
      </p:sp>
      <p:sp>
        <p:nvSpPr>
          <p:cNvPr id="545" name="Google Shape;545;p54"/>
          <p:cNvSpPr txBox="1"/>
          <p:nvPr>
            <p:ph idx="15" type="subTitle"/>
          </p:nvPr>
        </p:nvSpPr>
        <p:spPr>
          <a:xfrm>
            <a:off x="1219800" y="3443250"/>
            <a:ext cx="1856400" cy="839100"/>
          </a:xfrm>
          <a:prstGeom prst="rect">
            <a:avLst/>
          </a:prstGeom>
        </p:spPr>
        <p:txBody>
          <a:bodyPr anchorCtr="0" anchor="t" bIns="91425" lIns="91425" spcFirstLastPara="1" rIns="91425" wrap="square" tIns="91425">
            <a:normAutofit/>
          </a:bodyPr>
          <a:lstStyle>
            <a:lvl1pPr lvl="0" rtl="0">
              <a:spcBef>
                <a:spcPts val="0"/>
              </a:spcBef>
              <a:spcAft>
                <a:spcPts val="0"/>
              </a:spcAft>
              <a:buSzPts val="1100"/>
              <a:buFont typeface="Space Mono"/>
              <a:buNone/>
              <a:defRPr sz="1100">
                <a:latin typeface="Space Mono"/>
                <a:ea typeface="Space Mono"/>
                <a:cs typeface="Space Mono"/>
                <a:sym typeface="Space Mono"/>
              </a:defRPr>
            </a:lvl1pPr>
            <a:lvl2pPr lvl="1" rtl="0">
              <a:spcBef>
                <a:spcPts val="1000"/>
              </a:spcBef>
              <a:spcAft>
                <a:spcPts val="0"/>
              </a:spcAft>
              <a:buSzPts val="1400"/>
              <a:buNone/>
              <a:defRPr/>
            </a:lvl2pPr>
            <a:lvl3pPr lvl="2" rtl="0">
              <a:spcBef>
                <a:spcPts val="1000"/>
              </a:spcBef>
              <a:spcAft>
                <a:spcPts val="0"/>
              </a:spcAft>
              <a:buSzPts val="1400"/>
              <a:buNone/>
              <a:defRPr/>
            </a:lvl3pPr>
            <a:lvl4pPr lvl="3" rtl="0">
              <a:spcBef>
                <a:spcPts val="1000"/>
              </a:spcBef>
              <a:spcAft>
                <a:spcPts val="0"/>
              </a:spcAft>
              <a:buSzPts val="1400"/>
              <a:buNone/>
              <a:defRPr/>
            </a:lvl4pPr>
            <a:lvl5pPr lvl="4" rtl="0">
              <a:spcBef>
                <a:spcPts val="1000"/>
              </a:spcBef>
              <a:spcAft>
                <a:spcPts val="0"/>
              </a:spcAft>
              <a:buSzPts val="1400"/>
              <a:buNone/>
              <a:defRPr/>
            </a:lvl5pPr>
            <a:lvl6pPr lvl="5" rtl="0">
              <a:spcBef>
                <a:spcPts val="1000"/>
              </a:spcBef>
              <a:spcAft>
                <a:spcPts val="0"/>
              </a:spcAft>
              <a:buSzPts val="1400"/>
              <a:buNone/>
              <a:defRPr/>
            </a:lvl6pPr>
            <a:lvl7pPr lvl="6" rtl="0">
              <a:spcBef>
                <a:spcPts val="1000"/>
              </a:spcBef>
              <a:spcAft>
                <a:spcPts val="0"/>
              </a:spcAft>
              <a:buSzPts val="1400"/>
              <a:buNone/>
              <a:defRPr/>
            </a:lvl7pPr>
            <a:lvl8pPr lvl="7" rtl="0">
              <a:spcBef>
                <a:spcPts val="1000"/>
              </a:spcBef>
              <a:spcAft>
                <a:spcPts val="0"/>
              </a:spcAft>
              <a:buSzPts val="1400"/>
              <a:buNone/>
              <a:defRPr/>
            </a:lvl8pPr>
            <a:lvl9pPr lvl="8" rtl="0">
              <a:spcBef>
                <a:spcPts val="1000"/>
              </a:spcBef>
              <a:spcAft>
                <a:spcPts val="1000"/>
              </a:spcAft>
              <a:buSzPts val="1400"/>
              <a:buNone/>
              <a:defRPr/>
            </a:lvl9pPr>
          </a:lstStyle>
          <a:p/>
        </p:txBody>
      </p:sp>
      <p:sp>
        <p:nvSpPr>
          <p:cNvPr id="546" name="Google Shape;546;p54"/>
          <p:cNvSpPr txBox="1"/>
          <p:nvPr>
            <p:ph idx="16" type="title"/>
          </p:nvPr>
        </p:nvSpPr>
        <p:spPr>
          <a:xfrm>
            <a:off x="4033502" y="2961750"/>
            <a:ext cx="1856400" cy="481500"/>
          </a:xfrm>
          <a:prstGeom prst="rect">
            <a:avLst/>
          </a:prstGeom>
        </p:spPr>
        <p:txBody>
          <a:bodyPr anchorCtr="0" anchor="b" bIns="91425" lIns="91425" spcFirstLastPara="1" rIns="91425" wrap="square" tIns="91425">
            <a:normAutofit/>
          </a:bodyPr>
          <a:lstStyle>
            <a:lvl1pPr lvl="0" rtl="0">
              <a:spcBef>
                <a:spcPts val="0"/>
              </a:spcBef>
              <a:spcAft>
                <a:spcPts val="0"/>
              </a:spcAft>
              <a:buSzPts val="1800"/>
              <a:buFont typeface="Inter Medium"/>
              <a:buNone/>
              <a:defRPr sz="1800">
                <a:latin typeface="Inter Medium"/>
                <a:ea typeface="Inter Medium"/>
                <a:cs typeface="Inter Medium"/>
                <a:sym typeface="Inter Medium"/>
              </a:defRPr>
            </a:lvl1pPr>
            <a:lvl2pPr lvl="1" rtl="0">
              <a:spcBef>
                <a:spcPts val="0"/>
              </a:spcBef>
              <a:spcAft>
                <a:spcPts val="0"/>
              </a:spcAft>
              <a:buSzPts val="1800"/>
              <a:buNone/>
              <a:defRPr sz="1800"/>
            </a:lvl2pPr>
            <a:lvl3pPr lvl="2" rtl="0">
              <a:spcBef>
                <a:spcPts val="0"/>
              </a:spcBef>
              <a:spcAft>
                <a:spcPts val="0"/>
              </a:spcAft>
              <a:buSzPts val="1800"/>
              <a:buNone/>
              <a:defRPr sz="1800"/>
            </a:lvl3pPr>
            <a:lvl4pPr lvl="3" rtl="0">
              <a:spcBef>
                <a:spcPts val="0"/>
              </a:spcBef>
              <a:spcAft>
                <a:spcPts val="0"/>
              </a:spcAft>
              <a:buSzPts val="1800"/>
              <a:buNone/>
              <a:defRPr sz="1800"/>
            </a:lvl4pPr>
            <a:lvl5pPr lvl="4" rtl="0">
              <a:spcBef>
                <a:spcPts val="0"/>
              </a:spcBef>
              <a:spcAft>
                <a:spcPts val="0"/>
              </a:spcAft>
              <a:buSzPts val="1800"/>
              <a:buNone/>
              <a:defRPr sz="1800"/>
            </a:lvl5pPr>
            <a:lvl6pPr lvl="5" rtl="0">
              <a:spcBef>
                <a:spcPts val="0"/>
              </a:spcBef>
              <a:spcAft>
                <a:spcPts val="0"/>
              </a:spcAft>
              <a:buSzPts val="1800"/>
              <a:buNone/>
              <a:defRPr sz="1800"/>
            </a:lvl6pPr>
            <a:lvl7pPr lvl="6" rtl="0">
              <a:spcBef>
                <a:spcPts val="0"/>
              </a:spcBef>
              <a:spcAft>
                <a:spcPts val="0"/>
              </a:spcAft>
              <a:buSzPts val="1800"/>
              <a:buNone/>
              <a:defRPr sz="1800"/>
            </a:lvl7pPr>
            <a:lvl8pPr lvl="7" rtl="0">
              <a:spcBef>
                <a:spcPts val="0"/>
              </a:spcBef>
              <a:spcAft>
                <a:spcPts val="0"/>
              </a:spcAft>
              <a:buSzPts val="1800"/>
              <a:buNone/>
              <a:defRPr sz="1800"/>
            </a:lvl8pPr>
            <a:lvl9pPr lvl="8" rtl="0">
              <a:spcBef>
                <a:spcPts val="0"/>
              </a:spcBef>
              <a:spcAft>
                <a:spcPts val="0"/>
              </a:spcAft>
              <a:buSzPts val="1800"/>
              <a:buNone/>
              <a:defRPr sz="1800"/>
            </a:lvl9pPr>
          </a:lstStyle>
          <a:p/>
        </p:txBody>
      </p:sp>
      <p:sp>
        <p:nvSpPr>
          <p:cNvPr id="547" name="Google Shape;547;p54"/>
          <p:cNvSpPr txBox="1"/>
          <p:nvPr>
            <p:ph idx="17" type="subTitle"/>
          </p:nvPr>
        </p:nvSpPr>
        <p:spPr>
          <a:xfrm>
            <a:off x="4033503" y="3443250"/>
            <a:ext cx="1856400" cy="839100"/>
          </a:xfrm>
          <a:prstGeom prst="rect">
            <a:avLst/>
          </a:prstGeom>
        </p:spPr>
        <p:txBody>
          <a:bodyPr anchorCtr="0" anchor="t" bIns="91425" lIns="91425" spcFirstLastPara="1" rIns="91425" wrap="square" tIns="91425">
            <a:normAutofit/>
          </a:bodyPr>
          <a:lstStyle>
            <a:lvl1pPr lvl="0" rtl="0">
              <a:spcBef>
                <a:spcPts val="0"/>
              </a:spcBef>
              <a:spcAft>
                <a:spcPts val="0"/>
              </a:spcAft>
              <a:buSzPts val="1100"/>
              <a:buFont typeface="Space Mono"/>
              <a:buNone/>
              <a:defRPr sz="1100">
                <a:latin typeface="Space Mono"/>
                <a:ea typeface="Space Mono"/>
                <a:cs typeface="Space Mono"/>
                <a:sym typeface="Space Mono"/>
              </a:defRPr>
            </a:lvl1pPr>
            <a:lvl2pPr lvl="1" rtl="0">
              <a:spcBef>
                <a:spcPts val="1000"/>
              </a:spcBef>
              <a:spcAft>
                <a:spcPts val="0"/>
              </a:spcAft>
              <a:buSzPts val="1400"/>
              <a:buNone/>
              <a:defRPr/>
            </a:lvl2pPr>
            <a:lvl3pPr lvl="2" rtl="0">
              <a:spcBef>
                <a:spcPts val="1000"/>
              </a:spcBef>
              <a:spcAft>
                <a:spcPts val="0"/>
              </a:spcAft>
              <a:buSzPts val="1400"/>
              <a:buNone/>
              <a:defRPr/>
            </a:lvl3pPr>
            <a:lvl4pPr lvl="3" rtl="0">
              <a:spcBef>
                <a:spcPts val="1000"/>
              </a:spcBef>
              <a:spcAft>
                <a:spcPts val="0"/>
              </a:spcAft>
              <a:buSzPts val="1400"/>
              <a:buNone/>
              <a:defRPr/>
            </a:lvl4pPr>
            <a:lvl5pPr lvl="4" rtl="0">
              <a:spcBef>
                <a:spcPts val="1000"/>
              </a:spcBef>
              <a:spcAft>
                <a:spcPts val="0"/>
              </a:spcAft>
              <a:buSzPts val="1400"/>
              <a:buNone/>
              <a:defRPr/>
            </a:lvl5pPr>
            <a:lvl6pPr lvl="5" rtl="0">
              <a:spcBef>
                <a:spcPts val="1000"/>
              </a:spcBef>
              <a:spcAft>
                <a:spcPts val="0"/>
              </a:spcAft>
              <a:buSzPts val="1400"/>
              <a:buNone/>
              <a:defRPr/>
            </a:lvl6pPr>
            <a:lvl7pPr lvl="6" rtl="0">
              <a:spcBef>
                <a:spcPts val="1000"/>
              </a:spcBef>
              <a:spcAft>
                <a:spcPts val="0"/>
              </a:spcAft>
              <a:buSzPts val="1400"/>
              <a:buNone/>
              <a:defRPr/>
            </a:lvl7pPr>
            <a:lvl8pPr lvl="7" rtl="0">
              <a:spcBef>
                <a:spcPts val="1000"/>
              </a:spcBef>
              <a:spcAft>
                <a:spcPts val="0"/>
              </a:spcAft>
              <a:buSzPts val="1400"/>
              <a:buNone/>
              <a:defRPr/>
            </a:lvl8pPr>
            <a:lvl9pPr lvl="8" rtl="0">
              <a:spcBef>
                <a:spcPts val="1000"/>
              </a:spcBef>
              <a:spcAft>
                <a:spcPts val="1000"/>
              </a:spcAft>
              <a:buSzPts val="1400"/>
              <a:buNone/>
              <a:defRPr/>
            </a:lvl9pPr>
          </a:lstStyle>
          <a:p/>
        </p:txBody>
      </p:sp>
      <p:sp>
        <p:nvSpPr>
          <p:cNvPr id="548" name="Google Shape;548;p54"/>
          <p:cNvSpPr txBox="1"/>
          <p:nvPr>
            <p:ph idx="18" type="title"/>
          </p:nvPr>
        </p:nvSpPr>
        <p:spPr>
          <a:xfrm>
            <a:off x="6847205" y="2961750"/>
            <a:ext cx="1856400" cy="481500"/>
          </a:xfrm>
          <a:prstGeom prst="rect">
            <a:avLst/>
          </a:prstGeom>
        </p:spPr>
        <p:txBody>
          <a:bodyPr anchorCtr="0" anchor="b" bIns="91425" lIns="91425" spcFirstLastPara="1" rIns="91425" wrap="square" tIns="91425">
            <a:normAutofit/>
          </a:bodyPr>
          <a:lstStyle>
            <a:lvl1pPr lvl="0" rtl="0">
              <a:spcBef>
                <a:spcPts val="0"/>
              </a:spcBef>
              <a:spcAft>
                <a:spcPts val="0"/>
              </a:spcAft>
              <a:buSzPts val="1800"/>
              <a:buFont typeface="Inter Medium"/>
              <a:buNone/>
              <a:defRPr sz="1800">
                <a:latin typeface="Inter Medium"/>
                <a:ea typeface="Inter Medium"/>
                <a:cs typeface="Inter Medium"/>
                <a:sym typeface="Inter Medium"/>
              </a:defRPr>
            </a:lvl1pPr>
            <a:lvl2pPr lvl="1" rtl="0">
              <a:spcBef>
                <a:spcPts val="0"/>
              </a:spcBef>
              <a:spcAft>
                <a:spcPts val="0"/>
              </a:spcAft>
              <a:buSzPts val="1800"/>
              <a:buNone/>
              <a:defRPr sz="1800"/>
            </a:lvl2pPr>
            <a:lvl3pPr lvl="2" rtl="0">
              <a:spcBef>
                <a:spcPts val="0"/>
              </a:spcBef>
              <a:spcAft>
                <a:spcPts val="0"/>
              </a:spcAft>
              <a:buSzPts val="1800"/>
              <a:buNone/>
              <a:defRPr sz="1800"/>
            </a:lvl3pPr>
            <a:lvl4pPr lvl="3" rtl="0">
              <a:spcBef>
                <a:spcPts val="0"/>
              </a:spcBef>
              <a:spcAft>
                <a:spcPts val="0"/>
              </a:spcAft>
              <a:buSzPts val="1800"/>
              <a:buNone/>
              <a:defRPr sz="1800"/>
            </a:lvl4pPr>
            <a:lvl5pPr lvl="4" rtl="0">
              <a:spcBef>
                <a:spcPts val="0"/>
              </a:spcBef>
              <a:spcAft>
                <a:spcPts val="0"/>
              </a:spcAft>
              <a:buSzPts val="1800"/>
              <a:buNone/>
              <a:defRPr sz="1800"/>
            </a:lvl5pPr>
            <a:lvl6pPr lvl="5" rtl="0">
              <a:spcBef>
                <a:spcPts val="0"/>
              </a:spcBef>
              <a:spcAft>
                <a:spcPts val="0"/>
              </a:spcAft>
              <a:buSzPts val="1800"/>
              <a:buNone/>
              <a:defRPr sz="1800"/>
            </a:lvl6pPr>
            <a:lvl7pPr lvl="6" rtl="0">
              <a:spcBef>
                <a:spcPts val="0"/>
              </a:spcBef>
              <a:spcAft>
                <a:spcPts val="0"/>
              </a:spcAft>
              <a:buSzPts val="1800"/>
              <a:buNone/>
              <a:defRPr sz="1800"/>
            </a:lvl7pPr>
            <a:lvl8pPr lvl="7" rtl="0">
              <a:spcBef>
                <a:spcPts val="0"/>
              </a:spcBef>
              <a:spcAft>
                <a:spcPts val="0"/>
              </a:spcAft>
              <a:buSzPts val="1800"/>
              <a:buNone/>
              <a:defRPr sz="1800"/>
            </a:lvl8pPr>
            <a:lvl9pPr lvl="8" rtl="0">
              <a:spcBef>
                <a:spcPts val="0"/>
              </a:spcBef>
              <a:spcAft>
                <a:spcPts val="0"/>
              </a:spcAft>
              <a:buSzPts val="1800"/>
              <a:buNone/>
              <a:defRPr sz="1800"/>
            </a:lvl9pPr>
          </a:lstStyle>
          <a:p/>
        </p:txBody>
      </p:sp>
      <p:sp>
        <p:nvSpPr>
          <p:cNvPr id="549" name="Google Shape;549;p54"/>
          <p:cNvSpPr txBox="1"/>
          <p:nvPr>
            <p:ph idx="19" type="subTitle"/>
          </p:nvPr>
        </p:nvSpPr>
        <p:spPr>
          <a:xfrm>
            <a:off x="6847205" y="3443250"/>
            <a:ext cx="1856400" cy="839100"/>
          </a:xfrm>
          <a:prstGeom prst="rect">
            <a:avLst/>
          </a:prstGeom>
        </p:spPr>
        <p:txBody>
          <a:bodyPr anchorCtr="0" anchor="t" bIns="91425" lIns="91425" spcFirstLastPara="1" rIns="91425" wrap="square" tIns="91425">
            <a:normAutofit/>
          </a:bodyPr>
          <a:lstStyle>
            <a:lvl1pPr lvl="0" rtl="0">
              <a:spcBef>
                <a:spcPts val="0"/>
              </a:spcBef>
              <a:spcAft>
                <a:spcPts val="0"/>
              </a:spcAft>
              <a:buSzPts val="1100"/>
              <a:buFont typeface="Space Mono"/>
              <a:buNone/>
              <a:defRPr sz="1100">
                <a:latin typeface="Space Mono"/>
                <a:ea typeface="Space Mono"/>
                <a:cs typeface="Space Mono"/>
                <a:sym typeface="Space Mono"/>
              </a:defRPr>
            </a:lvl1pPr>
            <a:lvl2pPr lvl="1" rtl="0">
              <a:spcBef>
                <a:spcPts val="1000"/>
              </a:spcBef>
              <a:spcAft>
                <a:spcPts val="0"/>
              </a:spcAft>
              <a:buSzPts val="1400"/>
              <a:buNone/>
              <a:defRPr/>
            </a:lvl2pPr>
            <a:lvl3pPr lvl="2" rtl="0">
              <a:spcBef>
                <a:spcPts val="1000"/>
              </a:spcBef>
              <a:spcAft>
                <a:spcPts val="0"/>
              </a:spcAft>
              <a:buSzPts val="1400"/>
              <a:buNone/>
              <a:defRPr/>
            </a:lvl3pPr>
            <a:lvl4pPr lvl="3" rtl="0">
              <a:spcBef>
                <a:spcPts val="1000"/>
              </a:spcBef>
              <a:spcAft>
                <a:spcPts val="0"/>
              </a:spcAft>
              <a:buSzPts val="1400"/>
              <a:buNone/>
              <a:defRPr/>
            </a:lvl4pPr>
            <a:lvl5pPr lvl="4" rtl="0">
              <a:spcBef>
                <a:spcPts val="1000"/>
              </a:spcBef>
              <a:spcAft>
                <a:spcPts val="0"/>
              </a:spcAft>
              <a:buSzPts val="1400"/>
              <a:buNone/>
              <a:defRPr/>
            </a:lvl5pPr>
            <a:lvl6pPr lvl="5" rtl="0">
              <a:spcBef>
                <a:spcPts val="1000"/>
              </a:spcBef>
              <a:spcAft>
                <a:spcPts val="0"/>
              </a:spcAft>
              <a:buSzPts val="1400"/>
              <a:buNone/>
              <a:defRPr/>
            </a:lvl6pPr>
            <a:lvl7pPr lvl="6" rtl="0">
              <a:spcBef>
                <a:spcPts val="1000"/>
              </a:spcBef>
              <a:spcAft>
                <a:spcPts val="0"/>
              </a:spcAft>
              <a:buSzPts val="1400"/>
              <a:buNone/>
              <a:defRPr/>
            </a:lvl7pPr>
            <a:lvl8pPr lvl="7" rtl="0">
              <a:spcBef>
                <a:spcPts val="1000"/>
              </a:spcBef>
              <a:spcAft>
                <a:spcPts val="0"/>
              </a:spcAft>
              <a:buSzPts val="1400"/>
              <a:buNone/>
              <a:defRPr/>
            </a:lvl8pPr>
            <a:lvl9pPr lvl="8" rtl="0">
              <a:spcBef>
                <a:spcPts val="1000"/>
              </a:spcBef>
              <a:spcAft>
                <a:spcPts val="1000"/>
              </a:spcAft>
              <a:buSzPts val="1400"/>
              <a:buNone/>
              <a:defRPr/>
            </a:lvl9pPr>
          </a:lstStyle>
          <a:p/>
        </p:txBody>
      </p:sp>
      <p:sp>
        <p:nvSpPr>
          <p:cNvPr id="550" name="Google Shape;550;p54"/>
          <p:cNvSpPr/>
          <p:nvPr>
            <p:ph idx="20" type="pic"/>
          </p:nvPr>
        </p:nvSpPr>
        <p:spPr>
          <a:xfrm>
            <a:off x="3125400" y="2961750"/>
            <a:ext cx="908100" cy="908100"/>
          </a:xfrm>
          <a:prstGeom prst="ellipse">
            <a:avLst/>
          </a:prstGeom>
          <a:noFill/>
          <a:ln>
            <a:noFill/>
          </a:ln>
        </p:spPr>
      </p:sp>
      <p:sp>
        <p:nvSpPr>
          <p:cNvPr id="551" name="Google Shape;551;p54"/>
          <p:cNvSpPr/>
          <p:nvPr>
            <p:ph idx="21" type="pic"/>
          </p:nvPr>
        </p:nvSpPr>
        <p:spPr>
          <a:xfrm>
            <a:off x="5914500" y="2961750"/>
            <a:ext cx="908100" cy="908100"/>
          </a:xfrm>
          <a:prstGeom prst="ellipse">
            <a:avLst/>
          </a:prstGeom>
          <a:noFill/>
          <a:ln>
            <a:noFill/>
          </a:ln>
        </p:spPr>
      </p:sp>
      <p:sp>
        <p:nvSpPr>
          <p:cNvPr id="552" name="Google Shape;552;p54"/>
          <p:cNvSpPr txBox="1"/>
          <p:nvPr>
            <p:ph idx="12" type="sldNum"/>
          </p:nvPr>
        </p:nvSpPr>
        <p:spPr>
          <a:xfrm>
            <a:off x="8140933" y="4417542"/>
            <a:ext cx="548700" cy="393600"/>
          </a:xfrm>
          <a:prstGeom prst="rect">
            <a:avLst/>
          </a:prstGeom>
        </p:spPr>
        <p:txBody>
          <a:bodyPr anchorCtr="0" anchor="ctr" bIns="91425" lIns="91425" spcFirstLastPara="1" rIns="91425" wrap="square" tIns="91425">
            <a:normAutofit/>
          </a:bodyPr>
          <a:lstStyle>
            <a:lvl1pPr lvl="0" rtl="0">
              <a:buNone/>
              <a:defRPr>
                <a:solidFill>
                  <a:schemeClr val="lt1"/>
                </a:solidFill>
                <a:latin typeface="Inter"/>
                <a:ea typeface="Inter"/>
                <a:cs typeface="Inter"/>
                <a:sym typeface="Inter"/>
              </a:defRPr>
            </a:lvl1pPr>
            <a:lvl2pPr lvl="1" rtl="0">
              <a:buNone/>
              <a:defRPr>
                <a:solidFill>
                  <a:schemeClr val="lt1"/>
                </a:solidFill>
                <a:latin typeface="Inter"/>
                <a:ea typeface="Inter"/>
                <a:cs typeface="Inter"/>
                <a:sym typeface="Inter"/>
              </a:defRPr>
            </a:lvl2pPr>
            <a:lvl3pPr lvl="2" rtl="0">
              <a:buNone/>
              <a:defRPr>
                <a:solidFill>
                  <a:schemeClr val="lt1"/>
                </a:solidFill>
                <a:latin typeface="Inter"/>
                <a:ea typeface="Inter"/>
                <a:cs typeface="Inter"/>
                <a:sym typeface="Inter"/>
              </a:defRPr>
            </a:lvl3pPr>
            <a:lvl4pPr lvl="3" rtl="0">
              <a:buNone/>
              <a:defRPr>
                <a:solidFill>
                  <a:schemeClr val="lt1"/>
                </a:solidFill>
                <a:latin typeface="Inter"/>
                <a:ea typeface="Inter"/>
                <a:cs typeface="Inter"/>
                <a:sym typeface="Inter"/>
              </a:defRPr>
            </a:lvl4pPr>
            <a:lvl5pPr lvl="4" rtl="0">
              <a:buNone/>
              <a:defRPr>
                <a:solidFill>
                  <a:schemeClr val="lt1"/>
                </a:solidFill>
                <a:latin typeface="Inter"/>
                <a:ea typeface="Inter"/>
                <a:cs typeface="Inter"/>
                <a:sym typeface="Inter"/>
              </a:defRPr>
            </a:lvl5pPr>
            <a:lvl6pPr lvl="5" rtl="0">
              <a:buNone/>
              <a:defRPr>
                <a:solidFill>
                  <a:schemeClr val="lt1"/>
                </a:solidFill>
                <a:latin typeface="Inter"/>
                <a:ea typeface="Inter"/>
                <a:cs typeface="Inter"/>
                <a:sym typeface="Inter"/>
              </a:defRPr>
            </a:lvl6pPr>
            <a:lvl7pPr lvl="6" rtl="0">
              <a:buNone/>
              <a:defRPr>
                <a:solidFill>
                  <a:schemeClr val="lt1"/>
                </a:solidFill>
                <a:latin typeface="Inter"/>
                <a:ea typeface="Inter"/>
                <a:cs typeface="Inter"/>
                <a:sym typeface="Inter"/>
              </a:defRPr>
            </a:lvl7pPr>
            <a:lvl8pPr lvl="7" rtl="0">
              <a:buNone/>
              <a:defRPr>
                <a:solidFill>
                  <a:schemeClr val="lt1"/>
                </a:solidFill>
                <a:latin typeface="Inter"/>
                <a:ea typeface="Inter"/>
                <a:cs typeface="Inter"/>
                <a:sym typeface="Inter"/>
              </a:defRPr>
            </a:lvl8pPr>
            <a:lvl9pPr lvl="8" rtl="0">
              <a:buNone/>
              <a:defRPr>
                <a:solidFill>
                  <a:schemeClr val="lt1"/>
                </a:solidFill>
                <a:latin typeface="Inter"/>
                <a:ea typeface="Inter"/>
                <a:cs typeface="Inter"/>
                <a:sym typeface="Inter"/>
              </a:defRPr>
            </a:lvl9pPr>
          </a:lstStyle>
          <a:p>
            <a:pPr indent="0" lvl="0" marL="0" rtl="0" algn="r">
              <a:spcBef>
                <a:spcPts val="0"/>
              </a:spcBef>
              <a:spcAft>
                <a:spcPts val="0"/>
              </a:spcAft>
              <a:buNone/>
            </a:pPr>
            <a:fld id="{00000000-1234-1234-1234-123412341234}" type="slidenum">
              <a:rPr lang="en"/>
              <a:t>‹#›</a:t>
            </a:fld>
            <a:endParaRPr/>
          </a:p>
        </p:txBody>
      </p:sp>
      <p:sp>
        <p:nvSpPr>
          <p:cNvPr id="553" name="Google Shape;553;p54"/>
          <p:cNvSpPr txBox="1"/>
          <p:nvPr>
            <p:ph idx="22" type="sldNum"/>
          </p:nvPr>
        </p:nvSpPr>
        <p:spPr>
          <a:xfrm>
            <a:off x="7704106" y="4417550"/>
            <a:ext cx="777600" cy="393600"/>
          </a:xfrm>
          <a:prstGeom prst="rect">
            <a:avLst/>
          </a:prstGeom>
        </p:spPr>
        <p:txBody>
          <a:bodyPr anchorCtr="0" anchor="ctr" bIns="91425" lIns="91425" spcFirstLastPara="1" rIns="91425" wrap="square" tIns="91425">
            <a:normAutofit/>
          </a:bodyPr>
          <a:lstStyle>
            <a:lvl1pPr lvl="0" rtl="0">
              <a:buNone/>
              <a:defRPr>
                <a:solidFill>
                  <a:schemeClr val="lt1"/>
                </a:solidFill>
                <a:latin typeface="Inter"/>
                <a:ea typeface="Inter"/>
                <a:cs typeface="Inter"/>
                <a:sym typeface="Inter"/>
              </a:defRPr>
            </a:lvl1pPr>
            <a:lvl2pPr lvl="1" rtl="0">
              <a:buNone/>
              <a:defRPr>
                <a:solidFill>
                  <a:schemeClr val="lt1"/>
                </a:solidFill>
                <a:latin typeface="Inter"/>
                <a:ea typeface="Inter"/>
                <a:cs typeface="Inter"/>
                <a:sym typeface="Inter"/>
              </a:defRPr>
            </a:lvl2pPr>
            <a:lvl3pPr lvl="2" rtl="0">
              <a:buNone/>
              <a:defRPr>
                <a:solidFill>
                  <a:schemeClr val="lt1"/>
                </a:solidFill>
                <a:latin typeface="Inter"/>
                <a:ea typeface="Inter"/>
                <a:cs typeface="Inter"/>
                <a:sym typeface="Inter"/>
              </a:defRPr>
            </a:lvl3pPr>
            <a:lvl4pPr lvl="3" rtl="0">
              <a:buNone/>
              <a:defRPr>
                <a:solidFill>
                  <a:schemeClr val="lt1"/>
                </a:solidFill>
                <a:latin typeface="Inter"/>
                <a:ea typeface="Inter"/>
                <a:cs typeface="Inter"/>
                <a:sym typeface="Inter"/>
              </a:defRPr>
            </a:lvl4pPr>
            <a:lvl5pPr lvl="4" rtl="0">
              <a:buNone/>
              <a:defRPr>
                <a:solidFill>
                  <a:schemeClr val="lt1"/>
                </a:solidFill>
                <a:latin typeface="Inter"/>
                <a:ea typeface="Inter"/>
                <a:cs typeface="Inter"/>
                <a:sym typeface="Inter"/>
              </a:defRPr>
            </a:lvl5pPr>
            <a:lvl6pPr lvl="5" rtl="0">
              <a:buNone/>
              <a:defRPr>
                <a:solidFill>
                  <a:schemeClr val="lt1"/>
                </a:solidFill>
                <a:latin typeface="Inter"/>
                <a:ea typeface="Inter"/>
                <a:cs typeface="Inter"/>
                <a:sym typeface="Inter"/>
              </a:defRPr>
            </a:lvl6pPr>
            <a:lvl7pPr lvl="6" rtl="0">
              <a:buNone/>
              <a:defRPr>
                <a:solidFill>
                  <a:schemeClr val="lt1"/>
                </a:solidFill>
                <a:latin typeface="Inter"/>
                <a:ea typeface="Inter"/>
                <a:cs typeface="Inter"/>
                <a:sym typeface="Inter"/>
              </a:defRPr>
            </a:lvl7pPr>
            <a:lvl8pPr lvl="7" rtl="0">
              <a:buNone/>
              <a:defRPr>
                <a:solidFill>
                  <a:schemeClr val="lt1"/>
                </a:solidFill>
                <a:latin typeface="Inter"/>
                <a:ea typeface="Inter"/>
                <a:cs typeface="Inter"/>
                <a:sym typeface="Inter"/>
              </a:defRPr>
            </a:lvl8pPr>
            <a:lvl9pPr lvl="8" rtl="0">
              <a:buNone/>
              <a:defRPr>
                <a:solidFill>
                  <a:schemeClr val="lt1"/>
                </a:solidFill>
                <a:latin typeface="Inter"/>
                <a:ea typeface="Inter"/>
                <a:cs typeface="Inter"/>
                <a:sym typeface="Inter"/>
              </a:defRPr>
            </a:lvl9pPr>
          </a:lstStyle>
          <a:p>
            <a:pPr indent="0" lvl="0" marL="0" rtl="0" algn="r">
              <a:spcBef>
                <a:spcPts val="0"/>
              </a:spcBef>
              <a:spcAft>
                <a:spcPts val="0"/>
              </a:spcAft>
              <a:buNone/>
            </a:pPr>
            <a:r>
              <a:rPr lang="en"/>
              <a:t>Slide /</a:t>
            </a:r>
            <a:endParaRPr/>
          </a:p>
        </p:txBody>
      </p:sp>
      <p:pic>
        <p:nvPicPr>
          <p:cNvPr id="554" name="Google Shape;554;p54"/>
          <p:cNvPicPr preferRelativeResize="0"/>
          <p:nvPr/>
        </p:nvPicPr>
        <p:blipFill>
          <a:blip r:embed="rId2">
            <a:alphaModFix/>
          </a:blip>
          <a:stretch>
            <a:fillRect/>
          </a:stretch>
        </p:blipFill>
        <p:spPr>
          <a:xfrm>
            <a:off x="457529" y="4543025"/>
            <a:ext cx="950976" cy="142646"/>
          </a:xfrm>
          <a:prstGeom prst="rect">
            <a:avLst/>
          </a:prstGeom>
          <a:noFill/>
          <a:ln>
            <a:noFill/>
          </a:ln>
        </p:spPr>
      </p:pic>
    </p:spTree>
  </p:cSld>
  <p:clrMapOvr>
    <a:masterClrMapping/>
  </p:clrMapOvr>
</p:sldLayout>
</file>

<file path=ppt/slideLayouts/slideLayout5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am Five Heads (Cards)">
  <p:cSld name="ONE_COLUMN_TEXT_1_1">
    <p:spTree>
      <p:nvGrpSpPr>
        <p:cNvPr id="555" name="Shape 555"/>
        <p:cNvGrpSpPr/>
        <p:nvPr/>
      </p:nvGrpSpPr>
      <p:grpSpPr>
        <a:xfrm>
          <a:off x="0" y="0"/>
          <a:ext cx="0" cy="0"/>
          <a:chOff x="0" y="0"/>
          <a:chExt cx="0" cy="0"/>
        </a:xfrm>
      </p:grpSpPr>
      <p:sp>
        <p:nvSpPr>
          <p:cNvPr id="556" name="Google Shape;556;p55"/>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lt1"/>
              </a:buClr>
              <a:buSzPts val="3200"/>
              <a:buFont typeface="Inter ExtraBold"/>
              <a:buNone/>
              <a:defRPr sz="3200">
                <a:solidFill>
                  <a:schemeClr val="lt1"/>
                </a:solidFill>
                <a:latin typeface="Inter ExtraBold"/>
                <a:ea typeface="Inter ExtraBold"/>
                <a:cs typeface="Inter ExtraBold"/>
                <a:sym typeface="Inter ExtraBold"/>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p:txBody>
      </p:sp>
      <p:pic>
        <p:nvPicPr>
          <p:cNvPr id="557" name="Google Shape;557;p55"/>
          <p:cNvPicPr preferRelativeResize="0"/>
          <p:nvPr/>
        </p:nvPicPr>
        <p:blipFill>
          <a:blip r:embed="rId2">
            <a:alphaModFix/>
          </a:blip>
          <a:stretch>
            <a:fillRect/>
          </a:stretch>
        </p:blipFill>
        <p:spPr>
          <a:xfrm>
            <a:off x="457529" y="4543025"/>
            <a:ext cx="950976" cy="142646"/>
          </a:xfrm>
          <a:prstGeom prst="rect">
            <a:avLst/>
          </a:prstGeom>
          <a:noFill/>
          <a:ln>
            <a:noFill/>
          </a:ln>
        </p:spPr>
      </p:pic>
      <p:pic>
        <p:nvPicPr>
          <p:cNvPr id="558" name="Google Shape;558;p55"/>
          <p:cNvPicPr preferRelativeResize="0"/>
          <p:nvPr/>
        </p:nvPicPr>
        <p:blipFill>
          <a:blip r:embed="rId3">
            <a:alphaModFix amt="10000"/>
          </a:blip>
          <a:stretch>
            <a:fillRect/>
          </a:stretch>
        </p:blipFill>
        <p:spPr>
          <a:xfrm>
            <a:off x="414563" y="1811724"/>
            <a:ext cx="1515025" cy="2192350"/>
          </a:xfrm>
          <a:prstGeom prst="rect">
            <a:avLst/>
          </a:prstGeom>
          <a:noFill/>
          <a:ln>
            <a:noFill/>
          </a:ln>
        </p:spPr>
      </p:pic>
      <p:sp>
        <p:nvSpPr>
          <p:cNvPr id="559" name="Google Shape;559;p55"/>
          <p:cNvSpPr txBox="1"/>
          <p:nvPr>
            <p:ph idx="2" type="title"/>
          </p:nvPr>
        </p:nvSpPr>
        <p:spPr>
          <a:xfrm>
            <a:off x="414575" y="2562750"/>
            <a:ext cx="1515000" cy="481500"/>
          </a:xfrm>
          <a:prstGeom prst="rect">
            <a:avLst/>
          </a:prstGeom>
        </p:spPr>
        <p:txBody>
          <a:bodyPr anchorCtr="0" anchor="b" bIns="91425" lIns="91425" spcFirstLastPara="1" rIns="91425" wrap="square" tIns="91425">
            <a:normAutofit/>
          </a:bodyPr>
          <a:lstStyle>
            <a:lvl1pPr lvl="0" rtl="0" algn="ctr">
              <a:spcBef>
                <a:spcPts val="0"/>
              </a:spcBef>
              <a:spcAft>
                <a:spcPts val="0"/>
              </a:spcAft>
              <a:buSzPts val="1800"/>
              <a:buFont typeface="Inter Medium"/>
              <a:buNone/>
              <a:defRPr sz="1800">
                <a:latin typeface="Inter Medium"/>
                <a:ea typeface="Inter Medium"/>
                <a:cs typeface="Inter Medium"/>
                <a:sym typeface="Inter Medium"/>
              </a:defRPr>
            </a:lvl1pPr>
            <a:lvl2pPr lvl="1" rtl="0" algn="ctr">
              <a:spcBef>
                <a:spcPts val="0"/>
              </a:spcBef>
              <a:spcAft>
                <a:spcPts val="0"/>
              </a:spcAft>
              <a:buSzPts val="1800"/>
              <a:buNone/>
              <a:defRPr sz="1800"/>
            </a:lvl2pPr>
            <a:lvl3pPr lvl="2" rtl="0" algn="ctr">
              <a:spcBef>
                <a:spcPts val="0"/>
              </a:spcBef>
              <a:spcAft>
                <a:spcPts val="0"/>
              </a:spcAft>
              <a:buSzPts val="1800"/>
              <a:buNone/>
              <a:defRPr sz="1800"/>
            </a:lvl3pPr>
            <a:lvl4pPr lvl="3" rtl="0" algn="ctr">
              <a:spcBef>
                <a:spcPts val="0"/>
              </a:spcBef>
              <a:spcAft>
                <a:spcPts val="0"/>
              </a:spcAft>
              <a:buSzPts val="1800"/>
              <a:buNone/>
              <a:defRPr sz="1800"/>
            </a:lvl4pPr>
            <a:lvl5pPr lvl="4" rtl="0" algn="ctr">
              <a:spcBef>
                <a:spcPts val="0"/>
              </a:spcBef>
              <a:spcAft>
                <a:spcPts val="0"/>
              </a:spcAft>
              <a:buSzPts val="1800"/>
              <a:buNone/>
              <a:defRPr sz="1800"/>
            </a:lvl5pPr>
            <a:lvl6pPr lvl="5" rtl="0" algn="ctr">
              <a:spcBef>
                <a:spcPts val="0"/>
              </a:spcBef>
              <a:spcAft>
                <a:spcPts val="0"/>
              </a:spcAft>
              <a:buSzPts val="1800"/>
              <a:buNone/>
              <a:defRPr sz="1800"/>
            </a:lvl6pPr>
            <a:lvl7pPr lvl="6" rtl="0" algn="ctr">
              <a:spcBef>
                <a:spcPts val="0"/>
              </a:spcBef>
              <a:spcAft>
                <a:spcPts val="0"/>
              </a:spcAft>
              <a:buSzPts val="1800"/>
              <a:buNone/>
              <a:defRPr sz="1800"/>
            </a:lvl7pPr>
            <a:lvl8pPr lvl="7" rtl="0" algn="ctr">
              <a:spcBef>
                <a:spcPts val="0"/>
              </a:spcBef>
              <a:spcAft>
                <a:spcPts val="0"/>
              </a:spcAft>
              <a:buSzPts val="1800"/>
              <a:buNone/>
              <a:defRPr sz="1800"/>
            </a:lvl8pPr>
            <a:lvl9pPr lvl="8" rtl="0" algn="ctr">
              <a:spcBef>
                <a:spcPts val="0"/>
              </a:spcBef>
              <a:spcAft>
                <a:spcPts val="0"/>
              </a:spcAft>
              <a:buSzPts val="1800"/>
              <a:buNone/>
              <a:defRPr sz="1800"/>
            </a:lvl9pPr>
          </a:lstStyle>
          <a:p/>
        </p:txBody>
      </p:sp>
      <p:sp>
        <p:nvSpPr>
          <p:cNvPr id="560" name="Google Shape;560;p55"/>
          <p:cNvSpPr txBox="1"/>
          <p:nvPr>
            <p:ph idx="1" type="subTitle"/>
          </p:nvPr>
        </p:nvSpPr>
        <p:spPr>
          <a:xfrm>
            <a:off x="414575" y="3044250"/>
            <a:ext cx="1515000" cy="839100"/>
          </a:xfrm>
          <a:prstGeom prst="rect">
            <a:avLst/>
          </a:prstGeom>
        </p:spPr>
        <p:txBody>
          <a:bodyPr anchorCtr="0" anchor="t" bIns="91425" lIns="91425" spcFirstLastPara="1" rIns="91425" wrap="square" tIns="91425">
            <a:normAutofit/>
          </a:bodyPr>
          <a:lstStyle>
            <a:lvl1pPr lvl="0" rtl="0" algn="ctr">
              <a:spcBef>
                <a:spcPts val="0"/>
              </a:spcBef>
              <a:spcAft>
                <a:spcPts val="0"/>
              </a:spcAft>
              <a:buSzPts val="1100"/>
              <a:buFont typeface="Space Mono"/>
              <a:buNone/>
              <a:defRPr sz="1100">
                <a:latin typeface="Space Mono"/>
                <a:ea typeface="Space Mono"/>
                <a:cs typeface="Space Mono"/>
                <a:sym typeface="Space Mono"/>
              </a:defRPr>
            </a:lvl1pPr>
            <a:lvl2pPr lvl="1" rtl="0" algn="ctr">
              <a:spcBef>
                <a:spcPts val="1000"/>
              </a:spcBef>
              <a:spcAft>
                <a:spcPts val="0"/>
              </a:spcAft>
              <a:buSzPts val="1400"/>
              <a:buNone/>
              <a:defRPr/>
            </a:lvl2pPr>
            <a:lvl3pPr lvl="2" rtl="0" algn="ctr">
              <a:spcBef>
                <a:spcPts val="1000"/>
              </a:spcBef>
              <a:spcAft>
                <a:spcPts val="0"/>
              </a:spcAft>
              <a:buSzPts val="1400"/>
              <a:buNone/>
              <a:defRPr/>
            </a:lvl3pPr>
            <a:lvl4pPr lvl="3" rtl="0" algn="ctr">
              <a:spcBef>
                <a:spcPts val="1000"/>
              </a:spcBef>
              <a:spcAft>
                <a:spcPts val="0"/>
              </a:spcAft>
              <a:buSzPts val="1400"/>
              <a:buNone/>
              <a:defRPr/>
            </a:lvl4pPr>
            <a:lvl5pPr lvl="4" rtl="0" algn="ctr">
              <a:spcBef>
                <a:spcPts val="1000"/>
              </a:spcBef>
              <a:spcAft>
                <a:spcPts val="0"/>
              </a:spcAft>
              <a:buSzPts val="1400"/>
              <a:buNone/>
              <a:defRPr/>
            </a:lvl5pPr>
            <a:lvl6pPr lvl="5" rtl="0" algn="ctr">
              <a:spcBef>
                <a:spcPts val="1000"/>
              </a:spcBef>
              <a:spcAft>
                <a:spcPts val="0"/>
              </a:spcAft>
              <a:buSzPts val="1400"/>
              <a:buNone/>
              <a:defRPr/>
            </a:lvl6pPr>
            <a:lvl7pPr lvl="6" rtl="0" algn="ctr">
              <a:spcBef>
                <a:spcPts val="1000"/>
              </a:spcBef>
              <a:spcAft>
                <a:spcPts val="0"/>
              </a:spcAft>
              <a:buSzPts val="1400"/>
              <a:buNone/>
              <a:defRPr/>
            </a:lvl7pPr>
            <a:lvl8pPr lvl="7" rtl="0" algn="ctr">
              <a:spcBef>
                <a:spcPts val="1000"/>
              </a:spcBef>
              <a:spcAft>
                <a:spcPts val="0"/>
              </a:spcAft>
              <a:buSzPts val="1400"/>
              <a:buNone/>
              <a:defRPr/>
            </a:lvl8pPr>
            <a:lvl9pPr lvl="8" rtl="0" algn="ctr">
              <a:spcBef>
                <a:spcPts val="1000"/>
              </a:spcBef>
              <a:spcAft>
                <a:spcPts val="1000"/>
              </a:spcAft>
              <a:buSzPts val="1400"/>
              <a:buNone/>
              <a:defRPr/>
            </a:lvl9pPr>
          </a:lstStyle>
          <a:p/>
        </p:txBody>
      </p:sp>
      <p:sp>
        <p:nvSpPr>
          <p:cNvPr id="561" name="Google Shape;561;p55"/>
          <p:cNvSpPr/>
          <p:nvPr>
            <p:ph idx="3" type="pic"/>
          </p:nvPr>
        </p:nvSpPr>
        <p:spPr>
          <a:xfrm>
            <a:off x="718038" y="1237000"/>
            <a:ext cx="908100" cy="908100"/>
          </a:xfrm>
          <a:prstGeom prst="ellipse">
            <a:avLst/>
          </a:prstGeom>
          <a:noFill/>
          <a:ln>
            <a:noFill/>
          </a:ln>
        </p:spPr>
      </p:sp>
      <p:pic>
        <p:nvPicPr>
          <p:cNvPr id="562" name="Google Shape;562;p55"/>
          <p:cNvPicPr preferRelativeResize="0"/>
          <p:nvPr/>
        </p:nvPicPr>
        <p:blipFill>
          <a:blip r:embed="rId3">
            <a:alphaModFix amt="10000"/>
          </a:blip>
          <a:stretch>
            <a:fillRect/>
          </a:stretch>
        </p:blipFill>
        <p:spPr>
          <a:xfrm>
            <a:off x="2112948" y="1811724"/>
            <a:ext cx="1515025" cy="2192350"/>
          </a:xfrm>
          <a:prstGeom prst="rect">
            <a:avLst/>
          </a:prstGeom>
          <a:noFill/>
          <a:ln>
            <a:noFill/>
          </a:ln>
        </p:spPr>
      </p:pic>
      <p:sp>
        <p:nvSpPr>
          <p:cNvPr id="563" name="Google Shape;563;p55"/>
          <p:cNvSpPr txBox="1"/>
          <p:nvPr>
            <p:ph idx="4" type="title"/>
          </p:nvPr>
        </p:nvSpPr>
        <p:spPr>
          <a:xfrm>
            <a:off x="2112960" y="2562750"/>
            <a:ext cx="1515000" cy="481500"/>
          </a:xfrm>
          <a:prstGeom prst="rect">
            <a:avLst/>
          </a:prstGeom>
        </p:spPr>
        <p:txBody>
          <a:bodyPr anchorCtr="0" anchor="b" bIns="91425" lIns="91425" spcFirstLastPara="1" rIns="91425" wrap="square" tIns="91425">
            <a:normAutofit/>
          </a:bodyPr>
          <a:lstStyle>
            <a:lvl1pPr lvl="0" rtl="0" algn="ctr">
              <a:spcBef>
                <a:spcPts val="0"/>
              </a:spcBef>
              <a:spcAft>
                <a:spcPts val="0"/>
              </a:spcAft>
              <a:buSzPts val="1800"/>
              <a:buFont typeface="Inter Medium"/>
              <a:buNone/>
              <a:defRPr sz="1800">
                <a:latin typeface="Inter Medium"/>
                <a:ea typeface="Inter Medium"/>
                <a:cs typeface="Inter Medium"/>
                <a:sym typeface="Inter Medium"/>
              </a:defRPr>
            </a:lvl1pPr>
            <a:lvl2pPr lvl="1" rtl="0" algn="ctr">
              <a:spcBef>
                <a:spcPts val="0"/>
              </a:spcBef>
              <a:spcAft>
                <a:spcPts val="0"/>
              </a:spcAft>
              <a:buSzPts val="1800"/>
              <a:buNone/>
              <a:defRPr sz="1800"/>
            </a:lvl2pPr>
            <a:lvl3pPr lvl="2" rtl="0" algn="ctr">
              <a:spcBef>
                <a:spcPts val="0"/>
              </a:spcBef>
              <a:spcAft>
                <a:spcPts val="0"/>
              </a:spcAft>
              <a:buSzPts val="1800"/>
              <a:buNone/>
              <a:defRPr sz="1800"/>
            </a:lvl3pPr>
            <a:lvl4pPr lvl="3" rtl="0" algn="ctr">
              <a:spcBef>
                <a:spcPts val="0"/>
              </a:spcBef>
              <a:spcAft>
                <a:spcPts val="0"/>
              </a:spcAft>
              <a:buSzPts val="1800"/>
              <a:buNone/>
              <a:defRPr sz="1800"/>
            </a:lvl4pPr>
            <a:lvl5pPr lvl="4" rtl="0" algn="ctr">
              <a:spcBef>
                <a:spcPts val="0"/>
              </a:spcBef>
              <a:spcAft>
                <a:spcPts val="0"/>
              </a:spcAft>
              <a:buSzPts val="1800"/>
              <a:buNone/>
              <a:defRPr sz="1800"/>
            </a:lvl5pPr>
            <a:lvl6pPr lvl="5" rtl="0" algn="ctr">
              <a:spcBef>
                <a:spcPts val="0"/>
              </a:spcBef>
              <a:spcAft>
                <a:spcPts val="0"/>
              </a:spcAft>
              <a:buSzPts val="1800"/>
              <a:buNone/>
              <a:defRPr sz="1800"/>
            </a:lvl6pPr>
            <a:lvl7pPr lvl="6" rtl="0" algn="ctr">
              <a:spcBef>
                <a:spcPts val="0"/>
              </a:spcBef>
              <a:spcAft>
                <a:spcPts val="0"/>
              </a:spcAft>
              <a:buSzPts val="1800"/>
              <a:buNone/>
              <a:defRPr sz="1800"/>
            </a:lvl7pPr>
            <a:lvl8pPr lvl="7" rtl="0" algn="ctr">
              <a:spcBef>
                <a:spcPts val="0"/>
              </a:spcBef>
              <a:spcAft>
                <a:spcPts val="0"/>
              </a:spcAft>
              <a:buSzPts val="1800"/>
              <a:buNone/>
              <a:defRPr sz="1800"/>
            </a:lvl8pPr>
            <a:lvl9pPr lvl="8" rtl="0" algn="ctr">
              <a:spcBef>
                <a:spcPts val="0"/>
              </a:spcBef>
              <a:spcAft>
                <a:spcPts val="0"/>
              </a:spcAft>
              <a:buSzPts val="1800"/>
              <a:buNone/>
              <a:defRPr sz="1800"/>
            </a:lvl9pPr>
          </a:lstStyle>
          <a:p/>
        </p:txBody>
      </p:sp>
      <p:sp>
        <p:nvSpPr>
          <p:cNvPr id="564" name="Google Shape;564;p55"/>
          <p:cNvSpPr txBox="1"/>
          <p:nvPr>
            <p:ph idx="5" type="subTitle"/>
          </p:nvPr>
        </p:nvSpPr>
        <p:spPr>
          <a:xfrm>
            <a:off x="2112961" y="3044250"/>
            <a:ext cx="1515000" cy="839100"/>
          </a:xfrm>
          <a:prstGeom prst="rect">
            <a:avLst/>
          </a:prstGeom>
        </p:spPr>
        <p:txBody>
          <a:bodyPr anchorCtr="0" anchor="t" bIns="91425" lIns="91425" spcFirstLastPara="1" rIns="91425" wrap="square" tIns="91425">
            <a:normAutofit/>
          </a:bodyPr>
          <a:lstStyle>
            <a:lvl1pPr lvl="0" rtl="0" algn="ctr">
              <a:spcBef>
                <a:spcPts val="0"/>
              </a:spcBef>
              <a:spcAft>
                <a:spcPts val="0"/>
              </a:spcAft>
              <a:buSzPts val="1100"/>
              <a:buFont typeface="Space Mono"/>
              <a:buNone/>
              <a:defRPr sz="1100">
                <a:latin typeface="Space Mono"/>
                <a:ea typeface="Space Mono"/>
                <a:cs typeface="Space Mono"/>
                <a:sym typeface="Space Mono"/>
              </a:defRPr>
            </a:lvl1pPr>
            <a:lvl2pPr lvl="1" rtl="0" algn="ctr">
              <a:spcBef>
                <a:spcPts val="1000"/>
              </a:spcBef>
              <a:spcAft>
                <a:spcPts val="0"/>
              </a:spcAft>
              <a:buSzPts val="1400"/>
              <a:buNone/>
              <a:defRPr/>
            </a:lvl2pPr>
            <a:lvl3pPr lvl="2" rtl="0" algn="ctr">
              <a:spcBef>
                <a:spcPts val="1000"/>
              </a:spcBef>
              <a:spcAft>
                <a:spcPts val="0"/>
              </a:spcAft>
              <a:buSzPts val="1400"/>
              <a:buNone/>
              <a:defRPr/>
            </a:lvl3pPr>
            <a:lvl4pPr lvl="3" rtl="0" algn="ctr">
              <a:spcBef>
                <a:spcPts val="1000"/>
              </a:spcBef>
              <a:spcAft>
                <a:spcPts val="0"/>
              </a:spcAft>
              <a:buSzPts val="1400"/>
              <a:buNone/>
              <a:defRPr/>
            </a:lvl4pPr>
            <a:lvl5pPr lvl="4" rtl="0" algn="ctr">
              <a:spcBef>
                <a:spcPts val="1000"/>
              </a:spcBef>
              <a:spcAft>
                <a:spcPts val="0"/>
              </a:spcAft>
              <a:buSzPts val="1400"/>
              <a:buNone/>
              <a:defRPr/>
            </a:lvl5pPr>
            <a:lvl6pPr lvl="5" rtl="0" algn="ctr">
              <a:spcBef>
                <a:spcPts val="1000"/>
              </a:spcBef>
              <a:spcAft>
                <a:spcPts val="0"/>
              </a:spcAft>
              <a:buSzPts val="1400"/>
              <a:buNone/>
              <a:defRPr/>
            </a:lvl6pPr>
            <a:lvl7pPr lvl="6" rtl="0" algn="ctr">
              <a:spcBef>
                <a:spcPts val="1000"/>
              </a:spcBef>
              <a:spcAft>
                <a:spcPts val="0"/>
              </a:spcAft>
              <a:buSzPts val="1400"/>
              <a:buNone/>
              <a:defRPr/>
            </a:lvl7pPr>
            <a:lvl8pPr lvl="7" rtl="0" algn="ctr">
              <a:spcBef>
                <a:spcPts val="1000"/>
              </a:spcBef>
              <a:spcAft>
                <a:spcPts val="0"/>
              </a:spcAft>
              <a:buSzPts val="1400"/>
              <a:buNone/>
              <a:defRPr/>
            </a:lvl8pPr>
            <a:lvl9pPr lvl="8" rtl="0" algn="ctr">
              <a:spcBef>
                <a:spcPts val="1000"/>
              </a:spcBef>
              <a:spcAft>
                <a:spcPts val="1000"/>
              </a:spcAft>
              <a:buSzPts val="1400"/>
              <a:buNone/>
              <a:defRPr/>
            </a:lvl9pPr>
          </a:lstStyle>
          <a:p/>
        </p:txBody>
      </p:sp>
      <p:sp>
        <p:nvSpPr>
          <p:cNvPr id="565" name="Google Shape;565;p55"/>
          <p:cNvSpPr/>
          <p:nvPr>
            <p:ph idx="6" type="pic"/>
          </p:nvPr>
        </p:nvSpPr>
        <p:spPr>
          <a:xfrm>
            <a:off x="2416423" y="1237000"/>
            <a:ext cx="908100" cy="908100"/>
          </a:xfrm>
          <a:prstGeom prst="ellipse">
            <a:avLst/>
          </a:prstGeom>
          <a:noFill/>
          <a:ln>
            <a:noFill/>
          </a:ln>
        </p:spPr>
      </p:sp>
      <p:pic>
        <p:nvPicPr>
          <p:cNvPr id="566" name="Google Shape;566;p55"/>
          <p:cNvPicPr preferRelativeResize="0"/>
          <p:nvPr/>
        </p:nvPicPr>
        <p:blipFill>
          <a:blip r:embed="rId3">
            <a:alphaModFix amt="10000"/>
          </a:blip>
          <a:stretch>
            <a:fillRect/>
          </a:stretch>
        </p:blipFill>
        <p:spPr>
          <a:xfrm>
            <a:off x="3811333" y="1811724"/>
            <a:ext cx="1515025" cy="2192350"/>
          </a:xfrm>
          <a:prstGeom prst="rect">
            <a:avLst/>
          </a:prstGeom>
          <a:noFill/>
          <a:ln>
            <a:noFill/>
          </a:ln>
        </p:spPr>
      </p:pic>
      <p:sp>
        <p:nvSpPr>
          <p:cNvPr id="567" name="Google Shape;567;p55"/>
          <p:cNvSpPr txBox="1"/>
          <p:nvPr>
            <p:ph idx="7" type="title"/>
          </p:nvPr>
        </p:nvSpPr>
        <p:spPr>
          <a:xfrm>
            <a:off x="3811346" y="2562750"/>
            <a:ext cx="1515000" cy="481500"/>
          </a:xfrm>
          <a:prstGeom prst="rect">
            <a:avLst/>
          </a:prstGeom>
        </p:spPr>
        <p:txBody>
          <a:bodyPr anchorCtr="0" anchor="b" bIns="91425" lIns="91425" spcFirstLastPara="1" rIns="91425" wrap="square" tIns="91425">
            <a:normAutofit/>
          </a:bodyPr>
          <a:lstStyle>
            <a:lvl1pPr lvl="0" rtl="0" algn="ctr">
              <a:spcBef>
                <a:spcPts val="0"/>
              </a:spcBef>
              <a:spcAft>
                <a:spcPts val="0"/>
              </a:spcAft>
              <a:buSzPts val="1800"/>
              <a:buFont typeface="Inter Medium"/>
              <a:buNone/>
              <a:defRPr sz="1800">
                <a:latin typeface="Inter Medium"/>
                <a:ea typeface="Inter Medium"/>
                <a:cs typeface="Inter Medium"/>
                <a:sym typeface="Inter Medium"/>
              </a:defRPr>
            </a:lvl1pPr>
            <a:lvl2pPr lvl="1" rtl="0" algn="ctr">
              <a:spcBef>
                <a:spcPts val="0"/>
              </a:spcBef>
              <a:spcAft>
                <a:spcPts val="0"/>
              </a:spcAft>
              <a:buSzPts val="1800"/>
              <a:buNone/>
              <a:defRPr sz="1800"/>
            </a:lvl2pPr>
            <a:lvl3pPr lvl="2" rtl="0" algn="ctr">
              <a:spcBef>
                <a:spcPts val="0"/>
              </a:spcBef>
              <a:spcAft>
                <a:spcPts val="0"/>
              </a:spcAft>
              <a:buSzPts val="1800"/>
              <a:buNone/>
              <a:defRPr sz="1800"/>
            </a:lvl3pPr>
            <a:lvl4pPr lvl="3" rtl="0" algn="ctr">
              <a:spcBef>
                <a:spcPts val="0"/>
              </a:spcBef>
              <a:spcAft>
                <a:spcPts val="0"/>
              </a:spcAft>
              <a:buSzPts val="1800"/>
              <a:buNone/>
              <a:defRPr sz="1800"/>
            </a:lvl4pPr>
            <a:lvl5pPr lvl="4" rtl="0" algn="ctr">
              <a:spcBef>
                <a:spcPts val="0"/>
              </a:spcBef>
              <a:spcAft>
                <a:spcPts val="0"/>
              </a:spcAft>
              <a:buSzPts val="1800"/>
              <a:buNone/>
              <a:defRPr sz="1800"/>
            </a:lvl5pPr>
            <a:lvl6pPr lvl="5" rtl="0" algn="ctr">
              <a:spcBef>
                <a:spcPts val="0"/>
              </a:spcBef>
              <a:spcAft>
                <a:spcPts val="0"/>
              </a:spcAft>
              <a:buSzPts val="1800"/>
              <a:buNone/>
              <a:defRPr sz="1800"/>
            </a:lvl6pPr>
            <a:lvl7pPr lvl="6" rtl="0" algn="ctr">
              <a:spcBef>
                <a:spcPts val="0"/>
              </a:spcBef>
              <a:spcAft>
                <a:spcPts val="0"/>
              </a:spcAft>
              <a:buSzPts val="1800"/>
              <a:buNone/>
              <a:defRPr sz="1800"/>
            </a:lvl7pPr>
            <a:lvl8pPr lvl="7" rtl="0" algn="ctr">
              <a:spcBef>
                <a:spcPts val="0"/>
              </a:spcBef>
              <a:spcAft>
                <a:spcPts val="0"/>
              </a:spcAft>
              <a:buSzPts val="1800"/>
              <a:buNone/>
              <a:defRPr sz="1800"/>
            </a:lvl8pPr>
            <a:lvl9pPr lvl="8" rtl="0" algn="ctr">
              <a:spcBef>
                <a:spcPts val="0"/>
              </a:spcBef>
              <a:spcAft>
                <a:spcPts val="0"/>
              </a:spcAft>
              <a:buSzPts val="1800"/>
              <a:buNone/>
              <a:defRPr sz="1800"/>
            </a:lvl9pPr>
          </a:lstStyle>
          <a:p/>
        </p:txBody>
      </p:sp>
      <p:sp>
        <p:nvSpPr>
          <p:cNvPr id="568" name="Google Shape;568;p55"/>
          <p:cNvSpPr txBox="1"/>
          <p:nvPr>
            <p:ph idx="8" type="subTitle"/>
          </p:nvPr>
        </p:nvSpPr>
        <p:spPr>
          <a:xfrm>
            <a:off x="3811346" y="3044250"/>
            <a:ext cx="1515000" cy="839100"/>
          </a:xfrm>
          <a:prstGeom prst="rect">
            <a:avLst/>
          </a:prstGeom>
        </p:spPr>
        <p:txBody>
          <a:bodyPr anchorCtr="0" anchor="t" bIns="91425" lIns="91425" spcFirstLastPara="1" rIns="91425" wrap="square" tIns="91425">
            <a:normAutofit/>
          </a:bodyPr>
          <a:lstStyle>
            <a:lvl1pPr lvl="0" rtl="0" algn="ctr">
              <a:spcBef>
                <a:spcPts val="0"/>
              </a:spcBef>
              <a:spcAft>
                <a:spcPts val="0"/>
              </a:spcAft>
              <a:buSzPts val="1100"/>
              <a:buFont typeface="Space Mono"/>
              <a:buNone/>
              <a:defRPr sz="1100">
                <a:latin typeface="Space Mono"/>
                <a:ea typeface="Space Mono"/>
                <a:cs typeface="Space Mono"/>
                <a:sym typeface="Space Mono"/>
              </a:defRPr>
            </a:lvl1pPr>
            <a:lvl2pPr lvl="1" rtl="0" algn="ctr">
              <a:spcBef>
                <a:spcPts val="1000"/>
              </a:spcBef>
              <a:spcAft>
                <a:spcPts val="0"/>
              </a:spcAft>
              <a:buSzPts val="1400"/>
              <a:buNone/>
              <a:defRPr/>
            </a:lvl2pPr>
            <a:lvl3pPr lvl="2" rtl="0" algn="ctr">
              <a:spcBef>
                <a:spcPts val="1000"/>
              </a:spcBef>
              <a:spcAft>
                <a:spcPts val="0"/>
              </a:spcAft>
              <a:buSzPts val="1400"/>
              <a:buNone/>
              <a:defRPr/>
            </a:lvl3pPr>
            <a:lvl4pPr lvl="3" rtl="0" algn="ctr">
              <a:spcBef>
                <a:spcPts val="1000"/>
              </a:spcBef>
              <a:spcAft>
                <a:spcPts val="0"/>
              </a:spcAft>
              <a:buSzPts val="1400"/>
              <a:buNone/>
              <a:defRPr/>
            </a:lvl4pPr>
            <a:lvl5pPr lvl="4" rtl="0" algn="ctr">
              <a:spcBef>
                <a:spcPts val="1000"/>
              </a:spcBef>
              <a:spcAft>
                <a:spcPts val="0"/>
              </a:spcAft>
              <a:buSzPts val="1400"/>
              <a:buNone/>
              <a:defRPr/>
            </a:lvl5pPr>
            <a:lvl6pPr lvl="5" rtl="0" algn="ctr">
              <a:spcBef>
                <a:spcPts val="1000"/>
              </a:spcBef>
              <a:spcAft>
                <a:spcPts val="0"/>
              </a:spcAft>
              <a:buSzPts val="1400"/>
              <a:buNone/>
              <a:defRPr/>
            </a:lvl6pPr>
            <a:lvl7pPr lvl="6" rtl="0" algn="ctr">
              <a:spcBef>
                <a:spcPts val="1000"/>
              </a:spcBef>
              <a:spcAft>
                <a:spcPts val="0"/>
              </a:spcAft>
              <a:buSzPts val="1400"/>
              <a:buNone/>
              <a:defRPr/>
            </a:lvl7pPr>
            <a:lvl8pPr lvl="7" rtl="0" algn="ctr">
              <a:spcBef>
                <a:spcPts val="1000"/>
              </a:spcBef>
              <a:spcAft>
                <a:spcPts val="0"/>
              </a:spcAft>
              <a:buSzPts val="1400"/>
              <a:buNone/>
              <a:defRPr/>
            </a:lvl8pPr>
            <a:lvl9pPr lvl="8" rtl="0" algn="ctr">
              <a:spcBef>
                <a:spcPts val="1000"/>
              </a:spcBef>
              <a:spcAft>
                <a:spcPts val="1000"/>
              </a:spcAft>
              <a:buSzPts val="1400"/>
              <a:buNone/>
              <a:defRPr/>
            </a:lvl9pPr>
          </a:lstStyle>
          <a:p/>
        </p:txBody>
      </p:sp>
      <p:sp>
        <p:nvSpPr>
          <p:cNvPr id="569" name="Google Shape;569;p55"/>
          <p:cNvSpPr/>
          <p:nvPr>
            <p:ph idx="9" type="pic"/>
          </p:nvPr>
        </p:nvSpPr>
        <p:spPr>
          <a:xfrm>
            <a:off x="4114808" y="1237000"/>
            <a:ext cx="908100" cy="908100"/>
          </a:xfrm>
          <a:prstGeom prst="ellipse">
            <a:avLst/>
          </a:prstGeom>
          <a:noFill/>
          <a:ln>
            <a:noFill/>
          </a:ln>
        </p:spPr>
      </p:sp>
      <p:pic>
        <p:nvPicPr>
          <p:cNvPr id="570" name="Google Shape;570;p55"/>
          <p:cNvPicPr preferRelativeResize="0"/>
          <p:nvPr/>
        </p:nvPicPr>
        <p:blipFill>
          <a:blip r:embed="rId3">
            <a:alphaModFix amt="10000"/>
          </a:blip>
          <a:stretch>
            <a:fillRect/>
          </a:stretch>
        </p:blipFill>
        <p:spPr>
          <a:xfrm>
            <a:off x="5509719" y="1811724"/>
            <a:ext cx="1515025" cy="2192350"/>
          </a:xfrm>
          <a:prstGeom prst="rect">
            <a:avLst/>
          </a:prstGeom>
          <a:noFill/>
          <a:ln>
            <a:noFill/>
          </a:ln>
        </p:spPr>
      </p:pic>
      <p:sp>
        <p:nvSpPr>
          <p:cNvPr id="571" name="Google Shape;571;p55"/>
          <p:cNvSpPr txBox="1"/>
          <p:nvPr>
            <p:ph idx="13" type="title"/>
          </p:nvPr>
        </p:nvSpPr>
        <p:spPr>
          <a:xfrm>
            <a:off x="5509731" y="2562750"/>
            <a:ext cx="1515000" cy="481500"/>
          </a:xfrm>
          <a:prstGeom prst="rect">
            <a:avLst/>
          </a:prstGeom>
        </p:spPr>
        <p:txBody>
          <a:bodyPr anchorCtr="0" anchor="b" bIns="91425" lIns="91425" spcFirstLastPara="1" rIns="91425" wrap="square" tIns="91425">
            <a:normAutofit/>
          </a:bodyPr>
          <a:lstStyle>
            <a:lvl1pPr lvl="0" rtl="0" algn="ctr">
              <a:spcBef>
                <a:spcPts val="0"/>
              </a:spcBef>
              <a:spcAft>
                <a:spcPts val="0"/>
              </a:spcAft>
              <a:buSzPts val="1800"/>
              <a:buFont typeface="Inter Medium"/>
              <a:buNone/>
              <a:defRPr sz="1800">
                <a:latin typeface="Inter Medium"/>
                <a:ea typeface="Inter Medium"/>
                <a:cs typeface="Inter Medium"/>
                <a:sym typeface="Inter Medium"/>
              </a:defRPr>
            </a:lvl1pPr>
            <a:lvl2pPr lvl="1" rtl="0" algn="ctr">
              <a:spcBef>
                <a:spcPts val="0"/>
              </a:spcBef>
              <a:spcAft>
                <a:spcPts val="0"/>
              </a:spcAft>
              <a:buSzPts val="1800"/>
              <a:buNone/>
              <a:defRPr sz="1800"/>
            </a:lvl2pPr>
            <a:lvl3pPr lvl="2" rtl="0" algn="ctr">
              <a:spcBef>
                <a:spcPts val="0"/>
              </a:spcBef>
              <a:spcAft>
                <a:spcPts val="0"/>
              </a:spcAft>
              <a:buSzPts val="1800"/>
              <a:buNone/>
              <a:defRPr sz="1800"/>
            </a:lvl3pPr>
            <a:lvl4pPr lvl="3" rtl="0" algn="ctr">
              <a:spcBef>
                <a:spcPts val="0"/>
              </a:spcBef>
              <a:spcAft>
                <a:spcPts val="0"/>
              </a:spcAft>
              <a:buSzPts val="1800"/>
              <a:buNone/>
              <a:defRPr sz="1800"/>
            </a:lvl4pPr>
            <a:lvl5pPr lvl="4" rtl="0" algn="ctr">
              <a:spcBef>
                <a:spcPts val="0"/>
              </a:spcBef>
              <a:spcAft>
                <a:spcPts val="0"/>
              </a:spcAft>
              <a:buSzPts val="1800"/>
              <a:buNone/>
              <a:defRPr sz="1800"/>
            </a:lvl5pPr>
            <a:lvl6pPr lvl="5" rtl="0" algn="ctr">
              <a:spcBef>
                <a:spcPts val="0"/>
              </a:spcBef>
              <a:spcAft>
                <a:spcPts val="0"/>
              </a:spcAft>
              <a:buSzPts val="1800"/>
              <a:buNone/>
              <a:defRPr sz="1800"/>
            </a:lvl6pPr>
            <a:lvl7pPr lvl="6" rtl="0" algn="ctr">
              <a:spcBef>
                <a:spcPts val="0"/>
              </a:spcBef>
              <a:spcAft>
                <a:spcPts val="0"/>
              </a:spcAft>
              <a:buSzPts val="1800"/>
              <a:buNone/>
              <a:defRPr sz="1800"/>
            </a:lvl7pPr>
            <a:lvl8pPr lvl="7" rtl="0" algn="ctr">
              <a:spcBef>
                <a:spcPts val="0"/>
              </a:spcBef>
              <a:spcAft>
                <a:spcPts val="0"/>
              </a:spcAft>
              <a:buSzPts val="1800"/>
              <a:buNone/>
              <a:defRPr sz="1800"/>
            </a:lvl8pPr>
            <a:lvl9pPr lvl="8" rtl="0" algn="ctr">
              <a:spcBef>
                <a:spcPts val="0"/>
              </a:spcBef>
              <a:spcAft>
                <a:spcPts val="0"/>
              </a:spcAft>
              <a:buSzPts val="1800"/>
              <a:buNone/>
              <a:defRPr sz="1800"/>
            </a:lvl9pPr>
          </a:lstStyle>
          <a:p/>
        </p:txBody>
      </p:sp>
      <p:sp>
        <p:nvSpPr>
          <p:cNvPr id="572" name="Google Shape;572;p55"/>
          <p:cNvSpPr txBox="1"/>
          <p:nvPr>
            <p:ph idx="14" type="subTitle"/>
          </p:nvPr>
        </p:nvSpPr>
        <p:spPr>
          <a:xfrm>
            <a:off x="5509731" y="3044250"/>
            <a:ext cx="1515000" cy="839100"/>
          </a:xfrm>
          <a:prstGeom prst="rect">
            <a:avLst/>
          </a:prstGeom>
        </p:spPr>
        <p:txBody>
          <a:bodyPr anchorCtr="0" anchor="t" bIns="91425" lIns="91425" spcFirstLastPara="1" rIns="91425" wrap="square" tIns="91425">
            <a:normAutofit/>
          </a:bodyPr>
          <a:lstStyle>
            <a:lvl1pPr lvl="0" rtl="0" algn="ctr">
              <a:spcBef>
                <a:spcPts val="0"/>
              </a:spcBef>
              <a:spcAft>
                <a:spcPts val="0"/>
              </a:spcAft>
              <a:buSzPts val="1100"/>
              <a:buFont typeface="Space Mono"/>
              <a:buNone/>
              <a:defRPr sz="1100">
                <a:latin typeface="Space Mono"/>
                <a:ea typeface="Space Mono"/>
                <a:cs typeface="Space Mono"/>
                <a:sym typeface="Space Mono"/>
              </a:defRPr>
            </a:lvl1pPr>
            <a:lvl2pPr lvl="1" rtl="0" algn="ctr">
              <a:spcBef>
                <a:spcPts val="1000"/>
              </a:spcBef>
              <a:spcAft>
                <a:spcPts val="0"/>
              </a:spcAft>
              <a:buSzPts val="1400"/>
              <a:buNone/>
              <a:defRPr/>
            </a:lvl2pPr>
            <a:lvl3pPr lvl="2" rtl="0" algn="ctr">
              <a:spcBef>
                <a:spcPts val="1000"/>
              </a:spcBef>
              <a:spcAft>
                <a:spcPts val="0"/>
              </a:spcAft>
              <a:buSzPts val="1400"/>
              <a:buNone/>
              <a:defRPr/>
            </a:lvl3pPr>
            <a:lvl4pPr lvl="3" rtl="0" algn="ctr">
              <a:spcBef>
                <a:spcPts val="1000"/>
              </a:spcBef>
              <a:spcAft>
                <a:spcPts val="0"/>
              </a:spcAft>
              <a:buSzPts val="1400"/>
              <a:buNone/>
              <a:defRPr/>
            </a:lvl4pPr>
            <a:lvl5pPr lvl="4" rtl="0" algn="ctr">
              <a:spcBef>
                <a:spcPts val="1000"/>
              </a:spcBef>
              <a:spcAft>
                <a:spcPts val="0"/>
              </a:spcAft>
              <a:buSzPts val="1400"/>
              <a:buNone/>
              <a:defRPr/>
            </a:lvl5pPr>
            <a:lvl6pPr lvl="5" rtl="0" algn="ctr">
              <a:spcBef>
                <a:spcPts val="1000"/>
              </a:spcBef>
              <a:spcAft>
                <a:spcPts val="0"/>
              </a:spcAft>
              <a:buSzPts val="1400"/>
              <a:buNone/>
              <a:defRPr/>
            </a:lvl6pPr>
            <a:lvl7pPr lvl="6" rtl="0" algn="ctr">
              <a:spcBef>
                <a:spcPts val="1000"/>
              </a:spcBef>
              <a:spcAft>
                <a:spcPts val="0"/>
              </a:spcAft>
              <a:buSzPts val="1400"/>
              <a:buNone/>
              <a:defRPr/>
            </a:lvl7pPr>
            <a:lvl8pPr lvl="7" rtl="0" algn="ctr">
              <a:spcBef>
                <a:spcPts val="1000"/>
              </a:spcBef>
              <a:spcAft>
                <a:spcPts val="0"/>
              </a:spcAft>
              <a:buSzPts val="1400"/>
              <a:buNone/>
              <a:defRPr/>
            </a:lvl8pPr>
            <a:lvl9pPr lvl="8" rtl="0" algn="ctr">
              <a:spcBef>
                <a:spcPts val="1000"/>
              </a:spcBef>
              <a:spcAft>
                <a:spcPts val="1000"/>
              </a:spcAft>
              <a:buSzPts val="1400"/>
              <a:buNone/>
              <a:defRPr/>
            </a:lvl9pPr>
          </a:lstStyle>
          <a:p/>
        </p:txBody>
      </p:sp>
      <p:sp>
        <p:nvSpPr>
          <p:cNvPr id="573" name="Google Shape;573;p55"/>
          <p:cNvSpPr/>
          <p:nvPr>
            <p:ph idx="15" type="pic"/>
          </p:nvPr>
        </p:nvSpPr>
        <p:spPr>
          <a:xfrm>
            <a:off x="5813194" y="1237000"/>
            <a:ext cx="908100" cy="908100"/>
          </a:xfrm>
          <a:prstGeom prst="ellipse">
            <a:avLst/>
          </a:prstGeom>
          <a:noFill/>
          <a:ln>
            <a:noFill/>
          </a:ln>
        </p:spPr>
      </p:sp>
      <p:pic>
        <p:nvPicPr>
          <p:cNvPr id="574" name="Google Shape;574;p55"/>
          <p:cNvPicPr preferRelativeResize="0"/>
          <p:nvPr/>
        </p:nvPicPr>
        <p:blipFill>
          <a:blip r:embed="rId3">
            <a:alphaModFix amt="10000"/>
          </a:blip>
          <a:stretch>
            <a:fillRect/>
          </a:stretch>
        </p:blipFill>
        <p:spPr>
          <a:xfrm>
            <a:off x="7208104" y="1811724"/>
            <a:ext cx="1515025" cy="2192350"/>
          </a:xfrm>
          <a:prstGeom prst="rect">
            <a:avLst/>
          </a:prstGeom>
          <a:noFill/>
          <a:ln>
            <a:noFill/>
          </a:ln>
        </p:spPr>
      </p:pic>
      <p:sp>
        <p:nvSpPr>
          <p:cNvPr id="575" name="Google Shape;575;p55"/>
          <p:cNvSpPr txBox="1"/>
          <p:nvPr>
            <p:ph idx="16" type="title"/>
          </p:nvPr>
        </p:nvSpPr>
        <p:spPr>
          <a:xfrm>
            <a:off x="7208117" y="2562750"/>
            <a:ext cx="1515000" cy="481500"/>
          </a:xfrm>
          <a:prstGeom prst="rect">
            <a:avLst/>
          </a:prstGeom>
        </p:spPr>
        <p:txBody>
          <a:bodyPr anchorCtr="0" anchor="b" bIns="91425" lIns="91425" spcFirstLastPara="1" rIns="91425" wrap="square" tIns="91425">
            <a:normAutofit/>
          </a:bodyPr>
          <a:lstStyle>
            <a:lvl1pPr lvl="0" rtl="0" algn="ctr">
              <a:spcBef>
                <a:spcPts val="0"/>
              </a:spcBef>
              <a:spcAft>
                <a:spcPts val="0"/>
              </a:spcAft>
              <a:buSzPts val="1800"/>
              <a:buFont typeface="Inter Medium"/>
              <a:buNone/>
              <a:defRPr sz="1800">
                <a:latin typeface="Inter Medium"/>
                <a:ea typeface="Inter Medium"/>
                <a:cs typeface="Inter Medium"/>
                <a:sym typeface="Inter Medium"/>
              </a:defRPr>
            </a:lvl1pPr>
            <a:lvl2pPr lvl="1" rtl="0" algn="ctr">
              <a:spcBef>
                <a:spcPts val="0"/>
              </a:spcBef>
              <a:spcAft>
                <a:spcPts val="0"/>
              </a:spcAft>
              <a:buSzPts val="1800"/>
              <a:buNone/>
              <a:defRPr sz="1800"/>
            </a:lvl2pPr>
            <a:lvl3pPr lvl="2" rtl="0" algn="ctr">
              <a:spcBef>
                <a:spcPts val="0"/>
              </a:spcBef>
              <a:spcAft>
                <a:spcPts val="0"/>
              </a:spcAft>
              <a:buSzPts val="1800"/>
              <a:buNone/>
              <a:defRPr sz="1800"/>
            </a:lvl3pPr>
            <a:lvl4pPr lvl="3" rtl="0" algn="ctr">
              <a:spcBef>
                <a:spcPts val="0"/>
              </a:spcBef>
              <a:spcAft>
                <a:spcPts val="0"/>
              </a:spcAft>
              <a:buSzPts val="1800"/>
              <a:buNone/>
              <a:defRPr sz="1800"/>
            </a:lvl4pPr>
            <a:lvl5pPr lvl="4" rtl="0" algn="ctr">
              <a:spcBef>
                <a:spcPts val="0"/>
              </a:spcBef>
              <a:spcAft>
                <a:spcPts val="0"/>
              </a:spcAft>
              <a:buSzPts val="1800"/>
              <a:buNone/>
              <a:defRPr sz="1800"/>
            </a:lvl5pPr>
            <a:lvl6pPr lvl="5" rtl="0" algn="ctr">
              <a:spcBef>
                <a:spcPts val="0"/>
              </a:spcBef>
              <a:spcAft>
                <a:spcPts val="0"/>
              </a:spcAft>
              <a:buSzPts val="1800"/>
              <a:buNone/>
              <a:defRPr sz="1800"/>
            </a:lvl6pPr>
            <a:lvl7pPr lvl="6" rtl="0" algn="ctr">
              <a:spcBef>
                <a:spcPts val="0"/>
              </a:spcBef>
              <a:spcAft>
                <a:spcPts val="0"/>
              </a:spcAft>
              <a:buSzPts val="1800"/>
              <a:buNone/>
              <a:defRPr sz="1800"/>
            </a:lvl7pPr>
            <a:lvl8pPr lvl="7" rtl="0" algn="ctr">
              <a:spcBef>
                <a:spcPts val="0"/>
              </a:spcBef>
              <a:spcAft>
                <a:spcPts val="0"/>
              </a:spcAft>
              <a:buSzPts val="1800"/>
              <a:buNone/>
              <a:defRPr sz="1800"/>
            </a:lvl8pPr>
            <a:lvl9pPr lvl="8" rtl="0" algn="ctr">
              <a:spcBef>
                <a:spcPts val="0"/>
              </a:spcBef>
              <a:spcAft>
                <a:spcPts val="0"/>
              </a:spcAft>
              <a:buSzPts val="1800"/>
              <a:buNone/>
              <a:defRPr sz="1800"/>
            </a:lvl9pPr>
          </a:lstStyle>
          <a:p/>
        </p:txBody>
      </p:sp>
      <p:sp>
        <p:nvSpPr>
          <p:cNvPr id="576" name="Google Shape;576;p55"/>
          <p:cNvSpPr txBox="1"/>
          <p:nvPr>
            <p:ph idx="17" type="subTitle"/>
          </p:nvPr>
        </p:nvSpPr>
        <p:spPr>
          <a:xfrm>
            <a:off x="7208117" y="3044250"/>
            <a:ext cx="1515000" cy="839100"/>
          </a:xfrm>
          <a:prstGeom prst="rect">
            <a:avLst/>
          </a:prstGeom>
        </p:spPr>
        <p:txBody>
          <a:bodyPr anchorCtr="0" anchor="t" bIns="91425" lIns="91425" spcFirstLastPara="1" rIns="91425" wrap="square" tIns="91425">
            <a:normAutofit/>
          </a:bodyPr>
          <a:lstStyle>
            <a:lvl1pPr lvl="0" rtl="0" algn="ctr">
              <a:spcBef>
                <a:spcPts val="0"/>
              </a:spcBef>
              <a:spcAft>
                <a:spcPts val="0"/>
              </a:spcAft>
              <a:buSzPts val="1100"/>
              <a:buFont typeface="Space Mono"/>
              <a:buNone/>
              <a:defRPr sz="1100">
                <a:latin typeface="Space Mono"/>
                <a:ea typeface="Space Mono"/>
                <a:cs typeface="Space Mono"/>
                <a:sym typeface="Space Mono"/>
              </a:defRPr>
            </a:lvl1pPr>
            <a:lvl2pPr lvl="1" rtl="0" algn="ctr">
              <a:spcBef>
                <a:spcPts val="1000"/>
              </a:spcBef>
              <a:spcAft>
                <a:spcPts val="0"/>
              </a:spcAft>
              <a:buSzPts val="1400"/>
              <a:buNone/>
              <a:defRPr/>
            </a:lvl2pPr>
            <a:lvl3pPr lvl="2" rtl="0" algn="ctr">
              <a:spcBef>
                <a:spcPts val="1000"/>
              </a:spcBef>
              <a:spcAft>
                <a:spcPts val="0"/>
              </a:spcAft>
              <a:buSzPts val="1400"/>
              <a:buNone/>
              <a:defRPr/>
            </a:lvl3pPr>
            <a:lvl4pPr lvl="3" rtl="0" algn="ctr">
              <a:spcBef>
                <a:spcPts val="1000"/>
              </a:spcBef>
              <a:spcAft>
                <a:spcPts val="0"/>
              </a:spcAft>
              <a:buSzPts val="1400"/>
              <a:buNone/>
              <a:defRPr/>
            </a:lvl4pPr>
            <a:lvl5pPr lvl="4" rtl="0" algn="ctr">
              <a:spcBef>
                <a:spcPts val="1000"/>
              </a:spcBef>
              <a:spcAft>
                <a:spcPts val="0"/>
              </a:spcAft>
              <a:buSzPts val="1400"/>
              <a:buNone/>
              <a:defRPr/>
            </a:lvl5pPr>
            <a:lvl6pPr lvl="5" rtl="0" algn="ctr">
              <a:spcBef>
                <a:spcPts val="1000"/>
              </a:spcBef>
              <a:spcAft>
                <a:spcPts val="0"/>
              </a:spcAft>
              <a:buSzPts val="1400"/>
              <a:buNone/>
              <a:defRPr/>
            </a:lvl6pPr>
            <a:lvl7pPr lvl="6" rtl="0" algn="ctr">
              <a:spcBef>
                <a:spcPts val="1000"/>
              </a:spcBef>
              <a:spcAft>
                <a:spcPts val="0"/>
              </a:spcAft>
              <a:buSzPts val="1400"/>
              <a:buNone/>
              <a:defRPr/>
            </a:lvl7pPr>
            <a:lvl8pPr lvl="7" rtl="0" algn="ctr">
              <a:spcBef>
                <a:spcPts val="1000"/>
              </a:spcBef>
              <a:spcAft>
                <a:spcPts val="0"/>
              </a:spcAft>
              <a:buSzPts val="1400"/>
              <a:buNone/>
              <a:defRPr/>
            </a:lvl8pPr>
            <a:lvl9pPr lvl="8" rtl="0" algn="ctr">
              <a:spcBef>
                <a:spcPts val="1000"/>
              </a:spcBef>
              <a:spcAft>
                <a:spcPts val="1000"/>
              </a:spcAft>
              <a:buSzPts val="1400"/>
              <a:buNone/>
              <a:defRPr/>
            </a:lvl9pPr>
          </a:lstStyle>
          <a:p/>
        </p:txBody>
      </p:sp>
      <p:sp>
        <p:nvSpPr>
          <p:cNvPr id="577" name="Google Shape;577;p55"/>
          <p:cNvSpPr/>
          <p:nvPr>
            <p:ph idx="18" type="pic"/>
          </p:nvPr>
        </p:nvSpPr>
        <p:spPr>
          <a:xfrm>
            <a:off x="7511579" y="1237000"/>
            <a:ext cx="908100" cy="908100"/>
          </a:xfrm>
          <a:prstGeom prst="ellipse">
            <a:avLst/>
          </a:prstGeom>
          <a:noFill/>
          <a:ln>
            <a:noFill/>
          </a:ln>
        </p:spPr>
      </p:sp>
      <p:sp>
        <p:nvSpPr>
          <p:cNvPr id="578" name="Google Shape;578;p55"/>
          <p:cNvSpPr txBox="1"/>
          <p:nvPr>
            <p:ph idx="12" type="sldNum"/>
          </p:nvPr>
        </p:nvSpPr>
        <p:spPr>
          <a:xfrm>
            <a:off x="8096041" y="4417542"/>
            <a:ext cx="548700" cy="393600"/>
          </a:xfrm>
          <a:prstGeom prst="rect">
            <a:avLst/>
          </a:prstGeom>
        </p:spPr>
        <p:txBody>
          <a:bodyPr anchorCtr="0" anchor="ctr" bIns="91425" lIns="91425" spcFirstLastPara="1" rIns="91425" wrap="square" tIns="91425">
            <a:normAutofit/>
          </a:bodyPr>
          <a:lstStyle>
            <a:lvl1pPr lvl="0" rtl="0">
              <a:buNone/>
              <a:defRPr>
                <a:solidFill>
                  <a:schemeClr val="lt1"/>
                </a:solidFill>
                <a:latin typeface="Inter"/>
                <a:ea typeface="Inter"/>
                <a:cs typeface="Inter"/>
                <a:sym typeface="Inter"/>
              </a:defRPr>
            </a:lvl1pPr>
            <a:lvl2pPr lvl="1" rtl="0">
              <a:buNone/>
              <a:defRPr>
                <a:solidFill>
                  <a:schemeClr val="lt1"/>
                </a:solidFill>
                <a:latin typeface="Inter"/>
                <a:ea typeface="Inter"/>
                <a:cs typeface="Inter"/>
                <a:sym typeface="Inter"/>
              </a:defRPr>
            </a:lvl2pPr>
            <a:lvl3pPr lvl="2" rtl="0">
              <a:buNone/>
              <a:defRPr>
                <a:solidFill>
                  <a:schemeClr val="lt1"/>
                </a:solidFill>
                <a:latin typeface="Inter"/>
                <a:ea typeface="Inter"/>
                <a:cs typeface="Inter"/>
                <a:sym typeface="Inter"/>
              </a:defRPr>
            </a:lvl3pPr>
            <a:lvl4pPr lvl="3" rtl="0">
              <a:buNone/>
              <a:defRPr>
                <a:solidFill>
                  <a:schemeClr val="lt1"/>
                </a:solidFill>
                <a:latin typeface="Inter"/>
                <a:ea typeface="Inter"/>
                <a:cs typeface="Inter"/>
                <a:sym typeface="Inter"/>
              </a:defRPr>
            </a:lvl4pPr>
            <a:lvl5pPr lvl="4" rtl="0">
              <a:buNone/>
              <a:defRPr>
                <a:solidFill>
                  <a:schemeClr val="lt1"/>
                </a:solidFill>
                <a:latin typeface="Inter"/>
                <a:ea typeface="Inter"/>
                <a:cs typeface="Inter"/>
                <a:sym typeface="Inter"/>
              </a:defRPr>
            </a:lvl5pPr>
            <a:lvl6pPr lvl="5" rtl="0">
              <a:buNone/>
              <a:defRPr>
                <a:solidFill>
                  <a:schemeClr val="lt1"/>
                </a:solidFill>
                <a:latin typeface="Inter"/>
                <a:ea typeface="Inter"/>
                <a:cs typeface="Inter"/>
                <a:sym typeface="Inter"/>
              </a:defRPr>
            </a:lvl6pPr>
            <a:lvl7pPr lvl="6" rtl="0">
              <a:buNone/>
              <a:defRPr>
                <a:solidFill>
                  <a:schemeClr val="lt1"/>
                </a:solidFill>
                <a:latin typeface="Inter"/>
                <a:ea typeface="Inter"/>
                <a:cs typeface="Inter"/>
                <a:sym typeface="Inter"/>
              </a:defRPr>
            </a:lvl7pPr>
            <a:lvl8pPr lvl="7" rtl="0">
              <a:buNone/>
              <a:defRPr>
                <a:solidFill>
                  <a:schemeClr val="lt1"/>
                </a:solidFill>
                <a:latin typeface="Inter"/>
                <a:ea typeface="Inter"/>
                <a:cs typeface="Inter"/>
                <a:sym typeface="Inter"/>
              </a:defRPr>
            </a:lvl8pPr>
            <a:lvl9pPr lvl="8" rtl="0">
              <a:buNone/>
              <a:defRPr>
                <a:solidFill>
                  <a:schemeClr val="lt1"/>
                </a:solidFill>
                <a:latin typeface="Inter"/>
                <a:ea typeface="Inter"/>
                <a:cs typeface="Inter"/>
                <a:sym typeface="Inter"/>
              </a:defRPr>
            </a:lvl9pPr>
          </a:lstStyle>
          <a:p>
            <a:pPr indent="0" lvl="0" marL="0" rtl="0" algn="r">
              <a:spcBef>
                <a:spcPts val="0"/>
              </a:spcBef>
              <a:spcAft>
                <a:spcPts val="0"/>
              </a:spcAft>
              <a:buNone/>
            </a:pPr>
            <a:fld id="{00000000-1234-1234-1234-123412341234}" type="slidenum">
              <a:rPr lang="en"/>
              <a:t>‹#›</a:t>
            </a:fld>
            <a:endParaRPr/>
          </a:p>
        </p:txBody>
      </p:sp>
      <p:sp>
        <p:nvSpPr>
          <p:cNvPr id="579" name="Google Shape;579;p55"/>
          <p:cNvSpPr txBox="1"/>
          <p:nvPr>
            <p:ph idx="19" type="sldNum"/>
          </p:nvPr>
        </p:nvSpPr>
        <p:spPr>
          <a:xfrm>
            <a:off x="8474304" y="4417550"/>
            <a:ext cx="281700" cy="393600"/>
          </a:xfrm>
          <a:prstGeom prst="rect">
            <a:avLst/>
          </a:prstGeom>
        </p:spPr>
        <p:txBody>
          <a:bodyPr anchorCtr="0" anchor="ctr" bIns="91425" lIns="91425" spcFirstLastPara="1" rIns="91425" wrap="square" tIns="91425">
            <a:normAutofit/>
          </a:bodyPr>
          <a:lstStyle>
            <a:lvl1pPr lvl="0" rtl="0" algn="l">
              <a:buNone/>
              <a:defRPr sz="1108">
                <a:solidFill>
                  <a:srgbClr val="666666"/>
                </a:solidFill>
                <a:latin typeface="Inter"/>
                <a:ea typeface="Inter"/>
                <a:cs typeface="Inter"/>
                <a:sym typeface="Inter"/>
              </a:defRPr>
            </a:lvl1pPr>
            <a:lvl2pPr lvl="1" rtl="0" algn="l">
              <a:buNone/>
              <a:defRPr sz="1108">
                <a:solidFill>
                  <a:srgbClr val="666666"/>
                </a:solidFill>
                <a:latin typeface="Inter"/>
                <a:ea typeface="Inter"/>
                <a:cs typeface="Inter"/>
                <a:sym typeface="Inter"/>
              </a:defRPr>
            </a:lvl2pPr>
            <a:lvl3pPr lvl="2" rtl="0" algn="l">
              <a:buNone/>
              <a:defRPr sz="1108">
                <a:solidFill>
                  <a:srgbClr val="666666"/>
                </a:solidFill>
                <a:latin typeface="Inter"/>
                <a:ea typeface="Inter"/>
                <a:cs typeface="Inter"/>
                <a:sym typeface="Inter"/>
              </a:defRPr>
            </a:lvl3pPr>
            <a:lvl4pPr lvl="3" rtl="0" algn="l">
              <a:buNone/>
              <a:defRPr sz="1108">
                <a:solidFill>
                  <a:srgbClr val="666666"/>
                </a:solidFill>
                <a:latin typeface="Inter"/>
                <a:ea typeface="Inter"/>
                <a:cs typeface="Inter"/>
                <a:sym typeface="Inter"/>
              </a:defRPr>
            </a:lvl4pPr>
            <a:lvl5pPr lvl="4" rtl="0" algn="l">
              <a:buNone/>
              <a:defRPr sz="1108">
                <a:solidFill>
                  <a:srgbClr val="666666"/>
                </a:solidFill>
                <a:latin typeface="Inter"/>
                <a:ea typeface="Inter"/>
                <a:cs typeface="Inter"/>
                <a:sym typeface="Inter"/>
              </a:defRPr>
            </a:lvl5pPr>
            <a:lvl6pPr lvl="5" rtl="0" algn="l">
              <a:buNone/>
              <a:defRPr sz="1108">
                <a:solidFill>
                  <a:srgbClr val="666666"/>
                </a:solidFill>
                <a:latin typeface="Inter"/>
                <a:ea typeface="Inter"/>
                <a:cs typeface="Inter"/>
                <a:sym typeface="Inter"/>
              </a:defRPr>
            </a:lvl6pPr>
            <a:lvl7pPr lvl="6" rtl="0" algn="l">
              <a:buNone/>
              <a:defRPr sz="1108">
                <a:solidFill>
                  <a:srgbClr val="666666"/>
                </a:solidFill>
                <a:latin typeface="Inter"/>
                <a:ea typeface="Inter"/>
                <a:cs typeface="Inter"/>
                <a:sym typeface="Inter"/>
              </a:defRPr>
            </a:lvl7pPr>
            <a:lvl8pPr lvl="7" rtl="0" algn="l">
              <a:buNone/>
              <a:defRPr sz="1108">
                <a:solidFill>
                  <a:srgbClr val="666666"/>
                </a:solidFill>
                <a:latin typeface="Inter"/>
                <a:ea typeface="Inter"/>
                <a:cs typeface="Inter"/>
                <a:sym typeface="Inter"/>
              </a:defRPr>
            </a:lvl8pPr>
            <a:lvl9pPr lvl="8" rtl="0" algn="l">
              <a:buNone/>
              <a:defRPr sz="1108">
                <a:solidFill>
                  <a:srgbClr val="666666"/>
                </a:solidFill>
                <a:latin typeface="Inter"/>
                <a:ea typeface="Inter"/>
                <a:cs typeface="Inter"/>
                <a:sym typeface="Inter"/>
              </a:defRPr>
            </a:lvl9pPr>
          </a:lstStyle>
          <a:p>
            <a:pPr indent="0" lvl="0" marL="0" rtl="0" algn="l">
              <a:spcBef>
                <a:spcPts val="0"/>
              </a:spcBef>
              <a:spcAft>
                <a:spcPts val="0"/>
              </a:spcAft>
              <a:buNone/>
            </a:pPr>
            <a:r>
              <a:rPr lang="en"/>
              <a:t xml:space="preserve"> /</a:t>
            </a:r>
            <a:endParaRPr/>
          </a:p>
        </p:txBody>
      </p:sp>
    </p:spTree>
  </p:cSld>
  <p:clrMapOvr>
    <a:masterClrMapping/>
  </p:clrMapOvr>
</p:sldLayout>
</file>

<file path=ppt/slideLayouts/slideLayout5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Left)">
  <p:cSld name="MAIN_POINT">
    <p:spTree>
      <p:nvGrpSpPr>
        <p:cNvPr id="580" name="Shape 580"/>
        <p:cNvGrpSpPr/>
        <p:nvPr/>
      </p:nvGrpSpPr>
      <p:grpSpPr>
        <a:xfrm>
          <a:off x="0" y="0"/>
          <a:ext cx="0" cy="0"/>
          <a:chOff x="0" y="0"/>
          <a:chExt cx="0" cy="0"/>
        </a:xfrm>
      </p:grpSpPr>
      <p:sp>
        <p:nvSpPr>
          <p:cNvPr id="581" name="Google Shape;581;p56"/>
          <p:cNvSpPr txBox="1"/>
          <p:nvPr>
            <p:ph type="title"/>
          </p:nvPr>
        </p:nvSpPr>
        <p:spPr>
          <a:xfrm>
            <a:off x="490250" y="450150"/>
            <a:ext cx="6367800" cy="4090800"/>
          </a:xfrm>
          <a:prstGeom prst="rect">
            <a:avLst/>
          </a:prstGeom>
        </p:spPr>
        <p:txBody>
          <a:bodyPr anchorCtr="0" anchor="ctr" bIns="91425" lIns="91425" spcFirstLastPara="1" rIns="91425" wrap="square" tIns="91425">
            <a:normAutofit/>
          </a:bodyPr>
          <a:lstStyle>
            <a:lvl1pPr lvl="0" rtl="0">
              <a:spcBef>
                <a:spcPts val="0"/>
              </a:spcBef>
              <a:spcAft>
                <a:spcPts val="0"/>
              </a:spcAft>
              <a:buSzPts val="4800"/>
              <a:buFont typeface="Inter ExtraBold"/>
              <a:buNone/>
              <a:defRPr sz="4800">
                <a:latin typeface="Inter ExtraBold"/>
                <a:ea typeface="Inter ExtraBold"/>
                <a:cs typeface="Inter ExtraBold"/>
                <a:sym typeface="Inter ExtraBold"/>
              </a:defRPr>
            </a:lvl1pPr>
            <a:lvl2pPr lvl="1" rtl="0">
              <a:spcBef>
                <a:spcPts val="0"/>
              </a:spcBef>
              <a:spcAft>
                <a:spcPts val="0"/>
              </a:spcAft>
              <a:buSzPts val="4800"/>
              <a:buFont typeface="Inter ExtraBold"/>
              <a:buNone/>
              <a:defRPr sz="4800">
                <a:latin typeface="Inter ExtraBold"/>
                <a:ea typeface="Inter ExtraBold"/>
                <a:cs typeface="Inter ExtraBold"/>
                <a:sym typeface="Inter ExtraBold"/>
              </a:defRPr>
            </a:lvl2pPr>
            <a:lvl3pPr lvl="2" rtl="0">
              <a:spcBef>
                <a:spcPts val="0"/>
              </a:spcBef>
              <a:spcAft>
                <a:spcPts val="0"/>
              </a:spcAft>
              <a:buSzPts val="4800"/>
              <a:buFont typeface="Inter ExtraBold"/>
              <a:buNone/>
              <a:defRPr sz="4800">
                <a:latin typeface="Inter ExtraBold"/>
                <a:ea typeface="Inter ExtraBold"/>
                <a:cs typeface="Inter ExtraBold"/>
                <a:sym typeface="Inter ExtraBold"/>
              </a:defRPr>
            </a:lvl3pPr>
            <a:lvl4pPr lvl="3" rtl="0">
              <a:spcBef>
                <a:spcPts val="0"/>
              </a:spcBef>
              <a:spcAft>
                <a:spcPts val="0"/>
              </a:spcAft>
              <a:buSzPts val="4800"/>
              <a:buFont typeface="Inter ExtraBold"/>
              <a:buNone/>
              <a:defRPr sz="4800">
                <a:latin typeface="Inter ExtraBold"/>
                <a:ea typeface="Inter ExtraBold"/>
                <a:cs typeface="Inter ExtraBold"/>
                <a:sym typeface="Inter ExtraBold"/>
              </a:defRPr>
            </a:lvl4pPr>
            <a:lvl5pPr lvl="4" rtl="0">
              <a:spcBef>
                <a:spcPts val="0"/>
              </a:spcBef>
              <a:spcAft>
                <a:spcPts val="0"/>
              </a:spcAft>
              <a:buSzPts val="4800"/>
              <a:buFont typeface="Inter ExtraBold"/>
              <a:buNone/>
              <a:defRPr sz="4800">
                <a:latin typeface="Inter ExtraBold"/>
                <a:ea typeface="Inter ExtraBold"/>
                <a:cs typeface="Inter ExtraBold"/>
                <a:sym typeface="Inter ExtraBold"/>
              </a:defRPr>
            </a:lvl5pPr>
            <a:lvl6pPr lvl="5" rtl="0">
              <a:spcBef>
                <a:spcPts val="0"/>
              </a:spcBef>
              <a:spcAft>
                <a:spcPts val="0"/>
              </a:spcAft>
              <a:buSzPts val="4800"/>
              <a:buFont typeface="Inter ExtraBold"/>
              <a:buNone/>
              <a:defRPr sz="4800">
                <a:latin typeface="Inter ExtraBold"/>
                <a:ea typeface="Inter ExtraBold"/>
                <a:cs typeface="Inter ExtraBold"/>
                <a:sym typeface="Inter ExtraBold"/>
              </a:defRPr>
            </a:lvl6pPr>
            <a:lvl7pPr lvl="6" rtl="0">
              <a:spcBef>
                <a:spcPts val="0"/>
              </a:spcBef>
              <a:spcAft>
                <a:spcPts val="0"/>
              </a:spcAft>
              <a:buSzPts val="4800"/>
              <a:buFont typeface="Inter ExtraBold"/>
              <a:buNone/>
              <a:defRPr sz="4800">
                <a:latin typeface="Inter ExtraBold"/>
                <a:ea typeface="Inter ExtraBold"/>
                <a:cs typeface="Inter ExtraBold"/>
                <a:sym typeface="Inter ExtraBold"/>
              </a:defRPr>
            </a:lvl7pPr>
            <a:lvl8pPr lvl="7" rtl="0">
              <a:spcBef>
                <a:spcPts val="0"/>
              </a:spcBef>
              <a:spcAft>
                <a:spcPts val="0"/>
              </a:spcAft>
              <a:buSzPts val="4800"/>
              <a:buFont typeface="Inter ExtraBold"/>
              <a:buNone/>
              <a:defRPr sz="4800">
                <a:latin typeface="Inter ExtraBold"/>
                <a:ea typeface="Inter ExtraBold"/>
                <a:cs typeface="Inter ExtraBold"/>
                <a:sym typeface="Inter ExtraBold"/>
              </a:defRPr>
            </a:lvl8pPr>
            <a:lvl9pPr lvl="8" rtl="0">
              <a:spcBef>
                <a:spcPts val="0"/>
              </a:spcBef>
              <a:spcAft>
                <a:spcPts val="0"/>
              </a:spcAft>
              <a:buSzPts val="4800"/>
              <a:buFont typeface="Inter ExtraBold"/>
              <a:buNone/>
              <a:defRPr sz="4800">
                <a:latin typeface="Inter ExtraBold"/>
                <a:ea typeface="Inter ExtraBold"/>
                <a:cs typeface="Inter ExtraBold"/>
                <a:sym typeface="Inter ExtraBold"/>
              </a:defRPr>
            </a:lvl9pPr>
          </a:lstStyle>
          <a:p/>
        </p:txBody>
      </p:sp>
      <p:pic>
        <p:nvPicPr>
          <p:cNvPr id="582" name="Google Shape;582;p56"/>
          <p:cNvPicPr preferRelativeResize="0"/>
          <p:nvPr/>
        </p:nvPicPr>
        <p:blipFill>
          <a:blip r:embed="rId2">
            <a:alphaModFix/>
          </a:blip>
          <a:stretch>
            <a:fillRect/>
          </a:stretch>
        </p:blipFill>
        <p:spPr>
          <a:xfrm>
            <a:off x="457529" y="4543025"/>
            <a:ext cx="950976" cy="142646"/>
          </a:xfrm>
          <a:prstGeom prst="rect">
            <a:avLst/>
          </a:prstGeom>
          <a:noFill/>
          <a:ln>
            <a:noFill/>
          </a:ln>
        </p:spPr>
      </p:pic>
      <p:sp>
        <p:nvSpPr>
          <p:cNvPr id="583" name="Google Shape;583;p56"/>
          <p:cNvSpPr txBox="1"/>
          <p:nvPr>
            <p:ph idx="12" type="sldNum"/>
          </p:nvPr>
        </p:nvSpPr>
        <p:spPr>
          <a:xfrm>
            <a:off x="8096041" y="4417542"/>
            <a:ext cx="548700" cy="393600"/>
          </a:xfrm>
          <a:prstGeom prst="rect">
            <a:avLst/>
          </a:prstGeom>
        </p:spPr>
        <p:txBody>
          <a:bodyPr anchorCtr="0" anchor="ctr" bIns="91425" lIns="91425" spcFirstLastPara="1" rIns="91425" wrap="square" tIns="91425">
            <a:normAutofit/>
          </a:bodyPr>
          <a:lstStyle>
            <a:lvl1pPr lvl="0" rtl="0">
              <a:buNone/>
              <a:defRPr>
                <a:solidFill>
                  <a:schemeClr val="lt1"/>
                </a:solidFill>
                <a:latin typeface="Inter"/>
                <a:ea typeface="Inter"/>
                <a:cs typeface="Inter"/>
                <a:sym typeface="Inter"/>
              </a:defRPr>
            </a:lvl1pPr>
            <a:lvl2pPr lvl="1" rtl="0">
              <a:buNone/>
              <a:defRPr>
                <a:solidFill>
                  <a:schemeClr val="lt1"/>
                </a:solidFill>
                <a:latin typeface="Inter"/>
                <a:ea typeface="Inter"/>
                <a:cs typeface="Inter"/>
                <a:sym typeface="Inter"/>
              </a:defRPr>
            </a:lvl2pPr>
            <a:lvl3pPr lvl="2" rtl="0">
              <a:buNone/>
              <a:defRPr>
                <a:solidFill>
                  <a:schemeClr val="lt1"/>
                </a:solidFill>
                <a:latin typeface="Inter"/>
                <a:ea typeface="Inter"/>
                <a:cs typeface="Inter"/>
                <a:sym typeface="Inter"/>
              </a:defRPr>
            </a:lvl3pPr>
            <a:lvl4pPr lvl="3" rtl="0">
              <a:buNone/>
              <a:defRPr>
                <a:solidFill>
                  <a:schemeClr val="lt1"/>
                </a:solidFill>
                <a:latin typeface="Inter"/>
                <a:ea typeface="Inter"/>
                <a:cs typeface="Inter"/>
                <a:sym typeface="Inter"/>
              </a:defRPr>
            </a:lvl4pPr>
            <a:lvl5pPr lvl="4" rtl="0">
              <a:buNone/>
              <a:defRPr>
                <a:solidFill>
                  <a:schemeClr val="lt1"/>
                </a:solidFill>
                <a:latin typeface="Inter"/>
                <a:ea typeface="Inter"/>
                <a:cs typeface="Inter"/>
                <a:sym typeface="Inter"/>
              </a:defRPr>
            </a:lvl5pPr>
            <a:lvl6pPr lvl="5" rtl="0">
              <a:buNone/>
              <a:defRPr>
                <a:solidFill>
                  <a:schemeClr val="lt1"/>
                </a:solidFill>
                <a:latin typeface="Inter"/>
                <a:ea typeface="Inter"/>
                <a:cs typeface="Inter"/>
                <a:sym typeface="Inter"/>
              </a:defRPr>
            </a:lvl6pPr>
            <a:lvl7pPr lvl="6" rtl="0">
              <a:buNone/>
              <a:defRPr>
                <a:solidFill>
                  <a:schemeClr val="lt1"/>
                </a:solidFill>
                <a:latin typeface="Inter"/>
                <a:ea typeface="Inter"/>
                <a:cs typeface="Inter"/>
                <a:sym typeface="Inter"/>
              </a:defRPr>
            </a:lvl7pPr>
            <a:lvl8pPr lvl="7" rtl="0">
              <a:buNone/>
              <a:defRPr>
                <a:solidFill>
                  <a:schemeClr val="lt1"/>
                </a:solidFill>
                <a:latin typeface="Inter"/>
                <a:ea typeface="Inter"/>
                <a:cs typeface="Inter"/>
                <a:sym typeface="Inter"/>
              </a:defRPr>
            </a:lvl8pPr>
            <a:lvl9pPr lvl="8" rtl="0">
              <a:buNone/>
              <a:defRPr>
                <a:solidFill>
                  <a:schemeClr val="lt1"/>
                </a:solidFill>
                <a:latin typeface="Inter"/>
                <a:ea typeface="Inter"/>
                <a:cs typeface="Inter"/>
                <a:sym typeface="Inter"/>
              </a:defRPr>
            </a:lvl9pPr>
          </a:lstStyle>
          <a:p>
            <a:pPr indent="0" lvl="0" marL="0" rtl="0" algn="r">
              <a:spcBef>
                <a:spcPts val="0"/>
              </a:spcBef>
              <a:spcAft>
                <a:spcPts val="0"/>
              </a:spcAft>
              <a:buNone/>
            </a:pPr>
            <a:fld id="{00000000-1234-1234-1234-123412341234}" type="slidenum">
              <a:rPr lang="en"/>
              <a:t>‹#›</a:t>
            </a:fld>
            <a:endParaRPr/>
          </a:p>
        </p:txBody>
      </p:sp>
      <p:sp>
        <p:nvSpPr>
          <p:cNvPr id="584" name="Google Shape;584;p56"/>
          <p:cNvSpPr txBox="1"/>
          <p:nvPr>
            <p:ph idx="2" type="sldNum"/>
          </p:nvPr>
        </p:nvSpPr>
        <p:spPr>
          <a:xfrm>
            <a:off x="8474304" y="4417550"/>
            <a:ext cx="281700" cy="393600"/>
          </a:xfrm>
          <a:prstGeom prst="rect">
            <a:avLst/>
          </a:prstGeom>
        </p:spPr>
        <p:txBody>
          <a:bodyPr anchorCtr="0" anchor="ctr" bIns="91425" lIns="91425" spcFirstLastPara="1" rIns="91425" wrap="square" tIns="91425">
            <a:normAutofit/>
          </a:bodyPr>
          <a:lstStyle>
            <a:lvl1pPr lvl="0" rtl="0" algn="l">
              <a:buNone/>
              <a:defRPr sz="1108">
                <a:solidFill>
                  <a:srgbClr val="666666"/>
                </a:solidFill>
                <a:latin typeface="Inter"/>
                <a:ea typeface="Inter"/>
                <a:cs typeface="Inter"/>
                <a:sym typeface="Inter"/>
              </a:defRPr>
            </a:lvl1pPr>
            <a:lvl2pPr lvl="1" rtl="0" algn="l">
              <a:buNone/>
              <a:defRPr sz="1108">
                <a:solidFill>
                  <a:srgbClr val="666666"/>
                </a:solidFill>
                <a:latin typeface="Inter"/>
                <a:ea typeface="Inter"/>
                <a:cs typeface="Inter"/>
                <a:sym typeface="Inter"/>
              </a:defRPr>
            </a:lvl2pPr>
            <a:lvl3pPr lvl="2" rtl="0" algn="l">
              <a:buNone/>
              <a:defRPr sz="1108">
                <a:solidFill>
                  <a:srgbClr val="666666"/>
                </a:solidFill>
                <a:latin typeface="Inter"/>
                <a:ea typeface="Inter"/>
                <a:cs typeface="Inter"/>
                <a:sym typeface="Inter"/>
              </a:defRPr>
            </a:lvl3pPr>
            <a:lvl4pPr lvl="3" rtl="0" algn="l">
              <a:buNone/>
              <a:defRPr sz="1108">
                <a:solidFill>
                  <a:srgbClr val="666666"/>
                </a:solidFill>
                <a:latin typeface="Inter"/>
                <a:ea typeface="Inter"/>
                <a:cs typeface="Inter"/>
                <a:sym typeface="Inter"/>
              </a:defRPr>
            </a:lvl4pPr>
            <a:lvl5pPr lvl="4" rtl="0" algn="l">
              <a:buNone/>
              <a:defRPr sz="1108">
                <a:solidFill>
                  <a:srgbClr val="666666"/>
                </a:solidFill>
                <a:latin typeface="Inter"/>
                <a:ea typeface="Inter"/>
                <a:cs typeface="Inter"/>
                <a:sym typeface="Inter"/>
              </a:defRPr>
            </a:lvl5pPr>
            <a:lvl6pPr lvl="5" rtl="0" algn="l">
              <a:buNone/>
              <a:defRPr sz="1108">
                <a:solidFill>
                  <a:srgbClr val="666666"/>
                </a:solidFill>
                <a:latin typeface="Inter"/>
                <a:ea typeface="Inter"/>
                <a:cs typeface="Inter"/>
                <a:sym typeface="Inter"/>
              </a:defRPr>
            </a:lvl6pPr>
            <a:lvl7pPr lvl="6" rtl="0" algn="l">
              <a:buNone/>
              <a:defRPr sz="1108">
                <a:solidFill>
                  <a:srgbClr val="666666"/>
                </a:solidFill>
                <a:latin typeface="Inter"/>
                <a:ea typeface="Inter"/>
                <a:cs typeface="Inter"/>
                <a:sym typeface="Inter"/>
              </a:defRPr>
            </a:lvl7pPr>
            <a:lvl8pPr lvl="7" rtl="0" algn="l">
              <a:buNone/>
              <a:defRPr sz="1108">
                <a:solidFill>
                  <a:srgbClr val="666666"/>
                </a:solidFill>
                <a:latin typeface="Inter"/>
                <a:ea typeface="Inter"/>
                <a:cs typeface="Inter"/>
                <a:sym typeface="Inter"/>
              </a:defRPr>
            </a:lvl8pPr>
            <a:lvl9pPr lvl="8" rtl="0" algn="l">
              <a:buNone/>
              <a:defRPr sz="1108">
                <a:solidFill>
                  <a:srgbClr val="666666"/>
                </a:solidFill>
                <a:latin typeface="Inter"/>
                <a:ea typeface="Inter"/>
                <a:cs typeface="Inter"/>
                <a:sym typeface="Inter"/>
              </a:defRPr>
            </a:lvl9pPr>
          </a:lstStyle>
          <a:p>
            <a:pPr indent="0" lvl="0" marL="0" rtl="0" algn="l">
              <a:spcBef>
                <a:spcPts val="0"/>
              </a:spcBef>
              <a:spcAft>
                <a:spcPts val="0"/>
              </a:spcAft>
              <a:buNone/>
            </a:pPr>
            <a:r>
              <a:rPr lang="en"/>
              <a:t xml:space="preserve"> /</a:t>
            </a:r>
            <a:endParaRPr/>
          </a:p>
        </p:txBody>
      </p:sp>
    </p:spTree>
  </p:cSld>
  <p:clrMapOvr>
    <a:masterClrMapping/>
  </p:clrMapOvr>
</p:sldLayout>
</file>

<file path=ppt/slideLayouts/slideLayout5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585" name="Shape 585"/>
        <p:cNvGrpSpPr/>
        <p:nvPr/>
      </p:nvGrpSpPr>
      <p:grpSpPr>
        <a:xfrm>
          <a:off x="0" y="0"/>
          <a:ext cx="0" cy="0"/>
          <a:chOff x="0" y="0"/>
          <a:chExt cx="0" cy="0"/>
        </a:xfrm>
      </p:grpSpPr>
      <p:sp>
        <p:nvSpPr>
          <p:cNvPr id="586" name="Google Shape;586;p57"/>
          <p:cNvSpPr txBox="1"/>
          <p:nvPr>
            <p:ph type="title"/>
          </p:nvPr>
        </p:nvSpPr>
        <p:spPr>
          <a:xfrm>
            <a:off x="265500" y="1233175"/>
            <a:ext cx="4045200" cy="1482300"/>
          </a:xfrm>
          <a:prstGeom prst="rect">
            <a:avLst/>
          </a:prstGeom>
        </p:spPr>
        <p:txBody>
          <a:bodyPr anchorCtr="0" anchor="b" bIns="91425" lIns="91425" spcFirstLastPara="1" rIns="91425" wrap="square" tIns="91425">
            <a:normAutofit/>
          </a:bodyPr>
          <a:lstStyle>
            <a:lvl1pPr lvl="0" rtl="0" algn="ctr">
              <a:spcBef>
                <a:spcPts val="0"/>
              </a:spcBef>
              <a:spcAft>
                <a:spcPts val="0"/>
              </a:spcAft>
              <a:buSzPts val="4200"/>
              <a:buNone/>
              <a:defRPr sz="4200"/>
            </a:lvl1pPr>
            <a:lvl2pPr lvl="1" rtl="0" algn="ctr">
              <a:spcBef>
                <a:spcPts val="0"/>
              </a:spcBef>
              <a:spcAft>
                <a:spcPts val="0"/>
              </a:spcAft>
              <a:buSzPts val="4200"/>
              <a:buNone/>
              <a:defRPr sz="4200"/>
            </a:lvl2pPr>
            <a:lvl3pPr lvl="2" rtl="0" algn="ctr">
              <a:spcBef>
                <a:spcPts val="0"/>
              </a:spcBef>
              <a:spcAft>
                <a:spcPts val="0"/>
              </a:spcAft>
              <a:buSzPts val="4200"/>
              <a:buNone/>
              <a:defRPr sz="4200"/>
            </a:lvl3pPr>
            <a:lvl4pPr lvl="3" rtl="0" algn="ctr">
              <a:spcBef>
                <a:spcPts val="0"/>
              </a:spcBef>
              <a:spcAft>
                <a:spcPts val="0"/>
              </a:spcAft>
              <a:buSzPts val="4200"/>
              <a:buNone/>
              <a:defRPr sz="4200"/>
            </a:lvl4pPr>
            <a:lvl5pPr lvl="4" rtl="0" algn="ctr">
              <a:spcBef>
                <a:spcPts val="0"/>
              </a:spcBef>
              <a:spcAft>
                <a:spcPts val="0"/>
              </a:spcAft>
              <a:buSzPts val="4200"/>
              <a:buNone/>
              <a:defRPr sz="4200"/>
            </a:lvl5pPr>
            <a:lvl6pPr lvl="5" rtl="0" algn="ctr">
              <a:spcBef>
                <a:spcPts val="0"/>
              </a:spcBef>
              <a:spcAft>
                <a:spcPts val="0"/>
              </a:spcAft>
              <a:buSzPts val="4200"/>
              <a:buNone/>
              <a:defRPr sz="4200"/>
            </a:lvl6pPr>
            <a:lvl7pPr lvl="6" rtl="0" algn="ctr">
              <a:spcBef>
                <a:spcPts val="0"/>
              </a:spcBef>
              <a:spcAft>
                <a:spcPts val="0"/>
              </a:spcAft>
              <a:buSzPts val="4200"/>
              <a:buNone/>
              <a:defRPr sz="4200"/>
            </a:lvl7pPr>
            <a:lvl8pPr lvl="7" rtl="0" algn="ctr">
              <a:spcBef>
                <a:spcPts val="0"/>
              </a:spcBef>
              <a:spcAft>
                <a:spcPts val="0"/>
              </a:spcAft>
              <a:buSzPts val="4200"/>
              <a:buNone/>
              <a:defRPr sz="4200"/>
            </a:lvl8pPr>
            <a:lvl9pPr lvl="8" rtl="0" algn="ctr">
              <a:spcBef>
                <a:spcPts val="0"/>
              </a:spcBef>
              <a:spcAft>
                <a:spcPts val="0"/>
              </a:spcAft>
              <a:buSzPts val="4200"/>
              <a:buNone/>
              <a:defRPr sz="4200"/>
            </a:lvl9pPr>
          </a:lstStyle>
          <a:p/>
        </p:txBody>
      </p:sp>
      <p:sp>
        <p:nvSpPr>
          <p:cNvPr id="587" name="Google Shape;587;p57"/>
          <p:cNvSpPr txBox="1"/>
          <p:nvPr>
            <p:ph idx="1" type="subTitle"/>
          </p:nvPr>
        </p:nvSpPr>
        <p:spPr>
          <a:xfrm>
            <a:off x="265500" y="2803075"/>
            <a:ext cx="4045200" cy="1235100"/>
          </a:xfrm>
          <a:prstGeom prst="rect">
            <a:avLst/>
          </a:prstGeom>
        </p:spPr>
        <p:txBody>
          <a:bodyPr anchorCtr="0" anchor="t" bIns="91425" lIns="91425" spcFirstLastPara="1" rIns="91425" wrap="square" tIns="91425">
            <a:normAutofit/>
          </a:bodyPr>
          <a:lstStyle>
            <a:lvl1pPr lvl="0" rtl="0" algn="ctr">
              <a:lnSpc>
                <a:spcPct val="100000"/>
              </a:lnSpc>
              <a:spcBef>
                <a:spcPts val="0"/>
              </a:spcBef>
              <a:spcAft>
                <a:spcPts val="0"/>
              </a:spcAft>
              <a:buSzPts val="2100"/>
              <a:buNone/>
              <a:defRPr sz="2100"/>
            </a:lvl1pPr>
            <a:lvl2pPr lvl="1" rtl="0" algn="ctr">
              <a:lnSpc>
                <a:spcPct val="100000"/>
              </a:lnSpc>
              <a:spcBef>
                <a:spcPts val="0"/>
              </a:spcBef>
              <a:spcAft>
                <a:spcPts val="0"/>
              </a:spcAft>
              <a:buSzPts val="2100"/>
              <a:buNone/>
              <a:defRPr sz="2100"/>
            </a:lvl2pPr>
            <a:lvl3pPr lvl="2" rtl="0" algn="ctr">
              <a:lnSpc>
                <a:spcPct val="100000"/>
              </a:lnSpc>
              <a:spcBef>
                <a:spcPts val="0"/>
              </a:spcBef>
              <a:spcAft>
                <a:spcPts val="0"/>
              </a:spcAft>
              <a:buSzPts val="2100"/>
              <a:buNone/>
              <a:defRPr sz="2100"/>
            </a:lvl3pPr>
            <a:lvl4pPr lvl="3" rtl="0" algn="ctr">
              <a:lnSpc>
                <a:spcPct val="100000"/>
              </a:lnSpc>
              <a:spcBef>
                <a:spcPts val="0"/>
              </a:spcBef>
              <a:spcAft>
                <a:spcPts val="0"/>
              </a:spcAft>
              <a:buSzPts val="2100"/>
              <a:buNone/>
              <a:defRPr sz="2100"/>
            </a:lvl4pPr>
            <a:lvl5pPr lvl="4" rtl="0" algn="ctr">
              <a:lnSpc>
                <a:spcPct val="100000"/>
              </a:lnSpc>
              <a:spcBef>
                <a:spcPts val="0"/>
              </a:spcBef>
              <a:spcAft>
                <a:spcPts val="0"/>
              </a:spcAft>
              <a:buSzPts val="2100"/>
              <a:buNone/>
              <a:defRPr sz="2100"/>
            </a:lvl5pPr>
            <a:lvl6pPr lvl="5" rtl="0" algn="ctr">
              <a:lnSpc>
                <a:spcPct val="100000"/>
              </a:lnSpc>
              <a:spcBef>
                <a:spcPts val="0"/>
              </a:spcBef>
              <a:spcAft>
                <a:spcPts val="0"/>
              </a:spcAft>
              <a:buSzPts val="2100"/>
              <a:buNone/>
              <a:defRPr sz="2100"/>
            </a:lvl6pPr>
            <a:lvl7pPr lvl="6" rtl="0" algn="ctr">
              <a:lnSpc>
                <a:spcPct val="100000"/>
              </a:lnSpc>
              <a:spcBef>
                <a:spcPts val="0"/>
              </a:spcBef>
              <a:spcAft>
                <a:spcPts val="0"/>
              </a:spcAft>
              <a:buSzPts val="2100"/>
              <a:buNone/>
              <a:defRPr sz="2100"/>
            </a:lvl7pPr>
            <a:lvl8pPr lvl="7" rtl="0" algn="ctr">
              <a:lnSpc>
                <a:spcPct val="100000"/>
              </a:lnSpc>
              <a:spcBef>
                <a:spcPts val="0"/>
              </a:spcBef>
              <a:spcAft>
                <a:spcPts val="0"/>
              </a:spcAft>
              <a:buSzPts val="2100"/>
              <a:buNone/>
              <a:defRPr sz="2100"/>
            </a:lvl8pPr>
            <a:lvl9pPr lvl="8" rtl="0" algn="ctr">
              <a:lnSpc>
                <a:spcPct val="100000"/>
              </a:lnSpc>
              <a:spcBef>
                <a:spcPts val="0"/>
              </a:spcBef>
              <a:spcAft>
                <a:spcPts val="0"/>
              </a:spcAft>
              <a:buSzPts val="2100"/>
              <a:buNone/>
              <a:defRPr sz="2100"/>
            </a:lvl9pPr>
          </a:lstStyle>
          <a:p/>
        </p:txBody>
      </p:sp>
      <p:sp>
        <p:nvSpPr>
          <p:cNvPr id="588" name="Google Shape;588;p57"/>
          <p:cNvSpPr txBox="1"/>
          <p:nvPr>
            <p:ph idx="2" type="body"/>
          </p:nvPr>
        </p:nvSpPr>
        <p:spPr>
          <a:xfrm>
            <a:off x="4939500" y="724075"/>
            <a:ext cx="3837000" cy="3695100"/>
          </a:xfrm>
          <a:prstGeom prst="rect">
            <a:avLst/>
          </a:prstGeom>
        </p:spPr>
        <p:txBody>
          <a:bodyPr anchorCtr="0" anchor="ctr" bIns="91425" lIns="91425" spcFirstLastPara="1" rIns="91425" wrap="square" tIns="91425">
            <a:normAutofit/>
          </a:bodyPr>
          <a:lstStyle>
            <a:lvl1pPr indent="-342900" lvl="0" marL="457200" rtl="0">
              <a:spcBef>
                <a:spcPts val="0"/>
              </a:spcBef>
              <a:spcAft>
                <a:spcPts val="0"/>
              </a:spcAft>
              <a:buSzPts val="1800"/>
              <a:buChar char="●"/>
              <a:defRPr/>
            </a:lvl1pPr>
            <a:lvl2pPr indent="-317500" lvl="1" marL="914400" rtl="0">
              <a:spcBef>
                <a:spcPts val="1000"/>
              </a:spcBef>
              <a:spcAft>
                <a:spcPts val="0"/>
              </a:spcAft>
              <a:buSzPts val="1400"/>
              <a:buChar char="○"/>
              <a:defRPr/>
            </a:lvl2pPr>
            <a:lvl3pPr indent="-317500" lvl="2" marL="1371600" rtl="0">
              <a:spcBef>
                <a:spcPts val="1000"/>
              </a:spcBef>
              <a:spcAft>
                <a:spcPts val="0"/>
              </a:spcAft>
              <a:buSzPts val="1400"/>
              <a:buChar char="■"/>
              <a:defRPr/>
            </a:lvl3pPr>
            <a:lvl4pPr indent="-317500" lvl="3" marL="1828800" rtl="0">
              <a:spcBef>
                <a:spcPts val="1000"/>
              </a:spcBef>
              <a:spcAft>
                <a:spcPts val="0"/>
              </a:spcAft>
              <a:buSzPts val="1400"/>
              <a:buChar char="●"/>
              <a:defRPr/>
            </a:lvl4pPr>
            <a:lvl5pPr indent="-317500" lvl="4" marL="2286000" rtl="0">
              <a:spcBef>
                <a:spcPts val="1000"/>
              </a:spcBef>
              <a:spcAft>
                <a:spcPts val="0"/>
              </a:spcAft>
              <a:buSzPts val="1400"/>
              <a:buChar char="○"/>
              <a:defRPr/>
            </a:lvl5pPr>
            <a:lvl6pPr indent="-317500" lvl="5" marL="2743200" rtl="0">
              <a:spcBef>
                <a:spcPts val="1000"/>
              </a:spcBef>
              <a:spcAft>
                <a:spcPts val="0"/>
              </a:spcAft>
              <a:buSzPts val="1400"/>
              <a:buChar char="■"/>
              <a:defRPr/>
            </a:lvl6pPr>
            <a:lvl7pPr indent="-317500" lvl="6" marL="3200400" rtl="0">
              <a:spcBef>
                <a:spcPts val="1000"/>
              </a:spcBef>
              <a:spcAft>
                <a:spcPts val="0"/>
              </a:spcAft>
              <a:buSzPts val="1400"/>
              <a:buChar char="●"/>
              <a:defRPr/>
            </a:lvl7pPr>
            <a:lvl8pPr indent="-317500" lvl="7" marL="3657600" rtl="0">
              <a:spcBef>
                <a:spcPts val="1000"/>
              </a:spcBef>
              <a:spcAft>
                <a:spcPts val="0"/>
              </a:spcAft>
              <a:buSzPts val="1400"/>
              <a:buChar char="○"/>
              <a:defRPr/>
            </a:lvl8pPr>
            <a:lvl9pPr indent="-317500" lvl="8" marL="4114800" rtl="0">
              <a:spcBef>
                <a:spcPts val="1000"/>
              </a:spcBef>
              <a:spcAft>
                <a:spcPts val="1000"/>
              </a:spcAft>
              <a:buSzPts val="1400"/>
              <a:buChar char="■"/>
              <a:defRPr/>
            </a:lvl9pPr>
          </a:lstStyle>
          <a:p/>
        </p:txBody>
      </p:sp>
      <p:pic>
        <p:nvPicPr>
          <p:cNvPr id="589" name="Google Shape;589;p57"/>
          <p:cNvPicPr preferRelativeResize="0"/>
          <p:nvPr/>
        </p:nvPicPr>
        <p:blipFill>
          <a:blip r:embed="rId2">
            <a:alphaModFix/>
          </a:blip>
          <a:stretch>
            <a:fillRect/>
          </a:stretch>
        </p:blipFill>
        <p:spPr>
          <a:xfrm>
            <a:off x="457529" y="4543025"/>
            <a:ext cx="950976" cy="142646"/>
          </a:xfrm>
          <a:prstGeom prst="rect">
            <a:avLst/>
          </a:prstGeom>
          <a:noFill/>
          <a:ln>
            <a:noFill/>
          </a:ln>
        </p:spPr>
      </p:pic>
      <p:sp>
        <p:nvSpPr>
          <p:cNvPr id="590" name="Google Shape;590;p57"/>
          <p:cNvSpPr txBox="1"/>
          <p:nvPr>
            <p:ph idx="12" type="sldNum"/>
          </p:nvPr>
        </p:nvSpPr>
        <p:spPr>
          <a:xfrm>
            <a:off x="8096041" y="4417542"/>
            <a:ext cx="548700" cy="393600"/>
          </a:xfrm>
          <a:prstGeom prst="rect">
            <a:avLst/>
          </a:prstGeom>
        </p:spPr>
        <p:txBody>
          <a:bodyPr anchorCtr="0" anchor="ctr" bIns="91425" lIns="91425" spcFirstLastPara="1" rIns="91425" wrap="square" tIns="91425">
            <a:normAutofit/>
          </a:bodyPr>
          <a:lstStyle>
            <a:lvl1pPr lvl="0" rtl="0">
              <a:buNone/>
              <a:defRPr>
                <a:solidFill>
                  <a:schemeClr val="dk1"/>
                </a:solidFill>
                <a:latin typeface="Inter"/>
                <a:ea typeface="Inter"/>
                <a:cs typeface="Inter"/>
                <a:sym typeface="Inter"/>
              </a:defRPr>
            </a:lvl1pPr>
            <a:lvl2pPr lvl="1" rtl="0">
              <a:buNone/>
              <a:defRPr>
                <a:solidFill>
                  <a:schemeClr val="dk1"/>
                </a:solidFill>
                <a:latin typeface="Inter"/>
                <a:ea typeface="Inter"/>
                <a:cs typeface="Inter"/>
                <a:sym typeface="Inter"/>
              </a:defRPr>
            </a:lvl2pPr>
            <a:lvl3pPr lvl="2" rtl="0">
              <a:buNone/>
              <a:defRPr>
                <a:solidFill>
                  <a:schemeClr val="dk1"/>
                </a:solidFill>
                <a:latin typeface="Inter"/>
                <a:ea typeface="Inter"/>
                <a:cs typeface="Inter"/>
                <a:sym typeface="Inter"/>
              </a:defRPr>
            </a:lvl3pPr>
            <a:lvl4pPr lvl="3" rtl="0">
              <a:buNone/>
              <a:defRPr>
                <a:solidFill>
                  <a:schemeClr val="dk1"/>
                </a:solidFill>
                <a:latin typeface="Inter"/>
                <a:ea typeface="Inter"/>
                <a:cs typeface="Inter"/>
                <a:sym typeface="Inter"/>
              </a:defRPr>
            </a:lvl4pPr>
            <a:lvl5pPr lvl="4" rtl="0">
              <a:buNone/>
              <a:defRPr>
                <a:solidFill>
                  <a:schemeClr val="dk1"/>
                </a:solidFill>
                <a:latin typeface="Inter"/>
                <a:ea typeface="Inter"/>
                <a:cs typeface="Inter"/>
                <a:sym typeface="Inter"/>
              </a:defRPr>
            </a:lvl5pPr>
            <a:lvl6pPr lvl="5" rtl="0">
              <a:buNone/>
              <a:defRPr>
                <a:solidFill>
                  <a:schemeClr val="dk1"/>
                </a:solidFill>
                <a:latin typeface="Inter"/>
                <a:ea typeface="Inter"/>
                <a:cs typeface="Inter"/>
                <a:sym typeface="Inter"/>
              </a:defRPr>
            </a:lvl6pPr>
            <a:lvl7pPr lvl="6" rtl="0">
              <a:buNone/>
              <a:defRPr>
                <a:solidFill>
                  <a:schemeClr val="dk1"/>
                </a:solidFill>
                <a:latin typeface="Inter"/>
                <a:ea typeface="Inter"/>
                <a:cs typeface="Inter"/>
                <a:sym typeface="Inter"/>
              </a:defRPr>
            </a:lvl7pPr>
            <a:lvl8pPr lvl="7" rtl="0">
              <a:buNone/>
              <a:defRPr>
                <a:solidFill>
                  <a:schemeClr val="dk1"/>
                </a:solidFill>
                <a:latin typeface="Inter"/>
                <a:ea typeface="Inter"/>
                <a:cs typeface="Inter"/>
                <a:sym typeface="Inter"/>
              </a:defRPr>
            </a:lvl8pPr>
            <a:lvl9pPr lvl="8" rtl="0">
              <a:buNone/>
              <a:defRPr>
                <a:solidFill>
                  <a:schemeClr val="dk1"/>
                </a:solidFill>
                <a:latin typeface="Inter"/>
                <a:ea typeface="Inter"/>
                <a:cs typeface="Inter"/>
                <a:sym typeface="Inter"/>
              </a:defRPr>
            </a:lvl9pPr>
          </a:lstStyle>
          <a:p>
            <a:pPr indent="0" lvl="0" marL="0" rtl="0" algn="r">
              <a:spcBef>
                <a:spcPts val="0"/>
              </a:spcBef>
              <a:spcAft>
                <a:spcPts val="0"/>
              </a:spcAft>
              <a:buNone/>
            </a:pPr>
            <a:fld id="{00000000-1234-1234-1234-123412341234}" type="slidenum">
              <a:rPr lang="en"/>
              <a:t>‹#›</a:t>
            </a:fld>
            <a:endParaRPr/>
          </a:p>
        </p:txBody>
      </p:sp>
      <p:sp>
        <p:nvSpPr>
          <p:cNvPr id="591" name="Google Shape;591;p57"/>
          <p:cNvSpPr txBox="1"/>
          <p:nvPr>
            <p:ph idx="3" type="sldNum"/>
          </p:nvPr>
        </p:nvSpPr>
        <p:spPr>
          <a:xfrm>
            <a:off x="8474304" y="4417550"/>
            <a:ext cx="281700" cy="393600"/>
          </a:xfrm>
          <a:prstGeom prst="rect">
            <a:avLst/>
          </a:prstGeom>
        </p:spPr>
        <p:txBody>
          <a:bodyPr anchorCtr="0" anchor="ctr" bIns="91425" lIns="91425" spcFirstLastPara="1" rIns="91425" wrap="square" tIns="91425">
            <a:normAutofit/>
          </a:bodyPr>
          <a:lstStyle>
            <a:lvl1pPr lvl="0" rtl="0" algn="l">
              <a:buNone/>
              <a:defRPr sz="1108">
                <a:solidFill>
                  <a:srgbClr val="666666"/>
                </a:solidFill>
                <a:latin typeface="Inter"/>
                <a:ea typeface="Inter"/>
                <a:cs typeface="Inter"/>
                <a:sym typeface="Inter"/>
              </a:defRPr>
            </a:lvl1pPr>
            <a:lvl2pPr lvl="1" rtl="0" algn="l">
              <a:buNone/>
              <a:defRPr sz="1108">
                <a:solidFill>
                  <a:srgbClr val="666666"/>
                </a:solidFill>
                <a:latin typeface="Inter"/>
                <a:ea typeface="Inter"/>
                <a:cs typeface="Inter"/>
                <a:sym typeface="Inter"/>
              </a:defRPr>
            </a:lvl2pPr>
            <a:lvl3pPr lvl="2" rtl="0" algn="l">
              <a:buNone/>
              <a:defRPr sz="1108">
                <a:solidFill>
                  <a:srgbClr val="666666"/>
                </a:solidFill>
                <a:latin typeface="Inter"/>
                <a:ea typeface="Inter"/>
                <a:cs typeface="Inter"/>
                <a:sym typeface="Inter"/>
              </a:defRPr>
            </a:lvl3pPr>
            <a:lvl4pPr lvl="3" rtl="0" algn="l">
              <a:buNone/>
              <a:defRPr sz="1108">
                <a:solidFill>
                  <a:srgbClr val="666666"/>
                </a:solidFill>
                <a:latin typeface="Inter"/>
                <a:ea typeface="Inter"/>
                <a:cs typeface="Inter"/>
                <a:sym typeface="Inter"/>
              </a:defRPr>
            </a:lvl4pPr>
            <a:lvl5pPr lvl="4" rtl="0" algn="l">
              <a:buNone/>
              <a:defRPr sz="1108">
                <a:solidFill>
                  <a:srgbClr val="666666"/>
                </a:solidFill>
                <a:latin typeface="Inter"/>
                <a:ea typeface="Inter"/>
                <a:cs typeface="Inter"/>
                <a:sym typeface="Inter"/>
              </a:defRPr>
            </a:lvl5pPr>
            <a:lvl6pPr lvl="5" rtl="0" algn="l">
              <a:buNone/>
              <a:defRPr sz="1108">
                <a:solidFill>
                  <a:srgbClr val="666666"/>
                </a:solidFill>
                <a:latin typeface="Inter"/>
                <a:ea typeface="Inter"/>
                <a:cs typeface="Inter"/>
                <a:sym typeface="Inter"/>
              </a:defRPr>
            </a:lvl6pPr>
            <a:lvl7pPr lvl="6" rtl="0" algn="l">
              <a:buNone/>
              <a:defRPr sz="1108">
                <a:solidFill>
                  <a:srgbClr val="666666"/>
                </a:solidFill>
                <a:latin typeface="Inter"/>
                <a:ea typeface="Inter"/>
                <a:cs typeface="Inter"/>
                <a:sym typeface="Inter"/>
              </a:defRPr>
            </a:lvl7pPr>
            <a:lvl8pPr lvl="7" rtl="0" algn="l">
              <a:buNone/>
              <a:defRPr sz="1108">
                <a:solidFill>
                  <a:srgbClr val="666666"/>
                </a:solidFill>
                <a:latin typeface="Inter"/>
                <a:ea typeface="Inter"/>
                <a:cs typeface="Inter"/>
                <a:sym typeface="Inter"/>
              </a:defRPr>
            </a:lvl8pPr>
            <a:lvl9pPr lvl="8" rtl="0" algn="l">
              <a:buNone/>
              <a:defRPr sz="1108">
                <a:solidFill>
                  <a:srgbClr val="666666"/>
                </a:solidFill>
                <a:latin typeface="Inter"/>
                <a:ea typeface="Inter"/>
                <a:cs typeface="Inter"/>
                <a:sym typeface="Inter"/>
              </a:defRPr>
            </a:lvl9pPr>
          </a:lstStyle>
          <a:p>
            <a:pPr indent="0" lvl="0" marL="0" rtl="0" algn="l">
              <a:spcBef>
                <a:spcPts val="0"/>
              </a:spcBef>
              <a:spcAft>
                <a:spcPts val="0"/>
              </a:spcAft>
              <a:buNone/>
            </a:pPr>
            <a:r>
              <a:rPr lang="en"/>
              <a:t xml:space="preserve"> /</a:t>
            </a:r>
            <a:endParaRPr/>
          </a:p>
        </p:txBody>
      </p:sp>
    </p:spTree>
  </p:cSld>
  <p:clrMapOvr>
    <a:masterClrMapping/>
  </p:clrMapOvr>
</p:sldLayout>
</file>

<file path=ppt/slideLayouts/slideLayout5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2)">
  <p:cSld name="SECTION_TITLE_AND_DESCRIPTION_1">
    <p:spTree>
      <p:nvGrpSpPr>
        <p:cNvPr id="592" name="Shape 592"/>
        <p:cNvGrpSpPr/>
        <p:nvPr/>
      </p:nvGrpSpPr>
      <p:grpSpPr>
        <a:xfrm>
          <a:off x="0" y="0"/>
          <a:ext cx="0" cy="0"/>
          <a:chOff x="0" y="0"/>
          <a:chExt cx="0" cy="0"/>
        </a:xfrm>
      </p:grpSpPr>
      <p:sp>
        <p:nvSpPr>
          <p:cNvPr id="593" name="Google Shape;593;p58"/>
          <p:cNvSpPr txBox="1"/>
          <p:nvPr>
            <p:ph type="title"/>
          </p:nvPr>
        </p:nvSpPr>
        <p:spPr>
          <a:xfrm>
            <a:off x="656250" y="942850"/>
            <a:ext cx="7831500" cy="888900"/>
          </a:xfrm>
          <a:prstGeom prst="rect">
            <a:avLst/>
          </a:prstGeom>
        </p:spPr>
        <p:txBody>
          <a:bodyPr anchorCtr="0" anchor="b" bIns="91425" lIns="91425" spcFirstLastPara="1" rIns="91425" wrap="square" tIns="91425">
            <a:normAutofit/>
          </a:bodyPr>
          <a:lstStyle>
            <a:lvl1pPr lvl="0" rtl="0" algn="ctr">
              <a:spcBef>
                <a:spcPts val="0"/>
              </a:spcBef>
              <a:spcAft>
                <a:spcPts val="0"/>
              </a:spcAft>
              <a:buSzPts val="4200"/>
              <a:buFont typeface="Inter ExtraBold"/>
              <a:buNone/>
              <a:defRPr sz="4200">
                <a:latin typeface="Inter ExtraBold"/>
                <a:ea typeface="Inter ExtraBold"/>
                <a:cs typeface="Inter ExtraBold"/>
                <a:sym typeface="Inter ExtraBold"/>
              </a:defRPr>
            </a:lvl1pPr>
            <a:lvl2pPr lvl="1" rtl="0" algn="ctr">
              <a:spcBef>
                <a:spcPts val="0"/>
              </a:spcBef>
              <a:spcAft>
                <a:spcPts val="0"/>
              </a:spcAft>
              <a:buSzPts val="4200"/>
              <a:buNone/>
              <a:defRPr sz="4200"/>
            </a:lvl2pPr>
            <a:lvl3pPr lvl="2" rtl="0" algn="ctr">
              <a:spcBef>
                <a:spcPts val="0"/>
              </a:spcBef>
              <a:spcAft>
                <a:spcPts val="0"/>
              </a:spcAft>
              <a:buSzPts val="4200"/>
              <a:buNone/>
              <a:defRPr sz="4200"/>
            </a:lvl3pPr>
            <a:lvl4pPr lvl="3" rtl="0" algn="ctr">
              <a:spcBef>
                <a:spcPts val="0"/>
              </a:spcBef>
              <a:spcAft>
                <a:spcPts val="0"/>
              </a:spcAft>
              <a:buSzPts val="4200"/>
              <a:buNone/>
              <a:defRPr sz="4200"/>
            </a:lvl4pPr>
            <a:lvl5pPr lvl="4" rtl="0" algn="ctr">
              <a:spcBef>
                <a:spcPts val="0"/>
              </a:spcBef>
              <a:spcAft>
                <a:spcPts val="0"/>
              </a:spcAft>
              <a:buSzPts val="4200"/>
              <a:buNone/>
              <a:defRPr sz="4200"/>
            </a:lvl5pPr>
            <a:lvl6pPr lvl="5" rtl="0" algn="ctr">
              <a:spcBef>
                <a:spcPts val="0"/>
              </a:spcBef>
              <a:spcAft>
                <a:spcPts val="0"/>
              </a:spcAft>
              <a:buSzPts val="4200"/>
              <a:buNone/>
              <a:defRPr sz="4200"/>
            </a:lvl6pPr>
            <a:lvl7pPr lvl="6" rtl="0" algn="ctr">
              <a:spcBef>
                <a:spcPts val="0"/>
              </a:spcBef>
              <a:spcAft>
                <a:spcPts val="0"/>
              </a:spcAft>
              <a:buSzPts val="4200"/>
              <a:buNone/>
              <a:defRPr sz="4200"/>
            </a:lvl7pPr>
            <a:lvl8pPr lvl="7" rtl="0" algn="ctr">
              <a:spcBef>
                <a:spcPts val="0"/>
              </a:spcBef>
              <a:spcAft>
                <a:spcPts val="0"/>
              </a:spcAft>
              <a:buSzPts val="4200"/>
              <a:buNone/>
              <a:defRPr sz="4200"/>
            </a:lvl8pPr>
            <a:lvl9pPr lvl="8" rtl="0" algn="ctr">
              <a:spcBef>
                <a:spcPts val="0"/>
              </a:spcBef>
              <a:spcAft>
                <a:spcPts val="0"/>
              </a:spcAft>
              <a:buSzPts val="4200"/>
              <a:buNone/>
              <a:defRPr sz="4200"/>
            </a:lvl9pPr>
          </a:lstStyle>
          <a:p/>
        </p:txBody>
      </p:sp>
      <p:sp>
        <p:nvSpPr>
          <p:cNvPr id="594" name="Google Shape;594;p58"/>
          <p:cNvSpPr txBox="1"/>
          <p:nvPr>
            <p:ph idx="1" type="subTitle"/>
          </p:nvPr>
        </p:nvSpPr>
        <p:spPr>
          <a:xfrm>
            <a:off x="656250" y="1919425"/>
            <a:ext cx="7831500" cy="1896900"/>
          </a:xfrm>
          <a:prstGeom prst="rect">
            <a:avLst/>
          </a:prstGeom>
        </p:spPr>
        <p:txBody>
          <a:bodyPr anchorCtr="0" anchor="ctr" bIns="91425" lIns="91425" spcFirstLastPara="1" rIns="91425" wrap="square" tIns="91425">
            <a:normAutofit/>
          </a:bodyPr>
          <a:lstStyle>
            <a:lvl1pPr lvl="0" rtl="0" algn="ctr">
              <a:lnSpc>
                <a:spcPct val="100000"/>
              </a:lnSpc>
              <a:spcBef>
                <a:spcPts val="0"/>
              </a:spcBef>
              <a:spcAft>
                <a:spcPts val="0"/>
              </a:spcAft>
              <a:buClr>
                <a:srgbClr val="D9D9D9"/>
              </a:buClr>
              <a:buSzPts val="2100"/>
              <a:buNone/>
              <a:defRPr sz="2100">
                <a:solidFill>
                  <a:srgbClr val="D9D9D9"/>
                </a:solidFill>
              </a:defRPr>
            </a:lvl1pPr>
            <a:lvl2pPr lvl="1" rtl="0" algn="ctr">
              <a:lnSpc>
                <a:spcPct val="100000"/>
              </a:lnSpc>
              <a:spcBef>
                <a:spcPts val="0"/>
              </a:spcBef>
              <a:spcAft>
                <a:spcPts val="0"/>
              </a:spcAft>
              <a:buSzPts val="2100"/>
              <a:buNone/>
              <a:defRPr sz="2100"/>
            </a:lvl2pPr>
            <a:lvl3pPr lvl="2" rtl="0" algn="ctr">
              <a:lnSpc>
                <a:spcPct val="100000"/>
              </a:lnSpc>
              <a:spcBef>
                <a:spcPts val="0"/>
              </a:spcBef>
              <a:spcAft>
                <a:spcPts val="0"/>
              </a:spcAft>
              <a:buSzPts val="2100"/>
              <a:buNone/>
              <a:defRPr sz="2100"/>
            </a:lvl3pPr>
            <a:lvl4pPr lvl="3" rtl="0" algn="ctr">
              <a:lnSpc>
                <a:spcPct val="100000"/>
              </a:lnSpc>
              <a:spcBef>
                <a:spcPts val="0"/>
              </a:spcBef>
              <a:spcAft>
                <a:spcPts val="0"/>
              </a:spcAft>
              <a:buSzPts val="2100"/>
              <a:buNone/>
              <a:defRPr sz="2100"/>
            </a:lvl4pPr>
            <a:lvl5pPr lvl="4" rtl="0" algn="ctr">
              <a:lnSpc>
                <a:spcPct val="100000"/>
              </a:lnSpc>
              <a:spcBef>
                <a:spcPts val="0"/>
              </a:spcBef>
              <a:spcAft>
                <a:spcPts val="0"/>
              </a:spcAft>
              <a:buSzPts val="2100"/>
              <a:buNone/>
              <a:defRPr sz="2100"/>
            </a:lvl5pPr>
            <a:lvl6pPr lvl="5" rtl="0" algn="ctr">
              <a:lnSpc>
                <a:spcPct val="100000"/>
              </a:lnSpc>
              <a:spcBef>
                <a:spcPts val="0"/>
              </a:spcBef>
              <a:spcAft>
                <a:spcPts val="0"/>
              </a:spcAft>
              <a:buSzPts val="2100"/>
              <a:buNone/>
              <a:defRPr sz="2100"/>
            </a:lvl6pPr>
            <a:lvl7pPr lvl="6" rtl="0" algn="ctr">
              <a:lnSpc>
                <a:spcPct val="100000"/>
              </a:lnSpc>
              <a:spcBef>
                <a:spcPts val="0"/>
              </a:spcBef>
              <a:spcAft>
                <a:spcPts val="0"/>
              </a:spcAft>
              <a:buSzPts val="2100"/>
              <a:buNone/>
              <a:defRPr sz="2100"/>
            </a:lvl7pPr>
            <a:lvl8pPr lvl="7" rtl="0" algn="ctr">
              <a:lnSpc>
                <a:spcPct val="100000"/>
              </a:lnSpc>
              <a:spcBef>
                <a:spcPts val="0"/>
              </a:spcBef>
              <a:spcAft>
                <a:spcPts val="0"/>
              </a:spcAft>
              <a:buSzPts val="2100"/>
              <a:buNone/>
              <a:defRPr sz="2100"/>
            </a:lvl8pPr>
            <a:lvl9pPr lvl="8" rtl="0" algn="ctr">
              <a:lnSpc>
                <a:spcPct val="100000"/>
              </a:lnSpc>
              <a:spcBef>
                <a:spcPts val="0"/>
              </a:spcBef>
              <a:spcAft>
                <a:spcPts val="0"/>
              </a:spcAft>
              <a:buSzPts val="2100"/>
              <a:buNone/>
              <a:defRPr sz="2100"/>
            </a:lvl9pPr>
          </a:lstStyle>
          <a:p/>
        </p:txBody>
      </p:sp>
      <p:sp>
        <p:nvSpPr>
          <p:cNvPr id="595" name="Google Shape;595;p58"/>
          <p:cNvSpPr txBox="1"/>
          <p:nvPr>
            <p:ph idx="12" type="sldNum"/>
          </p:nvPr>
        </p:nvSpPr>
        <p:spPr>
          <a:xfrm>
            <a:off x="8140933" y="4417542"/>
            <a:ext cx="548700" cy="393600"/>
          </a:xfrm>
          <a:prstGeom prst="rect">
            <a:avLst/>
          </a:prstGeom>
        </p:spPr>
        <p:txBody>
          <a:bodyPr anchorCtr="0" anchor="ctr" bIns="91425" lIns="91425" spcFirstLastPara="1" rIns="91425" wrap="square" tIns="91425">
            <a:normAutofit/>
          </a:bodyPr>
          <a:lstStyle>
            <a:lvl1pPr lvl="0" rtl="0">
              <a:buNone/>
              <a:defRPr>
                <a:solidFill>
                  <a:schemeClr val="dk1"/>
                </a:solidFill>
                <a:latin typeface="Inter"/>
                <a:ea typeface="Inter"/>
                <a:cs typeface="Inter"/>
                <a:sym typeface="Inter"/>
              </a:defRPr>
            </a:lvl1pPr>
            <a:lvl2pPr lvl="1" rtl="0">
              <a:buNone/>
              <a:defRPr>
                <a:solidFill>
                  <a:schemeClr val="dk1"/>
                </a:solidFill>
                <a:latin typeface="Inter"/>
                <a:ea typeface="Inter"/>
                <a:cs typeface="Inter"/>
                <a:sym typeface="Inter"/>
              </a:defRPr>
            </a:lvl2pPr>
            <a:lvl3pPr lvl="2" rtl="0">
              <a:buNone/>
              <a:defRPr>
                <a:solidFill>
                  <a:schemeClr val="dk1"/>
                </a:solidFill>
                <a:latin typeface="Inter"/>
                <a:ea typeface="Inter"/>
                <a:cs typeface="Inter"/>
                <a:sym typeface="Inter"/>
              </a:defRPr>
            </a:lvl3pPr>
            <a:lvl4pPr lvl="3" rtl="0">
              <a:buNone/>
              <a:defRPr>
                <a:solidFill>
                  <a:schemeClr val="dk1"/>
                </a:solidFill>
                <a:latin typeface="Inter"/>
                <a:ea typeface="Inter"/>
                <a:cs typeface="Inter"/>
                <a:sym typeface="Inter"/>
              </a:defRPr>
            </a:lvl4pPr>
            <a:lvl5pPr lvl="4" rtl="0">
              <a:buNone/>
              <a:defRPr>
                <a:solidFill>
                  <a:schemeClr val="dk1"/>
                </a:solidFill>
                <a:latin typeface="Inter"/>
                <a:ea typeface="Inter"/>
                <a:cs typeface="Inter"/>
                <a:sym typeface="Inter"/>
              </a:defRPr>
            </a:lvl5pPr>
            <a:lvl6pPr lvl="5" rtl="0">
              <a:buNone/>
              <a:defRPr>
                <a:solidFill>
                  <a:schemeClr val="dk1"/>
                </a:solidFill>
                <a:latin typeface="Inter"/>
                <a:ea typeface="Inter"/>
                <a:cs typeface="Inter"/>
                <a:sym typeface="Inter"/>
              </a:defRPr>
            </a:lvl6pPr>
            <a:lvl7pPr lvl="6" rtl="0">
              <a:buNone/>
              <a:defRPr>
                <a:solidFill>
                  <a:schemeClr val="dk1"/>
                </a:solidFill>
                <a:latin typeface="Inter"/>
                <a:ea typeface="Inter"/>
                <a:cs typeface="Inter"/>
                <a:sym typeface="Inter"/>
              </a:defRPr>
            </a:lvl7pPr>
            <a:lvl8pPr lvl="7" rtl="0">
              <a:buNone/>
              <a:defRPr>
                <a:solidFill>
                  <a:schemeClr val="dk1"/>
                </a:solidFill>
                <a:latin typeface="Inter"/>
                <a:ea typeface="Inter"/>
                <a:cs typeface="Inter"/>
                <a:sym typeface="Inter"/>
              </a:defRPr>
            </a:lvl8pPr>
            <a:lvl9pPr lvl="8" rtl="0">
              <a:buNone/>
              <a:defRPr>
                <a:solidFill>
                  <a:schemeClr val="dk1"/>
                </a:solidFill>
                <a:latin typeface="Inter"/>
                <a:ea typeface="Inter"/>
                <a:cs typeface="Inter"/>
                <a:sym typeface="Inter"/>
              </a:defRPr>
            </a:lvl9pPr>
          </a:lstStyle>
          <a:p>
            <a:pPr indent="0" lvl="0" marL="0" rtl="0" algn="r">
              <a:spcBef>
                <a:spcPts val="0"/>
              </a:spcBef>
              <a:spcAft>
                <a:spcPts val="0"/>
              </a:spcAft>
              <a:buNone/>
            </a:pPr>
            <a:fld id="{00000000-1234-1234-1234-123412341234}" type="slidenum">
              <a:rPr lang="en"/>
              <a:t>‹#›</a:t>
            </a:fld>
            <a:endParaRPr/>
          </a:p>
        </p:txBody>
      </p:sp>
      <p:sp>
        <p:nvSpPr>
          <p:cNvPr id="596" name="Google Shape;596;p58"/>
          <p:cNvSpPr txBox="1"/>
          <p:nvPr>
            <p:ph idx="2" type="sldNum"/>
          </p:nvPr>
        </p:nvSpPr>
        <p:spPr>
          <a:xfrm>
            <a:off x="7704106" y="4417550"/>
            <a:ext cx="777600" cy="393600"/>
          </a:xfrm>
          <a:prstGeom prst="rect">
            <a:avLst/>
          </a:prstGeom>
        </p:spPr>
        <p:txBody>
          <a:bodyPr anchorCtr="0" anchor="ctr" bIns="91425" lIns="91425" spcFirstLastPara="1" rIns="91425" wrap="square" tIns="91425">
            <a:normAutofit/>
          </a:bodyPr>
          <a:lstStyle>
            <a:lvl1pPr lvl="0" rtl="0">
              <a:buNone/>
              <a:defRPr>
                <a:solidFill>
                  <a:schemeClr val="dk1"/>
                </a:solidFill>
                <a:latin typeface="Inter"/>
                <a:ea typeface="Inter"/>
                <a:cs typeface="Inter"/>
                <a:sym typeface="Inter"/>
              </a:defRPr>
            </a:lvl1pPr>
            <a:lvl2pPr lvl="1" rtl="0">
              <a:buNone/>
              <a:defRPr>
                <a:solidFill>
                  <a:schemeClr val="dk1"/>
                </a:solidFill>
                <a:latin typeface="Inter"/>
                <a:ea typeface="Inter"/>
                <a:cs typeface="Inter"/>
                <a:sym typeface="Inter"/>
              </a:defRPr>
            </a:lvl2pPr>
            <a:lvl3pPr lvl="2" rtl="0">
              <a:buNone/>
              <a:defRPr>
                <a:solidFill>
                  <a:schemeClr val="dk1"/>
                </a:solidFill>
                <a:latin typeface="Inter"/>
                <a:ea typeface="Inter"/>
                <a:cs typeface="Inter"/>
                <a:sym typeface="Inter"/>
              </a:defRPr>
            </a:lvl3pPr>
            <a:lvl4pPr lvl="3" rtl="0">
              <a:buNone/>
              <a:defRPr>
                <a:solidFill>
                  <a:schemeClr val="dk1"/>
                </a:solidFill>
                <a:latin typeface="Inter"/>
                <a:ea typeface="Inter"/>
                <a:cs typeface="Inter"/>
                <a:sym typeface="Inter"/>
              </a:defRPr>
            </a:lvl4pPr>
            <a:lvl5pPr lvl="4" rtl="0">
              <a:buNone/>
              <a:defRPr>
                <a:solidFill>
                  <a:schemeClr val="dk1"/>
                </a:solidFill>
                <a:latin typeface="Inter"/>
                <a:ea typeface="Inter"/>
                <a:cs typeface="Inter"/>
                <a:sym typeface="Inter"/>
              </a:defRPr>
            </a:lvl5pPr>
            <a:lvl6pPr lvl="5" rtl="0">
              <a:buNone/>
              <a:defRPr>
                <a:solidFill>
                  <a:schemeClr val="dk1"/>
                </a:solidFill>
                <a:latin typeface="Inter"/>
                <a:ea typeface="Inter"/>
                <a:cs typeface="Inter"/>
                <a:sym typeface="Inter"/>
              </a:defRPr>
            </a:lvl6pPr>
            <a:lvl7pPr lvl="6" rtl="0">
              <a:buNone/>
              <a:defRPr>
                <a:solidFill>
                  <a:schemeClr val="dk1"/>
                </a:solidFill>
                <a:latin typeface="Inter"/>
                <a:ea typeface="Inter"/>
                <a:cs typeface="Inter"/>
                <a:sym typeface="Inter"/>
              </a:defRPr>
            </a:lvl7pPr>
            <a:lvl8pPr lvl="7" rtl="0">
              <a:buNone/>
              <a:defRPr>
                <a:solidFill>
                  <a:schemeClr val="dk1"/>
                </a:solidFill>
                <a:latin typeface="Inter"/>
                <a:ea typeface="Inter"/>
                <a:cs typeface="Inter"/>
                <a:sym typeface="Inter"/>
              </a:defRPr>
            </a:lvl8pPr>
            <a:lvl9pPr lvl="8" rtl="0">
              <a:buNone/>
              <a:defRPr>
                <a:solidFill>
                  <a:schemeClr val="dk1"/>
                </a:solidFill>
                <a:latin typeface="Inter"/>
                <a:ea typeface="Inter"/>
                <a:cs typeface="Inter"/>
                <a:sym typeface="Inter"/>
              </a:defRPr>
            </a:lvl9pPr>
          </a:lstStyle>
          <a:p>
            <a:pPr indent="0" lvl="0" marL="0" rtl="0" algn="r">
              <a:spcBef>
                <a:spcPts val="0"/>
              </a:spcBef>
              <a:spcAft>
                <a:spcPts val="0"/>
              </a:spcAft>
              <a:buNone/>
            </a:pPr>
            <a:r>
              <a:rPr lang="en"/>
              <a:t>Slide /</a:t>
            </a:r>
            <a:endParaRPr/>
          </a:p>
        </p:txBody>
      </p:sp>
      <p:pic>
        <p:nvPicPr>
          <p:cNvPr id="597" name="Google Shape;597;p58"/>
          <p:cNvPicPr preferRelativeResize="0"/>
          <p:nvPr/>
        </p:nvPicPr>
        <p:blipFill>
          <a:blip r:embed="rId2">
            <a:alphaModFix/>
          </a:blip>
          <a:stretch>
            <a:fillRect/>
          </a:stretch>
        </p:blipFill>
        <p:spPr>
          <a:xfrm>
            <a:off x="457529" y="4543025"/>
            <a:ext cx="950976" cy="142646"/>
          </a:xfrm>
          <a:prstGeom prst="rect">
            <a:avLst/>
          </a:prstGeom>
          <a:noFill/>
          <a:ln>
            <a:noFill/>
          </a:ln>
        </p:spPr>
      </p:pic>
      <p:sp>
        <p:nvSpPr>
          <p:cNvPr id="598" name="Google Shape;598;p58"/>
          <p:cNvSpPr txBox="1"/>
          <p:nvPr>
            <p:ph idx="3" type="sldNum"/>
          </p:nvPr>
        </p:nvSpPr>
        <p:spPr>
          <a:xfrm>
            <a:off x="8096041" y="4417542"/>
            <a:ext cx="548700" cy="393600"/>
          </a:xfrm>
          <a:prstGeom prst="rect">
            <a:avLst/>
          </a:prstGeom>
        </p:spPr>
        <p:txBody>
          <a:bodyPr anchorCtr="0" anchor="ctr" bIns="91425" lIns="91425" spcFirstLastPara="1" rIns="91425" wrap="square" tIns="91425">
            <a:normAutofit/>
          </a:bodyPr>
          <a:lstStyle>
            <a:lvl1pPr lvl="0" rtl="0">
              <a:buNone/>
              <a:defRPr>
                <a:solidFill>
                  <a:schemeClr val="lt1"/>
                </a:solidFill>
                <a:latin typeface="Inter"/>
                <a:ea typeface="Inter"/>
                <a:cs typeface="Inter"/>
                <a:sym typeface="Inter"/>
              </a:defRPr>
            </a:lvl1pPr>
            <a:lvl2pPr lvl="1" rtl="0">
              <a:buNone/>
              <a:defRPr>
                <a:solidFill>
                  <a:schemeClr val="lt1"/>
                </a:solidFill>
                <a:latin typeface="Inter"/>
                <a:ea typeface="Inter"/>
                <a:cs typeface="Inter"/>
                <a:sym typeface="Inter"/>
              </a:defRPr>
            </a:lvl2pPr>
            <a:lvl3pPr lvl="2" rtl="0">
              <a:buNone/>
              <a:defRPr>
                <a:solidFill>
                  <a:schemeClr val="lt1"/>
                </a:solidFill>
                <a:latin typeface="Inter"/>
                <a:ea typeface="Inter"/>
                <a:cs typeface="Inter"/>
                <a:sym typeface="Inter"/>
              </a:defRPr>
            </a:lvl3pPr>
            <a:lvl4pPr lvl="3" rtl="0">
              <a:buNone/>
              <a:defRPr>
                <a:solidFill>
                  <a:schemeClr val="lt1"/>
                </a:solidFill>
                <a:latin typeface="Inter"/>
                <a:ea typeface="Inter"/>
                <a:cs typeface="Inter"/>
                <a:sym typeface="Inter"/>
              </a:defRPr>
            </a:lvl4pPr>
            <a:lvl5pPr lvl="4" rtl="0">
              <a:buNone/>
              <a:defRPr>
                <a:solidFill>
                  <a:schemeClr val="lt1"/>
                </a:solidFill>
                <a:latin typeface="Inter"/>
                <a:ea typeface="Inter"/>
                <a:cs typeface="Inter"/>
                <a:sym typeface="Inter"/>
              </a:defRPr>
            </a:lvl5pPr>
            <a:lvl6pPr lvl="5" rtl="0">
              <a:buNone/>
              <a:defRPr>
                <a:solidFill>
                  <a:schemeClr val="lt1"/>
                </a:solidFill>
                <a:latin typeface="Inter"/>
                <a:ea typeface="Inter"/>
                <a:cs typeface="Inter"/>
                <a:sym typeface="Inter"/>
              </a:defRPr>
            </a:lvl6pPr>
            <a:lvl7pPr lvl="6" rtl="0">
              <a:buNone/>
              <a:defRPr>
                <a:solidFill>
                  <a:schemeClr val="lt1"/>
                </a:solidFill>
                <a:latin typeface="Inter"/>
                <a:ea typeface="Inter"/>
                <a:cs typeface="Inter"/>
                <a:sym typeface="Inter"/>
              </a:defRPr>
            </a:lvl7pPr>
            <a:lvl8pPr lvl="7" rtl="0">
              <a:buNone/>
              <a:defRPr>
                <a:solidFill>
                  <a:schemeClr val="lt1"/>
                </a:solidFill>
                <a:latin typeface="Inter"/>
                <a:ea typeface="Inter"/>
                <a:cs typeface="Inter"/>
                <a:sym typeface="Inter"/>
              </a:defRPr>
            </a:lvl8pPr>
            <a:lvl9pPr lvl="8" rtl="0">
              <a:buNone/>
              <a:defRPr>
                <a:solidFill>
                  <a:schemeClr val="lt1"/>
                </a:solidFill>
                <a:latin typeface="Inter"/>
                <a:ea typeface="Inter"/>
                <a:cs typeface="Inter"/>
                <a:sym typeface="Inter"/>
              </a:defRPr>
            </a:lvl9pPr>
          </a:lstStyle>
          <a:p>
            <a:pPr indent="0" lvl="0" marL="0" rtl="0" algn="r">
              <a:spcBef>
                <a:spcPts val="0"/>
              </a:spcBef>
              <a:spcAft>
                <a:spcPts val="0"/>
              </a:spcAft>
              <a:buNone/>
            </a:pPr>
            <a:fld id="{00000000-1234-1234-1234-123412341234}" type="slidenum">
              <a:rPr lang="en"/>
              <a:t>‹#›</a:t>
            </a:fld>
            <a:endParaRPr/>
          </a:p>
        </p:txBody>
      </p:sp>
      <p:sp>
        <p:nvSpPr>
          <p:cNvPr id="599" name="Google Shape;599;p58"/>
          <p:cNvSpPr txBox="1"/>
          <p:nvPr>
            <p:ph idx="4" type="sldNum"/>
          </p:nvPr>
        </p:nvSpPr>
        <p:spPr>
          <a:xfrm>
            <a:off x="8474304" y="4417550"/>
            <a:ext cx="281700" cy="393600"/>
          </a:xfrm>
          <a:prstGeom prst="rect">
            <a:avLst/>
          </a:prstGeom>
        </p:spPr>
        <p:txBody>
          <a:bodyPr anchorCtr="0" anchor="ctr" bIns="91425" lIns="91425" spcFirstLastPara="1" rIns="91425" wrap="square" tIns="91425">
            <a:normAutofit/>
          </a:bodyPr>
          <a:lstStyle>
            <a:lvl1pPr lvl="0" rtl="0" algn="l">
              <a:buNone/>
              <a:defRPr sz="1108">
                <a:solidFill>
                  <a:srgbClr val="666666"/>
                </a:solidFill>
                <a:latin typeface="Inter"/>
                <a:ea typeface="Inter"/>
                <a:cs typeface="Inter"/>
                <a:sym typeface="Inter"/>
              </a:defRPr>
            </a:lvl1pPr>
            <a:lvl2pPr lvl="1" rtl="0" algn="l">
              <a:buNone/>
              <a:defRPr sz="1108">
                <a:solidFill>
                  <a:srgbClr val="666666"/>
                </a:solidFill>
                <a:latin typeface="Inter"/>
                <a:ea typeface="Inter"/>
                <a:cs typeface="Inter"/>
                <a:sym typeface="Inter"/>
              </a:defRPr>
            </a:lvl2pPr>
            <a:lvl3pPr lvl="2" rtl="0" algn="l">
              <a:buNone/>
              <a:defRPr sz="1108">
                <a:solidFill>
                  <a:srgbClr val="666666"/>
                </a:solidFill>
                <a:latin typeface="Inter"/>
                <a:ea typeface="Inter"/>
                <a:cs typeface="Inter"/>
                <a:sym typeface="Inter"/>
              </a:defRPr>
            </a:lvl3pPr>
            <a:lvl4pPr lvl="3" rtl="0" algn="l">
              <a:buNone/>
              <a:defRPr sz="1108">
                <a:solidFill>
                  <a:srgbClr val="666666"/>
                </a:solidFill>
                <a:latin typeface="Inter"/>
                <a:ea typeface="Inter"/>
                <a:cs typeface="Inter"/>
                <a:sym typeface="Inter"/>
              </a:defRPr>
            </a:lvl4pPr>
            <a:lvl5pPr lvl="4" rtl="0" algn="l">
              <a:buNone/>
              <a:defRPr sz="1108">
                <a:solidFill>
                  <a:srgbClr val="666666"/>
                </a:solidFill>
                <a:latin typeface="Inter"/>
                <a:ea typeface="Inter"/>
                <a:cs typeface="Inter"/>
                <a:sym typeface="Inter"/>
              </a:defRPr>
            </a:lvl5pPr>
            <a:lvl6pPr lvl="5" rtl="0" algn="l">
              <a:buNone/>
              <a:defRPr sz="1108">
                <a:solidFill>
                  <a:srgbClr val="666666"/>
                </a:solidFill>
                <a:latin typeface="Inter"/>
                <a:ea typeface="Inter"/>
                <a:cs typeface="Inter"/>
                <a:sym typeface="Inter"/>
              </a:defRPr>
            </a:lvl6pPr>
            <a:lvl7pPr lvl="6" rtl="0" algn="l">
              <a:buNone/>
              <a:defRPr sz="1108">
                <a:solidFill>
                  <a:srgbClr val="666666"/>
                </a:solidFill>
                <a:latin typeface="Inter"/>
                <a:ea typeface="Inter"/>
                <a:cs typeface="Inter"/>
                <a:sym typeface="Inter"/>
              </a:defRPr>
            </a:lvl7pPr>
            <a:lvl8pPr lvl="7" rtl="0" algn="l">
              <a:buNone/>
              <a:defRPr sz="1108">
                <a:solidFill>
                  <a:srgbClr val="666666"/>
                </a:solidFill>
                <a:latin typeface="Inter"/>
                <a:ea typeface="Inter"/>
                <a:cs typeface="Inter"/>
                <a:sym typeface="Inter"/>
              </a:defRPr>
            </a:lvl8pPr>
            <a:lvl9pPr lvl="8" rtl="0" algn="l">
              <a:buNone/>
              <a:defRPr sz="1108">
                <a:solidFill>
                  <a:srgbClr val="666666"/>
                </a:solidFill>
                <a:latin typeface="Inter"/>
                <a:ea typeface="Inter"/>
                <a:cs typeface="Inter"/>
                <a:sym typeface="Inter"/>
              </a:defRPr>
            </a:lvl9pPr>
          </a:lstStyle>
          <a:p>
            <a:pPr indent="0" lvl="0" marL="0" rtl="0" algn="l">
              <a:spcBef>
                <a:spcPts val="0"/>
              </a:spcBef>
              <a:spcAft>
                <a:spcPts val="0"/>
              </a:spcAft>
              <a:buNone/>
            </a:pPr>
            <a:r>
              <a:rPr lang="en"/>
              <a:t xml:space="preserve"> /</a:t>
            </a:r>
            <a:endParaRPr/>
          </a:p>
        </p:txBody>
      </p:sp>
    </p:spTree>
  </p:cSld>
  <p:clrMapOvr>
    <a:masterClrMapping/>
  </p:clrMapOvr>
</p:sldLayout>
</file>

<file path=ppt/slideLayouts/slideLayout5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1)">
  <p:cSld name="SECTION_TITLE_AND_DESCRIPTION_1_1">
    <p:spTree>
      <p:nvGrpSpPr>
        <p:cNvPr id="600" name="Shape 600"/>
        <p:cNvGrpSpPr/>
        <p:nvPr/>
      </p:nvGrpSpPr>
      <p:grpSpPr>
        <a:xfrm>
          <a:off x="0" y="0"/>
          <a:ext cx="0" cy="0"/>
          <a:chOff x="0" y="0"/>
          <a:chExt cx="0" cy="0"/>
        </a:xfrm>
      </p:grpSpPr>
      <p:sp>
        <p:nvSpPr>
          <p:cNvPr id="601" name="Google Shape;601;p59"/>
          <p:cNvSpPr txBox="1"/>
          <p:nvPr>
            <p:ph type="title"/>
          </p:nvPr>
        </p:nvSpPr>
        <p:spPr>
          <a:xfrm>
            <a:off x="656250" y="942850"/>
            <a:ext cx="7831500" cy="888900"/>
          </a:xfrm>
          <a:prstGeom prst="rect">
            <a:avLst/>
          </a:prstGeom>
        </p:spPr>
        <p:txBody>
          <a:bodyPr anchorCtr="0" anchor="b" bIns="91425" lIns="91425" spcFirstLastPara="1" rIns="91425" wrap="square" tIns="91425">
            <a:normAutofit/>
          </a:bodyPr>
          <a:lstStyle>
            <a:lvl1pPr lvl="0" rtl="0" algn="ctr">
              <a:spcBef>
                <a:spcPts val="0"/>
              </a:spcBef>
              <a:spcAft>
                <a:spcPts val="0"/>
              </a:spcAft>
              <a:buSzPts val="4200"/>
              <a:buFont typeface="Inter ExtraBold"/>
              <a:buNone/>
              <a:defRPr sz="4200">
                <a:latin typeface="Inter ExtraBold"/>
                <a:ea typeface="Inter ExtraBold"/>
                <a:cs typeface="Inter ExtraBold"/>
                <a:sym typeface="Inter ExtraBold"/>
              </a:defRPr>
            </a:lvl1pPr>
            <a:lvl2pPr lvl="1" rtl="0" algn="ctr">
              <a:spcBef>
                <a:spcPts val="0"/>
              </a:spcBef>
              <a:spcAft>
                <a:spcPts val="0"/>
              </a:spcAft>
              <a:buSzPts val="4200"/>
              <a:buNone/>
              <a:defRPr sz="4200"/>
            </a:lvl2pPr>
            <a:lvl3pPr lvl="2" rtl="0" algn="ctr">
              <a:spcBef>
                <a:spcPts val="0"/>
              </a:spcBef>
              <a:spcAft>
                <a:spcPts val="0"/>
              </a:spcAft>
              <a:buSzPts val="4200"/>
              <a:buNone/>
              <a:defRPr sz="4200"/>
            </a:lvl3pPr>
            <a:lvl4pPr lvl="3" rtl="0" algn="ctr">
              <a:spcBef>
                <a:spcPts val="0"/>
              </a:spcBef>
              <a:spcAft>
                <a:spcPts val="0"/>
              </a:spcAft>
              <a:buSzPts val="4200"/>
              <a:buNone/>
              <a:defRPr sz="4200"/>
            </a:lvl4pPr>
            <a:lvl5pPr lvl="4" rtl="0" algn="ctr">
              <a:spcBef>
                <a:spcPts val="0"/>
              </a:spcBef>
              <a:spcAft>
                <a:spcPts val="0"/>
              </a:spcAft>
              <a:buSzPts val="4200"/>
              <a:buNone/>
              <a:defRPr sz="4200"/>
            </a:lvl5pPr>
            <a:lvl6pPr lvl="5" rtl="0" algn="ctr">
              <a:spcBef>
                <a:spcPts val="0"/>
              </a:spcBef>
              <a:spcAft>
                <a:spcPts val="0"/>
              </a:spcAft>
              <a:buSzPts val="4200"/>
              <a:buNone/>
              <a:defRPr sz="4200"/>
            </a:lvl6pPr>
            <a:lvl7pPr lvl="6" rtl="0" algn="ctr">
              <a:spcBef>
                <a:spcPts val="0"/>
              </a:spcBef>
              <a:spcAft>
                <a:spcPts val="0"/>
              </a:spcAft>
              <a:buSzPts val="4200"/>
              <a:buNone/>
              <a:defRPr sz="4200"/>
            </a:lvl7pPr>
            <a:lvl8pPr lvl="7" rtl="0" algn="ctr">
              <a:spcBef>
                <a:spcPts val="0"/>
              </a:spcBef>
              <a:spcAft>
                <a:spcPts val="0"/>
              </a:spcAft>
              <a:buSzPts val="4200"/>
              <a:buNone/>
              <a:defRPr sz="4200"/>
            </a:lvl8pPr>
            <a:lvl9pPr lvl="8" rtl="0" algn="ctr">
              <a:spcBef>
                <a:spcPts val="0"/>
              </a:spcBef>
              <a:spcAft>
                <a:spcPts val="0"/>
              </a:spcAft>
              <a:buSzPts val="4200"/>
              <a:buNone/>
              <a:defRPr sz="4200"/>
            </a:lvl9pPr>
          </a:lstStyle>
          <a:p/>
        </p:txBody>
      </p:sp>
      <p:sp>
        <p:nvSpPr>
          <p:cNvPr id="602" name="Google Shape;602;p59"/>
          <p:cNvSpPr txBox="1"/>
          <p:nvPr>
            <p:ph idx="1" type="subTitle"/>
          </p:nvPr>
        </p:nvSpPr>
        <p:spPr>
          <a:xfrm>
            <a:off x="656250" y="1919425"/>
            <a:ext cx="7831500" cy="1896900"/>
          </a:xfrm>
          <a:prstGeom prst="rect">
            <a:avLst/>
          </a:prstGeom>
        </p:spPr>
        <p:txBody>
          <a:bodyPr anchorCtr="0" anchor="ctr" bIns="91425" lIns="91425" spcFirstLastPara="1" rIns="91425" wrap="square" tIns="91425">
            <a:normAutofit/>
          </a:bodyPr>
          <a:lstStyle>
            <a:lvl1pPr lvl="0" rtl="0" algn="ctr">
              <a:lnSpc>
                <a:spcPct val="100000"/>
              </a:lnSpc>
              <a:spcBef>
                <a:spcPts val="0"/>
              </a:spcBef>
              <a:spcAft>
                <a:spcPts val="0"/>
              </a:spcAft>
              <a:buClr>
                <a:srgbClr val="D9D9D9"/>
              </a:buClr>
              <a:buSzPts val="2100"/>
              <a:buNone/>
              <a:defRPr sz="2100">
                <a:solidFill>
                  <a:srgbClr val="D9D9D9"/>
                </a:solidFill>
              </a:defRPr>
            </a:lvl1pPr>
            <a:lvl2pPr lvl="1" rtl="0" algn="ctr">
              <a:lnSpc>
                <a:spcPct val="100000"/>
              </a:lnSpc>
              <a:spcBef>
                <a:spcPts val="0"/>
              </a:spcBef>
              <a:spcAft>
                <a:spcPts val="0"/>
              </a:spcAft>
              <a:buSzPts val="2100"/>
              <a:buNone/>
              <a:defRPr sz="2100"/>
            </a:lvl2pPr>
            <a:lvl3pPr lvl="2" rtl="0" algn="ctr">
              <a:lnSpc>
                <a:spcPct val="100000"/>
              </a:lnSpc>
              <a:spcBef>
                <a:spcPts val="0"/>
              </a:spcBef>
              <a:spcAft>
                <a:spcPts val="0"/>
              </a:spcAft>
              <a:buSzPts val="2100"/>
              <a:buNone/>
              <a:defRPr sz="2100"/>
            </a:lvl3pPr>
            <a:lvl4pPr lvl="3" rtl="0" algn="ctr">
              <a:lnSpc>
                <a:spcPct val="100000"/>
              </a:lnSpc>
              <a:spcBef>
                <a:spcPts val="0"/>
              </a:spcBef>
              <a:spcAft>
                <a:spcPts val="0"/>
              </a:spcAft>
              <a:buSzPts val="2100"/>
              <a:buNone/>
              <a:defRPr sz="2100"/>
            </a:lvl4pPr>
            <a:lvl5pPr lvl="4" rtl="0" algn="ctr">
              <a:lnSpc>
                <a:spcPct val="100000"/>
              </a:lnSpc>
              <a:spcBef>
                <a:spcPts val="0"/>
              </a:spcBef>
              <a:spcAft>
                <a:spcPts val="0"/>
              </a:spcAft>
              <a:buSzPts val="2100"/>
              <a:buNone/>
              <a:defRPr sz="2100"/>
            </a:lvl5pPr>
            <a:lvl6pPr lvl="5" rtl="0" algn="ctr">
              <a:lnSpc>
                <a:spcPct val="100000"/>
              </a:lnSpc>
              <a:spcBef>
                <a:spcPts val="0"/>
              </a:spcBef>
              <a:spcAft>
                <a:spcPts val="0"/>
              </a:spcAft>
              <a:buSzPts val="2100"/>
              <a:buNone/>
              <a:defRPr sz="2100"/>
            </a:lvl6pPr>
            <a:lvl7pPr lvl="6" rtl="0" algn="ctr">
              <a:lnSpc>
                <a:spcPct val="100000"/>
              </a:lnSpc>
              <a:spcBef>
                <a:spcPts val="0"/>
              </a:spcBef>
              <a:spcAft>
                <a:spcPts val="0"/>
              </a:spcAft>
              <a:buSzPts val="2100"/>
              <a:buNone/>
              <a:defRPr sz="2100"/>
            </a:lvl7pPr>
            <a:lvl8pPr lvl="7" rtl="0" algn="ctr">
              <a:lnSpc>
                <a:spcPct val="100000"/>
              </a:lnSpc>
              <a:spcBef>
                <a:spcPts val="0"/>
              </a:spcBef>
              <a:spcAft>
                <a:spcPts val="0"/>
              </a:spcAft>
              <a:buSzPts val="2100"/>
              <a:buNone/>
              <a:defRPr sz="2100"/>
            </a:lvl8pPr>
            <a:lvl9pPr lvl="8" rtl="0" algn="ctr">
              <a:lnSpc>
                <a:spcPct val="100000"/>
              </a:lnSpc>
              <a:spcBef>
                <a:spcPts val="0"/>
              </a:spcBef>
              <a:spcAft>
                <a:spcPts val="0"/>
              </a:spcAft>
              <a:buSzPts val="2100"/>
              <a:buNone/>
              <a:defRPr sz="2100"/>
            </a:lvl9pPr>
          </a:lstStyle>
          <a:p/>
        </p:txBody>
      </p:sp>
      <p:sp>
        <p:nvSpPr>
          <p:cNvPr id="603" name="Google Shape;603;p59"/>
          <p:cNvSpPr txBox="1"/>
          <p:nvPr>
            <p:ph idx="12" type="sldNum"/>
          </p:nvPr>
        </p:nvSpPr>
        <p:spPr>
          <a:xfrm>
            <a:off x="8140933" y="4417542"/>
            <a:ext cx="548700" cy="393600"/>
          </a:xfrm>
          <a:prstGeom prst="rect">
            <a:avLst/>
          </a:prstGeom>
        </p:spPr>
        <p:txBody>
          <a:bodyPr anchorCtr="0" anchor="ctr" bIns="91425" lIns="91425" spcFirstLastPara="1" rIns="91425" wrap="square" tIns="91425">
            <a:normAutofit/>
          </a:bodyPr>
          <a:lstStyle>
            <a:lvl1pPr lvl="0" rtl="0">
              <a:buNone/>
              <a:defRPr>
                <a:solidFill>
                  <a:schemeClr val="dk1"/>
                </a:solidFill>
                <a:latin typeface="Inter"/>
                <a:ea typeface="Inter"/>
                <a:cs typeface="Inter"/>
                <a:sym typeface="Inter"/>
              </a:defRPr>
            </a:lvl1pPr>
            <a:lvl2pPr lvl="1" rtl="0">
              <a:buNone/>
              <a:defRPr>
                <a:solidFill>
                  <a:schemeClr val="dk1"/>
                </a:solidFill>
                <a:latin typeface="Inter"/>
                <a:ea typeface="Inter"/>
                <a:cs typeface="Inter"/>
                <a:sym typeface="Inter"/>
              </a:defRPr>
            </a:lvl2pPr>
            <a:lvl3pPr lvl="2" rtl="0">
              <a:buNone/>
              <a:defRPr>
                <a:solidFill>
                  <a:schemeClr val="dk1"/>
                </a:solidFill>
                <a:latin typeface="Inter"/>
                <a:ea typeface="Inter"/>
                <a:cs typeface="Inter"/>
                <a:sym typeface="Inter"/>
              </a:defRPr>
            </a:lvl3pPr>
            <a:lvl4pPr lvl="3" rtl="0">
              <a:buNone/>
              <a:defRPr>
                <a:solidFill>
                  <a:schemeClr val="dk1"/>
                </a:solidFill>
                <a:latin typeface="Inter"/>
                <a:ea typeface="Inter"/>
                <a:cs typeface="Inter"/>
                <a:sym typeface="Inter"/>
              </a:defRPr>
            </a:lvl4pPr>
            <a:lvl5pPr lvl="4" rtl="0">
              <a:buNone/>
              <a:defRPr>
                <a:solidFill>
                  <a:schemeClr val="dk1"/>
                </a:solidFill>
                <a:latin typeface="Inter"/>
                <a:ea typeface="Inter"/>
                <a:cs typeface="Inter"/>
                <a:sym typeface="Inter"/>
              </a:defRPr>
            </a:lvl5pPr>
            <a:lvl6pPr lvl="5" rtl="0">
              <a:buNone/>
              <a:defRPr>
                <a:solidFill>
                  <a:schemeClr val="dk1"/>
                </a:solidFill>
                <a:latin typeface="Inter"/>
                <a:ea typeface="Inter"/>
                <a:cs typeface="Inter"/>
                <a:sym typeface="Inter"/>
              </a:defRPr>
            </a:lvl6pPr>
            <a:lvl7pPr lvl="6" rtl="0">
              <a:buNone/>
              <a:defRPr>
                <a:solidFill>
                  <a:schemeClr val="dk1"/>
                </a:solidFill>
                <a:latin typeface="Inter"/>
                <a:ea typeface="Inter"/>
                <a:cs typeface="Inter"/>
                <a:sym typeface="Inter"/>
              </a:defRPr>
            </a:lvl7pPr>
            <a:lvl8pPr lvl="7" rtl="0">
              <a:buNone/>
              <a:defRPr>
                <a:solidFill>
                  <a:schemeClr val="dk1"/>
                </a:solidFill>
                <a:latin typeface="Inter"/>
                <a:ea typeface="Inter"/>
                <a:cs typeface="Inter"/>
                <a:sym typeface="Inter"/>
              </a:defRPr>
            </a:lvl8pPr>
            <a:lvl9pPr lvl="8" rtl="0">
              <a:buNone/>
              <a:defRPr>
                <a:solidFill>
                  <a:schemeClr val="dk1"/>
                </a:solidFill>
                <a:latin typeface="Inter"/>
                <a:ea typeface="Inter"/>
                <a:cs typeface="Inter"/>
                <a:sym typeface="Inter"/>
              </a:defRPr>
            </a:lvl9pPr>
          </a:lstStyle>
          <a:p>
            <a:pPr indent="0" lvl="0" marL="0" rtl="0" algn="r">
              <a:spcBef>
                <a:spcPts val="0"/>
              </a:spcBef>
              <a:spcAft>
                <a:spcPts val="0"/>
              </a:spcAft>
              <a:buNone/>
            </a:pPr>
            <a:fld id="{00000000-1234-1234-1234-123412341234}" type="slidenum">
              <a:rPr lang="en"/>
              <a:t>‹#›</a:t>
            </a:fld>
            <a:endParaRPr/>
          </a:p>
        </p:txBody>
      </p:sp>
      <p:sp>
        <p:nvSpPr>
          <p:cNvPr id="604" name="Google Shape;604;p59"/>
          <p:cNvSpPr txBox="1"/>
          <p:nvPr>
            <p:ph idx="2" type="sldNum"/>
          </p:nvPr>
        </p:nvSpPr>
        <p:spPr>
          <a:xfrm>
            <a:off x="7704106" y="4417550"/>
            <a:ext cx="777600" cy="393600"/>
          </a:xfrm>
          <a:prstGeom prst="rect">
            <a:avLst/>
          </a:prstGeom>
        </p:spPr>
        <p:txBody>
          <a:bodyPr anchorCtr="0" anchor="ctr" bIns="91425" lIns="91425" spcFirstLastPara="1" rIns="91425" wrap="square" tIns="91425">
            <a:normAutofit/>
          </a:bodyPr>
          <a:lstStyle>
            <a:lvl1pPr lvl="0" rtl="0">
              <a:buNone/>
              <a:defRPr>
                <a:solidFill>
                  <a:schemeClr val="dk1"/>
                </a:solidFill>
                <a:latin typeface="Inter"/>
                <a:ea typeface="Inter"/>
                <a:cs typeface="Inter"/>
                <a:sym typeface="Inter"/>
              </a:defRPr>
            </a:lvl1pPr>
            <a:lvl2pPr lvl="1" rtl="0">
              <a:buNone/>
              <a:defRPr>
                <a:solidFill>
                  <a:schemeClr val="dk1"/>
                </a:solidFill>
                <a:latin typeface="Inter"/>
                <a:ea typeface="Inter"/>
                <a:cs typeface="Inter"/>
                <a:sym typeface="Inter"/>
              </a:defRPr>
            </a:lvl2pPr>
            <a:lvl3pPr lvl="2" rtl="0">
              <a:buNone/>
              <a:defRPr>
                <a:solidFill>
                  <a:schemeClr val="dk1"/>
                </a:solidFill>
                <a:latin typeface="Inter"/>
                <a:ea typeface="Inter"/>
                <a:cs typeface="Inter"/>
                <a:sym typeface="Inter"/>
              </a:defRPr>
            </a:lvl3pPr>
            <a:lvl4pPr lvl="3" rtl="0">
              <a:buNone/>
              <a:defRPr>
                <a:solidFill>
                  <a:schemeClr val="dk1"/>
                </a:solidFill>
                <a:latin typeface="Inter"/>
                <a:ea typeface="Inter"/>
                <a:cs typeface="Inter"/>
                <a:sym typeface="Inter"/>
              </a:defRPr>
            </a:lvl4pPr>
            <a:lvl5pPr lvl="4" rtl="0">
              <a:buNone/>
              <a:defRPr>
                <a:solidFill>
                  <a:schemeClr val="dk1"/>
                </a:solidFill>
                <a:latin typeface="Inter"/>
                <a:ea typeface="Inter"/>
                <a:cs typeface="Inter"/>
                <a:sym typeface="Inter"/>
              </a:defRPr>
            </a:lvl5pPr>
            <a:lvl6pPr lvl="5" rtl="0">
              <a:buNone/>
              <a:defRPr>
                <a:solidFill>
                  <a:schemeClr val="dk1"/>
                </a:solidFill>
                <a:latin typeface="Inter"/>
                <a:ea typeface="Inter"/>
                <a:cs typeface="Inter"/>
                <a:sym typeface="Inter"/>
              </a:defRPr>
            </a:lvl6pPr>
            <a:lvl7pPr lvl="6" rtl="0">
              <a:buNone/>
              <a:defRPr>
                <a:solidFill>
                  <a:schemeClr val="dk1"/>
                </a:solidFill>
                <a:latin typeface="Inter"/>
                <a:ea typeface="Inter"/>
                <a:cs typeface="Inter"/>
                <a:sym typeface="Inter"/>
              </a:defRPr>
            </a:lvl7pPr>
            <a:lvl8pPr lvl="7" rtl="0">
              <a:buNone/>
              <a:defRPr>
                <a:solidFill>
                  <a:schemeClr val="dk1"/>
                </a:solidFill>
                <a:latin typeface="Inter"/>
                <a:ea typeface="Inter"/>
                <a:cs typeface="Inter"/>
                <a:sym typeface="Inter"/>
              </a:defRPr>
            </a:lvl8pPr>
            <a:lvl9pPr lvl="8" rtl="0">
              <a:buNone/>
              <a:defRPr>
                <a:solidFill>
                  <a:schemeClr val="dk1"/>
                </a:solidFill>
                <a:latin typeface="Inter"/>
                <a:ea typeface="Inter"/>
                <a:cs typeface="Inter"/>
                <a:sym typeface="Inter"/>
              </a:defRPr>
            </a:lvl9pPr>
          </a:lstStyle>
          <a:p>
            <a:pPr indent="0" lvl="0" marL="0" rtl="0" algn="r">
              <a:spcBef>
                <a:spcPts val="0"/>
              </a:spcBef>
              <a:spcAft>
                <a:spcPts val="0"/>
              </a:spcAft>
              <a:buNone/>
            </a:pPr>
            <a:r>
              <a:rPr lang="en"/>
              <a:t>Slide /</a:t>
            </a:r>
            <a:endParaRPr/>
          </a:p>
        </p:txBody>
      </p:sp>
      <p:pic>
        <p:nvPicPr>
          <p:cNvPr id="605" name="Google Shape;605;p59"/>
          <p:cNvPicPr preferRelativeResize="0"/>
          <p:nvPr/>
        </p:nvPicPr>
        <p:blipFill>
          <a:blip r:embed="rId2">
            <a:alphaModFix/>
          </a:blip>
          <a:stretch>
            <a:fillRect/>
          </a:stretch>
        </p:blipFill>
        <p:spPr>
          <a:xfrm>
            <a:off x="457529" y="4543025"/>
            <a:ext cx="950976" cy="142646"/>
          </a:xfrm>
          <a:prstGeom prst="rect">
            <a:avLst/>
          </a:prstGeom>
          <a:noFill/>
          <a:ln>
            <a:noFill/>
          </a:ln>
        </p:spPr>
      </p:pic>
      <p:sp>
        <p:nvSpPr>
          <p:cNvPr id="606" name="Google Shape;606;p59"/>
          <p:cNvSpPr txBox="1"/>
          <p:nvPr>
            <p:ph idx="3" type="sldNum"/>
          </p:nvPr>
        </p:nvSpPr>
        <p:spPr>
          <a:xfrm>
            <a:off x="8096041" y="4417542"/>
            <a:ext cx="548700" cy="393600"/>
          </a:xfrm>
          <a:prstGeom prst="rect">
            <a:avLst/>
          </a:prstGeom>
        </p:spPr>
        <p:txBody>
          <a:bodyPr anchorCtr="0" anchor="ctr" bIns="91425" lIns="91425" spcFirstLastPara="1" rIns="91425" wrap="square" tIns="91425">
            <a:normAutofit/>
          </a:bodyPr>
          <a:lstStyle>
            <a:lvl1pPr lvl="0" rtl="0">
              <a:buNone/>
              <a:defRPr>
                <a:solidFill>
                  <a:schemeClr val="lt1"/>
                </a:solidFill>
                <a:latin typeface="Inter"/>
                <a:ea typeface="Inter"/>
                <a:cs typeface="Inter"/>
                <a:sym typeface="Inter"/>
              </a:defRPr>
            </a:lvl1pPr>
            <a:lvl2pPr lvl="1" rtl="0">
              <a:buNone/>
              <a:defRPr>
                <a:solidFill>
                  <a:schemeClr val="lt1"/>
                </a:solidFill>
                <a:latin typeface="Inter"/>
                <a:ea typeface="Inter"/>
                <a:cs typeface="Inter"/>
                <a:sym typeface="Inter"/>
              </a:defRPr>
            </a:lvl2pPr>
            <a:lvl3pPr lvl="2" rtl="0">
              <a:buNone/>
              <a:defRPr>
                <a:solidFill>
                  <a:schemeClr val="lt1"/>
                </a:solidFill>
                <a:latin typeface="Inter"/>
                <a:ea typeface="Inter"/>
                <a:cs typeface="Inter"/>
                <a:sym typeface="Inter"/>
              </a:defRPr>
            </a:lvl3pPr>
            <a:lvl4pPr lvl="3" rtl="0">
              <a:buNone/>
              <a:defRPr>
                <a:solidFill>
                  <a:schemeClr val="lt1"/>
                </a:solidFill>
                <a:latin typeface="Inter"/>
                <a:ea typeface="Inter"/>
                <a:cs typeface="Inter"/>
                <a:sym typeface="Inter"/>
              </a:defRPr>
            </a:lvl4pPr>
            <a:lvl5pPr lvl="4" rtl="0">
              <a:buNone/>
              <a:defRPr>
                <a:solidFill>
                  <a:schemeClr val="lt1"/>
                </a:solidFill>
                <a:latin typeface="Inter"/>
                <a:ea typeface="Inter"/>
                <a:cs typeface="Inter"/>
                <a:sym typeface="Inter"/>
              </a:defRPr>
            </a:lvl5pPr>
            <a:lvl6pPr lvl="5" rtl="0">
              <a:buNone/>
              <a:defRPr>
                <a:solidFill>
                  <a:schemeClr val="lt1"/>
                </a:solidFill>
                <a:latin typeface="Inter"/>
                <a:ea typeface="Inter"/>
                <a:cs typeface="Inter"/>
                <a:sym typeface="Inter"/>
              </a:defRPr>
            </a:lvl6pPr>
            <a:lvl7pPr lvl="6" rtl="0">
              <a:buNone/>
              <a:defRPr>
                <a:solidFill>
                  <a:schemeClr val="lt1"/>
                </a:solidFill>
                <a:latin typeface="Inter"/>
                <a:ea typeface="Inter"/>
                <a:cs typeface="Inter"/>
                <a:sym typeface="Inter"/>
              </a:defRPr>
            </a:lvl7pPr>
            <a:lvl8pPr lvl="7" rtl="0">
              <a:buNone/>
              <a:defRPr>
                <a:solidFill>
                  <a:schemeClr val="lt1"/>
                </a:solidFill>
                <a:latin typeface="Inter"/>
                <a:ea typeface="Inter"/>
                <a:cs typeface="Inter"/>
                <a:sym typeface="Inter"/>
              </a:defRPr>
            </a:lvl8pPr>
            <a:lvl9pPr lvl="8" rtl="0">
              <a:buNone/>
              <a:defRPr>
                <a:solidFill>
                  <a:schemeClr val="lt1"/>
                </a:solidFill>
                <a:latin typeface="Inter"/>
                <a:ea typeface="Inter"/>
                <a:cs typeface="Inter"/>
                <a:sym typeface="Inter"/>
              </a:defRPr>
            </a:lvl9pPr>
          </a:lstStyle>
          <a:p>
            <a:pPr indent="0" lvl="0" marL="0" rtl="0" algn="r">
              <a:spcBef>
                <a:spcPts val="0"/>
              </a:spcBef>
              <a:spcAft>
                <a:spcPts val="0"/>
              </a:spcAft>
              <a:buNone/>
            </a:pPr>
            <a:fld id="{00000000-1234-1234-1234-123412341234}" type="slidenum">
              <a:rPr lang="en"/>
              <a:t>‹#›</a:t>
            </a:fld>
            <a:endParaRPr/>
          </a:p>
        </p:txBody>
      </p:sp>
      <p:sp>
        <p:nvSpPr>
          <p:cNvPr id="607" name="Google Shape;607;p59"/>
          <p:cNvSpPr txBox="1"/>
          <p:nvPr>
            <p:ph idx="4" type="sldNum"/>
          </p:nvPr>
        </p:nvSpPr>
        <p:spPr>
          <a:xfrm>
            <a:off x="8474304" y="4417550"/>
            <a:ext cx="281700" cy="393600"/>
          </a:xfrm>
          <a:prstGeom prst="rect">
            <a:avLst/>
          </a:prstGeom>
        </p:spPr>
        <p:txBody>
          <a:bodyPr anchorCtr="0" anchor="ctr" bIns="91425" lIns="91425" spcFirstLastPara="1" rIns="91425" wrap="square" tIns="91425">
            <a:normAutofit/>
          </a:bodyPr>
          <a:lstStyle>
            <a:lvl1pPr lvl="0" rtl="0" algn="l">
              <a:buNone/>
              <a:defRPr sz="1108">
                <a:solidFill>
                  <a:srgbClr val="666666"/>
                </a:solidFill>
                <a:latin typeface="Inter"/>
                <a:ea typeface="Inter"/>
                <a:cs typeface="Inter"/>
                <a:sym typeface="Inter"/>
              </a:defRPr>
            </a:lvl1pPr>
            <a:lvl2pPr lvl="1" rtl="0" algn="l">
              <a:buNone/>
              <a:defRPr sz="1108">
                <a:solidFill>
                  <a:srgbClr val="666666"/>
                </a:solidFill>
                <a:latin typeface="Inter"/>
                <a:ea typeface="Inter"/>
                <a:cs typeface="Inter"/>
                <a:sym typeface="Inter"/>
              </a:defRPr>
            </a:lvl2pPr>
            <a:lvl3pPr lvl="2" rtl="0" algn="l">
              <a:buNone/>
              <a:defRPr sz="1108">
                <a:solidFill>
                  <a:srgbClr val="666666"/>
                </a:solidFill>
                <a:latin typeface="Inter"/>
                <a:ea typeface="Inter"/>
                <a:cs typeface="Inter"/>
                <a:sym typeface="Inter"/>
              </a:defRPr>
            </a:lvl3pPr>
            <a:lvl4pPr lvl="3" rtl="0" algn="l">
              <a:buNone/>
              <a:defRPr sz="1108">
                <a:solidFill>
                  <a:srgbClr val="666666"/>
                </a:solidFill>
                <a:latin typeface="Inter"/>
                <a:ea typeface="Inter"/>
                <a:cs typeface="Inter"/>
                <a:sym typeface="Inter"/>
              </a:defRPr>
            </a:lvl4pPr>
            <a:lvl5pPr lvl="4" rtl="0" algn="l">
              <a:buNone/>
              <a:defRPr sz="1108">
                <a:solidFill>
                  <a:srgbClr val="666666"/>
                </a:solidFill>
                <a:latin typeface="Inter"/>
                <a:ea typeface="Inter"/>
                <a:cs typeface="Inter"/>
                <a:sym typeface="Inter"/>
              </a:defRPr>
            </a:lvl5pPr>
            <a:lvl6pPr lvl="5" rtl="0" algn="l">
              <a:buNone/>
              <a:defRPr sz="1108">
                <a:solidFill>
                  <a:srgbClr val="666666"/>
                </a:solidFill>
                <a:latin typeface="Inter"/>
                <a:ea typeface="Inter"/>
                <a:cs typeface="Inter"/>
                <a:sym typeface="Inter"/>
              </a:defRPr>
            </a:lvl6pPr>
            <a:lvl7pPr lvl="6" rtl="0" algn="l">
              <a:buNone/>
              <a:defRPr sz="1108">
                <a:solidFill>
                  <a:srgbClr val="666666"/>
                </a:solidFill>
                <a:latin typeface="Inter"/>
                <a:ea typeface="Inter"/>
                <a:cs typeface="Inter"/>
                <a:sym typeface="Inter"/>
              </a:defRPr>
            </a:lvl7pPr>
            <a:lvl8pPr lvl="7" rtl="0" algn="l">
              <a:buNone/>
              <a:defRPr sz="1108">
                <a:solidFill>
                  <a:srgbClr val="666666"/>
                </a:solidFill>
                <a:latin typeface="Inter"/>
                <a:ea typeface="Inter"/>
                <a:cs typeface="Inter"/>
                <a:sym typeface="Inter"/>
              </a:defRPr>
            </a:lvl8pPr>
            <a:lvl9pPr lvl="8" rtl="0" algn="l">
              <a:buNone/>
              <a:defRPr sz="1108">
                <a:solidFill>
                  <a:srgbClr val="666666"/>
                </a:solidFill>
                <a:latin typeface="Inter"/>
                <a:ea typeface="Inter"/>
                <a:cs typeface="Inter"/>
                <a:sym typeface="Inter"/>
              </a:defRPr>
            </a:lvl9pPr>
          </a:lstStyle>
          <a:p>
            <a:pPr indent="0" lvl="0" marL="0" rtl="0" algn="l">
              <a:spcBef>
                <a:spcPts val="0"/>
              </a:spcBef>
              <a:spcAft>
                <a:spcPts val="0"/>
              </a:spcAft>
              <a:buNone/>
            </a:pPr>
            <a:r>
              <a:rPr lang="en"/>
              <a:t xml:space="preserve"> /</a:t>
            </a:r>
            <a:endParaRPr/>
          </a:p>
        </p:txBody>
      </p:sp>
    </p:spTree>
  </p:cSld>
  <p:clrMapOvr>
    <a:masterClrMapping/>
  </p:clrMapOvr>
</p:sldLayout>
</file>

<file path=ppt/slideLayouts/slideLayout5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608" name="Shape 608"/>
        <p:cNvGrpSpPr/>
        <p:nvPr/>
      </p:nvGrpSpPr>
      <p:grpSpPr>
        <a:xfrm>
          <a:off x="0" y="0"/>
          <a:ext cx="0" cy="0"/>
          <a:chOff x="0" y="0"/>
          <a:chExt cx="0" cy="0"/>
        </a:xfrm>
      </p:grpSpPr>
      <p:sp>
        <p:nvSpPr>
          <p:cNvPr id="609" name="Google Shape;609;p60"/>
          <p:cNvSpPr txBox="1"/>
          <p:nvPr>
            <p:ph idx="1" type="body"/>
          </p:nvPr>
        </p:nvSpPr>
        <p:spPr>
          <a:xfrm>
            <a:off x="311700" y="3617525"/>
            <a:ext cx="5998800" cy="605100"/>
          </a:xfrm>
          <a:prstGeom prst="rect">
            <a:avLst/>
          </a:prstGeom>
        </p:spPr>
        <p:txBody>
          <a:bodyPr anchorCtr="0" anchor="ctr" bIns="91425" lIns="91425" spcFirstLastPara="1" rIns="91425" wrap="square" tIns="91425">
            <a:normAutofit/>
          </a:bodyPr>
          <a:lstStyle>
            <a:lvl1pPr indent="-228600" lvl="0" marL="457200" rtl="0">
              <a:lnSpc>
                <a:spcPct val="100000"/>
              </a:lnSpc>
              <a:spcBef>
                <a:spcPts val="0"/>
              </a:spcBef>
              <a:spcAft>
                <a:spcPts val="0"/>
              </a:spcAft>
              <a:buSzPts val="1800"/>
              <a:buNone/>
              <a:defRPr/>
            </a:lvl1pPr>
          </a:lstStyle>
          <a:p/>
        </p:txBody>
      </p:sp>
      <p:pic>
        <p:nvPicPr>
          <p:cNvPr id="610" name="Google Shape;610;p60"/>
          <p:cNvPicPr preferRelativeResize="0"/>
          <p:nvPr/>
        </p:nvPicPr>
        <p:blipFill>
          <a:blip r:embed="rId2">
            <a:alphaModFix/>
          </a:blip>
          <a:stretch>
            <a:fillRect/>
          </a:stretch>
        </p:blipFill>
        <p:spPr>
          <a:xfrm>
            <a:off x="457529" y="4543025"/>
            <a:ext cx="950976" cy="142646"/>
          </a:xfrm>
          <a:prstGeom prst="rect">
            <a:avLst/>
          </a:prstGeom>
          <a:noFill/>
          <a:ln>
            <a:noFill/>
          </a:ln>
        </p:spPr>
      </p:pic>
      <p:sp>
        <p:nvSpPr>
          <p:cNvPr id="611" name="Google Shape;611;p60"/>
          <p:cNvSpPr txBox="1"/>
          <p:nvPr>
            <p:ph idx="12" type="sldNum"/>
          </p:nvPr>
        </p:nvSpPr>
        <p:spPr>
          <a:xfrm>
            <a:off x="8096041" y="4417542"/>
            <a:ext cx="548700" cy="393600"/>
          </a:xfrm>
          <a:prstGeom prst="rect">
            <a:avLst/>
          </a:prstGeom>
        </p:spPr>
        <p:txBody>
          <a:bodyPr anchorCtr="0" anchor="ctr" bIns="91425" lIns="91425" spcFirstLastPara="1" rIns="91425" wrap="square" tIns="91425">
            <a:normAutofit/>
          </a:bodyPr>
          <a:lstStyle>
            <a:lvl1pPr lvl="0" rtl="0">
              <a:buNone/>
              <a:defRPr>
                <a:solidFill>
                  <a:schemeClr val="lt1"/>
                </a:solidFill>
                <a:latin typeface="Inter"/>
                <a:ea typeface="Inter"/>
                <a:cs typeface="Inter"/>
                <a:sym typeface="Inter"/>
              </a:defRPr>
            </a:lvl1pPr>
            <a:lvl2pPr lvl="1" rtl="0">
              <a:buNone/>
              <a:defRPr>
                <a:solidFill>
                  <a:schemeClr val="lt1"/>
                </a:solidFill>
                <a:latin typeface="Inter"/>
                <a:ea typeface="Inter"/>
                <a:cs typeface="Inter"/>
                <a:sym typeface="Inter"/>
              </a:defRPr>
            </a:lvl2pPr>
            <a:lvl3pPr lvl="2" rtl="0">
              <a:buNone/>
              <a:defRPr>
                <a:solidFill>
                  <a:schemeClr val="lt1"/>
                </a:solidFill>
                <a:latin typeface="Inter"/>
                <a:ea typeface="Inter"/>
                <a:cs typeface="Inter"/>
                <a:sym typeface="Inter"/>
              </a:defRPr>
            </a:lvl3pPr>
            <a:lvl4pPr lvl="3" rtl="0">
              <a:buNone/>
              <a:defRPr>
                <a:solidFill>
                  <a:schemeClr val="lt1"/>
                </a:solidFill>
                <a:latin typeface="Inter"/>
                <a:ea typeface="Inter"/>
                <a:cs typeface="Inter"/>
                <a:sym typeface="Inter"/>
              </a:defRPr>
            </a:lvl4pPr>
            <a:lvl5pPr lvl="4" rtl="0">
              <a:buNone/>
              <a:defRPr>
                <a:solidFill>
                  <a:schemeClr val="lt1"/>
                </a:solidFill>
                <a:latin typeface="Inter"/>
                <a:ea typeface="Inter"/>
                <a:cs typeface="Inter"/>
                <a:sym typeface="Inter"/>
              </a:defRPr>
            </a:lvl5pPr>
            <a:lvl6pPr lvl="5" rtl="0">
              <a:buNone/>
              <a:defRPr>
                <a:solidFill>
                  <a:schemeClr val="lt1"/>
                </a:solidFill>
                <a:latin typeface="Inter"/>
                <a:ea typeface="Inter"/>
                <a:cs typeface="Inter"/>
                <a:sym typeface="Inter"/>
              </a:defRPr>
            </a:lvl6pPr>
            <a:lvl7pPr lvl="6" rtl="0">
              <a:buNone/>
              <a:defRPr>
                <a:solidFill>
                  <a:schemeClr val="lt1"/>
                </a:solidFill>
                <a:latin typeface="Inter"/>
                <a:ea typeface="Inter"/>
                <a:cs typeface="Inter"/>
                <a:sym typeface="Inter"/>
              </a:defRPr>
            </a:lvl7pPr>
            <a:lvl8pPr lvl="7" rtl="0">
              <a:buNone/>
              <a:defRPr>
                <a:solidFill>
                  <a:schemeClr val="lt1"/>
                </a:solidFill>
                <a:latin typeface="Inter"/>
                <a:ea typeface="Inter"/>
                <a:cs typeface="Inter"/>
                <a:sym typeface="Inter"/>
              </a:defRPr>
            </a:lvl8pPr>
            <a:lvl9pPr lvl="8" rtl="0">
              <a:buNone/>
              <a:defRPr>
                <a:solidFill>
                  <a:schemeClr val="lt1"/>
                </a:solidFill>
                <a:latin typeface="Inter"/>
                <a:ea typeface="Inter"/>
                <a:cs typeface="Inter"/>
                <a:sym typeface="Inter"/>
              </a:defRPr>
            </a:lvl9pPr>
          </a:lstStyle>
          <a:p>
            <a:pPr indent="0" lvl="0" marL="0" rtl="0" algn="r">
              <a:spcBef>
                <a:spcPts val="0"/>
              </a:spcBef>
              <a:spcAft>
                <a:spcPts val="0"/>
              </a:spcAft>
              <a:buNone/>
            </a:pPr>
            <a:fld id="{00000000-1234-1234-1234-123412341234}" type="slidenum">
              <a:rPr lang="en"/>
              <a:t>‹#›</a:t>
            </a:fld>
            <a:endParaRPr/>
          </a:p>
        </p:txBody>
      </p:sp>
      <p:sp>
        <p:nvSpPr>
          <p:cNvPr id="612" name="Google Shape;612;p60"/>
          <p:cNvSpPr txBox="1"/>
          <p:nvPr>
            <p:ph idx="2" type="sldNum"/>
          </p:nvPr>
        </p:nvSpPr>
        <p:spPr>
          <a:xfrm>
            <a:off x="8474304" y="4417550"/>
            <a:ext cx="281700" cy="393600"/>
          </a:xfrm>
          <a:prstGeom prst="rect">
            <a:avLst/>
          </a:prstGeom>
        </p:spPr>
        <p:txBody>
          <a:bodyPr anchorCtr="0" anchor="ctr" bIns="91425" lIns="91425" spcFirstLastPara="1" rIns="91425" wrap="square" tIns="91425">
            <a:normAutofit/>
          </a:bodyPr>
          <a:lstStyle>
            <a:lvl1pPr lvl="0" rtl="0" algn="l">
              <a:buNone/>
              <a:defRPr sz="1108">
                <a:solidFill>
                  <a:srgbClr val="666666"/>
                </a:solidFill>
                <a:latin typeface="Inter"/>
                <a:ea typeface="Inter"/>
                <a:cs typeface="Inter"/>
                <a:sym typeface="Inter"/>
              </a:defRPr>
            </a:lvl1pPr>
            <a:lvl2pPr lvl="1" rtl="0" algn="l">
              <a:buNone/>
              <a:defRPr sz="1108">
                <a:solidFill>
                  <a:srgbClr val="666666"/>
                </a:solidFill>
                <a:latin typeface="Inter"/>
                <a:ea typeface="Inter"/>
                <a:cs typeface="Inter"/>
                <a:sym typeface="Inter"/>
              </a:defRPr>
            </a:lvl2pPr>
            <a:lvl3pPr lvl="2" rtl="0" algn="l">
              <a:buNone/>
              <a:defRPr sz="1108">
                <a:solidFill>
                  <a:srgbClr val="666666"/>
                </a:solidFill>
                <a:latin typeface="Inter"/>
                <a:ea typeface="Inter"/>
                <a:cs typeface="Inter"/>
                <a:sym typeface="Inter"/>
              </a:defRPr>
            </a:lvl3pPr>
            <a:lvl4pPr lvl="3" rtl="0" algn="l">
              <a:buNone/>
              <a:defRPr sz="1108">
                <a:solidFill>
                  <a:srgbClr val="666666"/>
                </a:solidFill>
                <a:latin typeface="Inter"/>
                <a:ea typeface="Inter"/>
                <a:cs typeface="Inter"/>
                <a:sym typeface="Inter"/>
              </a:defRPr>
            </a:lvl4pPr>
            <a:lvl5pPr lvl="4" rtl="0" algn="l">
              <a:buNone/>
              <a:defRPr sz="1108">
                <a:solidFill>
                  <a:srgbClr val="666666"/>
                </a:solidFill>
                <a:latin typeface="Inter"/>
                <a:ea typeface="Inter"/>
                <a:cs typeface="Inter"/>
                <a:sym typeface="Inter"/>
              </a:defRPr>
            </a:lvl5pPr>
            <a:lvl6pPr lvl="5" rtl="0" algn="l">
              <a:buNone/>
              <a:defRPr sz="1108">
                <a:solidFill>
                  <a:srgbClr val="666666"/>
                </a:solidFill>
                <a:latin typeface="Inter"/>
                <a:ea typeface="Inter"/>
                <a:cs typeface="Inter"/>
                <a:sym typeface="Inter"/>
              </a:defRPr>
            </a:lvl6pPr>
            <a:lvl7pPr lvl="6" rtl="0" algn="l">
              <a:buNone/>
              <a:defRPr sz="1108">
                <a:solidFill>
                  <a:srgbClr val="666666"/>
                </a:solidFill>
                <a:latin typeface="Inter"/>
                <a:ea typeface="Inter"/>
                <a:cs typeface="Inter"/>
                <a:sym typeface="Inter"/>
              </a:defRPr>
            </a:lvl7pPr>
            <a:lvl8pPr lvl="7" rtl="0" algn="l">
              <a:buNone/>
              <a:defRPr sz="1108">
                <a:solidFill>
                  <a:srgbClr val="666666"/>
                </a:solidFill>
                <a:latin typeface="Inter"/>
                <a:ea typeface="Inter"/>
                <a:cs typeface="Inter"/>
                <a:sym typeface="Inter"/>
              </a:defRPr>
            </a:lvl8pPr>
            <a:lvl9pPr lvl="8" rtl="0" algn="l">
              <a:buNone/>
              <a:defRPr sz="1108">
                <a:solidFill>
                  <a:srgbClr val="666666"/>
                </a:solidFill>
                <a:latin typeface="Inter"/>
                <a:ea typeface="Inter"/>
                <a:cs typeface="Inter"/>
                <a:sym typeface="Inter"/>
              </a:defRPr>
            </a:lvl9pPr>
          </a:lstStyle>
          <a:p>
            <a:pPr indent="0" lvl="0" marL="0" rtl="0" algn="l">
              <a:spcBef>
                <a:spcPts val="0"/>
              </a:spcBef>
              <a:spcAft>
                <a:spcPts val="0"/>
              </a:spcAft>
              <a:buNone/>
            </a:pPr>
            <a:r>
              <a:rPr lang="en"/>
              <a:t xml:space="preserve"> /</a:t>
            </a:r>
            <a:endParaRPr/>
          </a:p>
        </p:txBody>
      </p:sp>
    </p:spTree>
  </p:cSld>
  <p:clrMapOvr>
    <a:masterClrMapping/>
  </p:clrMapOvr>
</p:sldLayout>
</file>

<file path=ppt/slideLayouts/slideLayout5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bg>
      <p:bgPr>
        <a:solidFill>
          <a:schemeClr val="dk1"/>
        </a:solidFill>
      </p:bgPr>
    </p:bg>
    <p:spTree>
      <p:nvGrpSpPr>
        <p:cNvPr id="613" name="Shape 613"/>
        <p:cNvGrpSpPr/>
        <p:nvPr/>
      </p:nvGrpSpPr>
      <p:grpSpPr>
        <a:xfrm>
          <a:off x="0" y="0"/>
          <a:ext cx="0" cy="0"/>
          <a:chOff x="0" y="0"/>
          <a:chExt cx="0" cy="0"/>
        </a:xfrm>
      </p:grpSpPr>
      <p:pic>
        <p:nvPicPr>
          <p:cNvPr id="614" name="Google Shape;614;p61"/>
          <p:cNvPicPr preferRelativeResize="0"/>
          <p:nvPr/>
        </p:nvPicPr>
        <p:blipFill>
          <a:blip r:embed="rId2">
            <a:alphaModFix/>
          </a:blip>
          <a:stretch>
            <a:fillRect/>
          </a:stretch>
        </p:blipFill>
        <p:spPr>
          <a:xfrm>
            <a:off x="388775" y="1652350"/>
            <a:ext cx="8367226" cy="2812650"/>
          </a:xfrm>
          <a:prstGeom prst="rect">
            <a:avLst/>
          </a:prstGeom>
          <a:noFill/>
          <a:ln>
            <a:noFill/>
          </a:ln>
        </p:spPr>
      </p:pic>
      <p:sp>
        <p:nvSpPr>
          <p:cNvPr id="615" name="Google Shape;615;p61"/>
          <p:cNvSpPr txBox="1"/>
          <p:nvPr>
            <p:ph hasCustomPrompt="1" type="title"/>
          </p:nvPr>
        </p:nvSpPr>
        <p:spPr>
          <a:xfrm>
            <a:off x="590401" y="1647950"/>
            <a:ext cx="3793200" cy="1624800"/>
          </a:xfrm>
          <a:prstGeom prst="rect">
            <a:avLst/>
          </a:prstGeom>
        </p:spPr>
        <p:txBody>
          <a:bodyPr anchorCtr="0" anchor="b" bIns="91425" lIns="91425" spcFirstLastPara="1" rIns="91425" wrap="square" tIns="91425">
            <a:normAutofit/>
          </a:bodyPr>
          <a:lstStyle>
            <a:lvl1pPr lvl="0" rtl="0">
              <a:spcBef>
                <a:spcPts val="0"/>
              </a:spcBef>
              <a:spcAft>
                <a:spcPts val="0"/>
              </a:spcAft>
              <a:buClr>
                <a:schemeClr val="dk1"/>
              </a:buClr>
              <a:buSzPts val="10000"/>
              <a:buFont typeface="Inter SemiBold"/>
              <a:buNone/>
              <a:defRPr sz="10000">
                <a:solidFill>
                  <a:schemeClr val="dk1"/>
                </a:solidFill>
                <a:latin typeface="Inter SemiBold"/>
                <a:ea typeface="Inter SemiBold"/>
                <a:cs typeface="Inter SemiBold"/>
                <a:sym typeface="Inter SemiBold"/>
              </a:defRPr>
            </a:lvl1pPr>
            <a:lvl2pPr lvl="1" rtl="0">
              <a:spcBef>
                <a:spcPts val="0"/>
              </a:spcBef>
              <a:spcAft>
                <a:spcPts val="0"/>
              </a:spcAft>
              <a:buSzPts val="12000"/>
              <a:buNone/>
              <a:defRPr sz="12000"/>
            </a:lvl2pPr>
            <a:lvl3pPr lvl="2" rtl="0">
              <a:spcBef>
                <a:spcPts val="0"/>
              </a:spcBef>
              <a:spcAft>
                <a:spcPts val="0"/>
              </a:spcAft>
              <a:buSzPts val="12000"/>
              <a:buNone/>
              <a:defRPr sz="12000"/>
            </a:lvl3pPr>
            <a:lvl4pPr lvl="3" rtl="0">
              <a:spcBef>
                <a:spcPts val="0"/>
              </a:spcBef>
              <a:spcAft>
                <a:spcPts val="0"/>
              </a:spcAft>
              <a:buSzPts val="12000"/>
              <a:buNone/>
              <a:defRPr sz="12000"/>
            </a:lvl4pPr>
            <a:lvl5pPr lvl="4" rtl="0">
              <a:spcBef>
                <a:spcPts val="0"/>
              </a:spcBef>
              <a:spcAft>
                <a:spcPts val="0"/>
              </a:spcAft>
              <a:buSzPts val="12000"/>
              <a:buNone/>
              <a:defRPr sz="12000"/>
            </a:lvl5pPr>
            <a:lvl6pPr lvl="5" rtl="0">
              <a:spcBef>
                <a:spcPts val="0"/>
              </a:spcBef>
              <a:spcAft>
                <a:spcPts val="0"/>
              </a:spcAft>
              <a:buSzPts val="12000"/>
              <a:buNone/>
              <a:defRPr sz="12000"/>
            </a:lvl6pPr>
            <a:lvl7pPr lvl="6" rtl="0">
              <a:spcBef>
                <a:spcPts val="0"/>
              </a:spcBef>
              <a:spcAft>
                <a:spcPts val="0"/>
              </a:spcAft>
              <a:buSzPts val="12000"/>
              <a:buNone/>
              <a:defRPr sz="12000"/>
            </a:lvl7pPr>
            <a:lvl8pPr lvl="7" rtl="0">
              <a:spcBef>
                <a:spcPts val="0"/>
              </a:spcBef>
              <a:spcAft>
                <a:spcPts val="0"/>
              </a:spcAft>
              <a:buSzPts val="12000"/>
              <a:buNone/>
              <a:defRPr sz="12000"/>
            </a:lvl8pPr>
            <a:lvl9pPr lvl="8" rtl="0">
              <a:spcBef>
                <a:spcPts val="0"/>
              </a:spcBef>
              <a:spcAft>
                <a:spcPts val="0"/>
              </a:spcAft>
              <a:buSzPts val="12000"/>
              <a:buNone/>
              <a:defRPr sz="12000"/>
            </a:lvl9pPr>
          </a:lstStyle>
          <a:p>
            <a:r>
              <a:t>xx%</a:t>
            </a:r>
          </a:p>
        </p:txBody>
      </p:sp>
      <p:sp>
        <p:nvSpPr>
          <p:cNvPr id="616" name="Google Shape;616;p61"/>
          <p:cNvSpPr txBox="1"/>
          <p:nvPr>
            <p:ph idx="2" type="title"/>
          </p:nvPr>
        </p:nvSpPr>
        <p:spPr>
          <a:xfrm>
            <a:off x="311700" y="445025"/>
            <a:ext cx="8520600" cy="5727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lt1"/>
              </a:buClr>
              <a:buSzPts val="3200"/>
              <a:buFont typeface="Inter ExtraBold"/>
              <a:buNone/>
              <a:defRPr sz="3200">
                <a:solidFill>
                  <a:schemeClr val="lt1"/>
                </a:solidFill>
                <a:latin typeface="Inter ExtraBold"/>
                <a:ea typeface="Inter ExtraBold"/>
                <a:cs typeface="Inter ExtraBold"/>
                <a:sym typeface="Inter ExtraBold"/>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p:txBody>
      </p:sp>
      <p:sp>
        <p:nvSpPr>
          <p:cNvPr id="617" name="Google Shape;617;p61"/>
          <p:cNvSpPr txBox="1"/>
          <p:nvPr>
            <p:ph idx="1" type="subTitle"/>
          </p:nvPr>
        </p:nvSpPr>
        <p:spPr>
          <a:xfrm>
            <a:off x="311700" y="1055100"/>
            <a:ext cx="8520600" cy="5727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lt1"/>
              </a:buClr>
              <a:buSzPts val="1800"/>
              <a:buNone/>
              <a:defRPr>
                <a:solidFill>
                  <a:schemeClr val="lt1"/>
                </a:solidFill>
              </a:defRPr>
            </a:lvl1pPr>
            <a:lvl2pPr lvl="1" rtl="0">
              <a:spcBef>
                <a:spcPts val="1000"/>
              </a:spcBef>
              <a:spcAft>
                <a:spcPts val="0"/>
              </a:spcAft>
              <a:buSzPts val="1400"/>
              <a:buNone/>
              <a:defRPr/>
            </a:lvl2pPr>
            <a:lvl3pPr lvl="2" rtl="0">
              <a:spcBef>
                <a:spcPts val="1000"/>
              </a:spcBef>
              <a:spcAft>
                <a:spcPts val="0"/>
              </a:spcAft>
              <a:buSzPts val="1400"/>
              <a:buNone/>
              <a:defRPr/>
            </a:lvl3pPr>
            <a:lvl4pPr lvl="3" rtl="0">
              <a:spcBef>
                <a:spcPts val="1000"/>
              </a:spcBef>
              <a:spcAft>
                <a:spcPts val="0"/>
              </a:spcAft>
              <a:buSzPts val="1400"/>
              <a:buNone/>
              <a:defRPr/>
            </a:lvl4pPr>
            <a:lvl5pPr lvl="4" rtl="0">
              <a:spcBef>
                <a:spcPts val="1000"/>
              </a:spcBef>
              <a:spcAft>
                <a:spcPts val="0"/>
              </a:spcAft>
              <a:buSzPts val="1400"/>
              <a:buNone/>
              <a:defRPr/>
            </a:lvl5pPr>
            <a:lvl6pPr lvl="5" rtl="0">
              <a:spcBef>
                <a:spcPts val="1000"/>
              </a:spcBef>
              <a:spcAft>
                <a:spcPts val="0"/>
              </a:spcAft>
              <a:buSzPts val="1400"/>
              <a:buNone/>
              <a:defRPr/>
            </a:lvl6pPr>
            <a:lvl7pPr lvl="6" rtl="0">
              <a:spcBef>
                <a:spcPts val="1000"/>
              </a:spcBef>
              <a:spcAft>
                <a:spcPts val="0"/>
              </a:spcAft>
              <a:buSzPts val="1400"/>
              <a:buNone/>
              <a:defRPr/>
            </a:lvl7pPr>
            <a:lvl8pPr lvl="7" rtl="0">
              <a:spcBef>
                <a:spcPts val="1000"/>
              </a:spcBef>
              <a:spcAft>
                <a:spcPts val="0"/>
              </a:spcAft>
              <a:buSzPts val="1400"/>
              <a:buNone/>
              <a:defRPr/>
            </a:lvl8pPr>
            <a:lvl9pPr lvl="8" rtl="0">
              <a:spcBef>
                <a:spcPts val="1000"/>
              </a:spcBef>
              <a:spcAft>
                <a:spcPts val="1000"/>
              </a:spcAft>
              <a:buSzPts val="1400"/>
              <a:buNone/>
              <a:defRPr/>
            </a:lvl9pPr>
          </a:lstStyle>
          <a:p/>
        </p:txBody>
      </p:sp>
      <p:cxnSp>
        <p:nvCxnSpPr>
          <p:cNvPr id="618" name="Google Shape;618;p61"/>
          <p:cNvCxnSpPr/>
          <p:nvPr/>
        </p:nvCxnSpPr>
        <p:spPr>
          <a:xfrm rot="10800000">
            <a:off x="4549601" y="1710538"/>
            <a:ext cx="0" cy="2168700"/>
          </a:xfrm>
          <a:prstGeom prst="straightConnector1">
            <a:avLst/>
          </a:prstGeom>
          <a:noFill/>
          <a:ln cap="flat" cmpd="sng" w="9525">
            <a:solidFill>
              <a:schemeClr val="dk1"/>
            </a:solidFill>
            <a:prstDash val="solid"/>
            <a:round/>
            <a:headEnd len="med" w="med" type="none"/>
            <a:tailEnd len="med" w="med" type="none"/>
          </a:ln>
        </p:spPr>
      </p:cxnSp>
      <p:sp>
        <p:nvSpPr>
          <p:cNvPr id="619" name="Google Shape;619;p61"/>
          <p:cNvSpPr txBox="1"/>
          <p:nvPr>
            <p:ph idx="3" type="subTitle"/>
          </p:nvPr>
        </p:nvSpPr>
        <p:spPr>
          <a:xfrm>
            <a:off x="590400" y="3005625"/>
            <a:ext cx="3793200" cy="7452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dk1"/>
              </a:buClr>
              <a:buSzPts val="1800"/>
              <a:buFont typeface="Space Mono"/>
              <a:buNone/>
              <a:defRPr>
                <a:solidFill>
                  <a:schemeClr val="dk1"/>
                </a:solidFill>
                <a:latin typeface="Space Mono"/>
                <a:ea typeface="Space Mono"/>
                <a:cs typeface="Space Mono"/>
                <a:sym typeface="Space Mono"/>
              </a:defRPr>
            </a:lvl1pPr>
            <a:lvl2pPr lvl="1" rtl="0">
              <a:spcBef>
                <a:spcPts val="1000"/>
              </a:spcBef>
              <a:spcAft>
                <a:spcPts val="0"/>
              </a:spcAft>
              <a:buSzPts val="1400"/>
              <a:buNone/>
              <a:defRPr/>
            </a:lvl2pPr>
            <a:lvl3pPr lvl="2" rtl="0">
              <a:spcBef>
                <a:spcPts val="1000"/>
              </a:spcBef>
              <a:spcAft>
                <a:spcPts val="0"/>
              </a:spcAft>
              <a:buSzPts val="1400"/>
              <a:buNone/>
              <a:defRPr/>
            </a:lvl3pPr>
            <a:lvl4pPr lvl="3" rtl="0">
              <a:spcBef>
                <a:spcPts val="1000"/>
              </a:spcBef>
              <a:spcAft>
                <a:spcPts val="0"/>
              </a:spcAft>
              <a:buSzPts val="1400"/>
              <a:buNone/>
              <a:defRPr/>
            </a:lvl4pPr>
            <a:lvl5pPr lvl="4" rtl="0">
              <a:spcBef>
                <a:spcPts val="1000"/>
              </a:spcBef>
              <a:spcAft>
                <a:spcPts val="0"/>
              </a:spcAft>
              <a:buSzPts val="1400"/>
              <a:buNone/>
              <a:defRPr/>
            </a:lvl5pPr>
            <a:lvl6pPr lvl="5" rtl="0">
              <a:spcBef>
                <a:spcPts val="1000"/>
              </a:spcBef>
              <a:spcAft>
                <a:spcPts val="0"/>
              </a:spcAft>
              <a:buSzPts val="1400"/>
              <a:buNone/>
              <a:defRPr/>
            </a:lvl6pPr>
            <a:lvl7pPr lvl="6" rtl="0">
              <a:spcBef>
                <a:spcPts val="1000"/>
              </a:spcBef>
              <a:spcAft>
                <a:spcPts val="0"/>
              </a:spcAft>
              <a:buSzPts val="1400"/>
              <a:buNone/>
              <a:defRPr/>
            </a:lvl7pPr>
            <a:lvl8pPr lvl="7" rtl="0">
              <a:spcBef>
                <a:spcPts val="1000"/>
              </a:spcBef>
              <a:spcAft>
                <a:spcPts val="0"/>
              </a:spcAft>
              <a:buSzPts val="1400"/>
              <a:buNone/>
              <a:defRPr/>
            </a:lvl8pPr>
            <a:lvl9pPr lvl="8" rtl="0">
              <a:spcBef>
                <a:spcPts val="1000"/>
              </a:spcBef>
              <a:spcAft>
                <a:spcPts val="1000"/>
              </a:spcAft>
              <a:buSzPts val="1400"/>
              <a:buNone/>
              <a:defRPr/>
            </a:lvl9pPr>
          </a:lstStyle>
          <a:p/>
        </p:txBody>
      </p:sp>
      <p:sp>
        <p:nvSpPr>
          <p:cNvPr id="620" name="Google Shape;620;p61"/>
          <p:cNvSpPr txBox="1"/>
          <p:nvPr>
            <p:ph hasCustomPrompt="1" idx="4" type="title"/>
          </p:nvPr>
        </p:nvSpPr>
        <p:spPr>
          <a:xfrm>
            <a:off x="4776726" y="1652738"/>
            <a:ext cx="3793200" cy="1624800"/>
          </a:xfrm>
          <a:prstGeom prst="rect">
            <a:avLst/>
          </a:prstGeom>
        </p:spPr>
        <p:txBody>
          <a:bodyPr anchorCtr="0" anchor="b" bIns="91425" lIns="91425" spcFirstLastPara="1" rIns="91425" wrap="square" tIns="91425">
            <a:normAutofit/>
          </a:bodyPr>
          <a:lstStyle>
            <a:lvl1pPr lvl="0" rtl="0">
              <a:spcBef>
                <a:spcPts val="0"/>
              </a:spcBef>
              <a:spcAft>
                <a:spcPts val="0"/>
              </a:spcAft>
              <a:buClr>
                <a:schemeClr val="dk1"/>
              </a:buClr>
              <a:buSzPts val="10000"/>
              <a:buFont typeface="Inter SemiBold"/>
              <a:buNone/>
              <a:defRPr sz="10000">
                <a:solidFill>
                  <a:schemeClr val="dk1"/>
                </a:solidFill>
                <a:latin typeface="Inter SemiBold"/>
                <a:ea typeface="Inter SemiBold"/>
                <a:cs typeface="Inter SemiBold"/>
                <a:sym typeface="Inter SemiBold"/>
              </a:defRPr>
            </a:lvl1pPr>
            <a:lvl2pPr lvl="1" rtl="0">
              <a:spcBef>
                <a:spcPts val="0"/>
              </a:spcBef>
              <a:spcAft>
                <a:spcPts val="0"/>
              </a:spcAft>
              <a:buSzPts val="12000"/>
              <a:buNone/>
              <a:defRPr sz="12000"/>
            </a:lvl2pPr>
            <a:lvl3pPr lvl="2" rtl="0">
              <a:spcBef>
                <a:spcPts val="0"/>
              </a:spcBef>
              <a:spcAft>
                <a:spcPts val="0"/>
              </a:spcAft>
              <a:buSzPts val="12000"/>
              <a:buNone/>
              <a:defRPr sz="12000"/>
            </a:lvl3pPr>
            <a:lvl4pPr lvl="3" rtl="0">
              <a:spcBef>
                <a:spcPts val="0"/>
              </a:spcBef>
              <a:spcAft>
                <a:spcPts val="0"/>
              </a:spcAft>
              <a:buSzPts val="12000"/>
              <a:buNone/>
              <a:defRPr sz="12000"/>
            </a:lvl4pPr>
            <a:lvl5pPr lvl="4" rtl="0">
              <a:spcBef>
                <a:spcPts val="0"/>
              </a:spcBef>
              <a:spcAft>
                <a:spcPts val="0"/>
              </a:spcAft>
              <a:buSzPts val="12000"/>
              <a:buNone/>
              <a:defRPr sz="12000"/>
            </a:lvl5pPr>
            <a:lvl6pPr lvl="5" rtl="0">
              <a:spcBef>
                <a:spcPts val="0"/>
              </a:spcBef>
              <a:spcAft>
                <a:spcPts val="0"/>
              </a:spcAft>
              <a:buSzPts val="12000"/>
              <a:buNone/>
              <a:defRPr sz="12000"/>
            </a:lvl6pPr>
            <a:lvl7pPr lvl="6" rtl="0">
              <a:spcBef>
                <a:spcPts val="0"/>
              </a:spcBef>
              <a:spcAft>
                <a:spcPts val="0"/>
              </a:spcAft>
              <a:buSzPts val="12000"/>
              <a:buNone/>
              <a:defRPr sz="12000"/>
            </a:lvl7pPr>
            <a:lvl8pPr lvl="7" rtl="0">
              <a:spcBef>
                <a:spcPts val="0"/>
              </a:spcBef>
              <a:spcAft>
                <a:spcPts val="0"/>
              </a:spcAft>
              <a:buSzPts val="12000"/>
              <a:buNone/>
              <a:defRPr sz="12000"/>
            </a:lvl8pPr>
            <a:lvl9pPr lvl="8" rtl="0">
              <a:spcBef>
                <a:spcPts val="0"/>
              </a:spcBef>
              <a:spcAft>
                <a:spcPts val="0"/>
              </a:spcAft>
              <a:buSzPts val="12000"/>
              <a:buNone/>
              <a:defRPr sz="12000"/>
            </a:lvl9pPr>
          </a:lstStyle>
          <a:p>
            <a:r>
              <a:t>xx%</a:t>
            </a:r>
          </a:p>
        </p:txBody>
      </p:sp>
      <p:sp>
        <p:nvSpPr>
          <p:cNvPr id="621" name="Google Shape;621;p61"/>
          <p:cNvSpPr txBox="1"/>
          <p:nvPr>
            <p:ph idx="5" type="subTitle"/>
          </p:nvPr>
        </p:nvSpPr>
        <p:spPr>
          <a:xfrm>
            <a:off x="4776725" y="3010413"/>
            <a:ext cx="3793200" cy="7452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dk1"/>
              </a:buClr>
              <a:buSzPts val="1800"/>
              <a:buFont typeface="Space Mono"/>
              <a:buNone/>
              <a:defRPr>
                <a:solidFill>
                  <a:schemeClr val="dk1"/>
                </a:solidFill>
                <a:latin typeface="Space Mono"/>
                <a:ea typeface="Space Mono"/>
                <a:cs typeface="Space Mono"/>
                <a:sym typeface="Space Mono"/>
              </a:defRPr>
            </a:lvl1pPr>
            <a:lvl2pPr lvl="1" rtl="0">
              <a:spcBef>
                <a:spcPts val="1000"/>
              </a:spcBef>
              <a:spcAft>
                <a:spcPts val="0"/>
              </a:spcAft>
              <a:buSzPts val="1400"/>
              <a:buNone/>
              <a:defRPr/>
            </a:lvl2pPr>
            <a:lvl3pPr lvl="2" rtl="0">
              <a:spcBef>
                <a:spcPts val="1000"/>
              </a:spcBef>
              <a:spcAft>
                <a:spcPts val="0"/>
              </a:spcAft>
              <a:buSzPts val="1400"/>
              <a:buNone/>
              <a:defRPr/>
            </a:lvl3pPr>
            <a:lvl4pPr lvl="3" rtl="0">
              <a:spcBef>
                <a:spcPts val="1000"/>
              </a:spcBef>
              <a:spcAft>
                <a:spcPts val="0"/>
              </a:spcAft>
              <a:buSzPts val="1400"/>
              <a:buNone/>
              <a:defRPr/>
            </a:lvl4pPr>
            <a:lvl5pPr lvl="4" rtl="0">
              <a:spcBef>
                <a:spcPts val="1000"/>
              </a:spcBef>
              <a:spcAft>
                <a:spcPts val="0"/>
              </a:spcAft>
              <a:buSzPts val="1400"/>
              <a:buNone/>
              <a:defRPr/>
            </a:lvl5pPr>
            <a:lvl6pPr lvl="5" rtl="0">
              <a:spcBef>
                <a:spcPts val="1000"/>
              </a:spcBef>
              <a:spcAft>
                <a:spcPts val="0"/>
              </a:spcAft>
              <a:buSzPts val="1400"/>
              <a:buNone/>
              <a:defRPr/>
            </a:lvl6pPr>
            <a:lvl7pPr lvl="6" rtl="0">
              <a:spcBef>
                <a:spcPts val="1000"/>
              </a:spcBef>
              <a:spcAft>
                <a:spcPts val="0"/>
              </a:spcAft>
              <a:buSzPts val="1400"/>
              <a:buNone/>
              <a:defRPr/>
            </a:lvl7pPr>
            <a:lvl8pPr lvl="7" rtl="0">
              <a:spcBef>
                <a:spcPts val="1000"/>
              </a:spcBef>
              <a:spcAft>
                <a:spcPts val="0"/>
              </a:spcAft>
              <a:buSzPts val="1400"/>
              <a:buNone/>
              <a:defRPr/>
            </a:lvl8pPr>
            <a:lvl9pPr lvl="8" rtl="0">
              <a:spcBef>
                <a:spcPts val="1000"/>
              </a:spcBef>
              <a:spcAft>
                <a:spcPts val="1000"/>
              </a:spcAft>
              <a:buSzPts val="1400"/>
              <a:buNone/>
              <a:defRPr/>
            </a:lvl9pPr>
          </a:lstStyle>
          <a:p/>
        </p:txBody>
      </p:sp>
      <p:pic>
        <p:nvPicPr>
          <p:cNvPr id="622" name="Google Shape;622;p61"/>
          <p:cNvPicPr preferRelativeResize="0"/>
          <p:nvPr/>
        </p:nvPicPr>
        <p:blipFill>
          <a:blip r:embed="rId3">
            <a:alphaModFix/>
          </a:blip>
          <a:stretch>
            <a:fillRect/>
          </a:stretch>
        </p:blipFill>
        <p:spPr>
          <a:xfrm>
            <a:off x="457529" y="4543025"/>
            <a:ext cx="950976" cy="142646"/>
          </a:xfrm>
          <a:prstGeom prst="rect">
            <a:avLst/>
          </a:prstGeom>
          <a:noFill/>
          <a:ln>
            <a:noFill/>
          </a:ln>
        </p:spPr>
      </p:pic>
      <p:sp>
        <p:nvSpPr>
          <p:cNvPr id="623" name="Google Shape;623;p61"/>
          <p:cNvSpPr txBox="1"/>
          <p:nvPr>
            <p:ph idx="12" type="sldNum"/>
          </p:nvPr>
        </p:nvSpPr>
        <p:spPr>
          <a:xfrm>
            <a:off x="8096041" y="4417542"/>
            <a:ext cx="548700" cy="393600"/>
          </a:xfrm>
          <a:prstGeom prst="rect">
            <a:avLst/>
          </a:prstGeom>
        </p:spPr>
        <p:txBody>
          <a:bodyPr anchorCtr="0" anchor="ctr" bIns="91425" lIns="91425" spcFirstLastPara="1" rIns="91425" wrap="square" tIns="91425">
            <a:normAutofit/>
          </a:bodyPr>
          <a:lstStyle>
            <a:lvl1pPr lvl="0" rtl="0">
              <a:buNone/>
              <a:defRPr>
                <a:solidFill>
                  <a:schemeClr val="lt1"/>
                </a:solidFill>
                <a:latin typeface="Inter"/>
                <a:ea typeface="Inter"/>
                <a:cs typeface="Inter"/>
                <a:sym typeface="Inter"/>
              </a:defRPr>
            </a:lvl1pPr>
            <a:lvl2pPr lvl="1" rtl="0">
              <a:buNone/>
              <a:defRPr>
                <a:solidFill>
                  <a:schemeClr val="lt1"/>
                </a:solidFill>
                <a:latin typeface="Inter"/>
                <a:ea typeface="Inter"/>
                <a:cs typeface="Inter"/>
                <a:sym typeface="Inter"/>
              </a:defRPr>
            </a:lvl2pPr>
            <a:lvl3pPr lvl="2" rtl="0">
              <a:buNone/>
              <a:defRPr>
                <a:solidFill>
                  <a:schemeClr val="lt1"/>
                </a:solidFill>
                <a:latin typeface="Inter"/>
                <a:ea typeface="Inter"/>
                <a:cs typeface="Inter"/>
                <a:sym typeface="Inter"/>
              </a:defRPr>
            </a:lvl3pPr>
            <a:lvl4pPr lvl="3" rtl="0">
              <a:buNone/>
              <a:defRPr>
                <a:solidFill>
                  <a:schemeClr val="lt1"/>
                </a:solidFill>
                <a:latin typeface="Inter"/>
                <a:ea typeface="Inter"/>
                <a:cs typeface="Inter"/>
                <a:sym typeface="Inter"/>
              </a:defRPr>
            </a:lvl4pPr>
            <a:lvl5pPr lvl="4" rtl="0">
              <a:buNone/>
              <a:defRPr>
                <a:solidFill>
                  <a:schemeClr val="lt1"/>
                </a:solidFill>
                <a:latin typeface="Inter"/>
                <a:ea typeface="Inter"/>
                <a:cs typeface="Inter"/>
                <a:sym typeface="Inter"/>
              </a:defRPr>
            </a:lvl5pPr>
            <a:lvl6pPr lvl="5" rtl="0">
              <a:buNone/>
              <a:defRPr>
                <a:solidFill>
                  <a:schemeClr val="lt1"/>
                </a:solidFill>
                <a:latin typeface="Inter"/>
                <a:ea typeface="Inter"/>
                <a:cs typeface="Inter"/>
                <a:sym typeface="Inter"/>
              </a:defRPr>
            </a:lvl6pPr>
            <a:lvl7pPr lvl="6" rtl="0">
              <a:buNone/>
              <a:defRPr>
                <a:solidFill>
                  <a:schemeClr val="lt1"/>
                </a:solidFill>
                <a:latin typeface="Inter"/>
                <a:ea typeface="Inter"/>
                <a:cs typeface="Inter"/>
                <a:sym typeface="Inter"/>
              </a:defRPr>
            </a:lvl7pPr>
            <a:lvl8pPr lvl="7" rtl="0">
              <a:buNone/>
              <a:defRPr>
                <a:solidFill>
                  <a:schemeClr val="lt1"/>
                </a:solidFill>
                <a:latin typeface="Inter"/>
                <a:ea typeface="Inter"/>
                <a:cs typeface="Inter"/>
                <a:sym typeface="Inter"/>
              </a:defRPr>
            </a:lvl8pPr>
            <a:lvl9pPr lvl="8" rtl="0">
              <a:buNone/>
              <a:defRPr>
                <a:solidFill>
                  <a:schemeClr val="lt1"/>
                </a:solidFill>
                <a:latin typeface="Inter"/>
                <a:ea typeface="Inter"/>
                <a:cs typeface="Inter"/>
                <a:sym typeface="Inter"/>
              </a:defRPr>
            </a:lvl9pPr>
          </a:lstStyle>
          <a:p>
            <a:pPr indent="0" lvl="0" marL="0" rtl="0" algn="r">
              <a:spcBef>
                <a:spcPts val="0"/>
              </a:spcBef>
              <a:spcAft>
                <a:spcPts val="0"/>
              </a:spcAft>
              <a:buNone/>
            </a:pPr>
            <a:fld id="{00000000-1234-1234-1234-123412341234}" type="slidenum">
              <a:rPr lang="en"/>
              <a:t>‹#›</a:t>
            </a:fld>
            <a:endParaRPr/>
          </a:p>
        </p:txBody>
      </p:sp>
      <p:sp>
        <p:nvSpPr>
          <p:cNvPr id="624" name="Google Shape;624;p61"/>
          <p:cNvSpPr txBox="1"/>
          <p:nvPr>
            <p:ph idx="6" type="sldNum"/>
          </p:nvPr>
        </p:nvSpPr>
        <p:spPr>
          <a:xfrm>
            <a:off x="8474304" y="4417550"/>
            <a:ext cx="281700" cy="393600"/>
          </a:xfrm>
          <a:prstGeom prst="rect">
            <a:avLst/>
          </a:prstGeom>
        </p:spPr>
        <p:txBody>
          <a:bodyPr anchorCtr="0" anchor="ctr" bIns="91425" lIns="91425" spcFirstLastPara="1" rIns="91425" wrap="square" tIns="91425">
            <a:normAutofit/>
          </a:bodyPr>
          <a:lstStyle>
            <a:lvl1pPr lvl="0" rtl="0" algn="l">
              <a:buNone/>
              <a:defRPr sz="1108">
                <a:solidFill>
                  <a:srgbClr val="666666"/>
                </a:solidFill>
                <a:latin typeface="Inter"/>
                <a:ea typeface="Inter"/>
                <a:cs typeface="Inter"/>
                <a:sym typeface="Inter"/>
              </a:defRPr>
            </a:lvl1pPr>
            <a:lvl2pPr lvl="1" rtl="0" algn="l">
              <a:buNone/>
              <a:defRPr sz="1108">
                <a:solidFill>
                  <a:srgbClr val="666666"/>
                </a:solidFill>
                <a:latin typeface="Inter"/>
                <a:ea typeface="Inter"/>
                <a:cs typeface="Inter"/>
                <a:sym typeface="Inter"/>
              </a:defRPr>
            </a:lvl2pPr>
            <a:lvl3pPr lvl="2" rtl="0" algn="l">
              <a:buNone/>
              <a:defRPr sz="1108">
                <a:solidFill>
                  <a:srgbClr val="666666"/>
                </a:solidFill>
                <a:latin typeface="Inter"/>
                <a:ea typeface="Inter"/>
                <a:cs typeface="Inter"/>
                <a:sym typeface="Inter"/>
              </a:defRPr>
            </a:lvl3pPr>
            <a:lvl4pPr lvl="3" rtl="0" algn="l">
              <a:buNone/>
              <a:defRPr sz="1108">
                <a:solidFill>
                  <a:srgbClr val="666666"/>
                </a:solidFill>
                <a:latin typeface="Inter"/>
                <a:ea typeface="Inter"/>
                <a:cs typeface="Inter"/>
                <a:sym typeface="Inter"/>
              </a:defRPr>
            </a:lvl4pPr>
            <a:lvl5pPr lvl="4" rtl="0" algn="l">
              <a:buNone/>
              <a:defRPr sz="1108">
                <a:solidFill>
                  <a:srgbClr val="666666"/>
                </a:solidFill>
                <a:latin typeface="Inter"/>
                <a:ea typeface="Inter"/>
                <a:cs typeface="Inter"/>
                <a:sym typeface="Inter"/>
              </a:defRPr>
            </a:lvl5pPr>
            <a:lvl6pPr lvl="5" rtl="0" algn="l">
              <a:buNone/>
              <a:defRPr sz="1108">
                <a:solidFill>
                  <a:srgbClr val="666666"/>
                </a:solidFill>
                <a:latin typeface="Inter"/>
                <a:ea typeface="Inter"/>
                <a:cs typeface="Inter"/>
                <a:sym typeface="Inter"/>
              </a:defRPr>
            </a:lvl6pPr>
            <a:lvl7pPr lvl="6" rtl="0" algn="l">
              <a:buNone/>
              <a:defRPr sz="1108">
                <a:solidFill>
                  <a:srgbClr val="666666"/>
                </a:solidFill>
                <a:latin typeface="Inter"/>
                <a:ea typeface="Inter"/>
                <a:cs typeface="Inter"/>
                <a:sym typeface="Inter"/>
              </a:defRPr>
            </a:lvl7pPr>
            <a:lvl8pPr lvl="7" rtl="0" algn="l">
              <a:buNone/>
              <a:defRPr sz="1108">
                <a:solidFill>
                  <a:srgbClr val="666666"/>
                </a:solidFill>
                <a:latin typeface="Inter"/>
                <a:ea typeface="Inter"/>
                <a:cs typeface="Inter"/>
                <a:sym typeface="Inter"/>
              </a:defRPr>
            </a:lvl8pPr>
            <a:lvl9pPr lvl="8" rtl="0" algn="l">
              <a:buNone/>
              <a:defRPr sz="1108">
                <a:solidFill>
                  <a:srgbClr val="666666"/>
                </a:solidFill>
                <a:latin typeface="Inter"/>
                <a:ea typeface="Inter"/>
                <a:cs typeface="Inter"/>
                <a:sym typeface="Inter"/>
              </a:defRPr>
            </a:lvl9pPr>
          </a:lstStyle>
          <a:p>
            <a:pPr indent="0" lvl="0" marL="0" rtl="0" algn="l">
              <a:spcBef>
                <a:spcPts val="0"/>
              </a:spcBef>
              <a:spcAft>
                <a:spcPts val="0"/>
              </a:spcAft>
              <a:buNone/>
            </a:pPr>
            <a:r>
              <a:rPr lang="en"/>
              <a:t xml:space="preserve"> /</a:t>
            </a:r>
            <a:endParaRPr/>
          </a:p>
        </p:txBody>
      </p:sp>
    </p:spTree>
  </p:cSld>
  <p:clrMapOvr>
    <a:masterClrMapping/>
  </p:clrMapOvr>
</p:sldLayout>
</file>

<file path=ppt/slideLayouts/slideLayout6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se Study (1)">
  <p:cSld name="BIG_NUMBER_1">
    <p:bg>
      <p:bgPr>
        <a:solidFill>
          <a:schemeClr val="dk1"/>
        </a:solidFill>
      </p:bgPr>
    </p:bg>
    <p:spTree>
      <p:nvGrpSpPr>
        <p:cNvPr id="625" name="Shape 625"/>
        <p:cNvGrpSpPr/>
        <p:nvPr/>
      </p:nvGrpSpPr>
      <p:grpSpPr>
        <a:xfrm>
          <a:off x="0" y="0"/>
          <a:ext cx="0" cy="0"/>
          <a:chOff x="0" y="0"/>
          <a:chExt cx="0" cy="0"/>
        </a:xfrm>
      </p:grpSpPr>
      <p:sp>
        <p:nvSpPr>
          <p:cNvPr id="626" name="Google Shape;626;p62"/>
          <p:cNvSpPr txBox="1"/>
          <p:nvPr>
            <p:ph type="title"/>
          </p:nvPr>
        </p:nvSpPr>
        <p:spPr>
          <a:xfrm>
            <a:off x="311700" y="445025"/>
            <a:ext cx="4412700" cy="5727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lt1"/>
              </a:buClr>
              <a:buSzPts val="3200"/>
              <a:buFont typeface="Inter ExtraBold"/>
              <a:buNone/>
              <a:defRPr sz="3200">
                <a:solidFill>
                  <a:schemeClr val="lt1"/>
                </a:solidFill>
                <a:latin typeface="Inter ExtraBold"/>
                <a:ea typeface="Inter ExtraBold"/>
                <a:cs typeface="Inter ExtraBold"/>
                <a:sym typeface="Inter ExtraBold"/>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p:txBody>
      </p:sp>
      <p:sp>
        <p:nvSpPr>
          <p:cNvPr id="627" name="Google Shape;627;p62"/>
          <p:cNvSpPr txBox="1"/>
          <p:nvPr>
            <p:ph idx="1" type="subTitle"/>
          </p:nvPr>
        </p:nvSpPr>
        <p:spPr>
          <a:xfrm>
            <a:off x="311700" y="1055100"/>
            <a:ext cx="4412700" cy="5727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lt1"/>
              </a:buClr>
              <a:buSzPts val="1800"/>
              <a:buNone/>
              <a:defRPr>
                <a:solidFill>
                  <a:schemeClr val="lt1"/>
                </a:solidFill>
              </a:defRPr>
            </a:lvl1pPr>
            <a:lvl2pPr lvl="1" rtl="0">
              <a:spcBef>
                <a:spcPts val="1000"/>
              </a:spcBef>
              <a:spcAft>
                <a:spcPts val="0"/>
              </a:spcAft>
              <a:buSzPts val="1400"/>
              <a:buNone/>
              <a:defRPr/>
            </a:lvl2pPr>
            <a:lvl3pPr lvl="2" rtl="0">
              <a:spcBef>
                <a:spcPts val="1000"/>
              </a:spcBef>
              <a:spcAft>
                <a:spcPts val="0"/>
              </a:spcAft>
              <a:buSzPts val="1400"/>
              <a:buNone/>
              <a:defRPr/>
            </a:lvl3pPr>
            <a:lvl4pPr lvl="3" rtl="0">
              <a:spcBef>
                <a:spcPts val="1000"/>
              </a:spcBef>
              <a:spcAft>
                <a:spcPts val="0"/>
              </a:spcAft>
              <a:buSzPts val="1400"/>
              <a:buNone/>
              <a:defRPr/>
            </a:lvl4pPr>
            <a:lvl5pPr lvl="4" rtl="0">
              <a:spcBef>
                <a:spcPts val="1000"/>
              </a:spcBef>
              <a:spcAft>
                <a:spcPts val="0"/>
              </a:spcAft>
              <a:buSzPts val="1400"/>
              <a:buNone/>
              <a:defRPr/>
            </a:lvl5pPr>
            <a:lvl6pPr lvl="5" rtl="0">
              <a:spcBef>
                <a:spcPts val="1000"/>
              </a:spcBef>
              <a:spcAft>
                <a:spcPts val="0"/>
              </a:spcAft>
              <a:buSzPts val="1400"/>
              <a:buNone/>
              <a:defRPr/>
            </a:lvl6pPr>
            <a:lvl7pPr lvl="6" rtl="0">
              <a:spcBef>
                <a:spcPts val="1000"/>
              </a:spcBef>
              <a:spcAft>
                <a:spcPts val="0"/>
              </a:spcAft>
              <a:buSzPts val="1400"/>
              <a:buNone/>
              <a:defRPr/>
            </a:lvl7pPr>
            <a:lvl8pPr lvl="7" rtl="0">
              <a:spcBef>
                <a:spcPts val="1000"/>
              </a:spcBef>
              <a:spcAft>
                <a:spcPts val="0"/>
              </a:spcAft>
              <a:buSzPts val="1400"/>
              <a:buNone/>
              <a:defRPr/>
            </a:lvl8pPr>
            <a:lvl9pPr lvl="8" rtl="0">
              <a:spcBef>
                <a:spcPts val="1000"/>
              </a:spcBef>
              <a:spcAft>
                <a:spcPts val="1000"/>
              </a:spcAft>
              <a:buSzPts val="1400"/>
              <a:buNone/>
              <a:defRPr/>
            </a:lvl9pPr>
          </a:lstStyle>
          <a:p/>
        </p:txBody>
      </p:sp>
      <p:cxnSp>
        <p:nvCxnSpPr>
          <p:cNvPr id="628" name="Google Shape;628;p62"/>
          <p:cNvCxnSpPr/>
          <p:nvPr/>
        </p:nvCxnSpPr>
        <p:spPr>
          <a:xfrm rot="10800000">
            <a:off x="4549601" y="1710538"/>
            <a:ext cx="0" cy="2168700"/>
          </a:xfrm>
          <a:prstGeom prst="straightConnector1">
            <a:avLst/>
          </a:prstGeom>
          <a:noFill/>
          <a:ln cap="flat" cmpd="sng" w="9525">
            <a:solidFill>
              <a:schemeClr val="dk1"/>
            </a:solidFill>
            <a:prstDash val="solid"/>
            <a:round/>
            <a:headEnd len="med" w="med" type="none"/>
            <a:tailEnd len="med" w="med" type="none"/>
          </a:ln>
        </p:spPr>
      </p:cxnSp>
      <p:sp>
        <p:nvSpPr>
          <p:cNvPr id="629" name="Google Shape;629;p62"/>
          <p:cNvSpPr txBox="1"/>
          <p:nvPr>
            <p:ph idx="2" type="body"/>
          </p:nvPr>
        </p:nvSpPr>
        <p:spPr>
          <a:xfrm>
            <a:off x="311700" y="1570900"/>
            <a:ext cx="4412700" cy="2534400"/>
          </a:xfrm>
          <a:prstGeom prst="rect">
            <a:avLst/>
          </a:prstGeom>
        </p:spPr>
        <p:txBody>
          <a:bodyPr anchorCtr="0" anchor="t" bIns="91425" lIns="91425" spcFirstLastPara="1" rIns="91425" wrap="square" tIns="91425">
            <a:normAutofit/>
          </a:bodyPr>
          <a:lstStyle>
            <a:lvl1pPr indent="-342900" lvl="0" marL="457200" rtl="0">
              <a:spcBef>
                <a:spcPts val="0"/>
              </a:spcBef>
              <a:spcAft>
                <a:spcPts val="0"/>
              </a:spcAft>
              <a:buClr>
                <a:srgbClr val="D9D9D9"/>
              </a:buClr>
              <a:buSzPts val="1800"/>
              <a:buChar char="●"/>
              <a:defRPr>
                <a:solidFill>
                  <a:srgbClr val="D9D9D9"/>
                </a:solidFill>
              </a:defRPr>
            </a:lvl1pPr>
            <a:lvl2pPr indent="-317500" lvl="1" marL="914400" rtl="0">
              <a:spcBef>
                <a:spcPts val="1000"/>
              </a:spcBef>
              <a:spcAft>
                <a:spcPts val="0"/>
              </a:spcAft>
              <a:buClr>
                <a:srgbClr val="D9D9D9"/>
              </a:buClr>
              <a:buSzPts val="1400"/>
              <a:buChar char="○"/>
              <a:defRPr>
                <a:solidFill>
                  <a:srgbClr val="D9D9D9"/>
                </a:solidFill>
              </a:defRPr>
            </a:lvl2pPr>
            <a:lvl3pPr indent="-317500" lvl="2" marL="1371600" rtl="0">
              <a:spcBef>
                <a:spcPts val="1000"/>
              </a:spcBef>
              <a:spcAft>
                <a:spcPts val="0"/>
              </a:spcAft>
              <a:buClr>
                <a:srgbClr val="D9D9D9"/>
              </a:buClr>
              <a:buSzPts val="1400"/>
              <a:buChar char="■"/>
              <a:defRPr>
                <a:solidFill>
                  <a:srgbClr val="D9D9D9"/>
                </a:solidFill>
              </a:defRPr>
            </a:lvl3pPr>
            <a:lvl4pPr indent="-317500" lvl="3" marL="1828800" rtl="0">
              <a:spcBef>
                <a:spcPts val="1000"/>
              </a:spcBef>
              <a:spcAft>
                <a:spcPts val="0"/>
              </a:spcAft>
              <a:buClr>
                <a:srgbClr val="D9D9D9"/>
              </a:buClr>
              <a:buSzPts val="1400"/>
              <a:buChar char="●"/>
              <a:defRPr>
                <a:solidFill>
                  <a:srgbClr val="D9D9D9"/>
                </a:solidFill>
              </a:defRPr>
            </a:lvl4pPr>
            <a:lvl5pPr indent="-317500" lvl="4" marL="2286000" rtl="0">
              <a:spcBef>
                <a:spcPts val="1000"/>
              </a:spcBef>
              <a:spcAft>
                <a:spcPts val="0"/>
              </a:spcAft>
              <a:buClr>
                <a:srgbClr val="D9D9D9"/>
              </a:buClr>
              <a:buSzPts val="1400"/>
              <a:buChar char="○"/>
              <a:defRPr>
                <a:solidFill>
                  <a:srgbClr val="D9D9D9"/>
                </a:solidFill>
              </a:defRPr>
            </a:lvl5pPr>
            <a:lvl6pPr indent="-317500" lvl="5" marL="2743200" rtl="0">
              <a:spcBef>
                <a:spcPts val="1000"/>
              </a:spcBef>
              <a:spcAft>
                <a:spcPts val="0"/>
              </a:spcAft>
              <a:buClr>
                <a:srgbClr val="D9D9D9"/>
              </a:buClr>
              <a:buSzPts val="1400"/>
              <a:buChar char="■"/>
              <a:defRPr>
                <a:solidFill>
                  <a:srgbClr val="D9D9D9"/>
                </a:solidFill>
              </a:defRPr>
            </a:lvl6pPr>
            <a:lvl7pPr indent="-317500" lvl="6" marL="3200400" rtl="0">
              <a:spcBef>
                <a:spcPts val="1000"/>
              </a:spcBef>
              <a:spcAft>
                <a:spcPts val="0"/>
              </a:spcAft>
              <a:buClr>
                <a:srgbClr val="D9D9D9"/>
              </a:buClr>
              <a:buSzPts val="1400"/>
              <a:buChar char="●"/>
              <a:defRPr>
                <a:solidFill>
                  <a:srgbClr val="D9D9D9"/>
                </a:solidFill>
              </a:defRPr>
            </a:lvl7pPr>
            <a:lvl8pPr indent="-317500" lvl="7" marL="3657600" rtl="0">
              <a:spcBef>
                <a:spcPts val="1000"/>
              </a:spcBef>
              <a:spcAft>
                <a:spcPts val="0"/>
              </a:spcAft>
              <a:buClr>
                <a:srgbClr val="D9D9D9"/>
              </a:buClr>
              <a:buSzPts val="1400"/>
              <a:buChar char="○"/>
              <a:defRPr>
                <a:solidFill>
                  <a:srgbClr val="D9D9D9"/>
                </a:solidFill>
              </a:defRPr>
            </a:lvl8pPr>
            <a:lvl9pPr indent="-317500" lvl="8" marL="4114800" rtl="0">
              <a:spcBef>
                <a:spcPts val="1000"/>
              </a:spcBef>
              <a:spcAft>
                <a:spcPts val="1000"/>
              </a:spcAft>
              <a:buClr>
                <a:srgbClr val="D9D9D9"/>
              </a:buClr>
              <a:buSzPts val="1400"/>
              <a:buChar char="■"/>
              <a:defRPr>
                <a:solidFill>
                  <a:srgbClr val="D9D9D9"/>
                </a:solidFill>
              </a:defRPr>
            </a:lvl9pPr>
          </a:lstStyle>
          <a:p/>
        </p:txBody>
      </p:sp>
      <p:sp>
        <p:nvSpPr>
          <p:cNvPr id="630" name="Google Shape;630;p62"/>
          <p:cNvSpPr/>
          <p:nvPr>
            <p:ph idx="3" type="pic"/>
          </p:nvPr>
        </p:nvSpPr>
        <p:spPr>
          <a:xfrm>
            <a:off x="5133600" y="0"/>
            <a:ext cx="4010400" cy="2775900"/>
          </a:xfrm>
          <a:prstGeom prst="rect">
            <a:avLst/>
          </a:prstGeom>
          <a:noFill/>
          <a:ln>
            <a:noFill/>
          </a:ln>
        </p:spPr>
      </p:sp>
      <p:pic>
        <p:nvPicPr>
          <p:cNvPr id="631" name="Google Shape;631;p62"/>
          <p:cNvPicPr preferRelativeResize="0"/>
          <p:nvPr/>
        </p:nvPicPr>
        <p:blipFill>
          <a:blip r:embed="rId2">
            <a:alphaModFix/>
          </a:blip>
          <a:stretch>
            <a:fillRect/>
          </a:stretch>
        </p:blipFill>
        <p:spPr>
          <a:xfrm>
            <a:off x="5133599" y="2946925"/>
            <a:ext cx="3572248" cy="1596099"/>
          </a:xfrm>
          <a:prstGeom prst="rect">
            <a:avLst/>
          </a:prstGeom>
          <a:noFill/>
          <a:ln>
            <a:noFill/>
          </a:ln>
        </p:spPr>
      </p:pic>
      <p:sp>
        <p:nvSpPr>
          <p:cNvPr id="632" name="Google Shape;632;p62"/>
          <p:cNvSpPr txBox="1"/>
          <p:nvPr>
            <p:ph hasCustomPrompt="1" idx="4" type="title"/>
          </p:nvPr>
        </p:nvSpPr>
        <p:spPr>
          <a:xfrm>
            <a:off x="5276850" y="2946925"/>
            <a:ext cx="3285900" cy="1015500"/>
          </a:xfrm>
          <a:prstGeom prst="rect">
            <a:avLst/>
          </a:prstGeom>
        </p:spPr>
        <p:txBody>
          <a:bodyPr anchorCtr="0" anchor="b" bIns="91425" lIns="91425" spcFirstLastPara="1" rIns="91425" wrap="square" tIns="91425">
            <a:normAutofit/>
          </a:bodyPr>
          <a:lstStyle>
            <a:lvl1pPr lvl="0" rtl="0">
              <a:spcBef>
                <a:spcPts val="0"/>
              </a:spcBef>
              <a:spcAft>
                <a:spcPts val="0"/>
              </a:spcAft>
              <a:buClr>
                <a:schemeClr val="dk1"/>
              </a:buClr>
              <a:buSzPts val="6500"/>
              <a:buFont typeface="Inter SemiBold"/>
              <a:buNone/>
              <a:defRPr sz="6500">
                <a:solidFill>
                  <a:schemeClr val="dk1"/>
                </a:solidFill>
                <a:latin typeface="Inter SemiBold"/>
                <a:ea typeface="Inter SemiBold"/>
                <a:cs typeface="Inter SemiBold"/>
                <a:sym typeface="Inter SemiBold"/>
              </a:defRPr>
            </a:lvl1pPr>
            <a:lvl2pPr lvl="1" rtl="0">
              <a:spcBef>
                <a:spcPts val="0"/>
              </a:spcBef>
              <a:spcAft>
                <a:spcPts val="0"/>
              </a:spcAft>
              <a:buSzPts val="12000"/>
              <a:buNone/>
              <a:defRPr sz="12000"/>
            </a:lvl2pPr>
            <a:lvl3pPr lvl="2" rtl="0">
              <a:spcBef>
                <a:spcPts val="0"/>
              </a:spcBef>
              <a:spcAft>
                <a:spcPts val="0"/>
              </a:spcAft>
              <a:buSzPts val="12000"/>
              <a:buNone/>
              <a:defRPr sz="12000"/>
            </a:lvl3pPr>
            <a:lvl4pPr lvl="3" rtl="0">
              <a:spcBef>
                <a:spcPts val="0"/>
              </a:spcBef>
              <a:spcAft>
                <a:spcPts val="0"/>
              </a:spcAft>
              <a:buSzPts val="12000"/>
              <a:buNone/>
              <a:defRPr sz="12000"/>
            </a:lvl4pPr>
            <a:lvl5pPr lvl="4" rtl="0">
              <a:spcBef>
                <a:spcPts val="0"/>
              </a:spcBef>
              <a:spcAft>
                <a:spcPts val="0"/>
              </a:spcAft>
              <a:buSzPts val="12000"/>
              <a:buNone/>
              <a:defRPr sz="12000"/>
            </a:lvl5pPr>
            <a:lvl6pPr lvl="5" rtl="0">
              <a:spcBef>
                <a:spcPts val="0"/>
              </a:spcBef>
              <a:spcAft>
                <a:spcPts val="0"/>
              </a:spcAft>
              <a:buSzPts val="12000"/>
              <a:buNone/>
              <a:defRPr sz="12000"/>
            </a:lvl6pPr>
            <a:lvl7pPr lvl="6" rtl="0">
              <a:spcBef>
                <a:spcPts val="0"/>
              </a:spcBef>
              <a:spcAft>
                <a:spcPts val="0"/>
              </a:spcAft>
              <a:buSzPts val="12000"/>
              <a:buNone/>
              <a:defRPr sz="12000"/>
            </a:lvl7pPr>
            <a:lvl8pPr lvl="7" rtl="0">
              <a:spcBef>
                <a:spcPts val="0"/>
              </a:spcBef>
              <a:spcAft>
                <a:spcPts val="0"/>
              </a:spcAft>
              <a:buSzPts val="12000"/>
              <a:buNone/>
              <a:defRPr sz="12000"/>
            </a:lvl8pPr>
            <a:lvl9pPr lvl="8" rtl="0">
              <a:spcBef>
                <a:spcPts val="0"/>
              </a:spcBef>
              <a:spcAft>
                <a:spcPts val="0"/>
              </a:spcAft>
              <a:buSzPts val="12000"/>
              <a:buNone/>
              <a:defRPr sz="12000"/>
            </a:lvl9pPr>
          </a:lstStyle>
          <a:p>
            <a:r>
              <a:t>xx%</a:t>
            </a:r>
          </a:p>
        </p:txBody>
      </p:sp>
      <p:sp>
        <p:nvSpPr>
          <p:cNvPr id="633" name="Google Shape;633;p62"/>
          <p:cNvSpPr txBox="1"/>
          <p:nvPr>
            <p:ph idx="5" type="subTitle"/>
          </p:nvPr>
        </p:nvSpPr>
        <p:spPr>
          <a:xfrm>
            <a:off x="5276988" y="3715100"/>
            <a:ext cx="3285900" cy="5727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dk1"/>
              </a:buClr>
              <a:buSzPts val="1200"/>
              <a:buFont typeface="Space Mono"/>
              <a:buNone/>
              <a:defRPr sz="1200">
                <a:solidFill>
                  <a:schemeClr val="dk1"/>
                </a:solidFill>
                <a:latin typeface="Space Mono"/>
                <a:ea typeface="Space Mono"/>
                <a:cs typeface="Space Mono"/>
                <a:sym typeface="Space Mono"/>
              </a:defRPr>
            </a:lvl1pPr>
            <a:lvl2pPr lvl="1" rtl="0">
              <a:spcBef>
                <a:spcPts val="1000"/>
              </a:spcBef>
              <a:spcAft>
                <a:spcPts val="0"/>
              </a:spcAft>
              <a:buSzPts val="1200"/>
              <a:buNone/>
              <a:defRPr sz="1200"/>
            </a:lvl2pPr>
            <a:lvl3pPr lvl="2" rtl="0">
              <a:spcBef>
                <a:spcPts val="1000"/>
              </a:spcBef>
              <a:spcAft>
                <a:spcPts val="0"/>
              </a:spcAft>
              <a:buSzPts val="1200"/>
              <a:buNone/>
              <a:defRPr sz="1200"/>
            </a:lvl3pPr>
            <a:lvl4pPr lvl="3" rtl="0">
              <a:spcBef>
                <a:spcPts val="1000"/>
              </a:spcBef>
              <a:spcAft>
                <a:spcPts val="0"/>
              </a:spcAft>
              <a:buSzPts val="1200"/>
              <a:buNone/>
              <a:defRPr sz="1200"/>
            </a:lvl4pPr>
            <a:lvl5pPr lvl="4" rtl="0">
              <a:spcBef>
                <a:spcPts val="1000"/>
              </a:spcBef>
              <a:spcAft>
                <a:spcPts val="0"/>
              </a:spcAft>
              <a:buSzPts val="1200"/>
              <a:buNone/>
              <a:defRPr sz="1200"/>
            </a:lvl5pPr>
            <a:lvl6pPr lvl="5" rtl="0">
              <a:spcBef>
                <a:spcPts val="1000"/>
              </a:spcBef>
              <a:spcAft>
                <a:spcPts val="0"/>
              </a:spcAft>
              <a:buSzPts val="1200"/>
              <a:buNone/>
              <a:defRPr sz="1200"/>
            </a:lvl6pPr>
            <a:lvl7pPr lvl="6" rtl="0">
              <a:spcBef>
                <a:spcPts val="1000"/>
              </a:spcBef>
              <a:spcAft>
                <a:spcPts val="0"/>
              </a:spcAft>
              <a:buSzPts val="1200"/>
              <a:buNone/>
              <a:defRPr sz="1200"/>
            </a:lvl7pPr>
            <a:lvl8pPr lvl="7" rtl="0">
              <a:spcBef>
                <a:spcPts val="1000"/>
              </a:spcBef>
              <a:spcAft>
                <a:spcPts val="0"/>
              </a:spcAft>
              <a:buSzPts val="1200"/>
              <a:buNone/>
              <a:defRPr sz="1200"/>
            </a:lvl8pPr>
            <a:lvl9pPr lvl="8" rtl="0">
              <a:spcBef>
                <a:spcPts val="1000"/>
              </a:spcBef>
              <a:spcAft>
                <a:spcPts val="1000"/>
              </a:spcAft>
              <a:buSzPts val="1200"/>
              <a:buNone/>
              <a:defRPr sz="1200"/>
            </a:lvl9pPr>
          </a:lstStyle>
          <a:p/>
        </p:txBody>
      </p:sp>
      <p:sp>
        <p:nvSpPr>
          <p:cNvPr id="634" name="Google Shape;634;p62"/>
          <p:cNvSpPr txBox="1"/>
          <p:nvPr>
            <p:ph idx="12" type="sldNum"/>
          </p:nvPr>
        </p:nvSpPr>
        <p:spPr>
          <a:xfrm>
            <a:off x="8096041" y="4417542"/>
            <a:ext cx="548700" cy="393600"/>
          </a:xfrm>
          <a:prstGeom prst="rect">
            <a:avLst/>
          </a:prstGeom>
        </p:spPr>
        <p:txBody>
          <a:bodyPr anchorCtr="0" anchor="ctr" bIns="91425" lIns="91425" spcFirstLastPara="1" rIns="91425" wrap="square" tIns="91425">
            <a:normAutofit/>
          </a:bodyPr>
          <a:lstStyle>
            <a:lvl1pPr lvl="0" rtl="0">
              <a:buNone/>
              <a:defRPr>
                <a:solidFill>
                  <a:schemeClr val="lt1"/>
                </a:solidFill>
                <a:latin typeface="Inter"/>
                <a:ea typeface="Inter"/>
                <a:cs typeface="Inter"/>
                <a:sym typeface="Inter"/>
              </a:defRPr>
            </a:lvl1pPr>
            <a:lvl2pPr lvl="1" rtl="0">
              <a:buNone/>
              <a:defRPr>
                <a:solidFill>
                  <a:schemeClr val="lt1"/>
                </a:solidFill>
                <a:latin typeface="Inter"/>
                <a:ea typeface="Inter"/>
                <a:cs typeface="Inter"/>
                <a:sym typeface="Inter"/>
              </a:defRPr>
            </a:lvl2pPr>
            <a:lvl3pPr lvl="2" rtl="0">
              <a:buNone/>
              <a:defRPr>
                <a:solidFill>
                  <a:schemeClr val="lt1"/>
                </a:solidFill>
                <a:latin typeface="Inter"/>
                <a:ea typeface="Inter"/>
                <a:cs typeface="Inter"/>
                <a:sym typeface="Inter"/>
              </a:defRPr>
            </a:lvl3pPr>
            <a:lvl4pPr lvl="3" rtl="0">
              <a:buNone/>
              <a:defRPr>
                <a:solidFill>
                  <a:schemeClr val="lt1"/>
                </a:solidFill>
                <a:latin typeface="Inter"/>
                <a:ea typeface="Inter"/>
                <a:cs typeface="Inter"/>
                <a:sym typeface="Inter"/>
              </a:defRPr>
            </a:lvl4pPr>
            <a:lvl5pPr lvl="4" rtl="0">
              <a:buNone/>
              <a:defRPr>
                <a:solidFill>
                  <a:schemeClr val="lt1"/>
                </a:solidFill>
                <a:latin typeface="Inter"/>
                <a:ea typeface="Inter"/>
                <a:cs typeface="Inter"/>
                <a:sym typeface="Inter"/>
              </a:defRPr>
            </a:lvl5pPr>
            <a:lvl6pPr lvl="5" rtl="0">
              <a:buNone/>
              <a:defRPr>
                <a:solidFill>
                  <a:schemeClr val="lt1"/>
                </a:solidFill>
                <a:latin typeface="Inter"/>
                <a:ea typeface="Inter"/>
                <a:cs typeface="Inter"/>
                <a:sym typeface="Inter"/>
              </a:defRPr>
            </a:lvl6pPr>
            <a:lvl7pPr lvl="6" rtl="0">
              <a:buNone/>
              <a:defRPr>
                <a:solidFill>
                  <a:schemeClr val="lt1"/>
                </a:solidFill>
                <a:latin typeface="Inter"/>
                <a:ea typeface="Inter"/>
                <a:cs typeface="Inter"/>
                <a:sym typeface="Inter"/>
              </a:defRPr>
            </a:lvl7pPr>
            <a:lvl8pPr lvl="7" rtl="0">
              <a:buNone/>
              <a:defRPr>
                <a:solidFill>
                  <a:schemeClr val="lt1"/>
                </a:solidFill>
                <a:latin typeface="Inter"/>
                <a:ea typeface="Inter"/>
                <a:cs typeface="Inter"/>
                <a:sym typeface="Inter"/>
              </a:defRPr>
            </a:lvl8pPr>
            <a:lvl9pPr lvl="8" rtl="0">
              <a:buNone/>
              <a:defRPr>
                <a:solidFill>
                  <a:schemeClr val="lt1"/>
                </a:solidFill>
                <a:latin typeface="Inter"/>
                <a:ea typeface="Inter"/>
                <a:cs typeface="Inter"/>
                <a:sym typeface="Inter"/>
              </a:defRPr>
            </a:lvl9pPr>
          </a:lstStyle>
          <a:p>
            <a:pPr indent="0" lvl="0" marL="0" rtl="0" algn="r">
              <a:spcBef>
                <a:spcPts val="0"/>
              </a:spcBef>
              <a:spcAft>
                <a:spcPts val="0"/>
              </a:spcAft>
              <a:buNone/>
            </a:pPr>
            <a:fld id="{00000000-1234-1234-1234-123412341234}" type="slidenum">
              <a:rPr lang="en"/>
              <a:t>‹#›</a:t>
            </a:fld>
            <a:endParaRPr/>
          </a:p>
        </p:txBody>
      </p:sp>
      <p:sp>
        <p:nvSpPr>
          <p:cNvPr id="635" name="Google Shape;635;p62"/>
          <p:cNvSpPr txBox="1"/>
          <p:nvPr>
            <p:ph idx="6" type="sldNum"/>
          </p:nvPr>
        </p:nvSpPr>
        <p:spPr>
          <a:xfrm>
            <a:off x="8474304" y="4417550"/>
            <a:ext cx="281700" cy="393600"/>
          </a:xfrm>
          <a:prstGeom prst="rect">
            <a:avLst/>
          </a:prstGeom>
        </p:spPr>
        <p:txBody>
          <a:bodyPr anchorCtr="0" anchor="ctr" bIns="91425" lIns="91425" spcFirstLastPara="1" rIns="91425" wrap="square" tIns="91425">
            <a:normAutofit/>
          </a:bodyPr>
          <a:lstStyle>
            <a:lvl1pPr lvl="0" rtl="0" algn="l">
              <a:buNone/>
              <a:defRPr sz="1108">
                <a:solidFill>
                  <a:srgbClr val="666666"/>
                </a:solidFill>
                <a:latin typeface="Inter"/>
                <a:ea typeface="Inter"/>
                <a:cs typeface="Inter"/>
                <a:sym typeface="Inter"/>
              </a:defRPr>
            </a:lvl1pPr>
            <a:lvl2pPr lvl="1" rtl="0" algn="l">
              <a:buNone/>
              <a:defRPr sz="1108">
                <a:solidFill>
                  <a:srgbClr val="666666"/>
                </a:solidFill>
                <a:latin typeface="Inter"/>
                <a:ea typeface="Inter"/>
                <a:cs typeface="Inter"/>
                <a:sym typeface="Inter"/>
              </a:defRPr>
            </a:lvl2pPr>
            <a:lvl3pPr lvl="2" rtl="0" algn="l">
              <a:buNone/>
              <a:defRPr sz="1108">
                <a:solidFill>
                  <a:srgbClr val="666666"/>
                </a:solidFill>
                <a:latin typeface="Inter"/>
                <a:ea typeface="Inter"/>
                <a:cs typeface="Inter"/>
                <a:sym typeface="Inter"/>
              </a:defRPr>
            </a:lvl3pPr>
            <a:lvl4pPr lvl="3" rtl="0" algn="l">
              <a:buNone/>
              <a:defRPr sz="1108">
                <a:solidFill>
                  <a:srgbClr val="666666"/>
                </a:solidFill>
                <a:latin typeface="Inter"/>
                <a:ea typeface="Inter"/>
                <a:cs typeface="Inter"/>
                <a:sym typeface="Inter"/>
              </a:defRPr>
            </a:lvl4pPr>
            <a:lvl5pPr lvl="4" rtl="0" algn="l">
              <a:buNone/>
              <a:defRPr sz="1108">
                <a:solidFill>
                  <a:srgbClr val="666666"/>
                </a:solidFill>
                <a:latin typeface="Inter"/>
                <a:ea typeface="Inter"/>
                <a:cs typeface="Inter"/>
                <a:sym typeface="Inter"/>
              </a:defRPr>
            </a:lvl5pPr>
            <a:lvl6pPr lvl="5" rtl="0" algn="l">
              <a:buNone/>
              <a:defRPr sz="1108">
                <a:solidFill>
                  <a:srgbClr val="666666"/>
                </a:solidFill>
                <a:latin typeface="Inter"/>
                <a:ea typeface="Inter"/>
                <a:cs typeface="Inter"/>
                <a:sym typeface="Inter"/>
              </a:defRPr>
            </a:lvl6pPr>
            <a:lvl7pPr lvl="6" rtl="0" algn="l">
              <a:buNone/>
              <a:defRPr sz="1108">
                <a:solidFill>
                  <a:srgbClr val="666666"/>
                </a:solidFill>
                <a:latin typeface="Inter"/>
                <a:ea typeface="Inter"/>
                <a:cs typeface="Inter"/>
                <a:sym typeface="Inter"/>
              </a:defRPr>
            </a:lvl7pPr>
            <a:lvl8pPr lvl="7" rtl="0" algn="l">
              <a:buNone/>
              <a:defRPr sz="1108">
                <a:solidFill>
                  <a:srgbClr val="666666"/>
                </a:solidFill>
                <a:latin typeface="Inter"/>
                <a:ea typeface="Inter"/>
                <a:cs typeface="Inter"/>
                <a:sym typeface="Inter"/>
              </a:defRPr>
            </a:lvl8pPr>
            <a:lvl9pPr lvl="8" rtl="0" algn="l">
              <a:buNone/>
              <a:defRPr sz="1108">
                <a:solidFill>
                  <a:srgbClr val="666666"/>
                </a:solidFill>
                <a:latin typeface="Inter"/>
                <a:ea typeface="Inter"/>
                <a:cs typeface="Inter"/>
                <a:sym typeface="Inter"/>
              </a:defRPr>
            </a:lvl9pPr>
          </a:lstStyle>
          <a:p>
            <a:pPr indent="0" lvl="0" marL="0" rtl="0" algn="l">
              <a:spcBef>
                <a:spcPts val="0"/>
              </a:spcBef>
              <a:spcAft>
                <a:spcPts val="0"/>
              </a:spcAft>
              <a:buNone/>
            </a:pPr>
            <a:r>
              <a:rPr lang="en"/>
              <a:t xml:space="preserve"> /</a:t>
            </a:r>
            <a:endParaRPr/>
          </a:p>
        </p:txBody>
      </p:sp>
      <p:pic>
        <p:nvPicPr>
          <p:cNvPr id="636" name="Google Shape;636;p62"/>
          <p:cNvPicPr preferRelativeResize="0"/>
          <p:nvPr/>
        </p:nvPicPr>
        <p:blipFill>
          <a:blip r:embed="rId3">
            <a:alphaModFix/>
          </a:blip>
          <a:stretch>
            <a:fillRect/>
          </a:stretch>
        </p:blipFill>
        <p:spPr>
          <a:xfrm>
            <a:off x="457529" y="4543025"/>
            <a:ext cx="950976" cy="142646"/>
          </a:xfrm>
          <a:prstGeom prst="rect">
            <a:avLst/>
          </a:prstGeom>
          <a:noFill/>
          <a:ln>
            <a:noFill/>
          </a:ln>
        </p:spPr>
      </p:pic>
    </p:spTree>
  </p:cSld>
  <p:clrMapOvr>
    <a:masterClrMapping/>
  </p:clrMapOvr>
</p:sldLayout>
</file>

<file path=ppt/slideLayouts/slideLayout6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BLK" type="blank">
  <p:cSld name="BLANK">
    <p:spTree>
      <p:nvGrpSpPr>
        <p:cNvPr id="637" name="Shape 637"/>
        <p:cNvGrpSpPr/>
        <p:nvPr/>
      </p:nvGrpSpPr>
      <p:grpSpPr>
        <a:xfrm>
          <a:off x="0" y="0"/>
          <a:ext cx="0" cy="0"/>
          <a:chOff x="0" y="0"/>
          <a:chExt cx="0" cy="0"/>
        </a:xfrm>
      </p:grpSpPr>
      <p:sp>
        <p:nvSpPr>
          <p:cNvPr id="638" name="Google Shape;638;p63"/>
          <p:cNvSpPr txBox="1"/>
          <p:nvPr>
            <p:ph idx="12" type="sldNum"/>
          </p:nvPr>
        </p:nvSpPr>
        <p:spPr>
          <a:xfrm>
            <a:off x="8096041" y="4417542"/>
            <a:ext cx="548700" cy="393600"/>
          </a:xfrm>
          <a:prstGeom prst="rect">
            <a:avLst/>
          </a:prstGeom>
        </p:spPr>
        <p:txBody>
          <a:bodyPr anchorCtr="0" anchor="ctr" bIns="91425" lIns="91425" spcFirstLastPara="1" rIns="91425" wrap="square" tIns="91425">
            <a:normAutofit/>
          </a:bodyPr>
          <a:lstStyle>
            <a:lvl1pPr lvl="0" rtl="0">
              <a:buNone/>
              <a:defRPr>
                <a:solidFill>
                  <a:schemeClr val="lt1"/>
                </a:solidFill>
                <a:latin typeface="Inter"/>
                <a:ea typeface="Inter"/>
                <a:cs typeface="Inter"/>
                <a:sym typeface="Inter"/>
              </a:defRPr>
            </a:lvl1pPr>
            <a:lvl2pPr lvl="1" rtl="0">
              <a:buNone/>
              <a:defRPr>
                <a:solidFill>
                  <a:schemeClr val="lt1"/>
                </a:solidFill>
                <a:latin typeface="Inter"/>
                <a:ea typeface="Inter"/>
                <a:cs typeface="Inter"/>
                <a:sym typeface="Inter"/>
              </a:defRPr>
            </a:lvl2pPr>
            <a:lvl3pPr lvl="2" rtl="0">
              <a:buNone/>
              <a:defRPr>
                <a:solidFill>
                  <a:schemeClr val="lt1"/>
                </a:solidFill>
                <a:latin typeface="Inter"/>
                <a:ea typeface="Inter"/>
                <a:cs typeface="Inter"/>
                <a:sym typeface="Inter"/>
              </a:defRPr>
            </a:lvl3pPr>
            <a:lvl4pPr lvl="3" rtl="0">
              <a:buNone/>
              <a:defRPr>
                <a:solidFill>
                  <a:schemeClr val="lt1"/>
                </a:solidFill>
                <a:latin typeface="Inter"/>
                <a:ea typeface="Inter"/>
                <a:cs typeface="Inter"/>
                <a:sym typeface="Inter"/>
              </a:defRPr>
            </a:lvl4pPr>
            <a:lvl5pPr lvl="4" rtl="0">
              <a:buNone/>
              <a:defRPr>
                <a:solidFill>
                  <a:schemeClr val="lt1"/>
                </a:solidFill>
                <a:latin typeface="Inter"/>
                <a:ea typeface="Inter"/>
                <a:cs typeface="Inter"/>
                <a:sym typeface="Inter"/>
              </a:defRPr>
            </a:lvl5pPr>
            <a:lvl6pPr lvl="5" rtl="0">
              <a:buNone/>
              <a:defRPr>
                <a:solidFill>
                  <a:schemeClr val="lt1"/>
                </a:solidFill>
                <a:latin typeface="Inter"/>
                <a:ea typeface="Inter"/>
                <a:cs typeface="Inter"/>
                <a:sym typeface="Inter"/>
              </a:defRPr>
            </a:lvl6pPr>
            <a:lvl7pPr lvl="6" rtl="0">
              <a:buNone/>
              <a:defRPr>
                <a:solidFill>
                  <a:schemeClr val="lt1"/>
                </a:solidFill>
                <a:latin typeface="Inter"/>
                <a:ea typeface="Inter"/>
                <a:cs typeface="Inter"/>
                <a:sym typeface="Inter"/>
              </a:defRPr>
            </a:lvl7pPr>
            <a:lvl8pPr lvl="7" rtl="0">
              <a:buNone/>
              <a:defRPr>
                <a:solidFill>
                  <a:schemeClr val="lt1"/>
                </a:solidFill>
                <a:latin typeface="Inter"/>
                <a:ea typeface="Inter"/>
                <a:cs typeface="Inter"/>
                <a:sym typeface="Inter"/>
              </a:defRPr>
            </a:lvl8pPr>
            <a:lvl9pPr lvl="8" rtl="0">
              <a:buNone/>
              <a:defRPr>
                <a:solidFill>
                  <a:schemeClr val="lt1"/>
                </a:solidFill>
                <a:latin typeface="Inter"/>
                <a:ea typeface="Inter"/>
                <a:cs typeface="Inter"/>
                <a:sym typeface="Inter"/>
              </a:defRPr>
            </a:lvl9pPr>
          </a:lstStyle>
          <a:p>
            <a:pPr indent="0" lvl="0" marL="0" rtl="0" algn="r">
              <a:spcBef>
                <a:spcPts val="0"/>
              </a:spcBef>
              <a:spcAft>
                <a:spcPts val="0"/>
              </a:spcAft>
              <a:buNone/>
            </a:pPr>
            <a:fld id="{00000000-1234-1234-1234-123412341234}" type="slidenum">
              <a:rPr lang="en"/>
              <a:t>‹#›</a:t>
            </a:fld>
            <a:endParaRPr/>
          </a:p>
        </p:txBody>
      </p:sp>
      <p:sp>
        <p:nvSpPr>
          <p:cNvPr id="639" name="Google Shape;639;p63"/>
          <p:cNvSpPr txBox="1"/>
          <p:nvPr>
            <p:ph idx="2" type="sldNum"/>
          </p:nvPr>
        </p:nvSpPr>
        <p:spPr>
          <a:xfrm>
            <a:off x="8474304" y="4417550"/>
            <a:ext cx="281700" cy="393600"/>
          </a:xfrm>
          <a:prstGeom prst="rect">
            <a:avLst/>
          </a:prstGeom>
        </p:spPr>
        <p:txBody>
          <a:bodyPr anchorCtr="0" anchor="ctr" bIns="91425" lIns="91425" spcFirstLastPara="1" rIns="91425" wrap="square" tIns="91425">
            <a:normAutofit/>
          </a:bodyPr>
          <a:lstStyle>
            <a:lvl1pPr lvl="0" rtl="0" algn="l">
              <a:buNone/>
              <a:defRPr sz="1108">
                <a:solidFill>
                  <a:srgbClr val="666666"/>
                </a:solidFill>
                <a:latin typeface="Inter"/>
                <a:ea typeface="Inter"/>
                <a:cs typeface="Inter"/>
                <a:sym typeface="Inter"/>
              </a:defRPr>
            </a:lvl1pPr>
            <a:lvl2pPr lvl="1" rtl="0" algn="l">
              <a:buNone/>
              <a:defRPr sz="1108">
                <a:solidFill>
                  <a:srgbClr val="666666"/>
                </a:solidFill>
                <a:latin typeface="Inter"/>
                <a:ea typeface="Inter"/>
                <a:cs typeface="Inter"/>
                <a:sym typeface="Inter"/>
              </a:defRPr>
            </a:lvl2pPr>
            <a:lvl3pPr lvl="2" rtl="0" algn="l">
              <a:buNone/>
              <a:defRPr sz="1108">
                <a:solidFill>
                  <a:srgbClr val="666666"/>
                </a:solidFill>
                <a:latin typeface="Inter"/>
                <a:ea typeface="Inter"/>
                <a:cs typeface="Inter"/>
                <a:sym typeface="Inter"/>
              </a:defRPr>
            </a:lvl3pPr>
            <a:lvl4pPr lvl="3" rtl="0" algn="l">
              <a:buNone/>
              <a:defRPr sz="1108">
                <a:solidFill>
                  <a:srgbClr val="666666"/>
                </a:solidFill>
                <a:latin typeface="Inter"/>
                <a:ea typeface="Inter"/>
                <a:cs typeface="Inter"/>
                <a:sym typeface="Inter"/>
              </a:defRPr>
            </a:lvl4pPr>
            <a:lvl5pPr lvl="4" rtl="0" algn="l">
              <a:buNone/>
              <a:defRPr sz="1108">
                <a:solidFill>
                  <a:srgbClr val="666666"/>
                </a:solidFill>
                <a:latin typeface="Inter"/>
                <a:ea typeface="Inter"/>
                <a:cs typeface="Inter"/>
                <a:sym typeface="Inter"/>
              </a:defRPr>
            </a:lvl5pPr>
            <a:lvl6pPr lvl="5" rtl="0" algn="l">
              <a:buNone/>
              <a:defRPr sz="1108">
                <a:solidFill>
                  <a:srgbClr val="666666"/>
                </a:solidFill>
                <a:latin typeface="Inter"/>
                <a:ea typeface="Inter"/>
                <a:cs typeface="Inter"/>
                <a:sym typeface="Inter"/>
              </a:defRPr>
            </a:lvl6pPr>
            <a:lvl7pPr lvl="6" rtl="0" algn="l">
              <a:buNone/>
              <a:defRPr sz="1108">
                <a:solidFill>
                  <a:srgbClr val="666666"/>
                </a:solidFill>
                <a:latin typeface="Inter"/>
                <a:ea typeface="Inter"/>
                <a:cs typeface="Inter"/>
                <a:sym typeface="Inter"/>
              </a:defRPr>
            </a:lvl7pPr>
            <a:lvl8pPr lvl="7" rtl="0" algn="l">
              <a:buNone/>
              <a:defRPr sz="1108">
                <a:solidFill>
                  <a:srgbClr val="666666"/>
                </a:solidFill>
                <a:latin typeface="Inter"/>
                <a:ea typeface="Inter"/>
                <a:cs typeface="Inter"/>
                <a:sym typeface="Inter"/>
              </a:defRPr>
            </a:lvl8pPr>
            <a:lvl9pPr lvl="8" rtl="0" algn="l">
              <a:buNone/>
              <a:defRPr sz="1108">
                <a:solidFill>
                  <a:srgbClr val="666666"/>
                </a:solidFill>
                <a:latin typeface="Inter"/>
                <a:ea typeface="Inter"/>
                <a:cs typeface="Inter"/>
                <a:sym typeface="Inter"/>
              </a:defRPr>
            </a:lvl9pPr>
          </a:lstStyle>
          <a:p>
            <a:pPr indent="0" lvl="0" marL="0" rtl="0" algn="l">
              <a:spcBef>
                <a:spcPts val="0"/>
              </a:spcBef>
              <a:spcAft>
                <a:spcPts val="0"/>
              </a:spcAft>
              <a:buNone/>
            </a:pPr>
            <a:r>
              <a:rPr lang="en"/>
              <a:t xml:space="preserve"> /</a:t>
            </a:r>
            <a:endParaRPr/>
          </a:p>
        </p:txBody>
      </p:sp>
    </p:spTree>
  </p:cSld>
  <p:clrMapOvr>
    <a:masterClrMapping/>
  </p:clrMapOvr>
</p:sldLayout>
</file>

<file path=ppt/slideLayouts/slideLayout6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Gradient">
  <p:cSld name="BLANK_2">
    <p:bg>
      <p:bgPr>
        <a:blipFill>
          <a:blip r:embed="rId2">
            <a:alphaModFix/>
          </a:blip>
          <a:stretch>
            <a:fillRect/>
          </a:stretch>
        </a:blipFill>
      </p:bgPr>
    </p:bg>
    <p:spTree>
      <p:nvGrpSpPr>
        <p:cNvPr id="640" name="Shape 640"/>
        <p:cNvGrpSpPr/>
        <p:nvPr/>
      </p:nvGrpSpPr>
      <p:grpSpPr>
        <a:xfrm>
          <a:off x="0" y="0"/>
          <a:ext cx="0" cy="0"/>
          <a:chOff x="0" y="0"/>
          <a:chExt cx="0" cy="0"/>
        </a:xfrm>
      </p:grpSpPr>
      <p:sp>
        <p:nvSpPr>
          <p:cNvPr id="641" name="Google Shape;641;p64"/>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WHT">
  <p:cSld name="BLANK_1">
    <p:bg>
      <p:bgPr>
        <a:solidFill>
          <a:schemeClr val="lt1"/>
        </a:solidFill>
      </p:bgPr>
    </p:bg>
    <p:spTree>
      <p:nvGrpSpPr>
        <p:cNvPr id="642" name="Shape 642"/>
        <p:cNvGrpSpPr/>
        <p:nvPr/>
      </p:nvGrpSpPr>
      <p:grpSpPr>
        <a:xfrm>
          <a:off x="0" y="0"/>
          <a:ext cx="0" cy="0"/>
          <a:chOff x="0" y="0"/>
          <a:chExt cx="0" cy="0"/>
        </a:xfrm>
      </p:grpSpPr>
      <p:sp>
        <p:nvSpPr>
          <p:cNvPr id="643" name="Google Shape;643;p65"/>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_3">
  <p:cSld name="TITLE_3">
    <p:spTree>
      <p:nvGrpSpPr>
        <p:cNvPr id="644" name="Shape 644"/>
        <p:cNvGrpSpPr/>
        <p:nvPr/>
      </p:nvGrpSpPr>
      <p:grpSpPr>
        <a:xfrm>
          <a:off x="0" y="0"/>
          <a:ext cx="0" cy="0"/>
          <a:chOff x="0" y="0"/>
          <a:chExt cx="0" cy="0"/>
        </a:xfrm>
      </p:grpSpPr>
      <p:sp>
        <p:nvSpPr>
          <p:cNvPr id="645" name="Google Shape;645;p66"/>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rtl="0" algn="ctr">
              <a:spcBef>
                <a:spcPts val="0"/>
              </a:spcBef>
              <a:spcAft>
                <a:spcPts val="0"/>
              </a:spcAft>
              <a:buSzPts val="5200"/>
              <a:buNone/>
              <a:defRPr sz="5200"/>
            </a:lvl1pPr>
            <a:lvl2pPr lvl="1" rtl="0" algn="ctr">
              <a:spcBef>
                <a:spcPts val="0"/>
              </a:spcBef>
              <a:spcAft>
                <a:spcPts val="0"/>
              </a:spcAft>
              <a:buSzPts val="5200"/>
              <a:buNone/>
              <a:defRPr sz="5200"/>
            </a:lvl2pPr>
            <a:lvl3pPr lvl="2" rtl="0" algn="ctr">
              <a:spcBef>
                <a:spcPts val="0"/>
              </a:spcBef>
              <a:spcAft>
                <a:spcPts val="0"/>
              </a:spcAft>
              <a:buSzPts val="5200"/>
              <a:buNone/>
              <a:defRPr sz="5200"/>
            </a:lvl3pPr>
            <a:lvl4pPr lvl="3" rtl="0" algn="ctr">
              <a:spcBef>
                <a:spcPts val="0"/>
              </a:spcBef>
              <a:spcAft>
                <a:spcPts val="0"/>
              </a:spcAft>
              <a:buSzPts val="5200"/>
              <a:buNone/>
              <a:defRPr sz="5200"/>
            </a:lvl4pPr>
            <a:lvl5pPr lvl="4" rtl="0" algn="ctr">
              <a:spcBef>
                <a:spcPts val="0"/>
              </a:spcBef>
              <a:spcAft>
                <a:spcPts val="0"/>
              </a:spcAft>
              <a:buSzPts val="5200"/>
              <a:buNone/>
              <a:defRPr sz="5200"/>
            </a:lvl5pPr>
            <a:lvl6pPr lvl="5" rtl="0" algn="ctr">
              <a:spcBef>
                <a:spcPts val="0"/>
              </a:spcBef>
              <a:spcAft>
                <a:spcPts val="0"/>
              </a:spcAft>
              <a:buSzPts val="5200"/>
              <a:buNone/>
              <a:defRPr sz="5200"/>
            </a:lvl6pPr>
            <a:lvl7pPr lvl="6" rtl="0" algn="ctr">
              <a:spcBef>
                <a:spcPts val="0"/>
              </a:spcBef>
              <a:spcAft>
                <a:spcPts val="0"/>
              </a:spcAft>
              <a:buSzPts val="5200"/>
              <a:buNone/>
              <a:defRPr sz="5200"/>
            </a:lvl7pPr>
            <a:lvl8pPr lvl="7" rtl="0" algn="ctr">
              <a:spcBef>
                <a:spcPts val="0"/>
              </a:spcBef>
              <a:spcAft>
                <a:spcPts val="0"/>
              </a:spcAft>
              <a:buSzPts val="5200"/>
              <a:buNone/>
              <a:defRPr sz="5200"/>
            </a:lvl8pPr>
            <a:lvl9pPr lvl="8" rtl="0" algn="ctr">
              <a:spcBef>
                <a:spcPts val="0"/>
              </a:spcBef>
              <a:spcAft>
                <a:spcPts val="0"/>
              </a:spcAft>
              <a:buSzPts val="5200"/>
              <a:buNone/>
              <a:defRPr sz="5200"/>
            </a:lvl9pPr>
          </a:lstStyle>
          <a:p/>
        </p:txBody>
      </p:sp>
      <p:sp>
        <p:nvSpPr>
          <p:cNvPr id="646" name="Google Shape;646;p66"/>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rtl="0" algn="ctr">
              <a:lnSpc>
                <a:spcPct val="100000"/>
              </a:lnSpc>
              <a:spcBef>
                <a:spcPts val="0"/>
              </a:spcBef>
              <a:spcAft>
                <a:spcPts val="0"/>
              </a:spcAft>
              <a:buSzPts val="2800"/>
              <a:buNone/>
              <a:defRPr sz="2800"/>
            </a:lvl1pPr>
            <a:lvl2pPr lvl="1" rtl="0" algn="ctr">
              <a:lnSpc>
                <a:spcPct val="100000"/>
              </a:lnSpc>
              <a:spcBef>
                <a:spcPts val="0"/>
              </a:spcBef>
              <a:spcAft>
                <a:spcPts val="0"/>
              </a:spcAft>
              <a:buSzPts val="2800"/>
              <a:buNone/>
              <a:defRPr sz="2800"/>
            </a:lvl2pPr>
            <a:lvl3pPr lvl="2" rtl="0" algn="ctr">
              <a:lnSpc>
                <a:spcPct val="100000"/>
              </a:lnSpc>
              <a:spcBef>
                <a:spcPts val="0"/>
              </a:spcBef>
              <a:spcAft>
                <a:spcPts val="0"/>
              </a:spcAft>
              <a:buSzPts val="2800"/>
              <a:buNone/>
              <a:defRPr sz="2800"/>
            </a:lvl3pPr>
            <a:lvl4pPr lvl="3" rtl="0" algn="ctr">
              <a:lnSpc>
                <a:spcPct val="100000"/>
              </a:lnSpc>
              <a:spcBef>
                <a:spcPts val="0"/>
              </a:spcBef>
              <a:spcAft>
                <a:spcPts val="0"/>
              </a:spcAft>
              <a:buSzPts val="2800"/>
              <a:buNone/>
              <a:defRPr sz="2800"/>
            </a:lvl4pPr>
            <a:lvl5pPr lvl="4" rtl="0" algn="ctr">
              <a:lnSpc>
                <a:spcPct val="100000"/>
              </a:lnSpc>
              <a:spcBef>
                <a:spcPts val="0"/>
              </a:spcBef>
              <a:spcAft>
                <a:spcPts val="0"/>
              </a:spcAft>
              <a:buSzPts val="2800"/>
              <a:buNone/>
              <a:defRPr sz="2800"/>
            </a:lvl5pPr>
            <a:lvl6pPr lvl="5" rtl="0" algn="ctr">
              <a:lnSpc>
                <a:spcPct val="100000"/>
              </a:lnSpc>
              <a:spcBef>
                <a:spcPts val="0"/>
              </a:spcBef>
              <a:spcAft>
                <a:spcPts val="0"/>
              </a:spcAft>
              <a:buSzPts val="2800"/>
              <a:buNone/>
              <a:defRPr sz="2800"/>
            </a:lvl6pPr>
            <a:lvl7pPr lvl="6" rtl="0" algn="ctr">
              <a:lnSpc>
                <a:spcPct val="100000"/>
              </a:lnSpc>
              <a:spcBef>
                <a:spcPts val="0"/>
              </a:spcBef>
              <a:spcAft>
                <a:spcPts val="0"/>
              </a:spcAft>
              <a:buSzPts val="2800"/>
              <a:buNone/>
              <a:defRPr sz="2800"/>
            </a:lvl7pPr>
            <a:lvl8pPr lvl="7" rtl="0" algn="ctr">
              <a:lnSpc>
                <a:spcPct val="100000"/>
              </a:lnSpc>
              <a:spcBef>
                <a:spcPts val="0"/>
              </a:spcBef>
              <a:spcAft>
                <a:spcPts val="0"/>
              </a:spcAft>
              <a:buSzPts val="2800"/>
              <a:buNone/>
              <a:defRPr sz="2800"/>
            </a:lvl8pPr>
            <a:lvl9pPr lvl="8" rtl="0" algn="ctr">
              <a:lnSpc>
                <a:spcPct val="100000"/>
              </a:lnSpc>
              <a:spcBef>
                <a:spcPts val="0"/>
              </a:spcBef>
              <a:spcAft>
                <a:spcPts val="0"/>
              </a:spcAft>
              <a:buSzPts val="2800"/>
              <a:buNone/>
              <a:defRPr sz="2800"/>
            </a:lvl9pPr>
          </a:lstStyle>
          <a:p/>
        </p:txBody>
      </p:sp>
    </p:spTree>
  </p:cSld>
  <p:clrMapOvr>
    <a:masterClrMapping/>
  </p:clrMapOvr>
</p:sldLayout>
</file>

<file path=ppt/slideLayouts/slideLayout6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Icons + Assets">
  <p:cSld name="TITLE_3_1">
    <p:spTree>
      <p:nvGrpSpPr>
        <p:cNvPr id="647" name="Shape 647"/>
        <p:cNvGrpSpPr/>
        <p:nvPr/>
      </p:nvGrpSpPr>
      <p:grpSpPr>
        <a:xfrm>
          <a:off x="0" y="0"/>
          <a:ext cx="0" cy="0"/>
          <a:chOff x="0" y="0"/>
          <a:chExt cx="0" cy="0"/>
        </a:xfrm>
      </p:grpSpPr>
      <p:cxnSp>
        <p:nvCxnSpPr>
          <p:cNvPr id="648" name="Google Shape;648;p67"/>
          <p:cNvCxnSpPr/>
          <p:nvPr/>
        </p:nvCxnSpPr>
        <p:spPr>
          <a:xfrm>
            <a:off x="414650" y="913250"/>
            <a:ext cx="3749400" cy="0"/>
          </a:xfrm>
          <a:prstGeom prst="straightConnector1">
            <a:avLst/>
          </a:prstGeom>
          <a:noFill/>
          <a:ln cap="flat" cmpd="sng" w="9525">
            <a:solidFill>
              <a:srgbClr val="595959"/>
            </a:solidFill>
            <a:prstDash val="solid"/>
            <a:round/>
            <a:headEnd len="med" w="med" type="none"/>
            <a:tailEnd len="med" w="med" type="none"/>
          </a:ln>
        </p:spPr>
      </p:cxnSp>
      <p:sp>
        <p:nvSpPr>
          <p:cNvPr id="649" name="Google Shape;649;p67"/>
          <p:cNvSpPr txBox="1"/>
          <p:nvPr/>
        </p:nvSpPr>
        <p:spPr>
          <a:xfrm>
            <a:off x="414650" y="445025"/>
            <a:ext cx="3749400" cy="572700"/>
          </a:xfrm>
          <a:prstGeom prst="rect">
            <a:avLst/>
          </a:prstGeom>
          <a:noFill/>
          <a:ln>
            <a:noFill/>
          </a:ln>
        </p:spPr>
        <p:txBody>
          <a:bodyPr anchorCtr="0" anchor="t" bIns="91425" lIns="91425" spcFirstLastPara="1" rIns="91425" wrap="square" tIns="91425">
            <a:normAutofit/>
          </a:bodyPr>
          <a:lstStyle/>
          <a:p>
            <a:pPr indent="0" lvl="0" marL="0" rtl="0" algn="l">
              <a:spcBef>
                <a:spcPts val="0"/>
              </a:spcBef>
              <a:spcAft>
                <a:spcPts val="0"/>
              </a:spcAft>
              <a:buNone/>
            </a:pPr>
            <a:r>
              <a:rPr lang="en" sz="1820">
                <a:solidFill>
                  <a:srgbClr val="FFFFFF"/>
                </a:solidFill>
                <a:latin typeface="Inter"/>
                <a:ea typeface="Inter"/>
                <a:cs typeface="Inter"/>
                <a:sym typeface="Inter"/>
              </a:rPr>
              <a:t>Icons &amp; Symbols</a:t>
            </a:r>
            <a:endParaRPr sz="1820">
              <a:solidFill>
                <a:srgbClr val="FFFFFF"/>
              </a:solidFill>
              <a:latin typeface="Inter"/>
              <a:ea typeface="Inter"/>
              <a:cs typeface="Inter"/>
              <a:sym typeface="Inter"/>
            </a:endParaRPr>
          </a:p>
        </p:txBody>
      </p:sp>
      <p:pic>
        <p:nvPicPr>
          <p:cNvPr id="650" name="Google Shape;650;p67"/>
          <p:cNvPicPr preferRelativeResize="0"/>
          <p:nvPr/>
        </p:nvPicPr>
        <p:blipFill>
          <a:blip r:embed="rId2">
            <a:alphaModFix/>
          </a:blip>
          <a:stretch>
            <a:fillRect/>
          </a:stretch>
        </p:blipFill>
        <p:spPr>
          <a:xfrm>
            <a:off x="5818300" y="1853016"/>
            <a:ext cx="2213224" cy="441384"/>
          </a:xfrm>
          <a:prstGeom prst="rect">
            <a:avLst/>
          </a:prstGeom>
          <a:noFill/>
          <a:ln>
            <a:noFill/>
          </a:ln>
        </p:spPr>
      </p:pic>
      <p:pic>
        <p:nvPicPr>
          <p:cNvPr id="651" name="Google Shape;651;p67"/>
          <p:cNvPicPr preferRelativeResize="0"/>
          <p:nvPr/>
        </p:nvPicPr>
        <p:blipFill>
          <a:blip r:embed="rId3">
            <a:alphaModFix/>
          </a:blip>
          <a:stretch>
            <a:fillRect/>
          </a:stretch>
        </p:blipFill>
        <p:spPr>
          <a:xfrm>
            <a:off x="5818300" y="1162450"/>
            <a:ext cx="2213224" cy="441384"/>
          </a:xfrm>
          <a:prstGeom prst="rect">
            <a:avLst/>
          </a:prstGeom>
          <a:noFill/>
          <a:ln>
            <a:noFill/>
          </a:ln>
        </p:spPr>
      </p:pic>
      <p:cxnSp>
        <p:nvCxnSpPr>
          <p:cNvPr id="652" name="Google Shape;652;p67"/>
          <p:cNvCxnSpPr/>
          <p:nvPr/>
        </p:nvCxnSpPr>
        <p:spPr>
          <a:xfrm>
            <a:off x="4554500" y="913250"/>
            <a:ext cx="4167000" cy="0"/>
          </a:xfrm>
          <a:prstGeom prst="straightConnector1">
            <a:avLst/>
          </a:prstGeom>
          <a:noFill/>
          <a:ln cap="flat" cmpd="sng" w="9525">
            <a:solidFill>
              <a:srgbClr val="595959"/>
            </a:solidFill>
            <a:prstDash val="solid"/>
            <a:round/>
            <a:headEnd len="med" w="med" type="none"/>
            <a:tailEnd len="med" w="med" type="none"/>
          </a:ln>
        </p:spPr>
      </p:cxnSp>
      <p:sp>
        <p:nvSpPr>
          <p:cNvPr id="653" name="Google Shape;653;p67"/>
          <p:cNvSpPr txBox="1"/>
          <p:nvPr/>
        </p:nvSpPr>
        <p:spPr>
          <a:xfrm>
            <a:off x="4546950" y="445025"/>
            <a:ext cx="4212000" cy="572700"/>
          </a:xfrm>
          <a:prstGeom prst="rect">
            <a:avLst/>
          </a:prstGeom>
          <a:noFill/>
          <a:ln>
            <a:noFill/>
          </a:ln>
        </p:spPr>
        <p:txBody>
          <a:bodyPr anchorCtr="0" anchor="t" bIns="91425" lIns="91425" spcFirstLastPara="1" rIns="91425" wrap="square" tIns="91425">
            <a:normAutofit/>
          </a:bodyPr>
          <a:lstStyle/>
          <a:p>
            <a:pPr indent="0" lvl="0" marL="0" rtl="0" algn="l">
              <a:spcBef>
                <a:spcPts val="0"/>
              </a:spcBef>
              <a:spcAft>
                <a:spcPts val="0"/>
              </a:spcAft>
              <a:buNone/>
            </a:pPr>
            <a:r>
              <a:rPr lang="en" sz="1820">
                <a:solidFill>
                  <a:srgbClr val="FFFFFF"/>
                </a:solidFill>
                <a:latin typeface="Inter"/>
                <a:ea typeface="Inter"/>
                <a:cs typeface="Inter"/>
                <a:sym typeface="Inter"/>
              </a:rPr>
              <a:t xml:space="preserve">Logos &amp; Stat Boxes </a:t>
            </a:r>
            <a:endParaRPr sz="1820">
              <a:solidFill>
                <a:srgbClr val="FFFFFF"/>
              </a:solidFill>
              <a:latin typeface="Inter"/>
              <a:ea typeface="Inter"/>
              <a:cs typeface="Inter"/>
              <a:sym typeface="Inter"/>
            </a:endParaRPr>
          </a:p>
        </p:txBody>
      </p:sp>
      <p:pic>
        <p:nvPicPr>
          <p:cNvPr id="654" name="Google Shape;654;p67"/>
          <p:cNvPicPr preferRelativeResize="0"/>
          <p:nvPr/>
        </p:nvPicPr>
        <p:blipFill rotWithShape="1">
          <a:blip r:embed="rId2">
            <a:alphaModFix/>
          </a:blip>
          <a:srcRect b="0" l="0" r="79563" t="0"/>
          <a:stretch/>
        </p:blipFill>
        <p:spPr>
          <a:xfrm>
            <a:off x="5053925" y="1853025"/>
            <a:ext cx="452324" cy="441375"/>
          </a:xfrm>
          <a:prstGeom prst="rect">
            <a:avLst/>
          </a:prstGeom>
          <a:noFill/>
          <a:ln>
            <a:noFill/>
          </a:ln>
        </p:spPr>
      </p:pic>
      <p:pic>
        <p:nvPicPr>
          <p:cNvPr id="655" name="Google Shape;655;p67"/>
          <p:cNvPicPr preferRelativeResize="0"/>
          <p:nvPr/>
        </p:nvPicPr>
        <p:blipFill rotWithShape="1">
          <a:blip r:embed="rId3">
            <a:alphaModFix/>
          </a:blip>
          <a:srcRect b="0" l="0" r="79563" t="0"/>
          <a:stretch/>
        </p:blipFill>
        <p:spPr>
          <a:xfrm>
            <a:off x="5058068" y="1162450"/>
            <a:ext cx="452324" cy="441375"/>
          </a:xfrm>
          <a:prstGeom prst="rect">
            <a:avLst/>
          </a:prstGeom>
          <a:noFill/>
          <a:ln>
            <a:noFill/>
          </a:ln>
        </p:spPr>
      </p:pic>
      <p:pic>
        <p:nvPicPr>
          <p:cNvPr id="656" name="Google Shape;656;p67"/>
          <p:cNvPicPr preferRelativeResize="0"/>
          <p:nvPr/>
        </p:nvPicPr>
        <p:blipFill>
          <a:blip r:embed="rId4">
            <a:alphaModFix/>
          </a:blip>
          <a:stretch>
            <a:fillRect/>
          </a:stretch>
        </p:blipFill>
        <p:spPr>
          <a:xfrm>
            <a:off x="2007939" y="1144536"/>
            <a:ext cx="452325" cy="452325"/>
          </a:xfrm>
          <a:prstGeom prst="rect">
            <a:avLst/>
          </a:prstGeom>
          <a:noFill/>
          <a:ln>
            <a:noFill/>
          </a:ln>
        </p:spPr>
      </p:pic>
      <p:pic>
        <p:nvPicPr>
          <p:cNvPr id="657" name="Google Shape;657;p67"/>
          <p:cNvPicPr preferRelativeResize="0"/>
          <p:nvPr/>
        </p:nvPicPr>
        <p:blipFill>
          <a:blip r:embed="rId5">
            <a:alphaModFix/>
          </a:blip>
          <a:stretch>
            <a:fillRect/>
          </a:stretch>
        </p:blipFill>
        <p:spPr>
          <a:xfrm>
            <a:off x="590989" y="2550548"/>
            <a:ext cx="452325" cy="452325"/>
          </a:xfrm>
          <a:prstGeom prst="rect">
            <a:avLst/>
          </a:prstGeom>
          <a:noFill/>
          <a:ln>
            <a:noFill/>
          </a:ln>
        </p:spPr>
      </p:pic>
      <p:pic>
        <p:nvPicPr>
          <p:cNvPr id="658" name="Google Shape;658;p67"/>
          <p:cNvPicPr preferRelativeResize="0"/>
          <p:nvPr/>
        </p:nvPicPr>
        <p:blipFill>
          <a:blip r:embed="rId6">
            <a:alphaModFix/>
          </a:blip>
          <a:stretch>
            <a:fillRect/>
          </a:stretch>
        </p:blipFill>
        <p:spPr>
          <a:xfrm>
            <a:off x="3424889" y="1144536"/>
            <a:ext cx="452325" cy="452325"/>
          </a:xfrm>
          <a:prstGeom prst="rect">
            <a:avLst/>
          </a:prstGeom>
          <a:noFill/>
          <a:ln>
            <a:noFill/>
          </a:ln>
        </p:spPr>
      </p:pic>
      <p:pic>
        <p:nvPicPr>
          <p:cNvPr id="659" name="Google Shape;659;p67"/>
          <p:cNvPicPr preferRelativeResize="0"/>
          <p:nvPr/>
        </p:nvPicPr>
        <p:blipFill>
          <a:blip r:embed="rId7">
            <a:alphaModFix/>
          </a:blip>
          <a:stretch>
            <a:fillRect/>
          </a:stretch>
        </p:blipFill>
        <p:spPr>
          <a:xfrm>
            <a:off x="590989" y="3253548"/>
            <a:ext cx="452325" cy="452325"/>
          </a:xfrm>
          <a:prstGeom prst="rect">
            <a:avLst/>
          </a:prstGeom>
          <a:noFill/>
          <a:ln>
            <a:noFill/>
          </a:ln>
        </p:spPr>
      </p:pic>
      <p:pic>
        <p:nvPicPr>
          <p:cNvPr id="660" name="Google Shape;660;p67"/>
          <p:cNvPicPr preferRelativeResize="0"/>
          <p:nvPr/>
        </p:nvPicPr>
        <p:blipFill>
          <a:blip r:embed="rId8">
            <a:alphaModFix/>
          </a:blip>
          <a:stretch>
            <a:fillRect/>
          </a:stretch>
        </p:blipFill>
        <p:spPr>
          <a:xfrm>
            <a:off x="1299464" y="1847548"/>
            <a:ext cx="452325" cy="452325"/>
          </a:xfrm>
          <a:prstGeom prst="rect">
            <a:avLst/>
          </a:prstGeom>
          <a:noFill/>
          <a:ln>
            <a:noFill/>
          </a:ln>
        </p:spPr>
      </p:pic>
      <p:pic>
        <p:nvPicPr>
          <p:cNvPr id="661" name="Google Shape;661;p67"/>
          <p:cNvPicPr preferRelativeResize="0"/>
          <p:nvPr/>
        </p:nvPicPr>
        <p:blipFill>
          <a:blip r:embed="rId9">
            <a:alphaModFix/>
          </a:blip>
          <a:stretch>
            <a:fillRect/>
          </a:stretch>
        </p:blipFill>
        <p:spPr>
          <a:xfrm>
            <a:off x="1309214" y="3253548"/>
            <a:ext cx="452325" cy="452325"/>
          </a:xfrm>
          <a:prstGeom prst="rect">
            <a:avLst/>
          </a:prstGeom>
          <a:noFill/>
          <a:ln>
            <a:noFill/>
          </a:ln>
        </p:spPr>
      </p:pic>
      <p:pic>
        <p:nvPicPr>
          <p:cNvPr id="662" name="Google Shape;662;p67"/>
          <p:cNvPicPr preferRelativeResize="0"/>
          <p:nvPr/>
        </p:nvPicPr>
        <p:blipFill>
          <a:blip r:embed="rId10">
            <a:alphaModFix/>
          </a:blip>
          <a:stretch>
            <a:fillRect/>
          </a:stretch>
        </p:blipFill>
        <p:spPr>
          <a:xfrm>
            <a:off x="2007926" y="3253548"/>
            <a:ext cx="452325" cy="452325"/>
          </a:xfrm>
          <a:prstGeom prst="rect">
            <a:avLst/>
          </a:prstGeom>
          <a:noFill/>
          <a:ln>
            <a:noFill/>
          </a:ln>
        </p:spPr>
      </p:pic>
      <p:pic>
        <p:nvPicPr>
          <p:cNvPr id="663" name="Google Shape;663;p67"/>
          <p:cNvPicPr preferRelativeResize="0"/>
          <p:nvPr/>
        </p:nvPicPr>
        <p:blipFill>
          <a:blip r:embed="rId11">
            <a:alphaModFix/>
          </a:blip>
          <a:stretch>
            <a:fillRect/>
          </a:stretch>
        </p:blipFill>
        <p:spPr>
          <a:xfrm>
            <a:off x="2716401" y="3961386"/>
            <a:ext cx="452325" cy="452325"/>
          </a:xfrm>
          <a:prstGeom prst="rect">
            <a:avLst/>
          </a:prstGeom>
          <a:noFill/>
          <a:ln>
            <a:noFill/>
          </a:ln>
        </p:spPr>
      </p:pic>
      <p:pic>
        <p:nvPicPr>
          <p:cNvPr id="664" name="Google Shape;664;p67"/>
          <p:cNvPicPr preferRelativeResize="0"/>
          <p:nvPr/>
        </p:nvPicPr>
        <p:blipFill>
          <a:blip r:embed="rId12">
            <a:alphaModFix/>
          </a:blip>
          <a:stretch>
            <a:fillRect/>
          </a:stretch>
        </p:blipFill>
        <p:spPr>
          <a:xfrm>
            <a:off x="2007926" y="3956536"/>
            <a:ext cx="452325" cy="452325"/>
          </a:xfrm>
          <a:prstGeom prst="rect">
            <a:avLst/>
          </a:prstGeom>
          <a:noFill/>
          <a:ln>
            <a:noFill/>
          </a:ln>
        </p:spPr>
      </p:pic>
      <p:pic>
        <p:nvPicPr>
          <p:cNvPr id="665" name="Google Shape;665;p67"/>
          <p:cNvPicPr preferRelativeResize="0"/>
          <p:nvPr/>
        </p:nvPicPr>
        <p:blipFill>
          <a:blip r:embed="rId13">
            <a:alphaModFix/>
          </a:blip>
          <a:stretch>
            <a:fillRect/>
          </a:stretch>
        </p:blipFill>
        <p:spPr>
          <a:xfrm>
            <a:off x="1299451" y="1144536"/>
            <a:ext cx="452325" cy="452325"/>
          </a:xfrm>
          <a:prstGeom prst="rect">
            <a:avLst/>
          </a:prstGeom>
          <a:noFill/>
          <a:ln>
            <a:noFill/>
          </a:ln>
        </p:spPr>
      </p:pic>
      <p:pic>
        <p:nvPicPr>
          <p:cNvPr id="666" name="Google Shape;666;p67"/>
          <p:cNvPicPr preferRelativeResize="0"/>
          <p:nvPr/>
        </p:nvPicPr>
        <p:blipFill>
          <a:blip r:embed="rId14">
            <a:alphaModFix/>
          </a:blip>
          <a:stretch>
            <a:fillRect/>
          </a:stretch>
        </p:blipFill>
        <p:spPr>
          <a:xfrm>
            <a:off x="2007926" y="2550548"/>
            <a:ext cx="452325" cy="452325"/>
          </a:xfrm>
          <a:prstGeom prst="rect">
            <a:avLst/>
          </a:prstGeom>
          <a:noFill/>
          <a:ln>
            <a:noFill/>
          </a:ln>
        </p:spPr>
      </p:pic>
      <p:pic>
        <p:nvPicPr>
          <p:cNvPr id="667" name="Google Shape;667;p67"/>
          <p:cNvPicPr preferRelativeResize="0"/>
          <p:nvPr/>
        </p:nvPicPr>
        <p:blipFill>
          <a:blip r:embed="rId15">
            <a:alphaModFix/>
          </a:blip>
          <a:stretch>
            <a:fillRect/>
          </a:stretch>
        </p:blipFill>
        <p:spPr>
          <a:xfrm>
            <a:off x="2716401" y="2545698"/>
            <a:ext cx="452325" cy="452325"/>
          </a:xfrm>
          <a:prstGeom prst="rect">
            <a:avLst/>
          </a:prstGeom>
          <a:noFill/>
          <a:ln>
            <a:noFill/>
          </a:ln>
        </p:spPr>
      </p:pic>
      <p:pic>
        <p:nvPicPr>
          <p:cNvPr id="668" name="Google Shape;668;p67"/>
          <p:cNvPicPr preferRelativeResize="0"/>
          <p:nvPr/>
        </p:nvPicPr>
        <p:blipFill>
          <a:blip r:embed="rId16">
            <a:alphaModFix/>
          </a:blip>
          <a:stretch>
            <a:fillRect/>
          </a:stretch>
        </p:blipFill>
        <p:spPr>
          <a:xfrm>
            <a:off x="3424889" y="2550548"/>
            <a:ext cx="452325" cy="452325"/>
          </a:xfrm>
          <a:prstGeom prst="rect">
            <a:avLst/>
          </a:prstGeom>
          <a:noFill/>
          <a:ln>
            <a:noFill/>
          </a:ln>
        </p:spPr>
      </p:pic>
      <p:pic>
        <p:nvPicPr>
          <p:cNvPr id="669" name="Google Shape;669;p67"/>
          <p:cNvPicPr preferRelativeResize="0"/>
          <p:nvPr/>
        </p:nvPicPr>
        <p:blipFill>
          <a:blip r:embed="rId17">
            <a:alphaModFix/>
          </a:blip>
          <a:stretch>
            <a:fillRect/>
          </a:stretch>
        </p:blipFill>
        <p:spPr>
          <a:xfrm>
            <a:off x="590976" y="1144548"/>
            <a:ext cx="452325" cy="452325"/>
          </a:xfrm>
          <a:prstGeom prst="rect">
            <a:avLst/>
          </a:prstGeom>
          <a:noFill/>
          <a:ln>
            <a:noFill/>
          </a:ln>
        </p:spPr>
      </p:pic>
      <p:pic>
        <p:nvPicPr>
          <p:cNvPr id="670" name="Google Shape;670;p67"/>
          <p:cNvPicPr preferRelativeResize="0"/>
          <p:nvPr/>
        </p:nvPicPr>
        <p:blipFill>
          <a:blip r:embed="rId18">
            <a:alphaModFix/>
          </a:blip>
          <a:stretch>
            <a:fillRect/>
          </a:stretch>
        </p:blipFill>
        <p:spPr>
          <a:xfrm>
            <a:off x="2716401" y="1857223"/>
            <a:ext cx="452325" cy="452325"/>
          </a:xfrm>
          <a:prstGeom prst="rect">
            <a:avLst/>
          </a:prstGeom>
          <a:noFill/>
          <a:ln>
            <a:noFill/>
          </a:ln>
        </p:spPr>
      </p:pic>
      <p:pic>
        <p:nvPicPr>
          <p:cNvPr id="671" name="Google Shape;671;p67"/>
          <p:cNvPicPr preferRelativeResize="0"/>
          <p:nvPr/>
        </p:nvPicPr>
        <p:blipFill>
          <a:blip r:embed="rId19">
            <a:alphaModFix/>
          </a:blip>
          <a:stretch>
            <a:fillRect/>
          </a:stretch>
        </p:blipFill>
        <p:spPr>
          <a:xfrm>
            <a:off x="2716414" y="3253536"/>
            <a:ext cx="452325" cy="452325"/>
          </a:xfrm>
          <a:prstGeom prst="rect">
            <a:avLst/>
          </a:prstGeom>
          <a:noFill/>
          <a:ln>
            <a:noFill/>
          </a:ln>
        </p:spPr>
      </p:pic>
      <p:pic>
        <p:nvPicPr>
          <p:cNvPr id="672" name="Google Shape;672;p67"/>
          <p:cNvPicPr preferRelativeResize="0"/>
          <p:nvPr/>
        </p:nvPicPr>
        <p:blipFill>
          <a:blip r:embed="rId20">
            <a:alphaModFix/>
          </a:blip>
          <a:stretch>
            <a:fillRect/>
          </a:stretch>
        </p:blipFill>
        <p:spPr>
          <a:xfrm>
            <a:off x="590989" y="3956536"/>
            <a:ext cx="452325" cy="452325"/>
          </a:xfrm>
          <a:prstGeom prst="rect">
            <a:avLst/>
          </a:prstGeom>
          <a:noFill/>
          <a:ln>
            <a:noFill/>
          </a:ln>
        </p:spPr>
      </p:pic>
      <p:pic>
        <p:nvPicPr>
          <p:cNvPr id="673" name="Google Shape;673;p67"/>
          <p:cNvPicPr preferRelativeResize="0"/>
          <p:nvPr/>
        </p:nvPicPr>
        <p:blipFill>
          <a:blip r:embed="rId21">
            <a:alphaModFix/>
          </a:blip>
          <a:stretch>
            <a:fillRect/>
          </a:stretch>
        </p:blipFill>
        <p:spPr>
          <a:xfrm>
            <a:off x="1299451" y="3956536"/>
            <a:ext cx="452325" cy="452325"/>
          </a:xfrm>
          <a:prstGeom prst="rect">
            <a:avLst/>
          </a:prstGeom>
          <a:noFill/>
          <a:ln>
            <a:noFill/>
          </a:ln>
        </p:spPr>
      </p:pic>
      <p:pic>
        <p:nvPicPr>
          <p:cNvPr id="674" name="Google Shape;674;p67"/>
          <p:cNvPicPr preferRelativeResize="0"/>
          <p:nvPr/>
        </p:nvPicPr>
        <p:blipFill>
          <a:blip r:embed="rId22">
            <a:alphaModFix/>
          </a:blip>
          <a:stretch>
            <a:fillRect/>
          </a:stretch>
        </p:blipFill>
        <p:spPr>
          <a:xfrm>
            <a:off x="590989" y="1847548"/>
            <a:ext cx="452325" cy="452325"/>
          </a:xfrm>
          <a:prstGeom prst="rect">
            <a:avLst/>
          </a:prstGeom>
          <a:noFill/>
          <a:ln>
            <a:noFill/>
          </a:ln>
        </p:spPr>
      </p:pic>
      <p:pic>
        <p:nvPicPr>
          <p:cNvPr id="675" name="Google Shape;675;p67"/>
          <p:cNvPicPr preferRelativeResize="0"/>
          <p:nvPr/>
        </p:nvPicPr>
        <p:blipFill>
          <a:blip r:embed="rId23">
            <a:alphaModFix/>
          </a:blip>
          <a:stretch>
            <a:fillRect/>
          </a:stretch>
        </p:blipFill>
        <p:spPr>
          <a:xfrm>
            <a:off x="2007926" y="1847548"/>
            <a:ext cx="452325" cy="452325"/>
          </a:xfrm>
          <a:prstGeom prst="rect">
            <a:avLst/>
          </a:prstGeom>
          <a:noFill/>
          <a:ln>
            <a:noFill/>
          </a:ln>
        </p:spPr>
      </p:pic>
      <p:pic>
        <p:nvPicPr>
          <p:cNvPr id="676" name="Google Shape;676;p67"/>
          <p:cNvPicPr preferRelativeResize="0"/>
          <p:nvPr/>
        </p:nvPicPr>
        <p:blipFill>
          <a:blip r:embed="rId24">
            <a:alphaModFix/>
          </a:blip>
          <a:stretch>
            <a:fillRect/>
          </a:stretch>
        </p:blipFill>
        <p:spPr>
          <a:xfrm>
            <a:off x="3424889" y="1847548"/>
            <a:ext cx="452325" cy="452325"/>
          </a:xfrm>
          <a:prstGeom prst="rect">
            <a:avLst/>
          </a:prstGeom>
          <a:noFill/>
          <a:ln>
            <a:noFill/>
          </a:ln>
        </p:spPr>
      </p:pic>
      <p:pic>
        <p:nvPicPr>
          <p:cNvPr id="677" name="Google Shape;677;p67"/>
          <p:cNvPicPr preferRelativeResize="0"/>
          <p:nvPr/>
        </p:nvPicPr>
        <p:blipFill>
          <a:blip r:embed="rId25">
            <a:alphaModFix/>
          </a:blip>
          <a:stretch>
            <a:fillRect/>
          </a:stretch>
        </p:blipFill>
        <p:spPr>
          <a:xfrm>
            <a:off x="2716401" y="1144536"/>
            <a:ext cx="452325" cy="452325"/>
          </a:xfrm>
          <a:prstGeom prst="rect">
            <a:avLst/>
          </a:prstGeom>
          <a:noFill/>
          <a:ln>
            <a:noFill/>
          </a:ln>
        </p:spPr>
      </p:pic>
      <p:pic>
        <p:nvPicPr>
          <p:cNvPr id="678" name="Google Shape;678;p67"/>
          <p:cNvPicPr preferRelativeResize="0"/>
          <p:nvPr/>
        </p:nvPicPr>
        <p:blipFill>
          <a:blip r:embed="rId26">
            <a:alphaModFix/>
          </a:blip>
          <a:stretch>
            <a:fillRect/>
          </a:stretch>
        </p:blipFill>
        <p:spPr>
          <a:xfrm>
            <a:off x="1299464" y="2550548"/>
            <a:ext cx="452325" cy="452325"/>
          </a:xfrm>
          <a:prstGeom prst="rect">
            <a:avLst/>
          </a:prstGeom>
          <a:noFill/>
          <a:ln>
            <a:noFill/>
          </a:ln>
        </p:spPr>
      </p:pic>
      <p:pic>
        <p:nvPicPr>
          <p:cNvPr id="679" name="Google Shape;679;p67"/>
          <p:cNvPicPr preferRelativeResize="0"/>
          <p:nvPr/>
        </p:nvPicPr>
        <p:blipFill>
          <a:blip r:embed="rId27">
            <a:alphaModFix/>
          </a:blip>
          <a:stretch>
            <a:fillRect/>
          </a:stretch>
        </p:blipFill>
        <p:spPr>
          <a:xfrm>
            <a:off x="3424901" y="3263236"/>
            <a:ext cx="452325" cy="452325"/>
          </a:xfrm>
          <a:prstGeom prst="rect">
            <a:avLst/>
          </a:prstGeom>
          <a:noFill/>
          <a:ln>
            <a:noFill/>
          </a:ln>
        </p:spPr>
      </p:pic>
      <p:pic>
        <p:nvPicPr>
          <p:cNvPr id="680" name="Google Shape;680;p67"/>
          <p:cNvPicPr preferRelativeResize="0"/>
          <p:nvPr/>
        </p:nvPicPr>
        <p:blipFill>
          <a:blip r:embed="rId28">
            <a:alphaModFix/>
          </a:blip>
          <a:stretch>
            <a:fillRect/>
          </a:stretch>
        </p:blipFill>
        <p:spPr>
          <a:xfrm>
            <a:off x="3424876" y="3956573"/>
            <a:ext cx="452325" cy="452325"/>
          </a:xfrm>
          <a:prstGeom prst="rect">
            <a:avLst/>
          </a:prstGeom>
          <a:noFill/>
          <a:ln>
            <a:noFill/>
          </a:ln>
        </p:spPr>
      </p:pic>
      <p:pic>
        <p:nvPicPr>
          <p:cNvPr id="681" name="Google Shape;681;p67"/>
          <p:cNvPicPr preferRelativeResize="0"/>
          <p:nvPr/>
        </p:nvPicPr>
        <p:blipFill>
          <a:blip r:embed="rId29">
            <a:alphaModFix/>
          </a:blip>
          <a:stretch>
            <a:fillRect/>
          </a:stretch>
        </p:blipFill>
        <p:spPr>
          <a:xfrm>
            <a:off x="4935600" y="2518125"/>
            <a:ext cx="3198422" cy="711882"/>
          </a:xfrm>
          <a:prstGeom prst="rect">
            <a:avLst/>
          </a:prstGeom>
          <a:noFill/>
          <a:ln>
            <a:noFill/>
          </a:ln>
        </p:spPr>
      </p:pic>
      <p:pic>
        <p:nvPicPr>
          <p:cNvPr id="682" name="Google Shape;682;p67"/>
          <p:cNvPicPr preferRelativeResize="0"/>
          <p:nvPr/>
        </p:nvPicPr>
        <p:blipFill>
          <a:blip r:embed="rId30">
            <a:alphaModFix/>
          </a:blip>
          <a:stretch>
            <a:fillRect/>
          </a:stretch>
        </p:blipFill>
        <p:spPr>
          <a:xfrm>
            <a:off x="6105043" y="3859765"/>
            <a:ext cx="932250" cy="723659"/>
          </a:xfrm>
          <a:prstGeom prst="rect">
            <a:avLst/>
          </a:prstGeom>
          <a:noFill/>
          <a:ln>
            <a:noFill/>
          </a:ln>
        </p:spPr>
      </p:pic>
      <p:pic>
        <p:nvPicPr>
          <p:cNvPr id="683" name="Google Shape;683;p67"/>
          <p:cNvPicPr preferRelativeResize="0"/>
          <p:nvPr/>
        </p:nvPicPr>
        <p:blipFill>
          <a:blip r:embed="rId31">
            <a:alphaModFix/>
          </a:blip>
          <a:stretch>
            <a:fillRect/>
          </a:stretch>
        </p:blipFill>
        <p:spPr>
          <a:xfrm>
            <a:off x="4935601" y="3181831"/>
            <a:ext cx="1339187" cy="724431"/>
          </a:xfrm>
          <a:prstGeom prst="rect">
            <a:avLst/>
          </a:prstGeom>
          <a:noFill/>
          <a:ln>
            <a:noFill/>
          </a:ln>
        </p:spPr>
      </p:pic>
      <p:pic>
        <p:nvPicPr>
          <p:cNvPr id="684" name="Google Shape;684;p67"/>
          <p:cNvPicPr preferRelativeResize="0"/>
          <p:nvPr/>
        </p:nvPicPr>
        <p:blipFill>
          <a:blip r:embed="rId32">
            <a:alphaModFix/>
          </a:blip>
          <a:stretch>
            <a:fillRect/>
          </a:stretch>
        </p:blipFill>
        <p:spPr>
          <a:xfrm>
            <a:off x="4935606" y="3859765"/>
            <a:ext cx="1055698" cy="723659"/>
          </a:xfrm>
          <a:prstGeom prst="rect">
            <a:avLst/>
          </a:prstGeom>
          <a:noFill/>
          <a:ln>
            <a:noFill/>
          </a:ln>
        </p:spPr>
      </p:pic>
      <p:pic>
        <p:nvPicPr>
          <p:cNvPr id="685" name="Google Shape;685;p67"/>
          <p:cNvPicPr preferRelativeResize="0"/>
          <p:nvPr/>
        </p:nvPicPr>
        <p:blipFill>
          <a:blip r:embed="rId33">
            <a:alphaModFix/>
          </a:blip>
          <a:stretch>
            <a:fillRect/>
          </a:stretch>
        </p:blipFill>
        <p:spPr>
          <a:xfrm>
            <a:off x="6381266" y="3181831"/>
            <a:ext cx="1339187" cy="724431"/>
          </a:xfrm>
          <a:prstGeom prst="rect">
            <a:avLst/>
          </a:prstGeom>
          <a:noFill/>
          <a:ln>
            <a:noFill/>
          </a:ln>
        </p:spPr>
      </p:pic>
    </p:spTree>
  </p:cSld>
  <p:clrMapOvr>
    <a:masterClrMapping/>
  </p:clrMapOvr>
</p:sldLayout>
</file>

<file path=ppt/slideLayouts/slideLayout6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2 1">
  <p:cSld name="TITLE_ONLY_2_1_3">
    <p:bg>
      <p:bgPr>
        <a:solidFill>
          <a:schemeClr val="dk1"/>
        </a:solidFill>
      </p:bgPr>
    </p:bg>
    <p:spTree>
      <p:nvGrpSpPr>
        <p:cNvPr id="686" name="Shape 686"/>
        <p:cNvGrpSpPr/>
        <p:nvPr/>
      </p:nvGrpSpPr>
      <p:grpSpPr>
        <a:xfrm>
          <a:off x="0" y="0"/>
          <a:ext cx="0" cy="0"/>
          <a:chOff x="0" y="0"/>
          <a:chExt cx="0" cy="0"/>
        </a:xfrm>
      </p:grpSpPr>
      <p:sp>
        <p:nvSpPr>
          <p:cNvPr id="687" name="Google Shape;687;p68"/>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lt1"/>
              </a:buClr>
              <a:buSzPts val="3200"/>
              <a:buFont typeface="Inter ExtraBold"/>
              <a:buNone/>
              <a:defRPr sz="3200">
                <a:solidFill>
                  <a:schemeClr val="lt1"/>
                </a:solidFill>
                <a:latin typeface="Inter ExtraBold"/>
                <a:ea typeface="Inter ExtraBold"/>
                <a:cs typeface="Inter ExtraBold"/>
                <a:sym typeface="Inter ExtraBold"/>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p:txBody>
      </p:sp>
      <p:pic>
        <p:nvPicPr>
          <p:cNvPr id="688" name="Google Shape;688;p68"/>
          <p:cNvPicPr preferRelativeResize="0"/>
          <p:nvPr/>
        </p:nvPicPr>
        <p:blipFill>
          <a:blip r:embed="rId2">
            <a:alphaModFix/>
          </a:blip>
          <a:stretch>
            <a:fillRect/>
          </a:stretch>
        </p:blipFill>
        <p:spPr>
          <a:xfrm>
            <a:off x="-762396" y="0"/>
            <a:ext cx="548700" cy="2288640"/>
          </a:xfrm>
          <a:prstGeom prst="rect">
            <a:avLst/>
          </a:prstGeom>
          <a:noFill/>
          <a:ln>
            <a:noFill/>
          </a:ln>
        </p:spPr>
      </p:pic>
      <p:pic>
        <p:nvPicPr>
          <p:cNvPr id="689" name="Google Shape;689;p68"/>
          <p:cNvPicPr preferRelativeResize="0"/>
          <p:nvPr/>
        </p:nvPicPr>
        <p:blipFill>
          <a:blip r:embed="rId3">
            <a:alphaModFix/>
          </a:blip>
          <a:stretch>
            <a:fillRect/>
          </a:stretch>
        </p:blipFill>
        <p:spPr>
          <a:xfrm>
            <a:off x="457529" y="4543025"/>
            <a:ext cx="950976" cy="142646"/>
          </a:xfrm>
          <a:prstGeom prst="rect">
            <a:avLst/>
          </a:prstGeom>
          <a:noFill/>
          <a:ln>
            <a:noFill/>
          </a:ln>
        </p:spPr>
      </p:pic>
      <p:sp>
        <p:nvSpPr>
          <p:cNvPr id="690" name="Google Shape;690;p68"/>
          <p:cNvSpPr txBox="1"/>
          <p:nvPr>
            <p:ph idx="1" type="subTitle"/>
          </p:nvPr>
        </p:nvSpPr>
        <p:spPr>
          <a:xfrm>
            <a:off x="311700" y="1055100"/>
            <a:ext cx="8520600" cy="5727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lt1"/>
              </a:buClr>
              <a:buSzPts val="1800"/>
              <a:buNone/>
              <a:defRPr>
                <a:solidFill>
                  <a:schemeClr val="lt1"/>
                </a:solidFill>
              </a:defRPr>
            </a:lvl1pPr>
            <a:lvl2pPr lvl="1" rtl="0">
              <a:spcBef>
                <a:spcPts val="1000"/>
              </a:spcBef>
              <a:spcAft>
                <a:spcPts val="0"/>
              </a:spcAft>
              <a:buSzPts val="1400"/>
              <a:buNone/>
              <a:defRPr/>
            </a:lvl2pPr>
            <a:lvl3pPr lvl="2" rtl="0">
              <a:spcBef>
                <a:spcPts val="1000"/>
              </a:spcBef>
              <a:spcAft>
                <a:spcPts val="0"/>
              </a:spcAft>
              <a:buSzPts val="1400"/>
              <a:buNone/>
              <a:defRPr/>
            </a:lvl3pPr>
            <a:lvl4pPr lvl="3" rtl="0">
              <a:spcBef>
                <a:spcPts val="1000"/>
              </a:spcBef>
              <a:spcAft>
                <a:spcPts val="0"/>
              </a:spcAft>
              <a:buSzPts val="1400"/>
              <a:buNone/>
              <a:defRPr/>
            </a:lvl4pPr>
            <a:lvl5pPr lvl="4" rtl="0">
              <a:spcBef>
                <a:spcPts val="1000"/>
              </a:spcBef>
              <a:spcAft>
                <a:spcPts val="0"/>
              </a:spcAft>
              <a:buSzPts val="1400"/>
              <a:buNone/>
              <a:defRPr/>
            </a:lvl5pPr>
            <a:lvl6pPr lvl="5" rtl="0">
              <a:spcBef>
                <a:spcPts val="1000"/>
              </a:spcBef>
              <a:spcAft>
                <a:spcPts val="0"/>
              </a:spcAft>
              <a:buSzPts val="1400"/>
              <a:buNone/>
              <a:defRPr/>
            </a:lvl6pPr>
            <a:lvl7pPr lvl="6" rtl="0">
              <a:spcBef>
                <a:spcPts val="1000"/>
              </a:spcBef>
              <a:spcAft>
                <a:spcPts val="0"/>
              </a:spcAft>
              <a:buSzPts val="1400"/>
              <a:buNone/>
              <a:defRPr/>
            </a:lvl7pPr>
            <a:lvl8pPr lvl="7" rtl="0">
              <a:spcBef>
                <a:spcPts val="1000"/>
              </a:spcBef>
              <a:spcAft>
                <a:spcPts val="0"/>
              </a:spcAft>
              <a:buSzPts val="1400"/>
              <a:buNone/>
              <a:defRPr/>
            </a:lvl8pPr>
            <a:lvl9pPr lvl="8" rtl="0">
              <a:spcBef>
                <a:spcPts val="1000"/>
              </a:spcBef>
              <a:spcAft>
                <a:spcPts val="1000"/>
              </a:spcAft>
              <a:buSzPts val="1400"/>
              <a:buNone/>
              <a:defRPr/>
            </a:lvl9pPr>
          </a:lstStyle>
          <a:p/>
        </p:txBody>
      </p:sp>
      <p:sp>
        <p:nvSpPr>
          <p:cNvPr id="691" name="Google Shape;691;p68"/>
          <p:cNvSpPr txBox="1"/>
          <p:nvPr>
            <p:ph idx="12" type="sldNum"/>
          </p:nvPr>
        </p:nvSpPr>
        <p:spPr>
          <a:xfrm>
            <a:off x="8096041" y="4417542"/>
            <a:ext cx="548700" cy="393600"/>
          </a:xfrm>
          <a:prstGeom prst="rect">
            <a:avLst/>
          </a:prstGeom>
        </p:spPr>
        <p:txBody>
          <a:bodyPr anchorCtr="0" anchor="ctr" bIns="91425" lIns="91425" spcFirstLastPara="1" rIns="91425" wrap="square" tIns="91425">
            <a:normAutofit/>
          </a:bodyPr>
          <a:lstStyle>
            <a:lvl1pPr lvl="0" rtl="0">
              <a:buNone/>
              <a:defRPr>
                <a:solidFill>
                  <a:schemeClr val="lt1"/>
                </a:solidFill>
                <a:latin typeface="Inter"/>
                <a:ea typeface="Inter"/>
                <a:cs typeface="Inter"/>
                <a:sym typeface="Inter"/>
              </a:defRPr>
            </a:lvl1pPr>
            <a:lvl2pPr lvl="1" rtl="0">
              <a:buNone/>
              <a:defRPr>
                <a:solidFill>
                  <a:schemeClr val="lt1"/>
                </a:solidFill>
                <a:latin typeface="Inter"/>
                <a:ea typeface="Inter"/>
                <a:cs typeface="Inter"/>
                <a:sym typeface="Inter"/>
              </a:defRPr>
            </a:lvl2pPr>
            <a:lvl3pPr lvl="2" rtl="0">
              <a:buNone/>
              <a:defRPr>
                <a:solidFill>
                  <a:schemeClr val="lt1"/>
                </a:solidFill>
                <a:latin typeface="Inter"/>
                <a:ea typeface="Inter"/>
                <a:cs typeface="Inter"/>
                <a:sym typeface="Inter"/>
              </a:defRPr>
            </a:lvl3pPr>
            <a:lvl4pPr lvl="3" rtl="0">
              <a:buNone/>
              <a:defRPr>
                <a:solidFill>
                  <a:schemeClr val="lt1"/>
                </a:solidFill>
                <a:latin typeface="Inter"/>
                <a:ea typeface="Inter"/>
                <a:cs typeface="Inter"/>
                <a:sym typeface="Inter"/>
              </a:defRPr>
            </a:lvl4pPr>
            <a:lvl5pPr lvl="4" rtl="0">
              <a:buNone/>
              <a:defRPr>
                <a:solidFill>
                  <a:schemeClr val="lt1"/>
                </a:solidFill>
                <a:latin typeface="Inter"/>
                <a:ea typeface="Inter"/>
                <a:cs typeface="Inter"/>
                <a:sym typeface="Inter"/>
              </a:defRPr>
            </a:lvl5pPr>
            <a:lvl6pPr lvl="5" rtl="0">
              <a:buNone/>
              <a:defRPr>
                <a:solidFill>
                  <a:schemeClr val="lt1"/>
                </a:solidFill>
                <a:latin typeface="Inter"/>
                <a:ea typeface="Inter"/>
                <a:cs typeface="Inter"/>
                <a:sym typeface="Inter"/>
              </a:defRPr>
            </a:lvl6pPr>
            <a:lvl7pPr lvl="6" rtl="0">
              <a:buNone/>
              <a:defRPr>
                <a:solidFill>
                  <a:schemeClr val="lt1"/>
                </a:solidFill>
                <a:latin typeface="Inter"/>
                <a:ea typeface="Inter"/>
                <a:cs typeface="Inter"/>
                <a:sym typeface="Inter"/>
              </a:defRPr>
            </a:lvl7pPr>
            <a:lvl8pPr lvl="7" rtl="0">
              <a:buNone/>
              <a:defRPr>
                <a:solidFill>
                  <a:schemeClr val="lt1"/>
                </a:solidFill>
                <a:latin typeface="Inter"/>
                <a:ea typeface="Inter"/>
                <a:cs typeface="Inter"/>
                <a:sym typeface="Inter"/>
              </a:defRPr>
            </a:lvl8pPr>
            <a:lvl9pPr lvl="8" rtl="0">
              <a:buNone/>
              <a:defRPr>
                <a:solidFill>
                  <a:schemeClr val="lt1"/>
                </a:solidFill>
                <a:latin typeface="Inter"/>
                <a:ea typeface="Inter"/>
                <a:cs typeface="Inter"/>
                <a:sym typeface="Inter"/>
              </a:defRPr>
            </a:lvl9pPr>
          </a:lstStyle>
          <a:p>
            <a:pPr indent="0" lvl="0" marL="0" rtl="0" algn="r">
              <a:spcBef>
                <a:spcPts val="0"/>
              </a:spcBef>
              <a:spcAft>
                <a:spcPts val="0"/>
              </a:spcAft>
              <a:buNone/>
            </a:pPr>
            <a:fld id="{00000000-1234-1234-1234-123412341234}" type="slidenum">
              <a:rPr lang="en"/>
              <a:t>‹#›</a:t>
            </a:fld>
            <a:endParaRPr/>
          </a:p>
        </p:txBody>
      </p:sp>
      <p:sp>
        <p:nvSpPr>
          <p:cNvPr id="692" name="Google Shape;692;p68"/>
          <p:cNvSpPr txBox="1"/>
          <p:nvPr>
            <p:ph idx="2" type="sldNum"/>
          </p:nvPr>
        </p:nvSpPr>
        <p:spPr>
          <a:xfrm>
            <a:off x="8474304" y="4417550"/>
            <a:ext cx="281700" cy="393600"/>
          </a:xfrm>
          <a:prstGeom prst="rect">
            <a:avLst/>
          </a:prstGeom>
        </p:spPr>
        <p:txBody>
          <a:bodyPr anchorCtr="0" anchor="ctr" bIns="91425" lIns="91425" spcFirstLastPara="1" rIns="91425" wrap="square" tIns="91425">
            <a:normAutofit/>
          </a:bodyPr>
          <a:lstStyle>
            <a:lvl1pPr lvl="0" rtl="0" algn="l">
              <a:buNone/>
              <a:defRPr sz="1108">
                <a:solidFill>
                  <a:srgbClr val="666666"/>
                </a:solidFill>
                <a:latin typeface="Inter"/>
                <a:ea typeface="Inter"/>
                <a:cs typeface="Inter"/>
                <a:sym typeface="Inter"/>
              </a:defRPr>
            </a:lvl1pPr>
            <a:lvl2pPr lvl="1" rtl="0" algn="l">
              <a:buNone/>
              <a:defRPr sz="1108">
                <a:solidFill>
                  <a:srgbClr val="666666"/>
                </a:solidFill>
                <a:latin typeface="Inter"/>
                <a:ea typeface="Inter"/>
                <a:cs typeface="Inter"/>
                <a:sym typeface="Inter"/>
              </a:defRPr>
            </a:lvl2pPr>
            <a:lvl3pPr lvl="2" rtl="0" algn="l">
              <a:buNone/>
              <a:defRPr sz="1108">
                <a:solidFill>
                  <a:srgbClr val="666666"/>
                </a:solidFill>
                <a:latin typeface="Inter"/>
                <a:ea typeface="Inter"/>
                <a:cs typeface="Inter"/>
                <a:sym typeface="Inter"/>
              </a:defRPr>
            </a:lvl3pPr>
            <a:lvl4pPr lvl="3" rtl="0" algn="l">
              <a:buNone/>
              <a:defRPr sz="1108">
                <a:solidFill>
                  <a:srgbClr val="666666"/>
                </a:solidFill>
                <a:latin typeface="Inter"/>
                <a:ea typeface="Inter"/>
                <a:cs typeface="Inter"/>
                <a:sym typeface="Inter"/>
              </a:defRPr>
            </a:lvl4pPr>
            <a:lvl5pPr lvl="4" rtl="0" algn="l">
              <a:buNone/>
              <a:defRPr sz="1108">
                <a:solidFill>
                  <a:srgbClr val="666666"/>
                </a:solidFill>
                <a:latin typeface="Inter"/>
                <a:ea typeface="Inter"/>
                <a:cs typeface="Inter"/>
                <a:sym typeface="Inter"/>
              </a:defRPr>
            </a:lvl5pPr>
            <a:lvl6pPr lvl="5" rtl="0" algn="l">
              <a:buNone/>
              <a:defRPr sz="1108">
                <a:solidFill>
                  <a:srgbClr val="666666"/>
                </a:solidFill>
                <a:latin typeface="Inter"/>
                <a:ea typeface="Inter"/>
                <a:cs typeface="Inter"/>
                <a:sym typeface="Inter"/>
              </a:defRPr>
            </a:lvl6pPr>
            <a:lvl7pPr lvl="6" rtl="0" algn="l">
              <a:buNone/>
              <a:defRPr sz="1108">
                <a:solidFill>
                  <a:srgbClr val="666666"/>
                </a:solidFill>
                <a:latin typeface="Inter"/>
                <a:ea typeface="Inter"/>
                <a:cs typeface="Inter"/>
                <a:sym typeface="Inter"/>
              </a:defRPr>
            </a:lvl7pPr>
            <a:lvl8pPr lvl="7" rtl="0" algn="l">
              <a:buNone/>
              <a:defRPr sz="1108">
                <a:solidFill>
                  <a:srgbClr val="666666"/>
                </a:solidFill>
                <a:latin typeface="Inter"/>
                <a:ea typeface="Inter"/>
                <a:cs typeface="Inter"/>
                <a:sym typeface="Inter"/>
              </a:defRPr>
            </a:lvl8pPr>
            <a:lvl9pPr lvl="8" rtl="0" algn="l">
              <a:buNone/>
              <a:defRPr sz="1108">
                <a:solidFill>
                  <a:srgbClr val="666666"/>
                </a:solidFill>
                <a:latin typeface="Inter"/>
                <a:ea typeface="Inter"/>
                <a:cs typeface="Inter"/>
                <a:sym typeface="Inter"/>
              </a:defRPr>
            </a:lvl9pPr>
          </a:lstStyle>
          <a:p>
            <a:pPr indent="0" lvl="0" marL="0" rtl="0" algn="l">
              <a:spcBef>
                <a:spcPts val="0"/>
              </a:spcBef>
              <a:spcAft>
                <a:spcPts val="0"/>
              </a:spcAft>
              <a:buNone/>
            </a:pPr>
            <a:r>
              <a:rPr lang="en"/>
              <a:t xml:space="preserve"> /</a:t>
            </a:r>
            <a:endParaRPr/>
          </a:p>
        </p:txBody>
      </p:sp>
    </p:spTree>
  </p:cSld>
  <p:clrMapOvr>
    <a:masterClrMapping/>
  </p:clrMapOvr>
</p:sldLayout>
</file>

<file path=ppt/slideLayouts/slideLayout6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4">
  <p:cSld name="TITLE_ONLY_5">
    <p:spTree>
      <p:nvGrpSpPr>
        <p:cNvPr id="693" name="Shape 693"/>
        <p:cNvGrpSpPr/>
        <p:nvPr/>
      </p:nvGrpSpPr>
      <p:grpSpPr>
        <a:xfrm>
          <a:off x="0" y="0"/>
          <a:ext cx="0" cy="0"/>
          <a:chOff x="0" y="0"/>
          <a:chExt cx="0" cy="0"/>
        </a:xfrm>
      </p:grpSpPr>
      <p:sp>
        <p:nvSpPr>
          <p:cNvPr id="694" name="Google Shape;694;p69"/>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rtl="0">
              <a:spcBef>
                <a:spcPts val="0"/>
              </a:spcBef>
              <a:spcAft>
                <a:spcPts val="0"/>
              </a:spcAft>
              <a:buSzPts val="2800"/>
              <a:buNone/>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p:txBody>
      </p:sp>
      <p:sp>
        <p:nvSpPr>
          <p:cNvPr id="695" name="Google Shape;695;p69"/>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showMasterSp="0">
  <p:cSld name="Section">
    <p:bg>
      <p:bgPr>
        <a:blipFill>
          <a:blip r:embed="rId2">
            <a:alphaModFix/>
          </a:blip>
          <a:stretch>
            <a:fillRect/>
          </a:stretch>
        </a:blipFill>
      </p:bgPr>
    </p:bg>
    <p:spTree>
      <p:nvGrpSpPr>
        <p:cNvPr id="696" name="Shape 696"/>
        <p:cNvGrpSpPr/>
        <p:nvPr/>
      </p:nvGrpSpPr>
      <p:grpSpPr>
        <a:xfrm>
          <a:off x="0" y="0"/>
          <a:ext cx="0" cy="0"/>
          <a:chOff x="0" y="0"/>
          <a:chExt cx="0" cy="0"/>
        </a:xfrm>
      </p:grpSpPr>
      <p:sp>
        <p:nvSpPr>
          <p:cNvPr id="697" name="Google Shape;697;p70"/>
          <p:cNvSpPr/>
          <p:nvPr/>
        </p:nvSpPr>
        <p:spPr>
          <a:xfrm>
            <a:off x="2669688" y="669438"/>
            <a:ext cx="3804600" cy="3804600"/>
          </a:xfrm>
          <a:prstGeom prst="roundRect">
            <a:avLst>
              <a:gd fmla="val 3689" name="adj"/>
            </a:avLst>
          </a:prstGeom>
          <a:solidFill>
            <a:srgbClr val="000000"/>
          </a:solidFill>
          <a:ln>
            <a:noFill/>
          </a:ln>
          <a:effectLst>
            <a:outerShdw blurRad="393700" rotWithShape="0" dir="2506067" dist="439514">
              <a:srgbClr val="000000">
                <a:alpha val="53730"/>
              </a:srgbClr>
            </a:outerShdw>
          </a:effectLst>
        </p:spPr>
        <p:txBody>
          <a:bodyPr anchorCtr="0" anchor="ctr" bIns="19050" lIns="19050" spcFirstLastPara="1" rIns="19050" wrap="square" tIns="19050">
            <a:noAutofit/>
          </a:bodyPr>
          <a:lstStyle/>
          <a:p>
            <a:pPr indent="0" lvl="0" marL="0" marR="0" rtl="0" algn="ctr">
              <a:lnSpc>
                <a:spcPct val="100000"/>
              </a:lnSpc>
              <a:spcBef>
                <a:spcPts val="0"/>
              </a:spcBef>
              <a:spcAft>
                <a:spcPts val="0"/>
              </a:spcAft>
              <a:buClr>
                <a:srgbClr val="000000"/>
              </a:buClr>
              <a:buSzPts val="1200"/>
              <a:buFont typeface="Helvetica Neue"/>
              <a:buNone/>
            </a:pPr>
            <a:r>
              <a:t/>
            </a:r>
            <a:endParaRPr b="0" i="0" sz="1200" u="none" cap="none" strike="noStrike">
              <a:solidFill>
                <a:srgbClr val="000000"/>
              </a:solidFill>
              <a:latin typeface="Helvetica Neue"/>
              <a:ea typeface="Helvetica Neue"/>
              <a:cs typeface="Helvetica Neue"/>
              <a:sym typeface="Helvetica Neue"/>
            </a:endParaRPr>
          </a:p>
        </p:txBody>
      </p:sp>
      <p:sp>
        <p:nvSpPr>
          <p:cNvPr id="698" name="Google Shape;698;p70"/>
          <p:cNvSpPr/>
          <p:nvPr/>
        </p:nvSpPr>
        <p:spPr>
          <a:xfrm>
            <a:off x="-12576" y="1056912"/>
            <a:ext cx="909000" cy="13500"/>
          </a:xfrm>
          <a:prstGeom prst="rect">
            <a:avLst/>
          </a:prstGeom>
          <a:solidFill>
            <a:srgbClr val="FFFFFF"/>
          </a:solidFill>
          <a:ln>
            <a:noFill/>
          </a:ln>
        </p:spPr>
        <p:txBody>
          <a:bodyPr anchorCtr="0" anchor="ctr" bIns="19050" lIns="19050" spcFirstLastPara="1" rIns="19050" wrap="square" tIns="19050">
            <a:noAutofit/>
          </a:bodyPr>
          <a:lstStyle/>
          <a:p>
            <a:pPr indent="0" lvl="0" marL="0" marR="0" rtl="0" algn="ctr">
              <a:lnSpc>
                <a:spcPct val="100000"/>
              </a:lnSpc>
              <a:spcBef>
                <a:spcPts val="0"/>
              </a:spcBef>
              <a:spcAft>
                <a:spcPts val="0"/>
              </a:spcAft>
              <a:buClr>
                <a:srgbClr val="000000"/>
              </a:buClr>
              <a:buSzPts val="1200"/>
              <a:buFont typeface="Helvetica Neue"/>
              <a:buNone/>
            </a:pPr>
            <a:r>
              <a:t/>
            </a:r>
            <a:endParaRPr b="0" i="0" sz="1200" u="none" cap="none" strike="noStrike">
              <a:solidFill>
                <a:srgbClr val="000000"/>
              </a:solidFill>
              <a:latin typeface="Helvetica Neue"/>
              <a:ea typeface="Helvetica Neue"/>
              <a:cs typeface="Helvetica Neue"/>
              <a:sym typeface="Helvetica Neue"/>
            </a:endParaRPr>
          </a:p>
        </p:txBody>
      </p:sp>
      <p:sp>
        <p:nvSpPr>
          <p:cNvPr id="699" name="Google Shape;699;p70"/>
          <p:cNvSpPr/>
          <p:nvPr/>
        </p:nvSpPr>
        <p:spPr>
          <a:xfrm>
            <a:off x="8247608" y="1056912"/>
            <a:ext cx="909000" cy="13500"/>
          </a:xfrm>
          <a:prstGeom prst="rect">
            <a:avLst/>
          </a:prstGeom>
          <a:solidFill>
            <a:srgbClr val="FFFFFF"/>
          </a:solidFill>
          <a:ln>
            <a:noFill/>
          </a:ln>
        </p:spPr>
        <p:txBody>
          <a:bodyPr anchorCtr="0" anchor="ctr" bIns="19050" lIns="19050" spcFirstLastPara="1" rIns="19050" wrap="square" tIns="19050">
            <a:noAutofit/>
          </a:bodyPr>
          <a:lstStyle/>
          <a:p>
            <a:pPr indent="0" lvl="0" marL="0" marR="0" rtl="0" algn="ctr">
              <a:lnSpc>
                <a:spcPct val="100000"/>
              </a:lnSpc>
              <a:spcBef>
                <a:spcPts val="0"/>
              </a:spcBef>
              <a:spcAft>
                <a:spcPts val="0"/>
              </a:spcAft>
              <a:buClr>
                <a:srgbClr val="000000"/>
              </a:buClr>
              <a:buSzPts val="1200"/>
              <a:buFont typeface="Helvetica Neue"/>
              <a:buNone/>
            </a:pPr>
            <a:r>
              <a:t/>
            </a:r>
            <a:endParaRPr b="0" i="0" sz="1200" u="none" cap="none" strike="noStrike">
              <a:solidFill>
                <a:srgbClr val="000000"/>
              </a:solidFill>
              <a:latin typeface="Helvetica Neue"/>
              <a:ea typeface="Helvetica Neue"/>
              <a:cs typeface="Helvetica Neue"/>
              <a:sym typeface="Helvetica Neue"/>
            </a:endParaRPr>
          </a:p>
        </p:txBody>
      </p:sp>
      <p:sp>
        <p:nvSpPr>
          <p:cNvPr id="700" name="Google Shape;700;p70"/>
          <p:cNvSpPr txBox="1"/>
          <p:nvPr>
            <p:ph idx="12" type="sldNum"/>
          </p:nvPr>
        </p:nvSpPr>
        <p:spPr>
          <a:xfrm>
            <a:off x="8695814" y="4694773"/>
            <a:ext cx="325500" cy="330600"/>
          </a:xfrm>
          <a:prstGeom prst="rect">
            <a:avLst/>
          </a:prstGeom>
          <a:noFill/>
          <a:ln>
            <a:noFill/>
          </a:ln>
        </p:spPr>
        <p:txBody>
          <a:bodyPr anchorCtr="0" anchor="ctr" bIns="91425" lIns="91425" spcFirstLastPara="1" rIns="91425" wrap="square" tIns="91425">
            <a:normAutofit lnSpcReduction="10000"/>
          </a:bodyPr>
          <a:lstStyle>
            <a:lvl1pPr indent="0" lvl="0" marL="0" marR="0" rtl="0" algn="r">
              <a:lnSpc>
                <a:spcPct val="100000"/>
              </a:lnSpc>
              <a:spcBef>
                <a:spcPts val="0"/>
              </a:spcBef>
              <a:spcAft>
                <a:spcPts val="0"/>
              </a:spcAft>
              <a:buClr>
                <a:srgbClr val="ADADAD"/>
              </a:buClr>
              <a:buSzPts val="1000"/>
              <a:buFont typeface="Helvetica Neue"/>
              <a:buNone/>
              <a:defRPr b="0" i="0" sz="1000" u="none" cap="none" strike="noStrike">
                <a:solidFill>
                  <a:srgbClr val="ADADAD"/>
                </a:solidFill>
                <a:latin typeface="Helvetica Neue"/>
                <a:ea typeface="Helvetica Neue"/>
                <a:cs typeface="Helvetica Neue"/>
                <a:sym typeface="Helvetica Neue"/>
              </a:defRPr>
            </a:lvl1pPr>
            <a:lvl2pPr indent="0" lvl="1" marL="0" marR="0" rtl="0" algn="r">
              <a:lnSpc>
                <a:spcPct val="100000"/>
              </a:lnSpc>
              <a:spcBef>
                <a:spcPts val="0"/>
              </a:spcBef>
              <a:spcAft>
                <a:spcPts val="0"/>
              </a:spcAft>
              <a:buClr>
                <a:srgbClr val="ADADAD"/>
              </a:buClr>
              <a:buSzPts val="1000"/>
              <a:buFont typeface="Helvetica Neue"/>
              <a:buNone/>
              <a:defRPr b="0" i="0" sz="1000" u="none" cap="none" strike="noStrike">
                <a:solidFill>
                  <a:srgbClr val="ADADAD"/>
                </a:solidFill>
                <a:latin typeface="Helvetica Neue"/>
                <a:ea typeface="Helvetica Neue"/>
                <a:cs typeface="Helvetica Neue"/>
                <a:sym typeface="Helvetica Neue"/>
              </a:defRPr>
            </a:lvl2pPr>
            <a:lvl3pPr indent="0" lvl="2" marL="0" marR="0" rtl="0" algn="r">
              <a:lnSpc>
                <a:spcPct val="100000"/>
              </a:lnSpc>
              <a:spcBef>
                <a:spcPts val="0"/>
              </a:spcBef>
              <a:spcAft>
                <a:spcPts val="0"/>
              </a:spcAft>
              <a:buClr>
                <a:srgbClr val="ADADAD"/>
              </a:buClr>
              <a:buSzPts val="1000"/>
              <a:buFont typeface="Helvetica Neue"/>
              <a:buNone/>
              <a:defRPr b="0" i="0" sz="1000" u="none" cap="none" strike="noStrike">
                <a:solidFill>
                  <a:srgbClr val="ADADAD"/>
                </a:solidFill>
                <a:latin typeface="Helvetica Neue"/>
                <a:ea typeface="Helvetica Neue"/>
                <a:cs typeface="Helvetica Neue"/>
                <a:sym typeface="Helvetica Neue"/>
              </a:defRPr>
            </a:lvl3pPr>
            <a:lvl4pPr indent="0" lvl="3" marL="0" marR="0" rtl="0" algn="r">
              <a:lnSpc>
                <a:spcPct val="100000"/>
              </a:lnSpc>
              <a:spcBef>
                <a:spcPts val="0"/>
              </a:spcBef>
              <a:spcAft>
                <a:spcPts val="0"/>
              </a:spcAft>
              <a:buClr>
                <a:srgbClr val="ADADAD"/>
              </a:buClr>
              <a:buSzPts val="1000"/>
              <a:buFont typeface="Helvetica Neue"/>
              <a:buNone/>
              <a:defRPr b="0" i="0" sz="1000" u="none" cap="none" strike="noStrike">
                <a:solidFill>
                  <a:srgbClr val="ADADAD"/>
                </a:solidFill>
                <a:latin typeface="Helvetica Neue"/>
                <a:ea typeface="Helvetica Neue"/>
                <a:cs typeface="Helvetica Neue"/>
                <a:sym typeface="Helvetica Neue"/>
              </a:defRPr>
            </a:lvl4pPr>
            <a:lvl5pPr indent="0" lvl="4" marL="0" marR="0" rtl="0" algn="r">
              <a:lnSpc>
                <a:spcPct val="100000"/>
              </a:lnSpc>
              <a:spcBef>
                <a:spcPts val="0"/>
              </a:spcBef>
              <a:spcAft>
                <a:spcPts val="0"/>
              </a:spcAft>
              <a:buClr>
                <a:srgbClr val="ADADAD"/>
              </a:buClr>
              <a:buSzPts val="1000"/>
              <a:buFont typeface="Helvetica Neue"/>
              <a:buNone/>
              <a:defRPr b="0" i="0" sz="1000" u="none" cap="none" strike="noStrike">
                <a:solidFill>
                  <a:srgbClr val="ADADAD"/>
                </a:solidFill>
                <a:latin typeface="Helvetica Neue"/>
                <a:ea typeface="Helvetica Neue"/>
                <a:cs typeface="Helvetica Neue"/>
                <a:sym typeface="Helvetica Neue"/>
              </a:defRPr>
            </a:lvl5pPr>
            <a:lvl6pPr indent="0" lvl="5" marL="0" marR="0" rtl="0" algn="r">
              <a:lnSpc>
                <a:spcPct val="100000"/>
              </a:lnSpc>
              <a:spcBef>
                <a:spcPts val="0"/>
              </a:spcBef>
              <a:spcAft>
                <a:spcPts val="0"/>
              </a:spcAft>
              <a:buClr>
                <a:srgbClr val="ADADAD"/>
              </a:buClr>
              <a:buSzPts val="1000"/>
              <a:buFont typeface="Helvetica Neue"/>
              <a:buNone/>
              <a:defRPr b="0" i="0" sz="1000" u="none" cap="none" strike="noStrike">
                <a:solidFill>
                  <a:srgbClr val="ADADAD"/>
                </a:solidFill>
                <a:latin typeface="Helvetica Neue"/>
                <a:ea typeface="Helvetica Neue"/>
                <a:cs typeface="Helvetica Neue"/>
                <a:sym typeface="Helvetica Neue"/>
              </a:defRPr>
            </a:lvl6pPr>
            <a:lvl7pPr indent="0" lvl="6" marL="0" marR="0" rtl="0" algn="r">
              <a:lnSpc>
                <a:spcPct val="100000"/>
              </a:lnSpc>
              <a:spcBef>
                <a:spcPts val="0"/>
              </a:spcBef>
              <a:spcAft>
                <a:spcPts val="0"/>
              </a:spcAft>
              <a:buClr>
                <a:srgbClr val="ADADAD"/>
              </a:buClr>
              <a:buSzPts val="1000"/>
              <a:buFont typeface="Helvetica Neue"/>
              <a:buNone/>
              <a:defRPr b="0" i="0" sz="1000" u="none" cap="none" strike="noStrike">
                <a:solidFill>
                  <a:srgbClr val="ADADAD"/>
                </a:solidFill>
                <a:latin typeface="Helvetica Neue"/>
                <a:ea typeface="Helvetica Neue"/>
                <a:cs typeface="Helvetica Neue"/>
                <a:sym typeface="Helvetica Neue"/>
              </a:defRPr>
            </a:lvl7pPr>
            <a:lvl8pPr indent="0" lvl="7" marL="0" marR="0" rtl="0" algn="r">
              <a:lnSpc>
                <a:spcPct val="100000"/>
              </a:lnSpc>
              <a:spcBef>
                <a:spcPts val="0"/>
              </a:spcBef>
              <a:spcAft>
                <a:spcPts val="0"/>
              </a:spcAft>
              <a:buClr>
                <a:srgbClr val="ADADAD"/>
              </a:buClr>
              <a:buSzPts val="1000"/>
              <a:buFont typeface="Helvetica Neue"/>
              <a:buNone/>
              <a:defRPr b="0" i="0" sz="1000" u="none" cap="none" strike="noStrike">
                <a:solidFill>
                  <a:srgbClr val="ADADAD"/>
                </a:solidFill>
                <a:latin typeface="Helvetica Neue"/>
                <a:ea typeface="Helvetica Neue"/>
                <a:cs typeface="Helvetica Neue"/>
                <a:sym typeface="Helvetica Neue"/>
              </a:defRPr>
            </a:lvl8pPr>
            <a:lvl9pPr indent="0" lvl="8" marL="0" marR="0" rtl="0" algn="r">
              <a:lnSpc>
                <a:spcPct val="100000"/>
              </a:lnSpc>
              <a:spcBef>
                <a:spcPts val="0"/>
              </a:spcBef>
              <a:spcAft>
                <a:spcPts val="0"/>
              </a:spcAft>
              <a:buClr>
                <a:srgbClr val="ADADAD"/>
              </a:buClr>
              <a:buSzPts val="1000"/>
              <a:buFont typeface="Helvetica Neue"/>
              <a:buNone/>
              <a:defRPr b="0" i="0" sz="1000" u="none" cap="none" strike="noStrike">
                <a:solidFill>
                  <a:srgbClr val="ADADAD"/>
                </a:solidFill>
                <a:latin typeface="Helvetica Neue"/>
                <a:ea typeface="Helvetica Neue"/>
                <a:cs typeface="Helvetica Neue"/>
                <a:sym typeface="Helvetica Neu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showMasterSp="0">
  <p:cSld name="Blank">
    <p:bg>
      <p:bgPr>
        <a:gradFill>
          <a:gsLst>
            <a:gs pos="0">
              <a:srgbClr val="0F0F0F"/>
            </a:gs>
            <a:gs pos="100000">
              <a:srgbClr val="000000"/>
            </a:gs>
          </a:gsLst>
          <a:lin ang="5400012" scaled="0"/>
        </a:gradFill>
      </p:bgPr>
    </p:bg>
    <p:spTree>
      <p:nvGrpSpPr>
        <p:cNvPr id="701" name="Shape 701"/>
        <p:cNvGrpSpPr/>
        <p:nvPr/>
      </p:nvGrpSpPr>
      <p:grpSpPr>
        <a:xfrm>
          <a:off x="0" y="0"/>
          <a:ext cx="0" cy="0"/>
          <a:chOff x="0" y="0"/>
          <a:chExt cx="0" cy="0"/>
        </a:xfrm>
      </p:grpSpPr>
      <p:sp>
        <p:nvSpPr>
          <p:cNvPr id="702" name="Google Shape;702;p71"/>
          <p:cNvSpPr txBox="1"/>
          <p:nvPr>
            <p:ph idx="12" type="sldNum"/>
          </p:nvPr>
        </p:nvSpPr>
        <p:spPr>
          <a:xfrm>
            <a:off x="4500549" y="4902974"/>
            <a:ext cx="138300" cy="146100"/>
          </a:xfrm>
          <a:prstGeom prst="rect">
            <a:avLst/>
          </a:prstGeom>
          <a:noFill/>
          <a:ln>
            <a:noFill/>
          </a:ln>
        </p:spPr>
        <p:txBody>
          <a:bodyPr anchorCtr="0" anchor="b" bIns="19050" lIns="19050" spcFirstLastPara="1" rIns="19050" wrap="square" tIns="19050">
            <a:spAutoFit/>
          </a:bodyPr>
          <a:lstStyle>
            <a:lvl1pPr indent="0" lvl="0"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1pPr>
            <a:lvl2pPr indent="0" lvl="1"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2pPr>
            <a:lvl3pPr indent="0" lvl="2"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3pPr>
            <a:lvl4pPr indent="0" lvl="3"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4pPr>
            <a:lvl5pPr indent="0" lvl="4"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5pPr>
            <a:lvl6pPr indent="0" lvl="5"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6pPr>
            <a:lvl7pPr indent="0" lvl="6"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7pPr>
            <a:lvl8pPr indent="0" lvl="7"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8pPr>
            <a:lvl9pPr indent="0" lvl="8"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9pPr>
          </a:lstStyle>
          <a:p>
            <a:pPr indent="0" lvl="0" marL="0" rtl="0" algn="ctr">
              <a:spcBef>
                <a:spcPts val="0"/>
              </a:spcBef>
              <a:spcAft>
                <a:spcPts val="0"/>
              </a:spcAft>
              <a:buNone/>
            </a:pPr>
            <a:fld id="{00000000-1234-1234-1234-123412341234}" type="slidenum">
              <a:rPr lang="en"/>
              <a:t>‹#›</a:t>
            </a:fld>
            <a:endParaRPr sz="1000">
              <a:solidFill>
                <a:srgbClr val="ADADAD"/>
              </a:solidFill>
            </a:endParaRPr>
          </a:p>
        </p:txBody>
      </p:sp>
    </p:spTree>
  </p:cSld>
  <p:clrMapOvr>
    <a:masterClrMapping/>
  </p:clrMapOvr>
</p:sldLayout>
</file>

<file path=ppt/slideLayouts/slideLayout7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Gradient 1" type="tx">
  <p:cSld name="TITLE_AND_BODY">
    <p:spTree>
      <p:nvGrpSpPr>
        <p:cNvPr id="708" name="Shape 708"/>
        <p:cNvGrpSpPr/>
        <p:nvPr/>
      </p:nvGrpSpPr>
      <p:grpSpPr>
        <a:xfrm>
          <a:off x="0" y="0"/>
          <a:ext cx="0" cy="0"/>
          <a:chOff x="0" y="0"/>
          <a:chExt cx="0" cy="0"/>
        </a:xfrm>
      </p:grpSpPr>
      <p:sp>
        <p:nvSpPr>
          <p:cNvPr id="709" name="Google Shape;709;p73"/>
          <p:cNvSpPr txBox="1"/>
          <p:nvPr>
            <p:ph idx="12" type="sldNum"/>
          </p:nvPr>
        </p:nvSpPr>
        <p:spPr>
          <a:xfrm>
            <a:off x="8695814" y="4694773"/>
            <a:ext cx="325500" cy="330600"/>
          </a:xfrm>
          <a:prstGeom prst="rect">
            <a:avLst/>
          </a:prstGeom>
          <a:noFill/>
          <a:ln>
            <a:noFill/>
          </a:ln>
        </p:spPr>
        <p:txBody>
          <a:bodyPr anchorCtr="0" anchor="ctr" bIns="91425" lIns="91425" spcFirstLastPara="1" rIns="91425" wrap="square" tIns="91425">
            <a:normAutofit lnSpcReduction="10000"/>
          </a:bodyPr>
          <a:lstStyle>
            <a:lvl1pPr indent="0" lvl="0" marL="0" marR="0" rtl="0" algn="r">
              <a:lnSpc>
                <a:spcPct val="100000"/>
              </a:lnSpc>
              <a:spcBef>
                <a:spcPts val="0"/>
              </a:spcBef>
              <a:spcAft>
                <a:spcPts val="0"/>
              </a:spcAft>
              <a:buClr>
                <a:srgbClr val="ADADAD"/>
              </a:buClr>
              <a:buSzPts val="1000"/>
              <a:buFont typeface="Helvetica Neue"/>
              <a:buNone/>
              <a:defRPr b="0" i="0" sz="1000" u="none" cap="none" strike="noStrike">
                <a:solidFill>
                  <a:srgbClr val="ADADAD"/>
                </a:solidFill>
                <a:latin typeface="Helvetica Neue"/>
                <a:ea typeface="Helvetica Neue"/>
                <a:cs typeface="Helvetica Neue"/>
                <a:sym typeface="Helvetica Neue"/>
              </a:defRPr>
            </a:lvl1pPr>
            <a:lvl2pPr indent="0" lvl="1" marL="0" marR="0" rtl="0" algn="r">
              <a:lnSpc>
                <a:spcPct val="100000"/>
              </a:lnSpc>
              <a:spcBef>
                <a:spcPts val="0"/>
              </a:spcBef>
              <a:spcAft>
                <a:spcPts val="0"/>
              </a:spcAft>
              <a:buClr>
                <a:srgbClr val="ADADAD"/>
              </a:buClr>
              <a:buSzPts val="1000"/>
              <a:buFont typeface="Helvetica Neue"/>
              <a:buNone/>
              <a:defRPr b="0" i="0" sz="1000" u="none" cap="none" strike="noStrike">
                <a:solidFill>
                  <a:srgbClr val="ADADAD"/>
                </a:solidFill>
                <a:latin typeface="Helvetica Neue"/>
                <a:ea typeface="Helvetica Neue"/>
                <a:cs typeface="Helvetica Neue"/>
                <a:sym typeface="Helvetica Neue"/>
              </a:defRPr>
            </a:lvl2pPr>
            <a:lvl3pPr indent="0" lvl="2" marL="0" marR="0" rtl="0" algn="r">
              <a:lnSpc>
                <a:spcPct val="100000"/>
              </a:lnSpc>
              <a:spcBef>
                <a:spcPts val="0"/>
              </a:spcBef>
              <a:spcAft>
                <a:spcPts val="0"/>
              </a:spcAft>
              <a:buClr>
                <a:srgbClr val="ADADAD"/>
              </a:buClr>
              <a:buSzPts val="1000"/>
              <a:buFont typeface="Helvetica Neue"/>
              <a:buNone/>
              <a:defRPr b="0" i="0" sz="1000" u="none" cap="none" strike="noStrike">
                <a:solidFill>
                  <a:srgbClr val="ADADAD"/>
                </a:solidFill>
                <a:latin typeface="Helvetica Neue"/>
                <a:ea typeface="Helvetica Neue"/>
                <a:cs typeface="Helvetica Neue"/>
                <a:sym typeface="Helvetica Neue"/>
              </a:defRPr>
            </a:lvl3pPr>
            <a:lvl4pPr indent="0" lvl="3" marL="0" marR="0" rtl="0" algn="r">
              <a:lnSpc>
                <a:spcPct val="100000"/>
              </a:lnSpc>
              <a:spcBef>
                <a:spcPts val="0"/>
              </a:spcBef>
              <a:spcAft>
                <a:spcPts val="0"/>
              </a:spcAft>
              <a:buClr>
                <a:srgbClr val="ADADAD"/>
              </a:buClr>
              <a:buSzPts val="1000"/>
              <a:buFont typeface="Helvetica Neue"/>
              <a:buNone/>
              <a:defRPr b="0" i="0" sz="1000" u="none" cap="none" strike="noStrike">
                <a:solidFill>
                  <a:srgbClr val="ADADAD"/>
                </a:solidFill>
                <a:latin typeface="Helvetica Neue"/>
                <a:ea typeface="Helvetica Neue"/>
                <a:cs typeface="Helvetica Neue"/>
                <a:sym typeface="Helvetica Neue"/>
              </a:defRPr>
            </a:lvl4pPr>
            <a:lvl5pPr indent="0" lvl="4" marL="0" marR="0" rtl="0" algn="r">
              <a:lnSpc>
                <a:spcPct val="100000"/>
              </a:lnSpc>
              <a:spcBef>
                <a:spcPts val="0"/>
              </a:spcBef>
              <a:spcAft>
                <a:spcPts val="0"/>
              </a:spcAft>
              <a:buClr>
                <a:srgbClr val="ADADAD"/>
              </a:buClr>
              <a:buSzPts val="1000"/>
              <a:buFont typeface="Helvetica Neue"/>
              <a:buNone/>
              <a:defRPr b="0" i="0" sz="1000" u="none" cap="none" strike="noStrike">
                <a:solidFill>
                  <a:srgbClr val="ADADAD"/>
                </a:solidFill>
                <a:latin typeface="Helvetica Neue"/>
                <a:ea typeface="Helvetica Neue"/>
                <a:cs typeface="Helvetica Neue"/>
                <a:sym typeface="Helvetica Neue"/>
              </a:defRPr>
            </a:lvl5pPr>
            <a:lvl6pPr indent="0" lvl="5" marL="0" marR="0" rtl="0" algn="r">
              <a:lnSpc>
                <a:spcPct val="100000"/>
              </a:lnSpc>
              <a:spcBef>
                <a:spcPts val="0"/>
              </a:spcBef>
              <a:spcAft>
                <a:spcPts val="0"/>
              </a:spcAft>
              <a:buClr>
                <a:srgbClr val="ADADAD"/>
              </a:buClr>
              <a:buSzPts val="1000"/>
              <a:buFont typeface="Helvetica Neue"/>
              <a:buNone/>
              <a:defRPr b="0" i="0" sz="1000" u="none" cap="none" strike="noStrike">
                <a:solidFill>
                  <a:srgbClr val="ADADAD"/>
                </a:solidFill>
                <a:latin typeface="Helvetica Neue"/>
                <a:ea typeface="Helvetica Neue"/>
                <a:cs typeface="Helvetica Neue"/>
                <a:sym typeface="Helvetica Neue"/>
              </a:defRPr>
            </a:lvl6pPr>
            <a:lvl7pPr indent="0" lvl="6" marL="0" marR="0" rtl="0" algn="r">
              <a:lnSpc>
                <a:spcPct val="100000"/>
              </a:lnSpc>
              <a:spcBef>
                <a:spcPts val="0"/>
              </a:spcBef>
              <a:spcAft>
                <a:spcPts val="0"/>
              </a:spcAft>
              <a:buClr>
                <a:srgbClr val="ADADAD"/>
              </a:buClr>
              <a:buSzPts val="1000"/>
              <a:buFont typeface="Helvetica Neue"/>
              <a:buNone/>
              <a:defRPr b="0" i="0" sz="1000" u="none" cap="none" strike="noStrike">
                <a:solidFill>
                  <a:srgbClr val="ADADAD"/>
                </a:solidFill>
                <a:latin typeface="Helvetica Neue"/>
                <a:ea typeface="Helvetica Neue"/>
                <a:cs typeface="Helvetica Neue"/>
                <a:sym typeface="Helvetica Neue"/>
              </a:defRPr>
            </a:lvl7pPr>
            <a:lvl8pPr indent="0" lvl="7" marL="0" marR="0" rtl="0" algn="r">
              <a:lnSpc>
                <a:spcPct val="100000"/>
              </a:lnSpc>
              <a:spcBef>
                <a:spcPts val="0"/>
              </a:spcBef>
              <a:spcAft>
                <a:spcPts val="0"/>
              </a:spcAft>
              <a:buClr>
                <a:srgbClr val="ADADAD"/>
              </a:buClr>
              <a:buSzPts val="1000"/>
              <a:buFont typeface="Helvetica Neue"/>
              <a:buNone/>
              <a:defRPr b="0" i="0" sz="1000" u="none" cap="none" strike="noStrike">
                <a:solidFill>
                  <a:srgbClr val="ADADAD"/>
                </a:solidFill>
                <a:latin typeface="Helvetica Neue"/>
                <a:ea typeface="Helvetica Neue"/>
                <a:cs typeface="Helvetica Neue"/>
                <a:sym typeface="Helvetica Neue"/>
              </a:defRPr>
            </a:lvl8pPr>
            <a:lvl9pPr indent="0" lvl="8" marL="0" marR="0" rtl="0" algn="r">
              <a:lnSpc>
                <a:spcPct val="100000"/>
              </a:lnSpc>
              <a:spcBef>
                <a:spcPts val="0"/>
              </a:spcBef>
              <a:spcAft>
                <a:spcPts val="0"/>
              </a:spcAft>
              <a:buClr>
                <a:srgbClr val="ADADAD"/>
              </a:buClr>
              <a:buSzPts val="1000"/>
              <a:buFont typeface="Helvetica Neue"/>
              <a:buNone/>
              <a:defRPr b="0" i="0" sz="1000" u="none" cap="none" strike="noStrike">
                <a:solidFill>
                  <a:srgbClr val="ADADAD"/>
                </a:solidFill>
                <a:latin typeface="Helvetica Neue"/>
                <a:ea typeface="Helvetica Neue"/>
                <a:cs typeface="Helvetica Neue"/>
                <a:sym typeface="Helvetica Neu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Gradient 4" showMasterSp="0">
  <p:cSld name="Gradient 4">
    <p:bg>
      <p:bgPr>
        <a:gradFill>
          <a:gsLst>
            <a:gs pos="0">
              <a:srgbClr val="242424"/>
            </a:gs>
            <a:gs pos="100000">
              <a:srgbClr val="101010"/>
            </a:gs>
          </a:gsLst>
          <a:lin ang="8100019" scaled="0"/>
        </a:gradFill>
      </p:bgPr>
    </p:bg>
    <p:spTree>
      <p:nvGrpSpPr>
        <p:cNvPr id="710" name="Shape 710"/>
        <p:cNvGrpSpPr/>
        <p:nvPr/>
      </p:nvGrpSpPr>
      <p:grpSpPr>
        <a:xfrm>
          <a:off x="0" y="0"/>
          <a:ext cx="0" cy="0"/>
          <a:chOff x="0" y="0"/>
          <a:chExt cx="0" cy="0"/>
        </a:xfrm>
      </p:grpSpPr>
      <p:pic>
        <p:nvPicPr>
          <p:cNvPr descr="Google Shape;315;p34" id="711" name="Google Shape;711;p74"/>
          <p:cNvPicPr preferRelativeResize="0"/>
          <p:nvPr/>
        </p:nvPicPr>
        <p:blipFill rotWithShape="1">
          <a:blip r:embed="rId2">
            <a:alphaModFix/>
          </a:blip>
          <a:srcRect b="0" l="0" r="0" t="0"/>
          <a:stretch/>
        </p:blipFill>
        <p:spPr>
          <a:xfrm>
            <a:off x="0" y="0"/>
            <a:ext cx="9144003" cy="5143501"/>
          </a:xfrm>
          <a:prstGeom prst="rect">
            <a:avLst/>
          </a:prstGeom>
          <a:noFill/>
          <a:ln>
            <a:noFill/>
          </a:ln>
        </p:spPr>
      </p:pic>
      <p:sp>
        <p:nvSpPr>
          <p:cNvPr id="712" name="Google Shape;712;p74"/>
          <p:cNvSpPr txBox="1"/>
          <p:nvPr>
            <p:ph idx="12" type="sldNum"/>
          </p:nvPr>
        </p:nvSpPr>
        <p:spPr>
          <a:xfrm>
            <a:off x="8695814" y="4694773"/>
            <a:ext cx="325500" cy="330600"/>
          </a:xfrm>
          <a:prstGeom prst="rect">
            <a:avLst/>
          </a:prstGeom>
          <a:noFill/>
          <a:ln>
            <a:noFill/>
          </a:ln>
        </p:spPr>
        <p:txBody>
          <a:bodyPr anchorCtr="0" anchor="ctr" bIns="91425" lIns="91425" spcFirstLastPara="1" rIns="91425" wrap="square" tIns="91425">
            <a:normAutofit lnSpcReduction="10000"/>
          </a:bodyPr>
          <a:lstStyle>
            <a:lvl1pPr indent="0" lvl="0" marL="0" marR="0" rtl="0" algn="r">
              <a:lnSpc>
                <a:spcPct val="100000"/>
              </a:lnSpc>
              <a:spcBef>
                <a:spcPts val="0"/>
              </a:spcBef>
              <a:spcAft>
                <a:spcPts val="0"/>
              </a:spcAft>
              <a:buClr>
                <a:srgbClr val="ADADAD"/>
              </a:buClr>
              <a:buSzPts val="1000"/>
              <a:buFont typeface="Source Code Pro"/>
              <a:buNone/>
              <a:defRPr b="0" i="0" sz="1000" u="none" cap="none" strike="noStrike">
                <a:solidFill>
                  <a:srgbClr val="ADADAD"/>
                </a:solidFill>
                <a:latin typeface="Source Code Pro"/>
                <a:ea typeface="Source Code Pro"/>
                <a:cs typeface="Source Code Pro"/>
                <a:sym typeface="Source Code Pro"/>
              </a:defRPr>
            </a:lvl1pPr>
            <a:lvl2pPr indent="0" lvl="1" marL="0" marR="0" rtl="0" algn="r">
              <a:lnSpc>
                <a:spcPct val="100000"/>
              </a:lnSpc>
              <a:spcBef>
                <a:spcPts val="0"/>
              </a:spcBef>
              <a:spcAft>
                <a:spcPts val="0"/>
              </a:spcAft>
              <a:buClr>
                <a:srgbClr val="ADADAD"/>
              </a:buClr>
              <a:buSzPts val="1000"/>
              <a:buFont typeface="Source Code Pro"/>
              <a:buNone/>
              <a:defRPr b="0" i="0" sz="1000" u="none" cap="none" strike="noStrike">
                <a:solidFill>
                  <a:srgbClr val="ADADAD"/>
                </a:solidFill>
                <a:latin typeface="Source Code Pro"/>
                <a:ea typeface="Source Code Pro"/>
                <a:cs typeface="Source Code Pro"/>
                <a:sym typeface="Source Code Pro"/>
              </a:defRPr>
            </a:lvl2pPr>
            <a:lvl3pPr indent="0" lvl="2" marL="0" marR="0" rtl="0" algn="r">
              <a:lnSpc>
                <a:spcPct val="100000"/>
              </a:lnSpc>
              <a:spcBef>
                <a:spcPts val="0"/>
              </a:spcBef>
              <a:spcAft>
                <a:spcPts val="0"/>
              </a:spcAft>
              <a:buClr>
                <a:srgbClr val="ADADAD"/>
              </a:buClr>
              <a:buSzPts val="1000"/>
              <a:buFont typeface="Source Code Pro"/>
              <a:buNone/>
              <a:defRPr b="0" i="0" sz="1000" u="none" cap="none" strike="noStrike">
                <a:solidFill>
                  <a:srgbClr val="ADADAD"/>
                </a:solidFill>
                <a:latin typeface="Source Code Pro"/>
                <a:ea typeface="Source Code Pro"/>
                <a:cs typeface="Source Code Pro"/>
                <a:sym typeface="Source Code Pro"/>
              </a:defRPr>
            </a:lvl3pPr>
            <a:lvl4pPr indent="0" lvl="3" marL="0" marR="0" rtl="0" algn="r">
              <a:lnSpc>
                <a:spcPct val="100000"/>
              </a:lnSpc>
              <a:spcBef>
                <a:spcPts val="0"/>
              </a:spcBef>
              <a:spcAft>
                <a:spcPts val="0"/>
              </a:spcAft>
              <a:buClr>
                <a:srgbClr val="ADADAD"/>
              </a:buClr>
              <a:buSzPts val="1000"/>
              <a:buFont typeface="Source Code Pro"/>
              <a:buNone/>
              <a:defRPr b="0" i="0" sz="1000" u="none" cap="none" strike="noStrike">
                <a:solidFill>
                  <a:srgbClr val="ADADAD"/>
                </a:solidFill>
                <a:latin typeface="Source Code Pro"/>
                <a:ea typeface="Source Code Pro"/>
                <a:cs typeface="Source Code Pro"/>
                <a:sym typeface="Source Code Pro"/>
              </a:defRPr>
            </a:lvl4pPr>
            <a:lvl5pPr indent="0" lvl="4" marL="0" marR="0" rtl="0" algn="r">
              <a:lnSpc>
                <a:spcPct val="100000"/>
              </a:lnSpc>
              <a:spcBef>
                <a:spcPts val="0"/>
              </a:spcBef>
              <a:spcAft>
                <a:spcPts val="0"/>
              </a:spcAft>
              <a:buClr>
                <a:srgbClr val="ADADAD"/>
              </a:buClr>
              <a:buSzPts val="1000"/>
              <a:buFont typeface="Source Code Pro"/>
              <a:buNone/>
              <a:defRPr b="0" i="0" sz="1000" u="none" cap="none" strike="noStrike">
                <a:solidFill>
                  <a:srgbClr val="ADADAD"/>
                </a:solidFill>
                <a:latin typeface="Source Code Pro"/>
                <a:ea typeface="Source Code Pro"/>
                <a:cs typeface="Source Code Pro"/>
                <a:sym typeface="Source Code Pro"/>
              </a:defRPr>
            </a:lvl5pPr>
            <a:lvl6pPr indent="0" lvl="5" marL="0" marR="0" rtl="0" algn="r">
              <a:lnSpc>
                <a:spcPct val="100000"/>
              </a:lnSpc>
              <a:spcBef>
                <a:spcPts val="0"/>
              </a:spcBef>
              <a:spcAft>
                <a:spcPts val="0"/>
              </a:spcAft>
              <a:buClr>
                <a:srgbClr val="ADADAD"/>
              </a:buClr>
              <a:buSzPts val="1000"/>
              <a:buFont typeface="Source Code Pro"/>
              <a:buNone/>
              <a:defRPr b="0" i="0" sz="1000" u="none" cap="none" strike="noStrike">
                <a:solidFill>
                  <a:srgbClr val="ADADAD"/>
                </a:solidFill>
                <a:latin typeface="Source Code Pro"/>
                <a:ea typeface="Source Code Pro"/>
                <a:cs typeface="Source Code Pro"/>
                <a:sym typeface="Source Code Pro"/>
              </a:defRPr>
            </a:lvl6pPr>
            <a:lvl7pPr indent="0" lvl="6" marL="0" marR="0" rtl="0" algn="r">
              <a:lnSpc>
                <a:spcPct val="100000"/>
              </a:lnSpc>
              <a:spcBef>
                <a:spcPts val="0"/>
              </a:spcBef>
              <a:spcAft>
                <a:spcPts val="0"/>
              </a:spcAft>
              <a:buClr>
                <a:srgbClr val="ADADAD"/>
              </a:buClr>
              <a:buSzPts val="1000"/>
              <a:buFont typeface="Source Code Pro"/>
              <a:buNone/>
              <a:defRPr b="0" i="0" sz="1000" u="none" cap="none" strike="noStrike">
                <a:solidFill>
                  <a:srgbClr val="ADADAD"/>
                </a:solidFill>
                <a:latin typeface="Source Code Pro"/>
                <a:ea typeface="Source Code Pro"/>
                <a:cs typeface="Source Code Pro"/>
                <a:sym typeface="Source Code Pro"/>
              </a:defRPr>
            </a:lvl7pPr>
            <a:lvl8pPr indent="0" lvl="7" marL="0" marR="0" rtl="0" algn="r">
              <a:lnSpc>
                <a:spcPct val="100000"/>
              </a:lnSpc>
              <a:spcBef>
                <a:spcPts val="0"/>
              </a:spcBef>
              <a:spcAft>
                <a:spcPts val="0"/>
              </a:spcAft>
              <a:buClr>
                <a:srgbClr val="ADADAD"/>
              </a:buClr>
              <a:buSzPts val="1000"/>
              <a:buFont typeface="Source Code Pro"/>
              <a:buNone/>
              <a:defRPr b="0" i="0" sz="1000" u="none" cap="none" strike="noStrike">
                <a:solidFill>
                  <a:srgbClr val="ADADAD"/>
                </a:solidFill>
                <a:latin typeface="Source Code Pro"/>
                <a:ea typeface="Source Code Pro"/>
                <a:cs typeface="Source Code Pro"/>
                <a:sym typeface="Source Code Pro"/>
              </a:defRPr>
            </a:lvl8pPr>
            <a:lvl9pPr indent="0" lvl="8" marL="0" marR="0" rtl="0" algn="r">
              <a:lnSpc>
                <a:spcPct val="100000"/>
              </a:lnSpc>
              <a:spcBef>
                <a:spcPts val="0"/>
              </a:spcBef>
              <a:spcAft>
                <a:spcPts val="0"/>
              </a:spcAft>
              <a:buClr>
                <a:srgbClr val="ADADAD"/>
              </a:buClr>
              <a:buSzPts val="1000"/>
              <a:buFont typeface="Source Code Pro"/>
              <a:buNone/>
              <a:defRPr b="0" i="0" sz="1000" u="none" cap="none" strike="noStrike">
                <a:solidFill>
                  <a:srgbClr val="ADADAD"/>
                </a:solidFill>
                <a:latin typeface="Source Code Pro"/>
                <a:ea typeface="Source Code Pro"/>
                <a:cs typeface="Source Code Pro"/>
                <a:sym typeface="Source Code Pro"/>
              </a:defRPr>
            </a:lvl9pPr>
          </a:lstStyle>
          <a:p>
            <a:pPr indent="0" lvl="0" marL="0" rtl="0" algn="r">
              <a:spcBef>
                <a:spcPts val="0"/>
              </a:spcBef>
              <a:spcAft>
                <a:spcPts val="0"/>
              </a:spcAft>
              <a:buNone/>
            </a:pPr>
            <a:fld id="{00000000-1234-1234-1234-123412341234}" type="slidenum">
              <a:rPr lang="en"/>
              <a:t>‹#›</a:t>
            </a:fld>
            <a:endParaRPr>
              <a:latin typeface="Helvetica Neue"/>
              <a:ea typeface="Helvetica Neue"/>
              <a:cs typeface="Helvetica Neue"/>
              <a:sym typeface="Helvetica Neue"/>
            </a:endParaRPr>
          </a:p>
        </p:txBody>
      </p:sp>
    </p:spTree>
  </p:cSld>
  <p:clrMapOvr>
    <a:masterClrMapping/>
  </p:clrMapOvr>
</p:sldLayout>
</file>

<file path=ppt/slideLayouts/slideLayout7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showMasterSp="0">
  <p:cSld name="Section">
    <p:bg>
      <p:bgPr>
        <a:blipFill>
          <a:blip r:embed="rId2">
            <a:alphaModFix/>
          </a:blip>
          <a:stretch>
            <a:fillRect/>
          </a:stretch>
        </a:blipFill>
      </p:bgPr>
    </p:bg>
    <p:spTree>
      <p:nvGrpSpPr>
        <p:cNvPr id="713" name="Shape 713"/>
        <p:cNvGrpSpPr/>
        <p:nvPr/>
      </p:nvGrpSpPr>
      <p:grpSpPr>
        <a:xfrm>
          <a:off x="0" y="0"/>
          <a:ext cx="0" cy="0"/>
          <a:chOff x="0" y="0"/>
          <a:chExt cx="0" cy="0"/>
        </a:xfrm>
      </p:grpSpPr>
      <p:sp>
        <p:nvSpPr>
          <p:cNvPr id="714" name="Google Shape;714;p75"/>
          <p:cNvSpPr/>
          <p:nvPr/>
        </p:nvSpPr>
        <p:spPr>
          <a:xfrm>
            <a:off x="2669688" y="669438"/>
            <a:ext cx="3804600" cy="3804600"/>
          </a:xfrm>
          <a:prstGeom prst="roundRect">
            <a:avLst>
              <a:gd fmla="val 3689" name="adj"/>
            </a:avLst>
          </a:prstGeom>
          <a:solidFill>
            <a:srgbClr val="000000"/>
          </a:solidFill>
          <a:ln>
            <a:noFill/>
          </a:ln>
          <a:effectLst>
            <a:outerShdw blurRad="393700" rotWithShape="0" dir="2506067" dist="439514">
              <a:srgbClr val="000000">
                <a:alpha val="54120"/>
              </a:srgbClr>
            </a:outerShdw>
          </a:effectLst>
        </p:spPr>
        <p:txBody>
          <a:bodyPr anchorCtr="0" anchor="ctr" bIns="19050" lIns="19050" spcFirstLastPara="1" rIns="19050" wrap="square" tIns="19050">
            <a:noAutofit/>
          </a:bodyPr>
          <a:lstStyle/>
          <a:p>
            <a:pPr indent="0" lvl="0" marL="0" marR="0" rtl="0" algn="ctr">
              <a:lnSpc>
                <a:spcPct val="100000"/>
              </a:lnSpc>
              <a:spcBef>
                <a:spcPts val="0"/>
              </a:spcBef>
              <a:spcAft>
                <a:spcPts val="0"/>
              </a:spcAft>
              <a:buClr>
                <a:srgbClr val="000000"/>
              </a:buClr>
              <a:buSzPts val="1200"/>
              <a:buFont typeface="Helvetica Neue"/>
              <a:buNone/>
            </a:pPr>
            <a:r>
              <a:t/>
            </a:r>
            <a:endParaRPr b="0" i="0" sz="1200" u="none" cap="none" strike="noStrike">
              <a:solidFill>
                <a:srgbClr val="000000"/>
              </a:solidFill>
              <a:latin typeface="Helvetica Neue"/>
              <a:ea typeface="Helvetica Neue"/>
              <a:cs typeface="Helvetica Neue"/>
              <a:sym typeface="Helvetica Neue"/>
            </a:endParaRPr>
          </a:p>
        </p:txBody>
      </p:sp>
      <p:sp>
        <p:nvSpPr>
          <p:cNvPr id="715" name="Google Shape;715;p75"/>
          <p:cNvSpPr/>
          <p:nvPr/>
        </p:nvSpPr>
        <p:spPr>
          <a:xfrm>
            <a:off x="-12576" y="1056912"/>
            <a:ext cx="909000" cy="13500"/>
          </a:xfrm>
          <a:prstGeom prst="rect">
            <a:avLst/>
          </a:prstGeom>
          <a:solidFill>
            <a:srgbClr val="FFFFFF"/>
          </a:solidFill>
          <a:ln>
            <a:noFill/>
          </a:ln>
        </p:spPr>
        <p:txBody>
          <a:bodyPr anchorCtr="0" anchor="ctr" bIns="19050" lIns="19050" spcFirstLastPara="1" rIns="19050" wrap="square" tIns="19050">
            <a:noAutofit/>
          </a:bodyPr>
          <a:lstStyle/>
          <a:p>
            <a:pPr indent="0" lvl="0" marL="0" marR="0" rtl="0" algn="ctr">
              <a:lnSpc>
                <a:spcPct val="100000"/>
              </a:lnSpc>
              <a:spcBef>
                <a:spcPts val="0"/>
              </a:spcBef>
              <a:spcAft>
                <a:spcPts val="0"/>
              </a:spcAft>
              <a:buClr>
                <a:srgbClr val="000000"/>
              </a:buClr>
              <a:buSzPts val="1200"/>
              <a:buFont typeface="Helvetica Neue"/>
              <a:buNone/>
            </a:pPr>
            <a:r>
              <a:t/>
            </a:r>
            <a:endParaRPr b="0" i="0" sz="1200" u="none" cap="none" strike="noStrike">
              <a:solidFill>
                <a:srgbClr val="000000"/>
              </a:solidFill>
              <a:latin typeface="Helvetica Neue"/>
              <a:ea typeface="Helvetica Neue"/>
              <a:cs typeface="Helvetica Neue"/>
              <a:sym typeface="Helvetica Neue"/>
            </a:endParaRPr>
          </a:p>
        </p:txBody>
      </p:sp>
      <p:sp>
        <p:nvSpPr>
          <p:cNvPr id="716" name="Google Shape;716;p75"/>
          <p:cNvSpPr/>
          <p:nvPr/>
        </p:nvSpPr>
        <p:spPr>
          <a:xfrm>
            <a:off x="8247608" y="1056912"/>
            <a:ext cx="909000" cy="13500"/>
          </a:xfrm>
          <a:prstGeom prst="rect">
            <a:avLst/>
          </a:prstGeom>
          <a:solidFill>
            <a:srgbClr val="FFFFFF"/>
          </a:solidFill>
          <a:ln>
            <a:noFill/>
          </a:ln>
        </p:spPr>
        <p:txBody>
          <a:bodyPr anchorCtr="0" anchor="ctr" bIns="19050" lIns="19050" spcFirstLastPara="1" rIns="19050" wrap="square" tIns="19050">
            <a:noAutofit/>
          </a:bodyPr>
          <a:lstStyle/>
          <a:p>
            <a:pPr indent="0" lvl="0" marL="0" marR="0" rtl="0" algn="ctr">
              <a:lnSpc>
                <a:spcPct val="100000"/>
              </a:lnSpc>
              <a:spcBef>
                <a:spcPts val="0"/>
              </a:spcBef>
              <a:spcAft>
                <a:spcPts val="0"/>
              </a:spcAft>
              <a:buClr>
                <a:srgbClr val="000000"/>
              </a:buClr>
              <a:buSzPts val="1200"/>
              <a:buFont typeface="Helvetica Neue"/>
              <a:buNone/>
            </a:pPr>
            <a:r>
              <a:t/>
            </a:r>
            <a:endParaRPr b="0" i="0" sz="1200" u="none" cap="none" strike="noStrike">
              <a:solidFill>
                <a:srgbClr val="000000"/>
              </a:solidFill>
              <a:latin typeface="Helvetica Neue"/>
              <a:ea typeface="Helvetica Neue"/>
              <a:cs typeface="Helvetica Neue"/>
              <a:sym typeface="Helvetica Neue"/>
            </a:endParaRPr>
          </a:p>
        </p:txBody>
      </p:sp>
      <p:sp>
        <p:nvSpPr>
          <p:cNvPr id="717" name="Google Shape;717;p75"/>
          <p:cNvSpPr txBox="1"/>
          <p:nvPr>
            <p:ph idx="12" type="sldNum"/>
          </p:nvPr>
        </p:nvSpPr>
        <p:spPr>
          <a:xfrm>
            <a:off x="8695814" y="4694773"/>
            <a:ext cx="325500" cy="330600"/>
          </a:xfrm>
          <a:prstGeom prst="rect">
            <a:avLst/>
          </a:prstGeom>
          <a:noFill/>
          <a:ln>
            <a:noFill/>
          </a:ln>
        </p:spPr>
        <p:txBody>
          <a:bodyPr anchorCtr="0" anchor="ctr" bIns="91425" lIns="91425" spcFirstLastPara="1" rIns="91425" wrap="square" tIns="91425">
            <a:normAutofit lnSpcReduction="10000"/>
          </a:bodyPr>
          <a:lstStyle>
            <a:lvl1pPr indent="0" lvl="0" marL="0" marR="0" rtl="0" algn="r">
              <a:lnSpc>
                <a:spcPct val="100000"/>
              </a:lnSpc>
              <a:spcBef>
                <a:spcPts val="0"/>
              </a:spcBef>
              <a:spcAft>
                <a:spcPts val="0"/>
              </a:spcAft>
              <a:buClr>
                <a:srgbClr val="ADADAD"/>
              </a:buClr>
              <a:buSzPts val="1000"/>
              <a:buFont typeface="Helvetica Neue"/>
              <a:buNone/>
              <a:defRPr b="0" i="0" sz="1000" u="none" cap="none" strike="noStrike">
                <a:solidFill>
                  <a:srgbClr val="ADADAD"/>
                </a:solidFill>
                <a:latin typeface="Helvetica Neue"/>
                <a:ea typeface="Helvetica Neue"/>
                <a:cs typeface="Helvetica Neue"/>
                <a:sym typeface="Helvetica Neue"/>
              </a:defRPr>
            </a:lvl1pPr>
            <a:lvl2pPr indent="0" lvl="1" marL="0" marR="0" rtl="0" algn="r">
              <a:lnSpc>
                <a:spcPct val="100000"/>
              </a:lnSpc>
              <a:spcBef>
                <a:spcPts val="0"/>
              </a:spcBef>
              <a:spcAft>
                <a:spcPts val="0"/>
              </a:spcAft>
              <a:buClr>
                <a:srgbClr val="ADADAD"/>
              </a:buClr>
              <a:buSzPts val="1000"/>
              <a:buFont typeface="Helvetica Neue"/>
              <a:buNone/>
              <a:defRPr b="0" i="0" sz="1000" u="none" cap="none" strike="noStrike">
                <a:solidFill>
                  <a:srgbClr val="ADADAD"/>
                </a:solidFill>
                <a:latin typeface="Helvetica Neue"/>
                <a:ea typeface="Helvetica Neue"/>
                <a:cs typeface="Helvetica Neue"/>
                <a:sym typeface="Helvetica Neue"/>
              </a:defRPr>
            </a:lvl2pPr>
            <a:lvl3pPr indent="0" lvl="2" marL="0" marR="0" rtl="0" algn="r">
              <a:lnSpc>
                <a:spcPct val="100000"/>
              </a:lnSpc>
              <a:spcBef>
                <a:spcPts val="0"/>
              </a:spcBef>
              <a:spcAft>
                <a:spcPts val="0"/>
              </a:spcAft>
              <a:buClr>
                <a:srgbClr val="ADADAD"/>
              </a:buClr>
              <a:buSzPts val="1000"/>
              <a:buFont typeface="Helvetica Neue"/>
              <a:buNone/>
              <a:defRPr b="0" i="0" sz="1000" u="none" cap="none" strike="noStrike">
                <a:solidFill>
                  <a:srgbClr val="ADADAD"/>
                </a:solidFill>
                <a:latin typeface="Helvetica Neue"/>
                <a:ea typeface="Helvetica Neue"/>
                <a:cs typeface="Helvetica Neue"/>
                <a:sym typeface="Helvetica Neue"/>
              </a:defRPr>
            </a:lvl3pPr>
            <a:lvl4pPr indent="0" lvl="3" marL="0" marR="0" rtl="0" algn="r">
              <a:lnSpc>
                <a:spcPct val="100000"/>
              </a:lnSpc>
              <a:spcBef>
                <a:spcPts val="0"/>
              </a:spcBef>
              <a:spcAft>
                <a:spcPts val="0"/>
              </a:spcAft>
              <a:buClr>
                <a:srgbClr val="ADADAD"/>
              </a:buClr>
              <a:buSzPts val="1000"/>
              <a:buFont typeface="Helvetica Neue"/>
              <a:buNone/>
              <a:defRPr b="0" i="0" sz="1000" u="none" cap="none" strike="noStrike">
                <a:solidFill>
                  <a:srgbClr val="ADADAD"/>
                </a:solidFill>
                <a:latin typeface="Helvetica Neue"/>
                <a:ea typeface="Helvetica Neue"/>
                <a:cs typeface="Helvetica Neue"/>
                <a:sym typeface="Helvetica Neue"/>
              </a:defRPr>
            </a:lvl4pPr>
            <a:lvl5pPr indent="0" lvl="4" marL="0" marR="0" rtl="0" algn="r">
              <a:lnSpc>
                <a:spcPct val="100000"/>
              </a:lnSpc>
              <a:spcBef>
                <a:spcPts val="0"/>
              </a:spcBef>
              <a:spcAft>
                <a:spcPts val="0"/>
              </a:spcAft>
              <a:buClr>
                <a:srgbClr val="ADADAD"/>
              </a:buClr>
              <a:buSzPts val="1000"/>
              <a:buFont typeface="Helvetica Neue"/>
              <a:buNone/>
              <a:defRPr b="0" i="0" sz="1000" u="none" cap="none" strike="noStrike">
                <a:solidFill>
                  <a:srgbClr val="ADADAD"/>
                </a:solidFill>
                <a:latin typeface="Helvetica Neue"/>
                <a:ea typeface="Helvetica Neue"/>
                <a:cs typeface="Helvetica Neue"/>
                <a:sym typeface="Helvetica Neue"/>
              </a:defRPr>
            </a:lvl5pPr>
            <a:lvl6pPr indent="0" lvl="5" marL="0" marR="0" rtl="0" algn="r">
              <a:lnSpc>
                <a:spcPct val="100000"/>
              </a:lnSpc>
              <a:spcBef>
                <a:spcPts val="0"/>
              </a:spcBef>
              <a:spcAft>
                <a:spcPts val="0"/>
              </a:spcAft>
              <a:buClr>
                <a:srgbClr val="ADADAD"/>
              </a:buClr>
              <a:buSzPts val="1000"/>
              <a:buFont typeface="Helvetica Neue"/>
              <a:buNone/>
              <a:defRPr b="0" i="0" sz="1000" u="none" cap="none" strike="noStrike">
                <a:solidFill>
                  <a:srgbClr val="ADADAD"/>
                </a:solidFill>
                <a:latin typeface="Helvetica Neue"/>
                <a:ea typeface="Helvetica Neue"/>
                <a:cs typeface="Helvetica Neue"/>
                <a:sym typeface="Helvetica Neue"/>
              </a:defRPr>
            </a:lvl6pPr>
            <a:lvl7pPr indent="0" lvl="6" marL="0" marR="0" rtl="0" algn="r">
              <a:lnSpc>
                <a:spcPct val="100000"/>
              </a:lnSpc>
              <a:spcBef>
                <a:spcPts val="0"/>
              </a:spcBef>
              <a:spcAft>
                <a:spcPts val="0"/>
              </a:spcAft>
              <a:buClr>
                <a:srgbClr val="ADADAD"/>
              </a:buClr>
              <a:buSzPts val="1000"/>
              <a:buFont typeface="Helvetica Neue"/>
              <a:buNone/>
              <a:defRPr b="0" i="0" sz="1000" u="none" cap="none" strike="noStrike">
                <a:solidFill>
                  <a:srgbClr val="ADADAD"/>
                </a:solidFill>
                <a:latin typeface="Helvetica Neue"/>
                <a:ea typeface="Helvetica Neue"/>
                <a:cs typeface="Helvetica Neue"/>
                <a:sym typeface="Helvetica Neue"/>
              </a:defRPr>
            </a:lvl7pPr>
            <a:lvl8pPr indent="0" lvl="7" marL="0" marR="0" rtl="0" algn="r">
              <a:lnSpc>
                <a:spcPct val="100000"/>
              </a:lnSpc>
              <a:spcBef>
                <a:spcPts val="0"/>
              </a:spcBef>
              <a:spcAft>
                <a:spcPts val="0"/>
              </a:spcAft>
              <a:buClr>
                <a:srgbClr val="ADADAD"/>
              </a:buClr>
              <a:buSzPts val="1000"/>
              <a:buFont typeface="Helvetica Neue"/>
              <a:buNone/>
              <a:defRPr b="0" i="0" sz="1000" u="none" cap="none" strike="noStrike">
                <a:solidFill>
                  <a:srgbClr val="ADADAD"/>
                </a:solidFill>
                <a:latin typeface="Helvetica Neue"/>
                <a:ea typeface="Helvetica Neue"/>
                <a:cs typeface="Helvetica Neue"/>
                <a:sym typeface="Helvetica Neue"/>
              </a:defRPr>
            </a:lvl8pPr>
            <a:lvl9pPr indent="0" lvl="8" marL="0" marR="0" rtl="0" algn="r">
              <a:lnSpc>
                <a:spcPct val="100000"/>
              </a:lnSpc>
              <a:spcBef>
                <a:spcPts val="0"/>
              </a:spcBef>
              <a:spcAft>
                <a:spcPts val="0"/>
              </a:spcAft>
              <a:buClr>
                <a:srgbClr val="ADADAD"/>
              </a:buClr>
              <a:buSzPts val="1000"/>
              <a:buFont typeface="Helvetica Neue"/>
              <a:buNone/>
              <a:defRPr b="0" i="0" sz="1000" u="none" cap="none" strike="noStrike">
                <a:solidFill>
                  <a:srgbClr val="ADADAD"/>
                </a:solidFill>
                <a:latin typeface="Helvetica Neue"/>
                <a:ea typeface="Helvetica Neue"/>
                <a:cs typeface="Helvetica Neue"/>
                <a:sym typeface="Helvetica Neu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 1 Column">
  <p:cSld name="BLANK_2_1">
    <p:spTree>
      <p:nvGrpSpPr>
        <p:cNvPr id="718" name="Shape 718"/>
        <p:cNvGrpSpPr/>
        <p:nvPr/>
      </p:nvGrpSpPr>
      <p:grpSpPr>
        <a:xfrm>
          <a:off x="0" y="0"/>
          <a:ext cx="0" cy="0"/>
          <a:chOff x="0" y="0"/>
          <a:chExt cx="0" cy="0"/>
        </a:xfrm>
      </p:grpSpPr>
      <p:sp>
        <p:nvSpPr>
          <p:cNvPr id="719" name="Google Shape;719;p76"/>
          <p:cNvSpPr txBox="1"/>
          <p:nvPr>
            <p:ph type="title"/>
          </p:nvPr>
        </p:nvSpPr>
        <p:spPr>
          <a:xfrm>
            <a:off x="767625" y="880575"/>
            <a:ext cx="7197300" cy="4524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2800"/>
              <a:buNone/>
              <a:defRPr sz="2400">
                <a:solidFill>
                  <a:srgbClr val="09091A"/>
                </a:solidFill>
                <a:latin typeface="Source Sans Pro"/>
                <a:ea typeface="Source Sans Pro"/>
                <a:cs typeface="Source Sans Pro"/>
                <a:sym typeface="Source Sans Pro"/>
              </a:defRPr>
            </a:lvl1pPr>
            <a:lvl2pPr lvl="1" rtl="0" algn="l">
              <a:lnSpc>
                <a:spcPct val="100000"/>
              </a:lnSpc>
              <a:spcBef>
                <a:spcPts val="0"/>
              </a:spcBef>
              <a:spcAft>
                <a:spcPts val="0"/>
              </a:spcAft>
              <a:buSzPts val="2800"/>
              <a:buNone/>
              <a:defRPr sz="2400"/>
            </a:lvl2pPr>
            <a:lvl3pPr lvl="2" rtl="0" algn="l">
              <a:lnSpc>
                <a:spcPct val="100000"/>
              </a:lnSpc>
              <a:spcBef>
                <a:spcPts val="0"/>
              </a:spcBef>
              <a:spcAft>
                <a:spcPts val="0"/>
              </a:spcAft>
              <a:buSzPts val="2800"/>
              <a:buNone/>
              <a:defRPr sz="2400"/>
            </a:lvl3pPr>
            <a:lvl4pPr lvl="3" rtl="0" algn="l">
              <a:lnSpc>
                <a:spcPct val="100000"/>
              </a:lnSpc>
              <a:spcBef>
                <a:spcPts val="0"/>
              </a:spcBef>
              <a:spcAft>
                <a:spcPts val="0"/>
              </a:spcAft>
              <a:buSzPts val="2800"/>
              <a:buNone/>
              <a:defRPr sz="2400"/>
            </a:lvl4pPr>
            <a:lvl5pPr lvl="4" rtl="0" algn="l">
              <a:lnSpc>
                <a:spcPct val="100000"/>
              </a:lnSpc>
              <a:spcBef>
                <a:spcPts val="0"/>
              </a:spcBef>
              <a:spcAft>
                <a:spcPts val="0"/>
              </a:spcAft>
              <a:buSzPts val="2800"/>
              <a:buNone/>
              <a:defRPr sz="2400"/>
            </a:lvl5pPr>
            <a:lvl6pPr lvl="5" rtl="0" algn="l">
              <a:lnSpc>
                <a:spcPct val="100000"/>
              </a:lnSpc>
              <a:spcBef>
                <a:spcPts val="0"/>
              </a:spcBef>
              <a:spcAft>
                <a:spcPts val="0"/>
              </a:spcAft>
              <a:buSzPts val="2800"/>
              <a:buNone/>
              <a:defRPr sz="2400"/>
            </a:lvl6pPr>
            <a:lvl7pPr lvl="6" rtl="0" algn="l">
              <a:lnSpc>
                <a:spcPct val="100000"/>
              </a:lnSpc>
              <a:spcBef>
                <a:spcPts val="0"/>
              </a:spcBef>
              <a:spcAft>
                <a:spcPts val="0"/>
              </a:spcAft>
              <a:buSzPts val="2800"/>
              <a:buNone/>
              <a:defRPr sz="2400"/>
            </a:lvl7pPr>
            <a:lvl8pPr lvl="7" rtl="0" algn="l">
              <a:lnSpc>
                <a:spcPct val="100000"/>
              </a:lnSpc>
              <a:spcBef>
                <a:spcPts val="0"/>
              </a:spcBef>
              <a:spcAft>
                <a:spcPts val="0"/>
              </a:spcAft>
              <a:buSzPts val="2800"/>
              <a:buNone/>
              <a:defRPr sz="2400"/>
            </a:lvl8pPr>
            <a:lvl9pPr lvl="8" rtl="0" algn="l">
              <a:lnSpc>
                <a:spcPct val="100000"/>
              </a:lnSpc>
              <a:spcBef>
                <a:spcPts val="0"/>
              </a:spcBef>
              <a:spcAft>
                <a:spcPts val="0"/>
              </a:spcAft>
              <a:buSzPts val="2800"/>
              <a:buNone/>
              <a:defRPr sz="2400"/>
            </a:lvl9pPr>
          </a:lstStyle>
          <a:p/>
        </p:txBody>
      </p:sp>
      <p:sp>
        <p:nvSpPr>
          <p:cNvPr id="720" name="Google Shape;720;p76"/>
          <p:cNvSpPr txBox="1"/>
          <p:nvPr>
            <p:ph idx="1" type="body"/>
          </p:nvPr>
        </p:nvSpPr>
        <p:spPr>
          <a:xfrm>
            <a:off x="767625" y="1505200"/>
            <a:ext cx="7197300" cy="3218700"/>
          </a:xfrm>
          <a:prstGeom prst="rect">
            <a:avLst/>
          </a:prstGeom>
          <a:noFill/>
          <a:ln>
            <a:noFill/>
          </a:ln>
        </p:spPr>
        <p:txBody>
          <a:bodyPr anchorCtr="0" anchor="t" bIns="91425" lIns="91425" spcFirstLastPara="1" rIns="91425" wrap="square" tIns="91425">
            <a:normAutofit/>
          </a:bodyPr>
          <a:lstStyle>
            <a:lvl1pPr indent="-311150" lvl="0" marL="457200" rtl="0" algn="l">
              <a:lnSpc>
                <a:spcPct val="130000"/>
              </a:lnSpc>
              <a:spcBef>
                <a:spcPts val="1200"/>
              </a:spcBef>
              <a:spcAft>
                <a:spcPts val="0"/>
              </a:spcAft>
              <a:buClr>
                <a:srgbClr val="5A4FFF"/>
              </a:buClr>
              <a:buSzPts val="1300"/>
              <a:buFont typeface="Source Sans Pro"/>
              <a:buChar char="●"/>
              <a:defRPr sz="1300">
                <a:solidFill>
                  <a:srgbClr val="666666"/>
                </a:solidFill>
                <a:latin typeface="Source Sans Pro"/>
                <a:ea typeface="Source Sans Pro"/>
                <a:cs typeface="Source Sans Pro"/>
                <a:sym typeface="Source Sans Pro"/>
              </a:defRPr>
            </a:lvl1pPr>
            <a:lvl2pPr indent="-311150" lvl="1" marL="914400" rtl="0" algn="l">
              <a:lnSpc>
                <a:spcPct val="130000"/>
              </a:lnSpc>
              <a:spcBef>
                <a:spcPts val="1200"/>
              </a:spcBef>
              <a:spcAft>
                <a:spcPts val="0"/>
              </a:spcAft>
              <a:buClr>
                <a:srgbClr val="5A4FFF"/>
              </a:buClr>
              <a:buSzPts val="1300"/>
              <a:buFont typeface="Source Sans Pro"/>
              <a:buChar char="○"/>
              <a:defRPr sz="1300">
                <a:solidFill>
                  <a:srgbClr val="666666"/>
                </a:solidFill>
                <a:latin typeface="Source Sans Pro"/>
                <a:ea typeface="Source Sans Pro"/>
                <a:cs typeface="Source Sans Pro"/>
                <a:sym typeface="Source Sans Pro"/>
              </a:defRPr>
            </a:lvl2pPr>
            <a:lvl3pPr indent="-311150" lvl="2" marL="1371600" rtl="0" algn="l">
              <a:lnSpc>
                <a:spcPct val="130000"/>
              </a:lnSpc>
              <a:spcBef>
                <a:spcPts val="1200"/>
              </a:spcBef>
              <a:spcAft>
                <a:spcPts val="0"/>
              </a:spcAft>
              <a:buClr>
                <a:srgbClr val="5A4FFF"/>
              </a:buClr>
              <a:buSzPts val="1300"/>
              <a:buFont typeface="Source Sans Pro"/>
              <a:buChar char="■"/>
              <a:defRPr sz="1300">
                <a:solidFill>
                  <a:srgbClr val="666666"/>
                </a:solidFill>
                <a:latin typeface="Source Sans Pro"/>
                <a:ea typeface="Source Sans Pro"/>
                <a:cs typeface="Source Sans Pro"/>
                <a:sym typeface="Source Sans Pro"/>
              </a:defRPr>
            </a:lvl3pPr>
            <a:lvl4pPr indent="-311150" lvl="3" marL="1828800" rtl="0" algn="l">
              <a:lnSpc>
                <a:spcPct val="130000"/>
              </a:lnSpc>
              <a:spcBef>
                <a:spcPts val="1200"/>
              </a:spcBef>
              <a:spcAft>
                <a:spcPts val="0"/>
              </a:spcAft>
              <a:buClr>
                <a:srgbClr val="5A4FFF"/>
              </a:buClr>
              <a:buSzPts val="1300"/>
              <a:buFont typeface="Source Sans Pro"/>
              <a:buChar char="●"/>
              <a:defRPr sz="1300">
                <a:solidFill>
                  <a:srgbClr val="666666"/>
                </a:solidFill>
                <a:latin typeface="Source Sans Pro"/>
                <a:ea typeface="Source Sans Pro"/>
                <a:cs typeface="Source Sans Pro"/>
                <a:sym typeface="Source Sans Pro"/>
              </a:defRPr>
            </a:lvl4pPr>
            <a:lvl5pPr indent="-311150" lvl="4" marL="2286000" rtl="0" algn="l">
              <a:lnSpc>
                <a:spcPct val="130000"/>
              </a:lnSpc>
              <a:spcBef>
                <a:spcPts val="1200"/>
              </a:spcBef>
              <a:spcAft>
                <a:spcPts val="0"/>
              </a:spcAft>
              <a:buClr>
                <a:srgbClr val="5A4FFF"/>
              </a:buClr>
              <a:buSzPts val="1300"/>
              <a:buFont typeface="Source Sans Pro"/>
              <a:buChar char="○"/>
              <a:defRPr sz="1300">
                <a:solidFill>
                  <a:srgbClr val="666666"/>
                </a:solidFill>
                <a:latin typeface="Source Sans Pro"/>
                <a:ea typeface="Source Sans Pro"/>
                <a:cs typeface="Source Sans Pro"/>
                <a:sym typeface="Source Sans Pro"/>
              </a:defRPr>
            </a:lvl5pPr>
            <a:lvl6pPr indent="-311150" lvl="5" marL="2743200" rtl="0" algn="l">
              <a:lnSpc>
                <a:spcPct val="130000"/>
              </a:lnSpc>
              <a:spcBef>
                <a:spcPts val="1200"/>
              </a:spcBef>
              <a:spcAft>
                <a:spcPts val="0"/>
              </a:spcAft>
              <a:buClr>
                <a:srgbClr val="5A4FFF"/>
              </a:buClr>
              <a:buSzPts val="1300"/>
              <a:buFont typeface="Source Sans Pro"/>
              <a:buChar char="■"/>
              <a:defRPr sz="1300">
                <a:solidFill>
                  <a:srgbClr val="666666"/>
                </a:solidFill>
                <a:latin typeface="Source Sans Pro"/>
                <a:ea typeface="Source Sans Pro"/>
                <a:cs typeface="Source Sans Pro"/>
                <a:sym typeface="Source Sans Pro"/>
              </a:defRPr>
            </a:lvl6pPr>
            <a:lvl7pPr indent="-311150" lvl="6" marL="3200400" rtl="0" algn="l">
              <a:lnSpc>
                <a:spcPct val="130000"/>
              </a:lnSpc>
              <a:spcBef>
                <a:spcPts val="1200"/>
              </a:spcBef>
              <a:spcAft>
                <a:spcPts val="0"/>
              </a:spcAft>
              <a:buClr>
                <a:srgbClr val="5A4FFF"/>
              </a:buClr>
              <a:buSzPts val="1300"/>
              <a:buFont typeface="Source Sans Pro"/>
              <a:buChar char="●"/>
              <a:defRPr sz="1300">
                <a:solidFill>
                  <a:srgbClr val="666666"/>
                </a:solidFill>
                <a:latin typeface="Source Sans Pro"/>
                <a:ea typeface="Source Sans Pro"/>
                <a:cs typeface="Source Sans Pro"/>
                <a:sym typeface="Source Sans Pro"/>
              </a:defRPr>
            </a:lvl7pPr>
            <a:lvl8pPr indent="-311150" lvl="7" marL="3657600" rtl="0" algn="l">
              <a:lnSpc>
                <a:spcPct val="130000"/>
              </a:lnSpc>
              <a:spcBef>
                <a:spcPts val="1200"/>
              </a:spcBef>
              <a:spcAft>
                <a:spcPts val="0"/>
              </a:spcAft>
              <a:buClr>
                <a:srgbClr val="5A4FFF"/>
              </a:buClr>
              <a:buSzPts val="1300"/>
              <a:buFont typeface="Source Sans Pro"/>
              <a:buChar char="○"/>
              <a:defRPr sz="1300">
                <a:solidFill>
                  <a:srgbClr val="666666"/>
                </a:solidFill>
                <a:latin typeface="Source Sans Pro"/>
                <a:ea typeface="Source Sans Pro"/>
                <a:cs typeface="Source Sans Pro"/>
                <a:sym typeface="Source Sans Pro"/>
              </a:defRPr>
            </a:lvl8pPr>
            <a:lvl9pPr indent="-311150" lvl="8" marL="4114800" rtl="0" algn="l">
              <a:lnSpc>
                <a:spcPct val="130000"/>
              </a:lnSpc>
              <a:spcBef>
                <a:spcPts val="1200"/>
              </a:spcBef>
              <a:spcAft>
                <a:spcPts val="1200"/>
              </a:spcAft>
              <a:buClr>
                <a:srgbClr val="5A4FFF"/>
              </a:buClr>
              <a:buSzPts val="1300"/>
              <a:buFont typeface="Source Sans Pro"/>
              <a:buChar char="■"/>
              <a:defRPr sz="1300">
                <a:solidFill>
                  <a:srgbClr val="666666"/>
                </a:solidFill>
                <a:latin typeface="Source Sans Pro"/>
                <a:ea typeface="Source Sans Pro"/>
                <a:cs typeface="Source Sans Pro"/>
                <a:sym typeface="Source Sans Pro"/>
              </a:defRPr>
            </a:lvl9pPr>
          </a:lstStyle>
          <a:p/>
        </p:txBody>
      </p:sp>
      <p:sp>
        <p:nvSpPr>
          <p:cNvPr id="721" name="Google Shape;721;p76"/>
          <p:cNvSpPr txBox="1"/>
          <p:nvPr>
            <p:ph idx="2" type="subTitle"/>
          </p:nvPr>
        </p:nvSpPr>
        <p:spPr>
          <a:xfrm>
            <a:off x="767625" y="602072"/>
            <a:ext cx="7638600" cy="383700"/>
          </a:xfrm>
          <a:prstGeom prst="rect">
            <a:avLst/>
          </a:prstGeom>
          <a:noFill/>
          <a:ln>
            <a:noFill/>
          </a:ln>
        </p:spPr>
        <p:txBody>
          <a:bodyPr anchorCtr="0" anchor="t" bIns="91425" lIns="91425" spcFirstLastPara="1" rIns="91425" wrap="square" tIns="91425">
            <a:normAutofit/>
          </a:bodyPr>
          <a:lstStyle>
            <a:lvl1pPr lvl="0" marR="0" rtl="0" algn="l">
              <a:lnSpc>
                <a:spcPct val="100000"/>
              </a:lnSpc>
              <a:spcBef>
                <a:spcPts val="0"/>
              </a:spcBef>
              <a:spcAft>
                <a:spcPts val="0"/>
              </a:spcAft>
              <a:buSzPts val="1800"/>
              <a:buNone/>
              <a:defRPr sz="1200">
                <a:solidFill>
                  <a:srgbClr val="999999"/>
                </a:solidFill>
                <a:latin typeface="Source Sans Pro"/>
                <a:ea typeface="Source Sans Pro"/>
                <a:cs typeface="Source Sans Pro"/>
                <a:sym typeface="Source Sans Pro"/>
              </a:defRPr>
            </a:lvl1pPr>
            <a:lvl2pPr lvl="1" rtl="0" algn="l">
              <a:lnSpc>
                <a:spcPct val="115000"/>
              </a:lnSpc>
              <a:spcBef>
                <a:spcPts val="0"/>
              </a:spcBef>
              <a:spcAft>
                <a:spcPts val="0"/>
              </a:spcAft>
              <a:buSzPts val="1800"/>
              <a:buNone/>
              <a:defRPr sz="1200">
                <a:solidFill>
                  <a:srgbClr val="B7B7B7"/>
                </a:solidFill>
              </a:defRPr>
            </a:lvl2pPr>
            <a:lvl3pPr lvl="2" rtl="0" algn="l">
              <a:lnSpc>
                <a:spcPct val="115000"/>
              </a:lnSpc>
              <a:spcBef>
                <a:spcPts val="0"/>
              </a:spcBef>
              <a:spcAft>
                <a:spcPts val="0"/>
              </a:spcAft>
              <a:buSzPts val="1800"/>
              <a:buNone/>
              <a:defRPr sz="1200">
                <a:solidFill>
                  <a:srgbClr val="B7B7B7"/>
                </a:solidFill>
              </a:defRPr>
            </a:lvl3pPr>
            <a:lvl4pPr lvl="3" rtl="0" algn="l">
              <a:lnSpc>
                <a:spcPct val="115000"/>
              </a:lnSpc>
              <a:spcBef>
                <a:spcPts val="0"/>
              </a:spcBef>
              <a:spcAft>
                <a:spcPts val="0"/>
              </a:spcAft>
              <a:buSzPts val="1800"/>
              <a:buNone/>
              <a:defRPr sz="1200">
                <a:solidFill>
                  <a:srgbClr val="B7B7B7"/>
                </a:solidFill>
              </a:defRPr>
            </a:lvl4pPr>
            <a:lvl5pPr lvl="4" rtl="0" algn="l">
              <a:lnSpc>
                <a:spcPct val="115000"/>
              </a:lnSpc>
              <a:spcBef>
                <a:spcPts val="0"/>
              </a:spcBef>
              <a:spcAft>
                <a:spcPts val="0"/>
              </a:spcAft>
              <a:buSzPts val="1800"/>
              <a:buNone/>
              <a:defRPr sz="1200">
                <a:solidFill>
                  <a:srgbClr val="B7B7B7"/>
                </a:solidFill>
              </a:defRPr>
            </a:lvl5pPr>
            <a:lvl6pPr lvl="5" rtl="0" algn="l">
              <a:lnSpc>
                <a:spcPct val="115000"/>
              </a:lnSpc>
              <a:spcBef>
                <a:spcPts val="0"/>
              </a:spcBef>
              <a:spcAft>
                <a:spcPts val="0"/>
              </a:spcAft>
              <a:buSzPts val="1800"/>
              <a:buNone/>
              <a:defRPr sz="1200">
                <a:solidFill>
                  <a:srgbClr val="B7B7B7"/>
                </a:solidFill>
              </a:defRPr>
            </a:lvl6pPr>
            <a:lvl7pPr lvl="6" rtl="0" algn="l">
              <a:lnSpc>
                <a:spcPct val="115000"/>
              </a:lnSpc>
              <a:spcBef>
                <a:spcPts val="0"/>
              </a:spcBef>
              <a:spcAft>
                <a:spcPts val="0"/>
              </a:spcAft>
              <a:buSzPts val="1800"/>
              <a:buNone/>
              <a:defRPr sz="1200">
                <a:solidFill>
                  <a:srgbClr val="B7B7B7"/>
                </a:solidFill>
              </a:defRPr>
            </a:lvl7pPr>
            <a:lvl8pPr lvl="7" rtl="0" algn="l">
              <a:lnSpc>
                <a:spcPct val="115000"/>
              </a:lnSpc>
              <a:spcBef>
                <a:spcPts val="0"/>
              </a:spcBef>
              <a:spcAft>
                <a:spcPts val="0"/>
              </a:spcAft>
              <a:buSzPts val="1800"/>
              <a:buNone/>
              <a:defRPr sz="1200">
                <a:solidFill>
                  <a:srgbClr val="B7B7B7"/>
                </a:solidFill>
              </a:defRPr>
            </a:lvl8pPr>
            <a:lvl9pPr lvl="8" rtl="0" algn="l">
              <a:lnSpc>
                <a:spcPct val="115000"/>
              </a:lnSpc>
              <a:spcBef>
                <a:spcPts val="0"/>
              </a:spcBef>
              <a:spcAft>
                <a:spcPts val="0"/>
              </a:spcAft>
              <a:buSzPts val="1800"/>
              <a:buNone/>
              <a:defRPr sz="1200">
                <a:solidFill>
                  <a:srgbClr val="B7B7B7"/>
                </a:solidFill>
              </a:defRPr>
            </a:lvl9pPr>
          </a:lstStyle>
          <a:p/>
        </p:txBody>
      </p:sp>
      <p:sp>
        <p:nvSpPr>
          <p:cNvPr id="722" name="Google Shape;722;p76"/>
          <p:cNvSpPr txBox="1"/>
          <p:nvPr>
            <p:ph idx="12" type="sldNum"/>
          </p:nvPr>
        </p:nvSpPr>
        <p:spPr>
          <a:xfrm>
            <a:off x="8556784" y="4749851"/>
            <a:ext cx="548700" cy="393600"/>
          </a:xfrm>
          <a:prstGeom prst="rect">
            <a:avLst/>
          </a:prstGeom>
          <a:noFill/>
          <a:ln>
            <a:noFill/>
          </a:ln>
        </p:spPr>
        <p:txBody>
          <a:bodyPr anchorCtr="0" anchor="t" bIns="91425" lIns="91425" spcFirstLastPara="1" rIns="91425" wrap="square" tIns="91425">
            <a:normAutofit/>
          </a:bodyPr>
          <a:lstStyle>
            <a:lvl1pPr indent="0" lvl="0" marL="0" marR="0" rtl="0" algn="r">
              <a:lnSpc>
                <a:spcPct val="100000"/>
              </a:lnSpc>
              <a:spcBef>
                <a:spcPts val="0"/>
              </a:spcBef>
              <a:spcAft>
                <a:spcPts val="0"/>
              </a:spcAft>
              <a:buClr>
                <a:srgbClr val="ADADAD"/>
              </a:buClr>
              <a:buSzPts val="1000"/>
              <a:buFont typeface="Helvetica Neue"/>
              <a:buNone/>
              <a:defRPr b="0" i="0" sz="1000" u="none" cap="none" strike="noStrike">
                <a:solidFill>
                  <a:srgbClr val="ADADAD"/>
                </a:solidFill>
                <a:latin typeface="Helvetica Neue"/>
                <a:ea typeface="Helvetica Neue"/>
                <a:cs typeface="Helvetica Neue"/>
                <a:sym typeface="Helvetica Neue"/>
              </a:defRPr>
            </a:lvl1pPr>
            <a:lvl2pPr indent="0" lvl="1" marL="0" marR="0" rtl="0" algn="r">
              <a:lnSpc>
                <a:spcPct val="100000"/>
              </a:lnSpc>
              <a:spcBef>
                <a:spcPts val="0"/>
              </a:spcBef>
              <a:spcAft>
                <a:spcPts val="0"/>
              </a:spcAft>
              <a:buClr>
                <a:srgbClr val="ADADAD"/>
              </a:buClr>
              <a:buSzPts val="1000"/>
              <a:buFont typeface="Helvetica Neue"/>
              <a:buNone/>
              <a:defRPr b="0" i="0" sz="1000" u="none" cap="none" strike="noStrike">
                <a:solidFill>
                  <a:srgbClr val="ADADAD"/>
                </a:solidFill>
                <a:latin typeface="Helvetica Neue"/>
                <a:ea typeface="Helvetica Neue"/>
                <a:cs typeface="Helvetica Neue"/>
                <a:sym typeface="Helvetica Neue"/>
              </a:defRPr>
            </a:lvl2pPr>
            <a:lvl3pPr indent="0" lvl="2" marL="0" marR="0" rtl="0" algn="r">
              <a:lnSpc>
                <a:spcPct val="100000"/>
              </a:lnSpc>
              <a:spcBef>
                <a:spcPts val="0"/>
              </a:spcBef>
              <a:spcAft>
                <a:spcPts val="0"/>
              </a:spcAft>
              <a:buClr>
                <a:srgbClr val="ADADAD"/>
              </a:buClr>
              <a:buSzPts val="1000"/>
              <a:buFont typeface="Helvetica Neue"/>
              <a:buNone/>
              <a:defRPr b="0" i="0" sz="1000" u="none" cap="none" strike="noStrike">
                <a:solidFill>
                  <a:srgbClr val="ADADAD"/>
                </a:solidFill>
                <a:latin typeface="Helvetica Neue"/>
                <a:ea typeface="Helvetica Neue"/>
                <a:cs typeface="Helvetica Neue"/>
                <a:sym typeface="Helvetica Neue"/>
              </a:defRPr>
            </a:lvl3pPr>
            <a:lvl4pPr indent="0" lvl="3" marL="0" marR="0" rtl="0" algn="r">
              <a:lnSpc>
                <a:spcPct val="100000"/>
              </a:lnSpc>
              <a:spcBef>
                <a:spcPts val="0"/>
              </a:spcBef>
              <a:spcAft>
                <a:spcPts val="0"/>
              </a:spcAft>
              <a:buClr>
                <a:srgbClr val="ADADAD"/>
              </a:buClr>
              <a:buSzPts val="1000"/>
              <a:buFont typeface="Helvetica Neue"/>
              <a:buNone/>
              <a:defRPr b="0" i="0" sz="1000" u="none" cap="none" strike="noStrike">
                <a:solidFill>
                  <a:srgbClr val="ADADAD"/>
                </a:solidFill>
                <a:latin typeface="Helvetica Neue"/>
                <a:ea typeface="Helvetica Neue"/>
                <a:cs typeface="Helvetica Neue"/>
                <a:sym typeface="Helvetica Neue"/>
              </a:defRPr>
            </a:lvl4pPr>
            <a:lvl5pPr indent="0" lvl="4" marL="0" marR="0" rtl="0" algn="r">
              <a:lnSpc>
                <a:spcPct val="100000"/>
              </a:lnSpc>
              <a:spcBef>
                <a:spcPts val="0"/>
              </a:spcBef>
              <a:spcAft>
                <a:spcPts val="0"/>
              </a:spcAft>
              <a:buClr>
                <a:srgbClr val="ADADAD"/>
              </a:buClr>
              <a:buSzPts val="1000"/>
              <a:buFont typeface="Helvetica Neue"/>
              <a:buNone/>
              <a:defRPr b="0" i="0" sz="1000" u="none" cap="none" strike="noStrike">
                <a:solidFill>
                  <a:srgbClr val="ADADAD"/>
                </a:solidFill>
                <a:latin typeface="Helvetica Neue"/>
                <a:ea typeface="Helvetica Neue"/>
                <a:cs typeface="Helvetica Neue"/>
                <a:sym typeface="Helvetica Neue"/>
              </a:defRPr>
            </a:lvl5pPr>
            <a:lvl6pPr indent="0" lvl="5" marL="0" marR="0" rtl="0" algn="r">
              <a:lnSpc>
                <a:spcPct val="100000"/>
              </a:lnSpc>
              <a:spcBef>
                <a:spcPts val="0"/>
              </a:spcBef>
              <a:spcAft>
                <a:spcPts val="0"/>
              </a:spcAft>
              <a:buClr>
                <a:srgbClr val="ADADAD"/>
              </a:buClr>
              <a:buSzPts val="1000"/>
              <a:buFont typeface="Helvetica Neue"/>
              <a:buNone/>
              <a:defRPr b="0" i="0" sz="1000" u="none" cap="none" strike="noStrike">
                <a:solidFill>
                  <a:srgbClr val="ADADAD"/>
                </a:solidFill>
                <a:latin typeface="Helvetica Neue"/>
                <a:ea typeface="Helvetica Neue"/>
                <a:cs typeface="Helvetica Neue"/>
                <a:sym typeface="Helvetica Neue"/>
              </a:defRPr>
            </a:lvl6pPr>
            <a:lvl7pPr indent="0" lvl="6" marL="0" marR="0" rtl="0" algn="r">
              <a:lnSpc>
                <a:spcPct val="100000"/>
              </a:lnSpc>
              <a:spcBef>
                <a:spcPts val="0"/>
              </a:spcBef>
              <a:spcAft>
                <a:spcPts val="0"/>
              </a:spcAft>
              <a:buClr>
                <a:srgbClr val="ADADAD"/>
              </a:buClr>
              <a:buSzPts val="1000"/>
              <a:buFont typeface="Helvetica Neue"/>
              <a:buNone/>
              <a:defRPr b="0" i="0" sz="1000" u="none" cap="none" strike="noStrike">
                <a:solidFill>
                  <a:srgbClr val="ADADAD"/>
                </a:solidFill>
                <a:latin typeface="Helvetica Neue"/>
                <a:ea typeface="Helvetica Neue"/>
                <a:cs typeface="Helvetica Neue"/>
                <a:sym typeface="Helvetica Neue"/>
              </a:defRPr>
            </a:lvl7pPr>
            <a:lvl8pPr indent="0" lvl="7" marL="0" marR="0" rtl="0" algn="r">
              <a:lnSpc>
                <a:spcPct val="100000"/>
              </a:lnSpc>
              <a:spcBef>
                <a:spcPts val="0"/>
              </a:spcBef>
              <a:spcAft>
                <a:spcPts val="0"/>
              </a:spcAft>
              <a:buClr>
                <a:srgbClr val="ADADAD"/>
              </a:buClr>
              <a:buSzPts val="1000"/>
              <a:buFont typeface="Helvetica Neue"/>
              <a:buNone/>
              <a:defRPr b="0" i="0" sz="1000" u="none" cap="none" strike="noStrike">
                <a:solidFill>
                  <a:srgbClr val="ADADAD"/>
                </a:solidFill>
                <a:latin typeface="Helvetica Neue"/>
                <a:ea typeface="Helvetica Neue"/>
                <a:cs typeface="Helvetica Neue"/>
                <a:sym typeface="Helvetica Neue"/>
              </a:defRPr>
            </a:lvl8pPr>
            <a:lvl9pPr indent="0" lvl="8" marL="0" marR="0" rtl="0" algn="r">
              <a:lnSpc>
                <a:spcPct val="100000"/>
              </a:lnSpc>
              <a:spcBef>
                <a:spcPts val="0"/>
              </a:spcBef>
              <a:spcAft>
                <a:spcPts val="0"/>
              </a:spcAft>
              <a:buClr>
                <a:srgbClr val="ADADAD"/>
              </a:buClr>
              <a:buSzPts val="1000"/>
              <a:buFont typeface="Helvetica Neue"/>
              <a:buNone/>
              <a:defRPr b="0" i="0" sz="1000" u="none" cap="none" strike="noStrike">
                <a:solidFill>
                  <a:srgbClr val="ADADAD"/>
                </a:solidFill>
                <a:latin typeface="Helvetica Neue"/>
                <a:ea typeface="Helvetica Neue"/>
                <a:cs typeface="Helvetica Neue"/>
                <a:sym typeface="Helvetica Neu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Gradient 7" showMasterSp="0">
  <p:cSld name="Gradient 7">
    <p:bg>
      <p:bgPr>
        <a:gradFill>
          <a:gsLst>
            <a:gs pos="0">
              <a:srgbClr val="242424"/>
            </a:gs>
            <a:gs pos="100000">
              <a:srgbClr val="101010"/>
            </a:gs>
          </a:gsLst>
          <a:lin ang="8100019" scaled="0"/>
        </a:gradFill>
      </p:bgPr>
    </p:bg>
    <p:spTree>
      <p:nvGrpSpPr>
        <p:cNvPr id="723" name="Shape 723"/>
        <p:cNvGrpSpPr/>
        <p:nvPr/>
      </p:nvGrpSpPr>
      <p:grpSpPr>
        <a:xfrm>
          <a:off x="0" y="0"/>
          <a:ext cx="0" cy="0"/>
          <a:chOff x="0" y="0"/>
          <a:chExt cx="0" cy="0"/>
        </a:xfrm>
      </p:grpSpPr>
      <p:pic>
        <p:nvPicPr>
          <p:cNvPr descr="Google Shape;428;p46" id="724" name="Google Shape;724;p77"/>
          <p:cNvPicPr preferRelativeResize="0"/>
          <p:nvPr/>
        </p:nvPicPr>
        <p:blipFill rotWithShape="1">
          <a:blip r:embed="rId2">
            <a:alphaModFix/>
          </a:blip>
          <a:srcRect b="0" l="0" r="0" t="0"/>
          <a:stretch/>
        </p:blipFill>
        <p:spPr>
          <a:xfrm>
            <a:off x="0" y="0"/>
            <a:ext cx="9144003" cy="5143501"/>
          </a:xfrm>
          <a:prstGeom prst="rect">
            <a:avLst/>
          </a:prstGeom>
          <a:noFill/>
          <a:ln>
            <a:noFill/>
          </a:ln>
        </p:spPr>
      </p:pic>
      <p:sp>
        <p:nvSpPr>
          <p:cNvPr id="725" name="Google Shape;725;p77"/>
          <p:cNvSpPr txBox="1"/>
          <p:nvPr>
            <p:ph idx="12" type="sldNum"/>
          </p:nvPr>
        </p:nvSpPr>
        <p:spPr>
          <a:xfrm>
            <a:off x="8695814" y="4694773"/>
            <a:ext cx="325500" cy="330600"/>
          </a:xfrm>
          <a:prstGeom prst="rect">
            <a:avLst/>
          </a:prstGeom>
          <a:noFill/>
          <a:ln>
            <a:noFill/>
          </a:ln>
        </p:spPr>
        <p:txBody>
          <a:bodyPr anchorCtr="0" anchor="ctr" bIns="91425" lIns="91425" spcFirstLastPara="1" rIns="91425" wrap="square" tIns="91425">
            <a:normAutofit lnSpcReduction="10000"/>
          </a:bodyPr>
          <a:lstStyle>
            <a:lvl1pPr indent="0" lvl="0" marL="0" marR="0" rtl="0" algn="r">
              <a:lnSpc>
                <a:spcPct val="100000"/>
              </a:lnSpc>
              <a:spcBef>
                <a:spcPts val="0"/>
              </a:spcBef>
              <a:spcAft>
                <a:spcPts val="0"/>
              </a:spcAft>
              <a:buClr>
                <a:srgbClr val="ADADAD"/>
              </a:buClr>
              <a:buSzPts val="1000"/>
              <a:buFont typeface="Source Code Pro"/>
              <a:buNone/>
              <a:defRPr b="0" i="0" sz="1000" u="none" cap="none" strike="noStrike">
                <a:solidFill>
                  <a:srgbClr val="ADADAD"/>
                </a:solidFill>
                <a:latin typeface="Source Code Pro"/>
                <a:ea typeface="Source Code Pro"/>
                <a:cs typeface="Source Code Pro"/>
                <a:sym typeface="Source Code Pro"/>
              </a:defRPr>
            </a:lvl1pPr>
            <a:lvl2pPr indent="0" lvl="1" marL="0" marR="0" rtl="0" algn="r">
              <a:lnSpc>
                <a:spcPct val="100000"/>
              </a:lnSpc>
              <a:spcBef>
                <a:spcPts val="0"/>
              </a:spcBef>
              <a:spcAft>
                <a:spcPts val="0"/>
              </a:spcAft>
              <a:buClr>
                <a:srgbClr val="ADADAD"/>
              </a:buClr>
              <a:buSzPts val="1000"/>
              <a:buFont typeface="Source Code Pro"/>
              <a:buNone/>
              <a:defRPr b="0" i="0" sz="1000" u="none" cap="none" strike="noStrike">
                <a:solidFill>
                  <a:srgbClr val="ADADAD"/>
                </a:solidFill>
                <a:latin typeface="Source Code Pro"/>
                <a:ea typeface="Source Code Pro"/>
                <a:cs typeface="Source Code Pro"/>
                <a:sym typeface="Source Code Pro"/>
              </a:defRPr>
            </a:lvl2pPr>
            <a:lvl3pPr indent="0" lvl="2" marL="0" marR="0" rtl="0" algn="r">
              <a:lnSpc>
                <a:spcPct val="100000"/>
              </a:lnSpc>
              <a:spcBef>
                <a:spcPts val="0"/>
              </a:spcBef>
              <a:spcAft>
                <a:spcPts val="0"/>
              </a:spcAft>
              <a:buClr>
                <a:srgbClr val="ADADAD"/>
              </a:buClr>
              <a:buSzPts val="1000"/>
              <a:buFont typeface="Source Code Pro"/>
              <a:buNone/>
              <a:defRPr b="0" i="0" sz="1000" u="none" cap="none" strike="noStrike">
                <a:solidFill>
                  <a:srgbClr val="ADADAD"/>
                </a:solidFill>
                <a:latin typeface="Source Code Pro"/>
                <a:ea typeface="Source Code Pro"/>
                <a:cs typeface="Source Code Pro"/>
                <a:sym typeface="Source Code Pro"/>
              </a:defRPr>
            </a:lvl3pPr>
            <a:lvl4pPr indent="0" lvl="3" marL="0" marR="0" rtl="0" algn="r">
              <a:lnSpc>
                <a:spcPct val="100000"/>
              </a:lnSpc>
              <a:spcBef>
                <a:spcPts val="0"/>
              </a:spcBef>
              <a:spcAft>
                <a:spcPts val="0"/>
              </a:spcAft>
              <a:buClr>
                <a:srgbClr val="ADADAD"/>
              </a:buClr>
              <a:buSzPts val="1000"/>
              <a:buFont typeface="Source Code Pro"/>
              <a:buNone/>
              <a:defRPr b="0" i="0" sz="1000" u="none" cap="none" strike="noStrike">
                <a:solidFill>
                  <a:srgbClr val="ADADAD"/>
                </a:solidFill>
                <a:latin typeface="Source Code Pro"/>
                <a:ea typeface="Source Code Pro"/>
                <a:cs typeface="Source Code Pro"/>
                <a:sym typeface="Source Code Pro"/>
              </a:defRPr>
            </a:lvl4pPr>
            <a:lvl5pPr indent="0" lvl="4" marL="0" marR="0" rtl="0" algn="r">
              <a:lnSpc>
                <a:spcPct val="100000"/>
              </a:lnSpc>
              <a:spcBef>
                <a:spcPts val="0"/>
              </a:spcBef>
              <a:spcAft>
                <a:spcPts val="0"/>
              </a:spcAft>
              <a:buClr>
                <a:srgbClr val="ADADAD"/>
              </a:buClr>
              <a:buSzPts val="1000"/>
              <a:buFont typeface="Source Code Pro"/>
              <a:buNone/>
              <a:defRPr b="0" i="0" sz="1000" u="none" cap="none" strike="noStrike">
                <a:solidFill>
                  <a:srgbClr val="ADADAD"/>
                </a:solidFill>
                <a:latin typeface="Source Code Pro"/>
                <a:ea typeface="Source Code Pro"/>
                <a:cs typeface="Source Code Pro"/>
                <a:sym typeface="Source Code Pro"/>
              </a:defRPr>
            </a:lvl5pPr>
            <a:lvl6pPr indent="0" lvl="5" marL="0" marR="0" rtl="0" algn="r">
              <a:lnSpc>
                <a:spcPct val="100000"/>
              </a:lnSpc>
              <a:spcBef>
                <a:spcPts val="0"/>
              </a:spcBef>
              <a:spcAft>
                <a:spcPts val="0"/>
              </a:spcAft>
              <a:buClr>
                <a:srgbClr val="ADADAD"/>
              </a:buClr>
              <a:buSzPts val="1000"/>
              <a:buFont typeface="Source Code Pro"/>
              <a:buNone/>
              <a:defRPr b="0" i="0" sz="1000" u="none" cap="none" strike="noStrike">
                <a:solidFill>
                  <a:srgbClr val="ADADAD"/>
                </a:solidFill>
                <a:latin typeface="Source Code Pro"/>
                <a:ea typeface="Source Code Pro"/>
                <a:cs typeface="Source Code Pro"/>
                <a:sym typeface="Source Code Pro"/>
              </a:defRPr>
            </a:lvl6pPr>
            <a:lvl7pPr indent="0" lvl="6" marL="0" marR="0" rtl="0" algn="r">
              <a:lnSpc>
                <a:spcPct val="100000"/>
              </a:lnSpc>
              <a:spcBef>
                <a:spcPts val="0"/>
              </a:spcBef>
              <a:spcAft>
                <a:spcPts val="0"/>
              </a:spcAft>
              <a:buClr>
                <a:srgbClr val="ADADAD"/>
              </a:buClr>
              <a:buSzPts val="1000"/>
              <a:buFont typeface="Source Code Pro"/>
              <a:buNone/>
              <a:defRPr b="0" i="0" sz="1000" u="none" cap="none" strike="noStrike">
                <a:solidFill>
                  <a:srgbClr val="ADADAD"/>
                </a:solidFill>
                <a:latin typeface="Source Code Pro"/>
                <a:ea typeface="Source Code Pro"/>
                <a:cs typeface="Source Code Pro"/>
                <a:sym typeface="Source Code Pro"/>
              </a:defRPr>
            </a:lvl7pPr>
            <a:lvl8pPr indent="0" lvl="7" marL="0" marR="0" rtl="0" algn="r">
              <a:lnSpc>
                <a:spcPct val="100000"/>
              </a:lnSpc>
              <a:spcBef>
                <a:spcPts val="0"/>
              </a:spcBef>
              <a:spcAft>
                <a:spcPts val="0"/>
              </a:spcAft>
              <a:buClr>
                <a:srgbClr val="ADADAD"/>
              </a:buClr>
              <a:buSzPts val="1000"/>
              <a:buFont typeface="Source Code Pro"/>
              <a:buNone/>
              <a:defRPr b="0" i="0" sz="1000" u="none" cap="none" strike="noStrike">
                <a:solidFill>
                  <a:srgbClr val="ADADAD"/>
                </a:solidFill>
                <a:latin typeface="Source Code Pro"/>
                <a:ea typeface="Source Code Pro"/>
                <a:cs typeface="Source Code Pro"/>
                <a:sym typeface="Source Code Pro"/>
              </a:defRPr>
            </a:lvl8pPr>
            <a:lvl9pPr indent="0" lvl="8" marL="0" marR="0" rtl="0" algn="r">
              <a:lnSpc>
                <a:spcPct val="100000"/>
              </a:lnSpc>
              <a:spcBef>
                <a:spcPts val="0"/>
              </a:spcBef>
              <a:spcAft>
                <a:spcPts val="0"/>
              </a:spcAft>
              <a:buClr>
                <a:srgbClr val="ADADAD"/>
              </a:buClr>
              <a:buSzPts val="1000"/>
              <a:buFont typeface="Source Code Pro"/>
              <a:buNone/>
              <a:defRPr b="0" i="0" sz="1000" u="none" cap="none" strike="noStrike">
                <a:solidFill>
                  <a:srgbClr val="ADADAD"/>
                </a:solidFill>
                <a:latin typeface="Source Code Pro"/>
                <a:ea typeface="Source Code Pro"/>
                <a:cs typeface="Source Code Pro"/>
                <a:sym typeface="Source Code Pro"/>
              </a:defRPr>
            </a:lvl9pPr>
          </a:lstStyle>
          <a:p>
            <a:pPr indent="0" lvl="0" marL="0" rtl="0" algn="r">
              <a:spcBef>
                <a:spcPts val="0"/>
              </a:spcBef>
              <a:spcAft>
                <a:spcPts val="0"/>
              </a:spcAft>
              <a:buNone/>
            </a:pPr>
            <a:fld id="{00000000-1234-1234-1234-123412341234}" type="slidenum">
              <a:rPr lang="en"/>
              <a:t>‹#›</a:t>
            </a:fld>
            <a:endParaRPr>
              <a:latin typeface="Helvetica Neue"/>
              <a:ea typeface="Helvetica Neue"/>
              <a:cs typeface="Helvetica Neue"/>
              <a:sym typeface="Helvetica Neue"/>
            </a:endParaRPr>
          </a:p>
        </p:txBody>
      </p:sp>
    </p:spTree>
  </p:cSld>
  <p:clrMapOvr>
    <a:masterClrMapping/>
  </p:clrMapOvr>
</p:sldLayout>
</file>

<file path=ppt/slideLayouts/slideLayout7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 Image - 50/50">
  <p:cSld name="ONE_COLUMN_TEXT">
    <p:spTree>
      <p:nvGrpSpPr>
        <p:cNvPr id="726" name="Shape 726"/>
        <p:cNvGrpSpPr/>
        <p:nvPr/>
      </p:nvGrpSpPr>
      <p:grpSpPr>
        <a:xfrm>
          <a:off x="0" y="0"/>
          <a:ext cx="0" cy="0"/>
          <a:chOff x="0" y="0"/>
          <a:chExt cx="0" cy="0"/>
        </a:xfrm>
      </p:grpSpPr>
      <p:sp>
        <p:nvSpPr>
          <p:cNvPr id="727" name="Google Shape;727;p78"/>
          <p:cNvSpPr txBox="1"/>
          <p:nvPr>
            <p:ph type="title"/>
          </p:nvPr>
        </p:nvSpPr>
        <p:spPr>
          <a:xfrm>
            <a:off x="263300" y="548640"/>
            <a:ext cx="3703500" cy="755700"/>
          </a:xfrm>
          <a:prstGeom prst="rect">
            <a:avLst/>
          </a:prstGeom>
          <a:noFill/>
          <a:ln>
            <a:noFill/>
          </a:ln>
        </p:spPr>
        <p:txBody>
          <a:bodyPr anchorCtr="0" anchor="b" bIns="91425" lIns="91425" spcFirstLastPara="1" rIns="91425" wrap="square" tIns="91425">
            <a:normAutofit/>
          </a:bodyPr>
          <a:lstStyle>
            <a:lvl1pPr lvl="0" rtl="0" algn="l">
              <a:lnSpc>
                <a:spcPct val="100000"/>
              </a:lnSpc>
              <a:spcBef>
                <a:spcPts val="0"/>
              </a:spcBef>
              <a:spcAft>
                <a:spcPts val="0"/>
              </a:spcAft>
              <a:buSzPts val="2100"/>
              <a:buNone/>
              <a:defRPr sz="2100"/>
            </a:lvl1pPr>
            <a:lvl2pPr lvl="1" rtl="0" algn="l">
              <a:lnSpc>
                <a:spcPct val="100000"/>
              </a:lnSpc>
              <a:spcBef>
                <a:spcPts val="0"/>
              </a:spcBef>
              <a:spcAft>
                <a:spcPts val="0"/>
              </a:spcAft>
              <a:buSzPts val="2400"/>
              <a:buNone/>
              <a:defRPr sz="2400"/>
            </a:lvl2pPr>
            <a:lvl3pPr lvl="2" rtl="0" algn="l">
              <a:lnSpc>
                <a:spcPct val="100000"/>
              </a:lnSpc>
              <a:spcBef>
                <a:spcPts val="0"/>
              </a:spcBef>
              <a:spcAft>
                <a:spcPts val="0"/>
              </a:spcAft>
              <a:buSzPts val="2400"/>
              <a:buNone/>
              <a:defRPr sz="2400"/>
            </a:lvl3pPr>
            <a:lvl4pPr lvl="3" rtl="0" algn="l">
              <a:lnSpc>
                <a:spcPct val="100000"/>
              </a:lnSpc>
              <a:spcBef>
                <a:spcPts val="0"/>
              </a:spcBef>
              <a:spcAft>
                <a:spcPts val="0"/>
              </a:spcAft>
              <a:buSzPts val="2400"/>
              <a:buNone/>
              <a:defRPr sz="2400"/>
            </a:lvl4pPr>
            <a:lvl5pPr lvl="4" rtl="0" algn="l">
              <a:lnSpc>
                <a:spcPct val="100000"/>
              </a:lnSpc>
              <a:spcBef>
                <a:spcPts val="0"/>
              </a:spcBef>
              <a:spcAft>
                <a:spcPts val="0"/>
              </a:spcAft>
              <a:buSzPts val="2400"/>
              <a:buNone/>
              <a:defRPr sz="2400"/>
            </a:lvl5pPr>
            <a:lvl6pPr lvl="5" rtl="0" algn="l">
              <a:lnSpc>
                <a:spcPct val="100000"/>
              </a:lnSpc>
              <a:spcBef>
                <a:spcPts val="0"/>
              </a:spcBef>
              <a:spcAft>
                <a:spcPts val="0"/>
              </a:spcAft>
              <a:buSzPts val="2400"/>
              <a:buNone/>
              <a:defRPr sz="2400"/>
            </a:lvl6pPr>
            <a:lvl7pPr lvl="6" rtl="0" algn="l">
              <a:lnSpc>
                <a:spcPct val="100000"/>
              </a:lnSpc>
              <a:spcBef>
                <a:spcPts val="0"/>
              </a:spcBef>
              <a:spcAft>
                <a:spcPts val="0"/>
              </a:spcAft>
              <a:buSzPts val="2400"/>
              <a:buNone/>
              <a:defRPr sz="2400"/>
            </a:lvl7pPr>
            <a:lvl8pPr lvl="7" rtl="0" algn="l">
              <a:lnSpc>
                <a:spcPct val="100000"/>
              </a:lnSpc>
              <a:spcBef>
                <a:spcPts val="0"/>
              </a:spcBef>
              <a:spcAft>
                <a:spcPts val="0"/>
              </a:spcAft>
              <a:buSzPts val="2400"/>
              <a:buNone/>
              <a:defRPr sz="2400"/>
            </a:lvl8pPr>
            <a:lvl9pPr lvl="8" rtl="0" algn="l">
              <a:lnSpc>
                <a:spcPct val="100000"/>
              </a:lnSpc>
              <a:spcBef>
                <a:spcPts val="0"/>
              </a:spcBef>
              <a:spcAft>
                <a:spcPts val="0"/>
              </a:spcAft>
              <a:buSzPts val="2400"/>
              <a:buNone/>
              <a:defRPr sz="2400"/>
            </a:lvl9pPr>
          </a:lstStyle>
          <a:p/>
        </p:txBody>
      </p:sp>
      <p:sp>
        <p:nvSpPr>
          <p:cNvPr id="728" name="Google Shape;728;p78"/>
          <p:cNvSpPr txBox="1"/>
          <p:nvPr>
            <p:ph idx="1" type="body"/>
          </p:nvPr>
        </p:nvSpPr>
        <p:spPr>
          <a:xfrm>
            <a:off x="274320" y="1371600"/>
            <a:ext cx="3703500" cy="3179400"/>
          </a:xfrm>
          <a:prstGeom prst="rect">
            <a:avLst/>
          </a:prstGeom>
          <a:noFill/>
          <a:ln>
            <a:noFill/>
          </a:ln>
        </p:spPr>
        <p:txBody>
          <a:bodyPr anchorCtr="0" anchor="t" bIns="91425" lIns="91425" spcFirstLastPara="1" rIns="91425" wrap="square" tIns="91425">
            <a:normAutofit/>
          </a:bodyPr>
          <a:lstStyle>
            <a:lvl1pPr indent="-304800" lvl="0" marL="457200" rtl="0" algn="l">
              <a:lnSpc>
                <a:spcPct val="150000"/>
              </a:lnSpc>
              <a:spcBef>
                <a:spcPts val="0"/>
              </a:spcBef>
              <a:spcAft>
                <a:spcPts val="0"/>
              </a:spcAft>
              <a:buSzPts val="1200"/>
              <a:buChar char="●"/>
              <a:defRPr sz="1200"/>
            </a:lvl1pPr>
            <a:lvl2pPr indent="-304800" lvl="1" marL="914400" rtl="0" algn="l">
              <a:lnSpc>
                <a:spcPct val="150000"/>
              </a:lnSpc>
              <a:spcBef>
                <a:spcPts val="0"/>
              </a:spcBef>
              <a:spcAft>
                <a:spcPts val="0"/>
              </a:spcAft>
              <a:buSzPts val="1200"/>
              <a:buChar char="○"/>
              <a:defRPr sz="1200"/>
            </a:lvl2pPr>
            <a:lvl3pPr indent="-304800" lvl="2" marL="1371600" rtl="0" algn="l">
              <a:lnSpc>
                <a:spcPct val="150000"/>
              </a:lnSpc>
              <a:spcBef>
                <a:spcPts val="0"/>
              </a:spcBef>
              <a:spcAft>
                <a:spcPts val="0"/>
              </a:spcAft>
              <a:buSzPts val="1200"/>
              <a:buChar char="■"/>
              <a:defRPr sz="1200"/>
            </a:lvl3pPr>
            <a:lvl4pPr indent="-304800" lvl="3" marL="1828800" rtl="0" algn="l">
              <a:lnSpc>
                <a:spcPct val="150000"/>
              </a:lnSpc>
              <a:spcBef>
                <a:spcPts val="0"/>
              </a:spcBef>
              <a:spcAft>
                <a:spcPts val="0"/>
              </a:spcAft>
              <a:buSzPts val="1200"/>
              <a:buChar char="●"/>
              <a:defRPr sz="1200"/>
            </a:lvl4pPr>
            <a:lvl5pPr indent="-304800" lvl="4" marL="2286000" rtl="0" algn="l">
              <a:lnSpc>
                <a:spcPct val="150000"/>
              </a:lnSpc>
              <a:spcBef>
                <a:spcPts val="0"/>
              </a:spcBef>
              <a:spcAft>
                <a:spcPts val="0"/>
              </a:spcAft>
              <a:buSzPts val="1200"/>
              <a:buChar char="○"/>
              <a:defRPr sz="1200"/>
            </a:lvl5pPr>
            <a:lvl6pPr indent="-304800" lvl="5" marL="2743200" rtl="0" algn="l">
              <a:lnSpc>
                <a:spcPct val="150000"/>
              </a:lnSpc>
              <a:spcBef>
                <a:spcPts val="0"/>
              </a:spcBef>
              <a:spcAft>
                <a:spcPts val="0"/>
              </a:spcAft>
              <a:buSzPts val="1200"/>
              <a:buChar char="■"/>
              <a:defRPr sz="1200"/>
            </a:lvl6pPr>
            <a:lvl7pPr indent="-304800" lvl="6" marL="3200400" rtl="0" algn="l">
              <a:lnSpc>
                <a:spcPct val="150000"/>
              </a:lnSpc>
              <a:spcBef>
                <a:spcPts val="0"/>
              </a:spcBef>
              <a:spcAft>
                <a:spcPts val="0"/>
              </a:spcAft>
              <a:buSzPts val="1200"/>
              <a:buChar char="●"/>
              <a:defRPr sz="1200"/>
            </a:lvl7pPr>
            <a:lvl8pPr indent="-304800" lvl="7" marL="3657600" rtl="0" algn="l">
              <a:lnSpc>
                <a:spcPct val="150000"/>
              </a:lnSpc>
              <a:spcBef>
                <a:spcPts val="0"/>
              </a:spcBef>
              <a:spcAft>
                <a:spcPts val="0"/>
              </a:spcAft>
              <a:buSzPts val="1200"/>
              <a:buChar char="○"/>
              <a:defRPr sz="1200"/>
            </a:lvl8pPr>
            <a:lvl9pPr indent="-304800" lvl="8" marL="4114800" rtl="0" algn="l">
              <a:lnSpc>
                <a:spcPct val="150000"/>
              </a:lnSpc>
              <a:spcBef>
                <a:spcPts val="0"/>
              </a:spcBef>
              <a:spcAft>
                <a:spcPts val="0"/>
              </a:spcAft>
              <a:buSzPts val="1200"/>
              <a:buChar char="■"/>
              <a:defRPr sz="1200"/>
            </a:lvl9pPr>
          </a:lstStyle>
          <a:p/>
        </p:txBody>
      </p:sp>
      <p:sp>
        <p:nvSpPr>
          <p:cNvPr id="729" name="Google Shape;729;p78"/>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ADADAD"/>
              </a:buClr>
              <a:buSzPts val="1000"/>
              <a:buFont typeface="Helvetica Neue"/>
              <a:buNone/>
              <a:defRPr b="0" i="0" sz="1000" u="none" cap="none" strike="noStrike">
                <a:solidFill>
                  <a:srgbClr val="ADADAD"/>
                </a:solidFill>
                <a:latin typeface="Helvetica Neue"/>
                <a:ea typeface="Helvetica Neue"/>
                <a:cs typeface="Helvetica Neue"/>
                <a:sym typeface="Helvetica Neue"/>
              </a:defRPr>
            </a:lvl1pPr>
            <a:lvl2pPr indent="0" lvl="1" marL="0" marR="0" rtl="0" algn="r">
              <a:lnSpc>
                <a:spcPct val="100000"/>
              </a:lnSpc>
              <a:spcBef>
                <a:spcPts val="0"/>
              </a:spcBef>
              <a:spcAft>
                <a:spcPts val="0"/>
              </a:spcAft>
              <a:buClr>
                <a:srgbClr val="ADADAD"/>
              </a:buClr>
              <a:buSzPts val="1000"/>
              <a:buFont typeface="Helvetica Neue"/>
              <a:buNone/>
              <a:defRPr b="0" i="0" sz="1000" u="none" cap="none" strike="noStrike">
                <a:solidFill>
                  <a:srgbClr val="ADADAD"/>
                </a:solidFill>
                <a:latin typeface="Helvetica Neue"/>
                <a:ea typeface="Helvetica Neue"/>
                <a:cs typeface="Helvetica Neue"/>
                <a:sym typeface="Helvetica Neue"/>
              </a:defRPr>
            </a:lvl2pPr>
            <a:lvl3pPr indent="0" lvl="2" marL="0" marR="0" rtl="0" algn="r">
              <a:lnSpc>
                <a:spcPct val="100000"/>
              </a:lnSpc>
              <a:spcBef>
                <a:spcPts val="0"/>
              </a:spcBef>
              <a:spcAft>
                <a:spcPts val="0"/>
              </a:spcAft>
              <a:buClr>
                <a:srgbClr val="ADADAD"/>
              </a:buClr>
              <a:buSzPts val="1000"/>
              <a:buFont typeface="Helvetica Neue"/>
              <a:buNone/>
              <a:defRPr b="0" i="0" sz="1000" u="none" cap="none" strike="noStrike">
                <a:solidFill>
                  <a:srgbClr val="ADADAD"/>
                </a:solidFill>
                <a:latin typeface="Helvetica Neue"/>
                <a:ea typeface="Helvetica Neue"/>
                <a:cs typeface="Helvetica Neue"/>
                <a:sym typeface="Helvetica Neue"/>
              </a:defRPr>
            </a:lvl3pPr>
            <a:lvl4pPr indent="0" lvl="3" marL="0" marR="0" rtl="0" algn="r">
              <a:lnSpc>
                <a:spcPct val="100000"/>
              </a:lnSpc>
              <a:spcBef>
                <a:spcPts val="0"/>
              </a:spcBef>
              <a:spcAft>
                <a:spcPts val="0"/>
              </a:spcAft>
              <a:buClr>
                <a:srgbClr val="ADADAD"/>
              </a:buClr>
              <a:buSzPts val="1000"/>
              <a:buFont typeface="Helvetica Neue"/>
              <a:buNone/>
              <a:defRPr b="0" i="0" sz="1000" u="none" cap="none" strike="noStrike">
                <a:solidFill>
                  <a:srgbClr val="ADADAD"/>
                </a:solidFill>
                <a:latin typeface="Helvetica Neue"/>
                <a:ea typeface="Helvetica Neue"/>
                <a:cs typeface="Helvetica Neue"/>
                <a:sym typeface="Helvetica Neue"/>
              </a:defRPr>
            </a:lvl4pPr>
            <a:lvl5pPr indent="0" lvl="4" marL="0" marR="0" rtl="0" algn="r">
              <a:lnSpc>
                <a:spcPct val="100000"/>
              </a:lnSpc>
              <a:spcBef>
                <a:spcPts val="0"/>
              </a:spcBef>
              <a:spcAft>
                <a:spcPts val="0"/>
              </a:spcAft>
              <a:buClr>
                <a:srgbClr val="ADADAD"/>
              </a:buClr>
              <a:buSzPts val="1000"/>
              <a:buFont typeface="Helvetica Neue"/>
              <a:buNone/>
              <a:defRPr b="0" i="0" sz="1000" u="none" cap="none" strike="noStrike">
                <a:solidFill>
                  <a:srgbClr val="ADADAD"/>
                </a:solidFill>
                <a:latin typeface="Helvetica Neue"/>
                <a:ea typeface="Helvetica Neue"/>
                <a:cs typeface="Helvetica Neue"/>
                <a:sym typeface="Helvetica Neue"/>
              </a:defRPr>
            </a:lvl5pPr>
            <a:lvl6pPr indent="0" lvl="5" marL="0" marR="0" rtl="0" algn="r">
              <a:lnSpc>
                <a:spcPct val="100000"/>
              </a:lnSpc>
              <a:spcBef>
                <a:spcPts val="0"/>
              </a:spcBef>
              <a:spcAft>
                <a:spcPts val="0"/>
              </a:spcAft>
              <a:buClr>
                <a:srgbClr val="ADADAD"/>
              </a:buClr>
              <a:buSzPts val="1000"/>
              <a:buFont typeface="Helvetica Neue"/>
              <a:buNone/>
              <a:defRPr b="0" i="0" sz="1000" u="none" cap="none" strike="noStrike">
                <a:solidFill>
                  <a:srgbClr val="ADADAD"/>
                </a:solidFill>
                <a:latin typeface="Helvetica Neue"/>
                <a:ea typeface="Helvetica Neue"/>
                <a:cs typeface="Helvetica Neue"/>
                <a:sym typeface="Helvetica Neue"/>
              </a:defRPr>
            </a:lvl6pPr>
            <a:lvl7pPr indent="0" lvl="6" marL="0" marR="0" rtl="0" algn="r">
              <a:lnSpc>
                <a:spcPct val="100000"/>
              </a:lnSpc>
              <a:spcBef>
                <a:spcPts val="0"/>
              </a:spcBef>
              <a:spcAft>
                <a:spcPts val="0"/>
              </a:spcAft>
              <a:buClr>
                <a:srgbClr val="ADADAD"/>
              </a:buClr>
              <a:buSzPts val="1000"/>
              <a:buFont typeface="Helvetica Neue"/>
              <a:buNone/>
              <a:defRPr b="0" i="0" sz="1000" u="none" cap="none" strike="noStrike">
                <a:solidFill>
                  <a:srgbClr val="ADADAD"/>
                </a:solidFill>
                <a:latin typeface="Helvetica Neue"/>
                <a:ea typeface="Helvetica Neue"/>
                <a:cs typeface="Helvetica Neue"/>
                <a:sym typeface="Helvetica Neue"/>
              </a:defRPr>
            </a:lvl7pPr>
            <a:lvl8pPr indent="0" lvl="7" marL="0" marR="0" rtl="0" algn="r">
              <a:lnSpc>
                <a:spcPct val="100000"/>
              </a:lnSpc>
              <a:spcBef>
                <a:spcPts val="0"/>
              </a:spcBef>
              <a:spcAft>
                <a:spcPts val="0"/>
              </a:spcAft>
              <a:buClr>
                <a:srgbClr val="ADADAD"/>
              </a:buClr>
              <a:buSzPts val="1000"/>
              <a:buFont typeface="Helvetica Neue"/>
              <a:buNone/>
              <a:defRPr b="0" i="0" sz="1000" u="none" cap="none" strike="noStrike">
                <a:solidFill>
                  <a:srgbClr val="ADADAD"/>
                </a:solidFill>
                <a:latin typeface="Helvetica Neue"/>
                <a:ea typeface="Helvetica Neue"/>
                <a:cs typeface="Helvetica Neue"/>
                <a:sym typeface="Helvetica Neue"/>
              </a:defRPr>
            </a:lvl8pPr>
            <a:lvl9pPr indent="0" lvl="8" marL="0" marR="0" rtl="0" algn="r">
              <a:lnSpc>
                <a:spcPct val="100000"/>
              </a:lnSpc>
              <a:spcBef>
                <a:spcPts val="0"/>
              </a:spcBef>
              <a:spcAft>
                <a:spcPts val="0"/>
              </a:spcAft>
              <a:buClr>
                <a:srgbClr val="ADADAD"/>
              </a:buClr>
              <a:buSzPts val="1000"/>
              <a:buFont typeface="Helvetica Neue"/>
              <a:buNone/>
              <a:defRPr b="0" i="0" sz="1000" u="none" cap="none" strike="noStrike">
                <a:solidFill>
                  <a:srgbClr val="ADADAD"/>
                </a:solidFill>
                <a:latin typeface="Helvetica Neue"/>
                <a:ea typeface="Helvetica Neue"/>
                <a:cs typeface="Helvetica Neue"/>
                <a:sym typeface="Helvetica Neu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extLst>
    <p:ext uri="{DCECCB84-F9BA-43D5-87BE-67443E8EF086}">
      <p15:sldGuideLst>
        <p15:guide id="1" pos="166">
          <p15:clr>
            <a:srgbClr val="FA7B17"/>
          </p15:clr>
        </p15:guide>
        <p15:guide id="2" pos="5594">
          <p15:clr>
            <a:srgbClr val="FA7B17"/>
          </p15:clr>
        </p15:guide>
        <p15:guide id="3" orient="horz" pos="171">
          <p15:clr>
            <a:srgbClr val="FA7B17"/>
          </p15:clr>
        </p15:guide>
        <p15:guide id="4" orient="horz" pos="3069">
          <p15:clr>
            <a:srgbClr val="FA7B17"/>
          </p15:clr>
        </p15:guide>
        <p15:guide id="5" pos="2880">
          <p15:clr>
            <a:srgbClr val="FA7B17"/>
          </p15:clr>
        </p15:guide>
      </p15:sldGuideLst>
    </p:ext>
  </p:extLst>
</p:sldLayout>
</file>

<file path=ppt/slideLayouts/slideLayout7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Info Cards _ No Sub">
  <p:cSld name="TITLE_ONLY_2_2_2">
    <p:bg>
      <p:bgPr>
        <a:solidFill>
          <a:schemeClr val="dk1"/>
        </a:solidFill>
      </p:bgPr>
    </p:bg>
    <p:spTree>
      <p:nvGrpSpPr>
        <p:cNvPr id="730" name="Shape 730"/>
        <p:cNvGrpSpPr/>
        <p:nvPr/>
      </p:nvGrpSpPr>
      <p:grpSpPr>
        <a:xfrm>
          <a:off x="0" y="0"/>
          <a:ext cx="0" cy="0"/>
          <a:chOff x="0" y="0"/>
          <a:chExt cx="0" cy="0"/>
        </a:xfrm>
      </p:grpSpPr>
      <p:pic>
        <p:nvPicPr>
          <p:cNvPr id="731" name="Google Shape;731;p79"/>
          <p:cNvPicPr preferRelativeResize="0"/>
          <p:nvPr/>
        </p:nvPicPr>
        <p:blipFill rotWithShape="1">
          <a:blip r:embed="rId2">
            <a:alphaModFix/>
          </a:blip>
          <a:srcRect b="0" l="0" r="0" t="0"/>
          <a:stretch/>
        </p:blipFill>
        <p:spPr>
          <a:xfrm>
            <a:off x="3230775" y="1234851"/>
            <a:ext cx="2682450" cy="3028579"/>
          </a:xfrm>
          <a:prstGeom prst="rect">
            <a:avLst/>
          </a:prstGeom>
          <a:noFill/>
          <a:ln>
            <a:noFill/>
          </a:ln>
        </p:spPr>
      </p:pic>
      <p:pic>
        <p:nvPicPr>
          <p:cNvPr id="732" name="Google Shape;732;p79"/>
          <p:cNvPicPr preferRelativeResize="0"/>
          <p:nvPr/>
        </p:nvPicPr>
        <p:blipFill rotWithShape="1">
          <a:blip r:embed="rId2">
            <a:alphaModFix/>
          </a:blip>
          <a:srcRect b="0" l="0" r="0" t="0"/>
          <a:stretch/>
        </p:blipFill>
        <p:spPr>
          <a:xfrm>
            <a:off x="6048701" y="1234851"/>
            <a:ext cx="2682450" cy="3028579"/>
          </a:xfrm>
          <a:prstGeom prst="rect">
            <a:avLst/>
          </a:prstGeom>
          <a:noFill/>
          <a:ln>
            <a:noFill/>
          </a:ln>
        </p:spPr>
      </p:pic>
      <p:pic>
        <p:nvPicPr>
          <p:cNvPr id="733" name="Google Shape;733;p79"/>
          <p:cNvPicPr preferRelativeResize="0"/>
          <p:nvPr/>
        </p:nvPicPr>
        <p:blipFill rotWithShape="1">
          <a:blip r:embed="rId2">
            <a:alphaModFix/>
          </a:blip>
          <a:srcRect b="0" l="0" r="0" t="0"/>
          <a:stretch/>
        </p:blipFill>
        <p:spPr>
          <a:xfrm>
            <a:off x="412850" y="1234851"/>
            <a:ext cx="2682450" cy="3028579"/>
          </a:xfrm>
          <a:prstGeom prst="rect">
            <a:avLst/>
          </a:prstGeom>
          <a:noFill/>
          <a:ln>
            <a:noFill/>
          </a:ln>
        </p:spPr>
      </p:pic>
      <p:pic>
        <p:nvPicPr>
          <p:cNvPr id="734" name="Google Shape;734;p79"/>
          <p:cNvPicPr preferRelativeResize="0"/>
          <p:nvPr/>
        </p:nvPicPr>
        <p:blipFill rotWithShape="1">
          <a:blip r:embed="rId3">
            <a:alphaModFix/>
          </a:blip>
          <a:srcRect b="0" l="0" r="0" t="0"/>
          <a:stretch/>
        </p:blipFill>
        <p:spPr>
          <a:xfrm>
            <a:off x="412825" y="1234850"/>
            <a:ext cx="2682475" cy="3019700"/>
          </a:xfrm>
          <a:prstGeom prst="rect">
            <a:avLst/>
          </a:prstGeom>
          <a:noFill/>
          <a:ln>
            <a:noFill/>
          </a:ln>
        </p:spPr>
      </p:pic>
      <p:sp>
        <p:nvSpPr>
          <p:cNvPr id="735" name="Google Shape;735;p79"/>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3200"/>
              <a:buFont typeface="Inter ExtraBold"/>
              <a:buNone/>
              <a:defRPr sz="3200">
                <a:solidFill>
                  <a:schemeClr val="lt1"/>
                </a:solidFill>
                <a:latin typeface="Inter ExtraBold"/>
                <a:ea typeface="Inter ExtraBold"/>
                <a:cs typeface="Inter ExtraBold"/>
                <a:sym typeface="Inter ExtraBold"/>
              </a:defRPr>
            </a:lvl1pPr>
            <a:lvl2pPr lvl="1" rtl="0" algn="l">
              <a:lnSpc>
                <a:spcPct val="100000"/>
              </a:lnSpc>
              <a:spcBef>
                <a:spcPts val="0"/>
              </a:spcBef>
              <a:spcAft>
                <a:spcPts val="0"/>
              </a:spcAft>
              <a:buSzPts val="2800"/>
              <a:buNone/>
              <a:defRPr/>
            </a:lvl2pPr>
            <a:lvl3pPr lvl="2" rtl="0" algn="l">
              <a:lnSpc>
                <a:spcPct val="100000"/>
              </a:lnSpc>
              <a:spcBef>
                <a:spcPts val="0"/>
              </a:spcBef>
              <a:spcAft>
                <a:spcPts val="0"/>
              </a:spcAft>
              <a:buSzPts val="2800"/>
              <a:buNone/>
              <a:defRPr/>
            </a:lvl3pPr>
            <a:lvl4pPr lvl="3" rtl="0" algn="l">
              <a:lnSpc>
                <a:spcPct val="100000"/>
              </a:lnSpc>
              <a:spcBef>
                <a:spcPts val="0"/>
              </a:spcBef>
              <a:spcAft>
                <a:spcPts val="0"/>
              </a:spcAft>
              <a:buSzPts val="2800"/>
              <a:buNone/>
              <a:defRPr/>
            </a:lvl4pPr>
            <a:lvl5pPr lvl="4" rtl="0" algn="l">
              <a:lnSpc>
                <a:spcPct val="100000"/>
              </a:lnSpc>
              <a:spcBef>
                <a:spcPts val="0"/>
              </a:spcBef>
              <a:spcAft>
                <a:spcPts val="0"/>
              </a:spcAft>
              <a:buSzPts val="2800"/>
              <a:buNone/>
              <a:defRPr/>
            </a:lvl5pPr>
            <a:lvl6pPr lvl="5" rtl="0" algn="l">
              <a:lnSpc>
                <a:spcPct val="100000"/>
              </a:lnSpc>
              <a:spcBef>
                <a:spcPts val="0"/>
              </a:spcBef>
              <a:spcAft>
                <a:spcPts val="0"/>
              </a:spcAft>
              <a:buSzPts val="2800"/>
              <a:buNone/>
              <a:defRPr/>
            </a:lvl6pPr>
            <a:lvl7pPr lvl="6" rtl="0" algn="l">
              <a:lnSpc>
                <a:spcPct val="100000"/>
              </a:lnSpc>
              <a:spcBef>
                <a:spcPts val="0"/>
              </a:spcBef>
              <a:spcAft>
                <a:spcPts val="0"/>
              </a:spcAft>
              <a:buSzPts val="2800"/>
              <a:buNone/>
              <a:defRPr/>
            </a:lvl7pPr>
            <a:lvl8pPr lvl="7" rtl="0" algn="l">
              <a:lnSpc>
                <a:spcPct val="100000"/>
              </a:lnSpc>
              <a:spcBef>
                <a:spcPts val="0"/>
              </a:spcBef>
              <a:spcAft>
                <a:spcPts val="0"/>
              </a:spcAft>
              <a:buSzPts val="2800"/>
              <a:buNone/>
              <a:defRPr/>
            </a:lvl8pPr>
            <a:lvl9pPr lvl="8" rtl="0" algn="l">
              <a:lnSpc>
                <a:spcPct val="100000"/>
              </a:lnSpc>
              <a:spcBef>
                <a:spcPts val="0"/>
              </a:spcBef>
              <a:spcAft>
                <a:spcPts val="0"/>
              </a:spcAft>
              <a:buSzPts val="2800"/>
              <a:buNone/>
              <a:defRPr/>
            </a:lvl9pPr>
          </a:lstStyle>
          <a:p/>
        </p:txBody>
      </p:sp>
      <p:pic>
        <p:nvPicPr>
          <p:cNvPr id="736" name="Google Shape;736;p79"/>
          <p:cNvPicPr preferRelativeResize="0"/>
          <p:nvPr/>
        </p:nvPicPr>
        <p:blipFill rotWithShape="1">
          <a:blip r:embed="rId4">
            <a:alphaModFix/>
          </a:blip>
          <a:srcRect b="0" l="0" r="0" t="0"/>
          <a:stretch/>
        </p:blipFill>
        <p:spPr>
          <a:xfrm>
            <a:off x="-762396" y="0"/>
            <a:ext cx="548700" cy="2288640"/>
          </a:xfrm>
          <a:prstGeom prst="rect">
            <a:avLst/>
          </a:prstGeom>
          <a:noFill/>
          <a:ln>
            <a:noFill/>
          </a:ln>
        </p:spPr>
      </p:pic>
      <p:pic>
        <p:nvPicPr>
          <p:cNvPr id="737" name="Google Shape;737;p79"/>
          <p:cNvPicPr preferRelativeResize="0"/>
          <p:nvPr/>
        </p:nvPicPr>
        <p:blipFill rotWithShape="1">
          <a:blip r:embed="rId5">
            <a:alphaModFix/>
          </a:blip>
          <a:srcRect b="0" l="0" r="0" t="0"/>
          <a:stretch/>
        </p:blipFill>
        <p:spPr>
          <a:xfrm>
            <a:off x="457529" y="4543025"/>
            <a:ext cx="950976" cy="142646"/>
          </a:xfrm>
          <a:prstGeom prst="rect">
            <a:avLst/>
          </a:prstGeom>
          <a:noFill/>
          <a:ln>
            <a:noFill/>
          </a:ln>
        </p:spPr>
      </p:pic>
      <p:sp>
        <p:nvSpPr>
          <p:cNvPr id="738" name="Google Shape;738;p79"/>
          <p:cNvSpPr/>
          <p:nvPr>
            <p:ph idx="2" type="pic"/>
          </p:nvPr>
        </p:nvSpPr>
        <p:spPr>
          <a:xfrm>
            <a:off x="535276" y="1372373"/>
            <a:ext cx="315900" cy="315900"/>
          </a:xfrm>
          <a:prstGeom prst="rect">
            <a:avLst/>
          </a:prstGeom>
          <a:noFill/>
          <a:ln>
            <a:noFill/>
          </a:ln>
        </p:spPr>
      </p:sp>
      <p:sp>
        <p:nvSpPr>
          <p:cNvPr id="739" name="Google Shape;739;p79"/>
          <p:cNvSpPr txBox="1"/>
          <p:nvPr>
            <p:ph idx="1" type="body"/>
          </p:nvPr>
        </p:nvSpPr>
        <p:spPr>
          <a:xfrm>
            <a:off x="505075" y="2022300"/>
            <a:ext cx="2487900" cy="2038500"/>
          </a:xfrm>
          <a:prstGeom prst="rect">
            <a:avLst/>
          </a:prstGeom>
          <a:noFill/>
          <a:ln>
            <a:noFill/>
          </a:ln>
        </p:spPr>
        <p:txBody>
          <a:bodyPr anchorCtr="0" anchor="t" bIns="91425" lIns="91425" spcFirstLastPara="1" rIns="91425" wrap="square" tIns="91425">
            <a:normAutofit/>
          </a:bodyPr>
          <a:lstStyle>
            <a:lvl1pPr indent="-298450" lvl="0" marL="457200" rtl="0" algn="l">
              <a:lnSpc>
                <a:spcPct val="115000"/>
              </a:lnSpc>
              <a:spcBef>
                <a:spcPts val="0"/>
              </a:spcBef>
              <a:spcAft>
                <a:spcPts val="0"/>
              </a:spcAft>
              <a:buClr>
                <a:schemeClr val="lt1"/>
              </a:buClr>
              <a:buSzPts val="1100"/>
              <a:buChar char="●"/>
              <a:defRPr sz="1100">
                <a:solidFill>
                  <a:schemeClr val="lt1"/>
                </a:solidFill>
              </a:defRPr>
            </a:lvl1pPr>
            <a:lvl2pPr indent="-298450" lvl="1" marL="914400" rtl="0" algn="l">
              <a:lnSpc>
                <a:spcPct val="115000"/>
              </a:lnSpc>
              <a:spcBef>
                <a:spcPts val="0"/>
              </a:spcBef>
              <a:spcAft>
                <a:spcPts val="0"/>
              </a:spcAft>
              <a:buClr>
                <a:schemeClr val="lt1"/>
              </a:buClr>
              <a:buSzPts val="1100"/>
              <a:buChar char="○"/>
              <a:defRPr sz="1100">
                <a:solidFill>
                  <a:schemeClr val="lt1"/>
                </a:solidFill>
              </a:defRPr>
            </a:lvl2pPr>
            <a:lvl3pPr indent="-298450" lvl="2" marL="1371600" rtl="0" algn="l">
              <a:lnSpc>
                <a:spcPct val="115000"/>
              </a:lnSpc>
              <a:spcBef>
                <a:spcPts val="0"/>
              </a:spcBef>
              <a:spcAft>
                <a:spcPts val="0"/>
              </a:spcAft>
              <a:buClr>
                <a:schemeClr val="lt1"/>
              </a:buClr>
              <a:buSzPts val="1100"/>
              <a:buChar char="■"/>
              <a:defRPr sz="1100">
                <a:solidFill>
                  <a:schemeClr val="lt1"/>
                </a:solidFill>
              </a:defRPr>
            </a:lvl3pPr>
            <a:lvl4pPr indent="-298450" lvl="3" marL="1828800" rtl="0" algn="l">
              <a:lnSpc>
                <a:spcPct val="115000"/>
              </a:lnSpc>
              <a:spcBef>
                <a:spcPts val="0"/>
              </a:spcBef>
              <a:spcAft>
                <a:spcPts val="0"/>
              </a:spcAft>
              <a:buClr>
                <a:schemeClr val="lt1"/>
              </a:buClr>
              <a:buSzPts val="1100"/>
              <a:buChar char="●"/>
              <a:defRPr sz="1100">
                <a:solidFill>
                  <a:schemeClr val="lt1"/>
                </a:solidFill>
              </a:defRPr>
            </a:lvl4pPr>
            <a:lvl5pPr indent="-298450" lvl="4" marL="2286000" rtl="0" algn="l">
              <a:lnSpc>
                <a:spcPct val="115000"/>
              </a:lnSpc>
              <a:spcBef>
                <a:spcPts val="0"/>
              </a:spcBef>
              <a:spcAft>
                <a:spcPts val="0"/>
              </a:spcAft>
              <a:buClr>
                <a:schemeClr val="lt1"/>
              </a:buClr>
              <a:buSzPts val="1100"/>
              <a:buChar char="○"/>
              <a:defRPr sz="1100">
                <a:solidFill>
                  <a:schemeClr val="lt1"/>
                </a:solidFill>
              </a:defRPr>
            </a:lvl5pPr>
            <a:lvl6pPr indent="-298450" lvl="5" marL="2743200" rtl="0" algn="l">
              <a:lnSpc>
                <a:spcPct val="115000"/>
              </a:lnSpc>
              <a:spcBef>
                <a:spcPts val="0"/>
              </a:spcBef>
              <a:spcAft>
                <a:spcPts val="0"/>
              </a:spcAft>
              <a:buClr>
                <a:schemeClr val="lt1"/>
              </a:buClr>
              <a:buSzPts val="1100"/>
              <a:buChar char="■"/>
              <a:defRPr sz="1100">
                <a:solidFill>
                  <a:schemeClr val="lt1"/>
                </a:solidFill>
              </a:defRPr>
            </a:lvl6pPr>
            <a:lvl7pPr indent="-298450" lvl="6" marL="3200400" rtl="0" algn="l">
              <a:lnSpc>
                <a:spcPct val="115000"/>
              </a:lnSpc>
              <a:spcBef>
                <a:spcPts val="0"/>
              </a:spcBef>
              <a:spcAft>
                <a:spcPts val="0"/>
              </a:spcAft>
              <a:buClr>
                <a:schemeClr val="lt1"/>
              </a:buClr>
              <a:buSzPts val="1100"/>
              <a:buChar char="●"/>
              <a:defRPr sz="1100">
                <a:solidFill>
                  <a:schemeClr val="lt1"/>
                </a:solidFill>
              </a:defRPr>
            </a:lvl7pPr>
            <a:lvl8pPr indent="-298450" lvl="7" marL="3657600" rtl="0" algn="l">
              <a:lnSpc>
                <a:spcPct val="115000"/>
              </a:lnSpc>
              <a:spcBef>
                <a:spcPts val="0"/>
              </a:spcBef>
              <a:spcAft>
                <a:spcPts val="0"/>
              </a:spcAft>
              <a:buClr>
                <a:schemeClr val="lt1"/>
              </a:buClr>
              <a:buSzPts val="1100"/>
              <a:buChar char="○"/>
              <a:defRPr sz="1100">
                <a:solidFill>
                  <a:schemeClr val="lt1"/>
                </a:solidFill>
              </a:defRPr>
            </a:lvl8pPr>
            <a:lvl9pPr indent="-298450" lvl="8" marL="4114800" rtl="0" algn="l">
              <a:lnSpc>
                <a:spcPct val="115000"/>
              </a:lnSpc>
              <a:spcBef>
                <a:spcPts val="0"/>
              </a:spcBef>
              <a:spcAft>
                <a:spcPts val="0"/>
              </a:spcAft>
              <a:buClr>
                <a:schemeClr val="lt1"/>
              </a:buClr>
              <a:buSzPts val="1100"/>
              <a:buChar char="■"/>
              <a:defRPr sz="1100">
                <a:solidFill>
                  <a:schemeClr val="lt1"/>
                </a:solidFill>
              </a:defRPr>
            </a:lvl9pPr>
          </a:lstStyle>
          <a:p/>
        </p:txBody>
      </p:sp>
      <p:sp>
        <p:nvSpPr>
          <p:cNvPr id="740" name="Google Shape;740;p79"/>
          <p:cNvSpPr txBox="1"/>
          <p:nvPr>
            <p:ph idx="3" type="subTitle"/>
          </p:nvPr>
        </p:nvSpPr>
        <p:spPr>
          <a:xfrm>
            <a:off x="505075" y="1669200"/>
            <a:ext cx="2487900" cy="386100"/>
          </a:xfrm>
          <a:prstGeom prst="rect">
            <a:avLst/>
          </a:prstGeom>
          <a:noFill/>
          <a:ln>
            <a:noFill/>
          </a:ln>
        </p:spPr>
        <p:txBody>
          <a:bodyPr anchorCtr="0" anchor="b" bIns="91425" lIns="91425" spcFirstLastPara="1" rIns="91425" wrap="square" tIns="91425">
            <a:normAutofit/>
          </a:bodyPr>
          <a:lstStyle>
            <a:lvl1pPr lvl="0" rtl="0" algn="l">
              <a:lnSpc>
                <a:spcPct val="115000"/>
              </a:lnSpc>
              <a:spcBef>
                <a:spcPts val="0"/>
              </a:spcBef>
              <a:spcAft>
                <a:spcPts val="0"/>
              </a:spcAft>
              <a:buClr>
                <a:schemeClr val="lt1"/>
              </a:buClr>
              <a:buSzPts val="1600"/>
              <a:buFont typeface="Inter Medium"/>
              <a:buNone/>
              <a:defRPr sz="1600">
                <a:solidFill>
                  <a:schemeClr val="lt1"/>
                </a:solidFill>
                <a:latin typeface="Inter Medium"/>
                <a:ea typeface="Inter Medium"/>
                <a:cs typeface="Inter Medium"/>
                <a:sym typeface="Inter Medium"/>
              </a:defRPr>
            </a:lvl1pPr>
            <a:lvl2pPr lvl="1" rtl="0" algn="l">
              <a:lnSpc>
                <a:spcPct val="115000"/>
              </a:lnSpc>
              <a:spcBef>
                <a:spcPts val="0"/>
              </a:spcBef>
              <a:spcAft>
                <a:spcPts val="0"/>
              </a:spcAft>
              <a:buClr>
                <a:schemeClr val="lt1"/>
              </a:buClr>
              <a:buSzPts val="1800"/>
              <a:buFont typeface="Inter Medium"/>
              <a:buNone/>
              <a:defRPr>
                <a:solidFill>
                  <a:schemeClr val="lt1"/>
                </a:solidFill>
                <a:latin typeface="Inter Medium"/>
                <a:ea typeface="Inter Medium"/>
                <a:cs typeface="Inter Medium"/>
                <a:sym typeface="Inter Medium"/>
              </a:defRPr>
            </a:lvl2pPr>
            <a:lvl3pPr lvl="2" rtl="0" algn="l">
              <a:lnSpc>
                <a:spcPct val="115000"/>
              </a:lnSpc>
              <a:spcBef>
                <a:spcPts val="0"/>
              </a:spcBef>
              <a:spcAft>
                <a:spcPts val="0"/>
              </a:spcAft>
              <a:buClr>
                <a:schemeClr val="lt1"/>
              </a:buClr>
              <a:buSzPts val="1800"/>
              <a:buFont typeface="Inter Medium"/>
              <a:buNone/>
              <a:defRPr>
                <a:solidFill>
                  <a:schemeClr val="lt1"/>
                </a:solidFill>
                <a:latin typeface="Inter Medium"/>
                <a:ea typeface="Inter Medium"/>
                <a:cs typeface="Inter Medium"/>
                <a:sym typeface="Inter Medium"/>
              </a:defRPr>
            </a:lvl3pPr>
            <a:lvl4pPr lvl="3" rtl="0" algn="l">
              <a:lnSpc>
                <a:spcPct val="115000"/>
              </a:lnSpc>
              <a:spcBef>
                <a:spcPts val="0"/>
              </a:spcBef>
              <a:spcAft>
                <a:spcPts val="0"/>
              </a:spcAft>
              <a:buClr>
                <a:schemeClr val="lt1"/>
              </a:buClr>
              <a:buSzPts val="1800"/>
              <a:buFont typeface="Inter Medium"/>
              <a:buNone/>
              <a:defRPr>
                <a:solidFill>
                  <a:schemeClr val="lt1"/>
                </a:solidFill>
                <a:latin typeface="Inter Medium"/>
                <a:ea typeface="Inter Medium"/>
                <a:cs typeface="Inter Medium"/>
                <a:sym typeface="Inter Medium"/>
              </a:defRPr>
            </a:lvl4pPr>
            <a:lvl5pPr lvl="4" rtl="0" algn="l">
              <a:lnSpc>
                <a:spcPct val="115000"/>
              </a:lnSpc>
              <a:spcBef>
                <a:spcPts val="0"/>
              </a:spcBef>
              <a:spcAft>
                <a:spcPts val="0"/>
              </a:spcAft>
              <a:buClr>
                <a:schemeClr val="lt1"/>
              </a:buClr>
              <a:buSzPts val="1800"/>
              <a:buFont typeface="Inter Medium"/>
              <a:buNone/>
              <a:defRPr>
                <a:solidFill>
                  <a:schemeClr val="lt1"/>
                </a:solidFill>
                <a:latin typeface="Inter Medium"/>
                <a:ea typeface="Inter Medium"/>
                <a:cs typeface="Inter Medium"/>
                <a:sym typeface="Inter Medium"/>
              </a:defRPr>
            </a:lvl5pPr>
            <a:lvl6pPr lvl="5" rtl="0" algn="l">
              <a:lnSpc>
                <a:spcPct val="115000"/>
              </a:lnSpc>
              <a:spcBef>
                <a:spcPts val="0"/>
              </a:spcBef>
              <a:spcAft>
                <a:spcPts val="0"/>
              </a:spcAft>
              <a:buClr>
                <a:schemeClr val="lt1"/>
              </a:buClr>
              <a:buSzPts val="1800"/>
              <a:buFont typeface="Inter Medium"/>
              <a:buNone/>
              <a:defRPr>
                <a:solidFill>
                  <a:schemeClr val="lt1"/>
                </a:solidFill>
                <a:latin typeface="Inter Medium"/>
                <a:ea typeface="Inter Medium"/>
                <a:cs typeface="Inter Medium"/>
                <a:sym typeface="Inter Medium"/>
              </a:defRPr>
            </a:lvl6pPr>
            <a:lvl7pPr lvl="6" rtl="0" algn="l">
              <a:lnSpc>
                <a:spcPct val="115000"/>
              </a:lnSpc>
              <a:spcBef>
                <a:spcPts val="0"/>
              </a:spcBef>
              <a:spcAft>
                <a:spcPts val="0"/>
              </a:spcAft>
              <a:buClr>
                <a:schemeClr val="lt1"/>
              </a:buClr>
              <a:buSzPts val="1800"/>
              <a:buFont typeface="Inter Medium"/>
              <a:buNone/>
              <a:defRPr>
                <a:solidFill>
                  <a:schemeClr val="lt1"/>
                </a:solidFill>
                <a:latin typeface="Inter Medium"/>
                <a:ea typeface="Inter Medium"/>
                <a:cs typeface="Inter Medium"/>
                <a:sym typeface="Inter Medium"/>
              </a:defRPr>
            </a:lvl7pPr>
            <a:lvl8pPr lvl="7" rtl="0" algn="l">
              <a:lnSpc>
                <a:spcPct val="115000"/>
              </a:lnSpc>
              <a:spcBef>
                <a:spcPts val="0"/>
              </a:spcBef>
              <a:spcAft>
                <a:spcPts val="0"/>
              </a:spcAft>
              <a:buClr>
                <a:schemeClr val="lt1"/>
              </a:buClr>
              <a:buSzPts val="1800"/>
              <a:buFont typeface="Inter Medium"/>
              <a:buNone/>
              <a:defRPr>
                <a:solidFill>
                  <a:schemeClr val="lt1"/>
                </a:solidFill>
                <a:latin typeface="Inter Medium"/>
                <a:ea typeface="Inter Medium"/>
                <a:cs typeface="Inter Medium"/>
                <a:sym typeface="Inter Medium"/>
              </a:defRPr>
            </a:lvl8pPr>
            <a:lvl9pPr lvl="8" rtl="0" algn="l">
              <a:lnSpc>
                <a:spcPct val="115000"/>
              </a:lnSpc>
              <a:spcBef>
                <a:spcPts val="0"/>
              </a:spcBef>
              <a:spcAft>
                <a:spcPts val="0"/>
              </a:spcAft>
              <a:buClr>
                <a:schemeClr val="lt1"/>
              </a:buClr>
              <a:buSzPts val="1800"/>
              <a:buFont typeface="Inter Medium"/>
              <a:buNone/>
              <a:defRPr>
                <a:solidFill>
                  <a:schemeClr val="lt1"/>
                </a:solidFill>
                <a:latin typeface="Inter Medium"/>
                <a:ea typeface="Inter Medium"/>
                <a:cs typeface="Inter Medium"/>
                <a:sym typeface="Inter Medium"/>
              </a:defRPr>
            </a:lvl9pPr>
          </a:lstStyle>
          <a:p/>
        </p:txBody>
      </p:sp>
      <p:sp>
        <p:nvSpPr>
          <p:cNvPr id="741" name="Google Shape;741;p79"/>
          <p:cNvSpPr/>
          <p:nvPr>
            <p:ph idx="4" type="pic"/>
          </p:nvPr>
        </p:nvSpPr>
        <p:spPr>
          <a:xfrm>
            <a:off x="3358251" y="1372373"/>
            <a:ext cx="315900" cy="315900"/>
          </a:xfrm>
          <a:prstGeom prst="rect">
            <a:avLst/>
          </a:prstGeom>
          <a:noFill/>
          <a:ln>
            <a:noFill/>
          </a:ln>
        </p:spPr>
      </p:sp>
      <p:sp>
        <p:nvSpPr>
          <p:cNvPr id="742" name="Google Shape;742;p79"/>
          <p:cNvSpPr txBox="1"/>
          <p:nvPr>
            <p:ph idx="5" type="body"/>
          </p:nvPr>
        </p:nvSpPr>
        <p:spPr>
          <a:xfrm>
            <a:off x="3328050" y="2022300"/>
            <a:ext cx="2487900" cy="2038500"/>
          </a:xfrm>
          <a:prstGeom prst="rect">
            <a:avLst/>
          </a:prstGeom>
          <a:noFill/>
          <a:ln>
            <a:noFill/>
          </a:ln>
        </p:spPr>
        <p:txBody>
          <a:bodyPr anchorCtr="0" anchor="t" bIns="91425" lIns="91425" spcFirstLastPara="1" rIns="91425" wrap="square" tIns="91425">
            <a:normAutofit/>
          </a:bodyPr>
          <a:lstStyle>
            <a:lvl1pPr indent="-298450" lvl="0" marL="457200" rtl="0" algn="l">
              <a:lnSpc>
                <a:spcPct val="115000"/>
              </a:lnSpc>
              <a:spcBef>
                <a:spcPts val="0"/>
              </a:spcBef>
              <a:spcAft>
                <a:spcPts val="0"/>
              </a:spcAft>
              <a:buClr>
                <a:schemeClr val="lt1"/>
              </a:buClr>
              <a:buSzPts val="1100"/>
              <a:buChar char="●"/>
              <a:defRPr sz="1100">
                <a:solidFill>
                  <a:schemeClr val="lt1"/>
                </a:solidFill>
              </a:defRPr>
            </a:lvl1pPr>
            <a:lvl2pPr indent="-298450" lvl="1" marL="914400" rtl="0" algn="l">
              <a:lnSpc>
                <a:spcPct val="115000"/>
              </a:lnSpc>
              <a:spcBef>
                <a:spcPts val="0"/>
              </a:spcBef>
              <a:spcAft>
                <a:spcPts val="0"/>
              </a:spcAft>
              <a:buClr>
                <a:schemeClr val="lt1"/>
              </a:buClr>
              <a:buSzPts val="1100"/>
              <a:buChar char="○"/>
              <a:defRPr sz="1100">
                <a:solidFill>
                  <a:schemeClr val="lt1"/>
                </a:solidFill>
              </a:defRPr>
            </a:lvl2pPr>
            <a:lvl3pPr indent="-298450" lvl="2" marL="1371600" rtl="0" algn="l">
              <a:lnSpc>
                <a:spcPct val="115000"/>
              </a:lnSpc>
              <a:spcBef>
                <a:spcPts val="0"/>
              </a:spcBef>
              <a:spcAft>
                <a:spcPts val="0"/>
              </a:spcAft>
              <a:buClr>
                <a:schemeClr val="lt1"/>
              </a:buClr>
              <a:buSzPts val="1100"/>
              <a:buChar char="■"/>
              <a:defRPr sz="1100">
                <a:solidFill>
                  <a:schemeClr val="lt1"/>
                </a:solidFill>
              </a:defRPr>
            </a:lvl3pPr>
            <a:lvl4pPr indent="-298450" lvl="3" marL="1828800" rtl="0" algn="l">
              <a:lnSpc>
                <a:spcPct val="115000"/>
              </a:lnSpc>
              <a:spcBef>
                <a:spcPts val="0"/>
              </a:spcBef>
              <a:spcAft>
                <a:spcPts val="0"/>
              </a:spcAft>
              <a:buClr>
                <a:schemeClr val="lt1"/>
              </a:buClr>
              <a:buSzPts val="1100"/>
              <a:buChar char="●"/>
              <a:defRPr sz="1100">
                <a:solidFill>
                  <a:schemeClr val="lt1"/>
                </a:solidFill>
              </a:defRPr>
            </a:lvl4pPr>
            <a:lvl5pPr indent="-298450" lvl="4" marL="2286000" rtl="0" algn="l">
              <a:lnSpc>
                <a:spcPct val="115000"/>
              </a:lnSpc>
              <a:spcBef>
                <a:spcPts val="0"/>
              </a:spcBef>
              <a:spcAft>
                <a:spcPts val="0"/>
              </a:spcAft>
              <a:buClr>
                <a:schemeClr val="lt1"/>
              </a:buClr>
              <a:buSzPts val="1100"/>
              <a:buChar char="○"/>
              <a:defRPr sz="1100">
                <a:solidFill>
                  <a:schemeClr val="lt1"/>
                </a:solidFill>
              </a:defRPr>
            </a:lvl5pPr>
            <a:lvl6pPr indent="-298450" lvl="5" marL="2743200" rtl="0" algn="l">
              <a:lnSpc>
                <a:spcPct val="115000"/>
              </a:lnSpc>
              <a:spcBef>
                <a:spcPts val="0"/>
              </a:spcBef>
              <a:spcAft>
                <a:spcPts val="0"/>
              </a:spcAft>
              <a:buClr>
                <a:schemeClr val="lt1"/>
              </a:buClr>
              <a:buSzPts val="1100"/>
              <a:buChar char="■"/>
              <a:defRPr sz="1100">
                <a:solidFill>
                  <a:schemeClr val="lt1"/>
                </a:solidFill>
              </a:defRPr>
            </a:lvl6pPr>
            <a:lvl7pPr indent="-298450" lvl="6" marL="3200400" rtl="0" algn="l">
              <a:lnSpc>
                <a:spcPct val="115000"/>
              </a:lnSpc>
              <a:spcBef>
                <a:spcPts val="0"/>
              </a:spcBef>
              <a:spcAft>
                <a:spcPts val="0"/>
              </a:spcAft>
              <a:buClr>
                <a:schemeClr val="lt1"/>
              </a:buClr>
              <a:buSzPts val="1100"/>
              <a:buChar char="●"/>
              <a:defRPr sz="1100">
                <a:solidFill>
                  <a:schemeClr val="lt1"/>
                </a:solidFill>
              </a:defRPr>
            </a:lvl7pPr>
            <a:lvl8pPr indent="-298450" lvl="7" marL="3657600" rtl="0" algn="l">
              <a:lnSpc>
                <a:spcPct val="115000"/>
              </a:lnSpc>
              <a:spcBef>
                <a:spcPts val="0"/>
              </a:spcBef>
              <a:spcAft>
                <a:spcPts val="0"/>
              </a:spcAft>
              <a:buClr>
                <a:schemeClr val="lt1"/>
              </a:buClr>
              <a:buSzPts val="1100"/>
              <a:buChar char="○"/>
              <a:defRPr sz="1100">
                <a:solidFill>
                  <a:schemeClr val="lt1"/>
                </a:solidFill>
              </a:defRPr>
            </a:lvl8pPr>
            <a:lvl9pPr indent="-298450" lvl="8" marL="4114800" rtl="0" algn="l">
              <a:lnSpc>
                <a:spcPct val="115000"/>
              </a:lnSpc>
              <a:spcBef>
                <a:spcPts val="0"/>
              </a:spcBef>
              <a:spcAft>
                <a:spcPts val="0"/>
              </a:spcAft>
              <a:buClr>
                <a:schemeClr val="lt1"/>
              </a:buClr>
              <a:buSzPts val="1100"/>
              <a:buChar char="■"/>
              <a:defRPr sz="1100">
                <a:solidFill>
                  <a:schemeClr val="lt1"/>
                </a:solidFill>
              </a:defRPr>
            </a:lvl9pPr>
          </a:lstStyle>
          <a:p/>
        </p:txBody>
      </p:sp>
      <p:sp>
        <p:nvSpPr>
          <p:cNvPr id="743" name="Google Shape;743;p79"/>
          <p:cNvSpPr txBox="1"/>
          <p:nvPr>
            <p:ph idx="6" type="subTitle"/>
          </p:nvPr>
        </p:nvSpPr>
        <p:spPr>
          <a:xfrm>
            <a:off x="3328050" y="1669200"/>
            <a:ext cx="2487900" cy="386100"/>
          </a:xfrm>
          <a:prstGeom prst="rect">
            <a:avLst/>
          </a:prstGeom>
          <a:noFill/>
          <a:ln>
            <a:noFill/>
          </a:ln>
        </p:spPr>
        <p:txBody>
          <a:bodyPr anchorCtr="0" anchor="b" bIns="91425" lIns="91425" spcFirstLastPara="1" rIns="91425" wrap="square" tIns="91425">
            <a:normAutofit/>
          </a:bodyPr>
          <a:lstStyle>
            <a:lvl1pPr lvl="0" rtl="0" algn="l">
              <a:lnSpc>
                <a:spcPct val="115000"/>
              </a:lnSpc>
              <a:spcBef>
                <a:spcPts val="0"/>
              </a:spcBef>
              <a:spcAft>
                <a:spcPts val="0"/>
              </a:spcAft>
              <a:buClr>
                <a:schemeClr val="lt1"/>
              </a:buClr>
              <a:buSzPts val="1600"/>
              <a:buFont typeface="Inter Medium"/>
              <a:buNone/>
              <a:defRPr sz="1600">
                <a:solidFill>
                  <a:schemeClr val="lt1"/>
                </a:solidFill>
                <a:latin typeface="Inter Medium"/>
                <a:ea typeface="Inter Medium"/>
                <a:cs typeface="Inter Medium"/>
                <a:sym typeface="Inter Medium"/>
              </a:defRPr>
            </a:lvl1pPr>
            <a:lvl2pPr lvl="1" rtl="0" algn="l">
              <a:lnSpc>
                <a:spcPct val="115000"/>
              </a:lnSpc>
              <a:spcBef>
                <a:spcPts val="0"/>
              </a:spcBef>
              <a:spcAft>
                <a:spcPts val="0"/>
              </a:spcAft>
              <a:buClr>
                <a:schemeClr val="lt1"/>
              </a:buClr>
              <a:buSzPts val="1800"/>
              <a:buFont typeface="Inter Medium"/>
              <a:buNone/>
              <a:defRPr>
                <a:solidFill>
                  <a:schemeClr val="lt1"/>
                </a:solidFill>
                <a:latin typeface="Inter Medium"/>
                <a:ea typeface="Inter Medium"/>
                <a:cs typeface="Inter Medium"/>
                <a:sym typeface="Inter Medium"/>
              </a:defRPr>
            </a:lvl2pPr>
            <a:lvl3pPr lvl="2" rtl="0" algn="l">
              <a:lnSpc>
                <a:spcPct val="115000"/>
              </a:lnSpc>
              <a:spcBef>
                <a:spcPts val="0"/>
              </a:spcBef>
              <a:spcAft>
                <a:spcPts val="0"/>
              </a:spcAft>
              <a:buClr>
                <a:schemeClr val="lt1"/>
              </a:buClr>
              <a:buSzPts val="1800"/>
              <a:buFont typeface="Inter Medium"/>
              <a:buNone/>
              <a:defRPr>
                <a:solidFill>
                  <a:schemeClr val="lt1"/>
                </a:solidFill>
                <a:latin typeface="Inter Medium"/>
                <a:ea typeface="Inter Medium"/>
                <a:cs typeface="Inter Medium"/>
                <a:sym typeface="Inter Medium"/>
              </a:defRPr>
            </a:lvl3pPr>
            <a:lvl4pPr lvl="3" rtl="0" algn="l">
              <a:lnSpc>
                <a:spcPct val="115000"/>
              </a:lnSpc>
              <a:spcBef>
                <a:spcPts val="0"/>
              </a:spcBef>
              <a:spcAft>
                <a:spcPts val="0"/>
              </a:spcAft>
              <a:buClr>
                <a:schemeClr val="lt1"/>
              </a:buClr>
              <a:buSzPts val="1800"/>
              <a:buFont typeface="Inter Medium"/>
              <a:buNone/>
              <a:defRPr>
                <a:solidFill>
                  <a:schemeClr val="lt1"/>
                </a:solidFill>
                <a:latin typeface="Inter Medium"/>
                <a:ea typeface="Inter Medium"/>
                <a:cs typeface="Inter Medium"/>
                <a:sym typeface="Inter Medium"/>
              </a:defRPr>
            </a:lvl4pPr>
            <a:lvl5pPr lvl="4" rtl="0" algn="l">
              <a:lnSpc>
                <a:spcPct val="115000"/>
              </a:lnSpc>
              <a:spcBef>
                <a:spcPts val="0"/>
              </a:spcBef>
              <a:spcAft>
                <a:spcPts val="0"/>
              </a:spcAft>
              <a:buClr>
                <a:schemeClr val="lt1"/>
              </a:buClr>
              <a:buSzPts val="1800"/>
              <a:buFont typeface="Inter Medium"/>
              <a:buNone/>
              <a:defRPr>
                <a:solidFill>
                  <a:schemeClr val="lt1"/>
                </a:solidFill>
                <a:latin typeface="Inter Medium"/>
                <a:ea typeface="Inter Medium"/>
                <a:cs typeface="Inter Medium"/>
                <a:sym typeface="Inter Medium"/>
              </a:defRPr>
            </a:lvl5pPr>
            <a:lvl6pPr lvl="5" rtl="0" algn="l">
              <a:lnSpc>
                <a:spcPct val="115000"/>
              </a:lnSpc>
              <a:spcBef>
                <a:spcPts val="0"/>
              </a:spcBef>
              <a:spcAft>
                <a:spcPts val="0"/>
              </a:spcAft>
              <a:buClr>
                <a:schemeClr val="lt1"/>
              </a:buClr>
              <a:buSzPts val="1800"/>
              <a:buFont typeface="Inter Medium"/>
              <a:buNone/>
              <a:defRPr>
                <a:solidFill>
                  <a:schemeClr val="lt1"/>
                </a:solidFill>
                <a:latin typeface="Inter Medium"/>
                <a:ea typeface="Inter Medium"/>
                <a:cs typeface="Inter Medium"/>
                <a:sym typeface="Inter Medium"/>
              </a:defRPr>
            </a:lvl6pPr>
            <a:lvl7pPr lvl="6" rtl="0" algn="l">
              <a:lnSpc>
                <a:spcPct val="115000"/>
              </a:lnSpc>
              <a:spcBef>
                <a:spcPts val="0"/>
              </a:spcBef>
              <a:spcAft>
                <a:spcPts val="0"/>
              </a:spcAft>
              <a:buClr>
                <a:schemeClr val="lt1"/>
              </a:buClr>
              <a:buSzPts val="1800"/>
              <a:buFont typeface="Inter Medium"/>
              <a:buNone/>
              <a:defRPr>
                <a:solidFill>
                  <a:schemeClr val="lt1"/>
                </a:solidFill>
                <a:latin typeface="Inter Medium"/>
                <a:ea typeface="Inter Medium"/>
                <a:cs typeface="Inter Medium"/>
                <a:sym typeface="Inter Medium"/>
              </a:defRPr>
            </a:lvl7pPr>
            <a:lvl8pPr lvl="7" rtl="0" algn="l">
              <a:lnSpc>
                <a:spcPct val="115000"/>
              </a:lnSpc>
              <a:spcBef>
                <a:spcPts val="0"/>
              </a:spcBef>
              <a:spcAft>
                <a:spcPts val="0"/>
              </a:spcAft>
              <a:buClr>
                <a:schemeClr val="lt1"/>
              </a:buClr>
              <a:buSzPts val="1800"/>
              <a:buFont typeface="Inter Medium"/>
              <a:buNone/>
              <a:defRPr>
                <a:solidFill>
                  <a:schemeClr val="lt1"/>
                </a:solidFill>
                <a:latin typeface="Inter Medium"/>
                <a:ea typeface="Inter Medium"/>
                <a:cs typeface="Inter Medium"/>
                <a:sym typeface="Inter Medium"/>
              </a:defRPr>
            </a:lvl8pPr>
            <a:lvl9pPr lvl="8" rtl="0" algn="l">
              <a:lnSpc>
                <a:spcPct val="115000"/>
              </a:lnSpc>
              <a:spcBef>
                <a:spcPts val="0"/>
              </a:spcBef>
              <a:spcAft>
                <a:spcPts val="0"/>
              </a:spcAft>
              <a:buClr>
                <a:schemeClr val="lt1"/>
              </a:buClr>
              <a:buSzPts val="1800"/>
              <a:buFont typeface="Inter Medium"/>
              <a:buNone/>
              <a:defRPr>
                <a:solidFill>
                  <a:schemeClr val="lt1"/>
                </a:solidFill>
                <a:latin typeface="Inter Medium"/>
                <a:ea typeface="Inter Medium"/>
                <a:cs typeface="Inter Medium"/>
                <a:sym typeface="Inter Medium"/>
              </a:defRPr>
            </a:lvl9pPr>
          </a:lstStyle>
          <a:p/>
        </p:txBody>
      </p:sp>
      <p:sp>
        <p:nvSpPr>
          <p:cNvPr id="744" name="Google Shape;744;p79"/>
          <p:cNvSpPr/>
          <p:nvPr>
            <p:ph idx="7" type="pic"/>
          </p:nvPr>
        </p:nvSpPr>
        <p:spPr>
          <a:xfrm>
            <a:off x="6181226" y="1372373"/>
            <a:ext cx="315900" cy="315900"/>
          </a:xfrm>
          <a:prstGeom prst="rect">
            <a:avLst/>
          </a:prstGeom>
          <a:noFill/>
          <a:ln>
            <a:noFill/>
          </a:ln>
        </p:spPr>
      </p:sp>
      <p:sp>
        <p:nvSpPr>
          <p:cNvPr id="745" name="Google Shape;745;p79"/>
          <p:cNvSpPr txBox="1"/>
          <p:nvPr>
            <p:ph idx="8" type="body"/>
          </p:nvPr>
        </p:nvSpPr>
        <p:spPr>
          <a:xfrm>
            <a:off x="6151025" y="2022300"/>
            <a:ext cx="2487900" cy="2038500"/>
          </a:xfrm>
          <a:prstGeom prst="rect">
            <a:avLst/>
          </a:prstGeom>
          <a:noFill/>
          <a:ln>
            <a:noFill/>
          </a:ln>
        </p:spPr>
        <p:txBody>
          <a:bodyPr anchorCtr="0" anchor="t" bIns="91425" lIns="91425" spcFirstLastPara="1" rIns="91425" wrap="square" tIns="91425">
            <a:normAutofit/>
          </a:bodyPr>
          <a:lstStyle>
            <a:lvl1pPr indent="-298450" lvl="0" marL="457200" rtl="0" algn="l">
              <a:lnSpc>
                <a:spcPct val="115000"/>
              </a:lnSpc>
              <a:spcBef>
                <a:spcPts val="0"/>
              </a:spcBef>
              <a:spcAft>
                <a:spcPts val="0"/>
              </a:spcAft>
              <a:buClr>
                <a:schemeClr val="lt1"/>
              </a:buClr>
              <a:buSzPts val="1100"/>
              <a:buChar char="●"/>
              <a:defRPr sz="1100">
                <a:solidFill>
                  <a:schemeClr val="lt1"/>
                </a:solidFill>
              </a:defRPr>
            </a:lvl1pPr>
            <a:lvl2pPr indent="-298450" lvl="1" marL="914400" rtl="0" algn="l">
              <a:lnSpc>
                <a:spcPct val="115000"/>
              </a:lnSpc>
              <a:spcBef>
                <a:spcPts val="0"/>
              </a:spcBef>
              <a:spcAft>
                <a:spcPts val="0"/>
              </a:spcAft>
              <a:buClr>
                <a:schemeClr val="lt1"/>
              </a:buClr>
              <a:buSzPts val="1100"/>
              <a:buChar char="○"/>
              <a:defRPr sz="1100">
                <a:solidFill>
                  <a:schemeClr val="lt1"/>
                </a:solidFill>
              </a:defRPr>
            </a:lvl2pPr>
            <a:lvl3pPr indent="-298450" lvl="2" marL="1371600" rtl="0" algn="l">
              <a:lnSpc>
                <a:spcPct val="115000"/>
              </a:lnSpc>
              <a:spcBef>
                <a:spcPts val="0"/>
              </a:spcBef>
              <a:spcAft>
                <a:spcPts val="0"/>
              </a:spcAft>
              <a:buClr>
                <a:schemeClr val="lt1"/>
              </a:buClr>
              <a:buSzPts val="1100"/>
              <a:buChar char="■"/>
              <a:defRPr sz="1100">
                <a:solidFill>
                  <a:schemeClr val="lt1"/>
                </a:solidFill>
              </a:defRPr>
            </a:lvl3pPr>
            <a:lvl4pPr indent="-298450" lvl="3" marL="1828800" rtl="0" algn="l">
              <a:lnSpc>
                <a:spcPct val="115000"/>
              </a:lnSpc>
              <a:spcBef>
                <a:spcPts val="0"/>
              </a:spcBef>
              <a:spcAft>
                <a:spcPts val="0"/>
              </a:spcAft>
              <a:buClr>
                <a:schemeClr val="lt1"/>
              </a:buClr>
              <a:buSzPts val="1100"/>
              <a:buChar char="●"/>
              <a:defRPr sz="1100">
                <a:solidFill>
                  <a:schemeClr val="lt1"/>
                </a:solidFill>
              </a:defRPr>
            </a:lvl4pPr>
            <a:lvl5pPr indent="-298450" lvl="4" marL="2286000" rtl="0" algn="l">
              <a:lnSpc>
                <a:spcPct val="115000"/>
              </a:lnSpc>
              <a:spcBef>
                <a:spcPts val="0"/>
              </a:spcBef>
              <a:spcAft>
                <a:spcPts val="0"/>
              </a:spcAft>
              <a:buClr>
                <a:schemeClr val="lt1"/>
              </a:buClr>
              <a:buSzPts val="1100"/>
              <a:buChar char="○"/>
              <a:defRPr sz="1100">
                <a:solidFill>
                  <a:schemeClr val="lt1"/>
                </a:solidFill>
              </a:defRPr>
            </a:lvl5pPr>
            <a:lvl6pPr indent="-298450" lvl="5" marL="2743200" rtl="0" algn="l">
              <a:lnSpc>
                <a:spcPct val="115000"/>
              </a:lnSpc>
              <a:spcBef>
                <a:spcPts val="0"/>
              </a:spcBef>
              <a:spcAft>
                <a:spcPts val="0"/>
              </a:spcAft>
              <a:buClr>
                <a:schemeClr val="lt1"/>
              </a:buClr>
              <a:buSzPts val="1100"/>
              <a:buChar char="■"/>
              <a:defRPr sz="1100">
                <a:solidFill>
                  <a:schemeClr val="lt1"/>
                </a:solidFill>
              </a:defRPr>
            </a:lvl6pPr>
            <a:lvl7pPr indent="-298450" lvl="6" marL="3200400" rtl="0" algn="l">
              <a:lnSpc>
                <a:spcPct val="115000"/>
              </a:lnSpc>
              <a:spcBef>
                <a:spcPts val="0"/>
              </a:spcBef>
              <a:spcAft>
                <a:spcPts val="0"/>
              </a:spcAft>
              <a:buClr>
                <a:schemeClr val="lt1"/>
              </a:buClr>
              <a:buSzPts val="1100"/>
              <a:buChar char="●"/>
              <a:defRPr sz="1100">
                <a:solidFill>
                  <a:schemeClr val="lt1"/>
                </a:solidFill>
              </a:defRPr>
            </a:lvl7pPr>
            <a:lvl8pPr indent="-298450" lvl="7" marL="3657600" rtl="0" algn="l">
              <a:lnSpc>
                <a:spcPct val="115000"/>
              </a:lnSpc>
              <a:spcBef>
                <a:spcPts val="0"/>
              </a:spcBef>
              <a:spcAft>
                <a:spcPts val="0"/>
              </a:spcAft>
              <a:buClr>
                <a:schemeClr val="lt1"/>
              </a:buClr>
              <a:buSzPts val="1100"/>
              <a:buChar char="○"/>
              <a:defRPr sz="1100">
                <a:solidFill>
                  <a:schemeClr val="lt1"/>
                </a:solidFill>
              </a:defRPr>
            </a:lvl8pPr>
            <a:lvl9pPr indent="-298450" lvl="8" marL="4114800" rtl="0" algn="l">
              <a:lnSpc>
                <a:spcPct val="115000"/>
              </a:lnSpc>
              <a:spcBef>
                <a:spcPts val="0"/>
              </a:spcBef>
              <a:spcAft>
                <a:spcPts val="0"/>
              </a:spcAft>
              <a:buClr>
                <a:schemeClr val="lt1"/>
              </a:buClr>
              <a:buSzPts val="1100"/>
              <a:buChar char="■"/>
              <a:defRPr sz="1100">
                <a:solidFill>
                  <a:schemeClr val="lt1"/>
                </a:solidFill>
              </a:defRPr>
            </a:lvl9pPr>
          </a:lstStyle>
          <a:p/>
        </p:txBody>
      </p:sp>
      <p:sp>
        <p:nvSpPr>
          <p:cNvPr id="746" name="Google Shape;746;p79"/>
          <p:cNvSpPr txBox="1"/>
          <p:nvPr>
            <p:ph idx="9" type="subTitle"/>
          </p:nvPr>
        </p:nvSpPr>
        <p:spPr>
          <a:xfrm>
            <a:off x="6151025" y="1669200"/>
            <a:ext cx="2487900" cy="386100"/>
          </a:xfrm>
          <a:prstGeom prst="rect">
            <a:avLst/>
          </a:prstGeom>
          <a:noFill/>
          <a:ln>
            <a:noFill/>
          </a:ln>
        </p:spPr>
        <p:txBody>
          <a:bodyPr anchorCtr="0" anchor="b" bIns="91425" lIns="91425" spcFirstLastPara="1" rIns="91425" wrap="square" tIns="91425">
            <a:normAutofit/>
          </a:bodyPr>
          <a:lstStyle>
            <a:lvl1pPr lvl="0" rtl="0" algn="l">
              <a:lnSpc>
                <a:spcPct val="115000"/>
              </a:lnSpc>
              <a:spcBef>
                <a:spcPts val="0"/>
              </a:spcBef>
              <a:spcAft>
                <a:spcPts val="0"/>
              </a:spcAft>
              <a:buClr>
                <a:schemeClr val="lt1"/>
              </a:buClr>
              <a:buSzPts val="1600"/>
              <a:buFont typeface="Inter Medium"/>
              <a:buNone/>
              <a:defRPr sz="1600">
                <a:solidFill>
                  <a:schemeClr val="lt1"/>
                </a:solidFill>
                <a:latin typeface="Inter Medium"/>
                <a:ea typeface="Inter Medium"/>
                <a:cs typeface="Inter Medium"/>
                <a:sym typeface="Inter Medium"/>
              </a:defRPr>
            </a:lvl1pPr>
            <a:lvl2pPr lvl="1" rtl="0" algn="l">
              <a:lnSpc>
                <a:spcPct val="115000"/>
              </a:lnSpc>
              <a:spcBef>
                <a:spcPts val="0"/>
              </a:spcBef>
              <a:spcAft>
                <a:spcPts val="0"/>
              </a:spcAft>
              <a:buClr>
                <a:schemeClr val="lt1"/>
              </a:buClr>
              <a:buSzPts val="1800"/>
              <a:buFont typeface="Inter Medium"/>
              <a:buNone/>
              <a:defRPr>
                <a:solidFill>
                  <a:schemeClr val="lt1"/>
                </a:solidFill>
                <a:latin typeface="Inter Medium"/>
                <a:ea typeface="Inter Medium"/>
                <a:cs typeface="Inter Medium"/>
                <a:sym typeface="Inter Medium"/>
              </a:defRPr>
            </a:lvl2pPr>
            <a:lvl3pPr lvl="2" rtl="0" algn="l">
              <a:lnSpc>
                <a:spcPct val="115000"/>
              </a:lnSpc>
              <a:spcBef>
                <a:spcPts val="0"/>
              </a:spcBef>
              <a:spcAft>
                <a:spcPts val="0"/>
              </a:spcAft>
              <a:buClr>
                <a:schemeClr val="lt1"/>
              </a:buClr>
              <a:buSzPts val="1800"/>
              <a:buFont typeface="Inter Medium"/>
              <a:buNone/>
              <a:defRPr>
                <a:solidFill>
                  <a:schemeClr val="lt1"/>
                </a:solidFill>
                <a:latin typeface="Inter Medium"/>
                <a:ea typeface="Inter Medium"/>
                <a:cs typeface="Inter Medium"/>
                <a:sym typeface="Inter Medium"/>
              </a:defRPr>
            </a:lvl3pPr>
            <a:lvl4pPr lvl="3" rtl="0" algn="l">
              <a:lnSpc>
                <a:spcPct val="115000"/>
              </a:lnSpc>
              <a:spcBef>
                <a:spcPts val="0"/>
              </a:spcBef>
              <a:spcAft>
                <a:spcPts val="0"/>
              </a:spcAft>
              <a:buClr>
                <a:schemeClr val="lt1"/>
              </a:buClr>
              <a:buSzPts val="1800"/>
              <a:buFont typeface="Inter Medium"/>
              <a:buNone/>
              <a:defRPr>
                <a:solidFill>
                  <a:schemeClr val="lt1"/>
                </a:solidFill>
                <a:latin typeface="Inter Medium"/>
                <a:ea typeface="Inter Medium"/>
                <a:cs typeface="Inter Medium"/>
                <a:sym typeface="Inter Medium"/>
              </a:defRPr>
            </a:lvl4pPr>
            <a:lvl5pPr lvl="4" rtl="0" algn="l">
              <a:lnSpc>
                <a:spcPct val="115000"/>
              </a:lnSpc>
              <a:spcBef>
                <a:spcPts val="0"/>
              </a:spcBef>
              <a:spcAft>
                <a:spcPts val="0"/>
              </a:spcAft>
              <a:buClr>
                <a:schemeClr val="lt1"/>
              </a:buClr>
              <a:buSzPts val="1800"/>
              <a:buFont typeface="Inter Medium"/>
              <a:buNone/>
              <a:defRPr>
                <a:solidFill>
                  <a:schemeClr val="lt1"/>
                </a:solidFill>
                <a:latin typeface="Inter Medium"/>
                <a:ea typeface="Inter Medium"/>
                <a:cs typeface="Inter Medium"/>
                <a:sym typeface="Inter Medium"/>
              </a:defRPr>
            </a:lvl5pPr>
            <a:lvl6pPr lvl="5" rtl="0" algn="l">
              <a:lnSpc>
                <a:spcPct val="115000"/>
              </a:lnSpc>
              <a:spcBef>
                <a:spcPts val="0"/>
              </a:spcBef>
              <a:spcAft>
                <a:spcPts val="0"/>
              </a:spcAft>
              <a:buClr>
                <a:schemeClr val="lt1"/>
              </a:buClr>
              <a:buSzPts val="1800"/>
              <a:buFont typeface="Inter Medium"/>
              <a:buNone/>
              <a:defRPr>
                <a:solidFill>
                  <a:schemeClr val="lt1"/>
                </a:solidFill>
                <a:latin typeface="Inter Medium"/>
                <a:ea typeface="Inter Medium"/>
                <a:cs typeface="Inter Medium"/>
                <a:sym typeface="Inter Medium"/>
              </a:defRPr>
            </a:lvl6pPr>
            <a:lvl7pPr lvl="6" rtl="0" algn="l">
              <a:lnSpc>
                <a:spcPct val="115000"/>
              </a:lnSpc>
              <a:spcBef>
                <a:spcPts val="0"/>
              </a:spcBef>
              <a:spcAft>
                <a:spcPts val="0"/>
              </a:spcAft>
              <a:buClr>
                <a:schemeClr val="lt1"/>
              </a:buClr>
              <a:buSzPts val="1800"/>
              <a:buFont typeface="Inter Medium"/>
              <a:buNone/>
              <a:defRPr>
                <a:solidFill>
                  <a:schemeClr val="lt1"/>
                </a:solidFill>
                <a:latin typeface="Inter Medium"/>
                <a:ea typeface="Inter Medium"/>
                <a:cs typeface="Inter Medium"/>
                <a:sym typeface="Inter Medium"/>
              </a:defRPr>
            </a:lvl7pPr>
            <a:lvl8pPr lvl="7" rtl="0" algn="l">
              <a:lnSpc>
                <a:spcPct val="115000"/>
              </a:lnSpc>
              <a:spcBef>
                <a:spcPts val="0"/>
              </a:spcBef>
              <a:spcAft>
                <a:spcPts val="0"/>
              </a:spcAft>
              <a:buClr>
                <a:schemeClr val="lt1"/>
              </a:buClr>
              <a:buSzPts val="1800"/>
              <a:buFont typeface="Inter Medium"/>
              <a:buNone/>
              <a:defRPr>
                <a:solidFill>
                  <a:schemeClr val="lt1"/>
                </a:solidFill>
                <a:latin typeface="Inter Medium"/>
                <a:ea typeface="Inter Medium"/>
                <a:cs typeface="Inter Medium"/>
                <a:sym typeface="Inter Medium"/>
              </a:defRPr>
            </a:lvl8pPr>
            <a:lvl9pPr lvl="8" rtl="0" algn="l">
              <a:lnSpc>
                <a:spcPct val="115000"/>
              </a:lnSpc>
              <a:spcBef>
                <a:spcPts val="0"/>
              </a:spcBef>
              <a:spcAft>
                <a:spcPts val="0"/>
              </a:spcAft>
              <a:buClr>
                <a:schemeClr val="lt1"/>
              </a:buClr>
              <a:buSzPts val="1800"/>
              <a:buFont typeface="Inter Medium"/>
              <a:buNone/>
              <a:defRPr>
                <a:solidFill>
                  <a:schemeClr val="lt1"/>
                </a:solidFill>
                <a:latin typeface="Inter Medium"/>
                <a:ea typeface="Inter Medium"/>
                <a:cs typeface="Inter Medium"/>
                <a:sym typeface="Inter Medium"/>
              </a:defRPr>
            </a:lvl9pPr>
          </a:lstStyle>
          <a:p/>
        </p:txBody>
      </p:sp>
      <p:sp>
        <p:nvSpPr>
          <p:cNvPr id="747" name="Google Shape;747;p79"/>
          <p:cNvSpPr txBox="1"/>
          <p:nvPr>
            <p:ph idx="12" type="sldNum"/>
          </p:nvPr>
        </p:nvSpPr>
        <p:spPr>
          <a:xfrm>
            <a:off x="8096041" y="4417542"/>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ADADAD"/>
              </a:buClr>
              <a:buSzPts val="1000"/>
              <a:buFont typeface="Helvetica Neue"/>
              <a:buNone/>
              <a:defRPr b="0" i="0" sz="1000" u="none" cap="none" strike="noStrike">
                <a:solidFill>
                  <a:schemeClr val="lt1"/>
                </a:solidFill>
                <a:latin typeface="Inter"/>
                <a:ea typeface="Inter"/>
                <a:cs typeface="Inter"/>
                <a:sym typeface="Inter"/>
              </a:defRPr>
            </a:lvl1pPr>
            <a:lvl2pPr indent="0" lvl="1" marL="0" marR="0" rtl="0" algn="r">
              <a:lnSpc>
                <a:spcPct val="100000"/>
              </a:lnSpc>
              <a:spcBef>
                <a:spcPts val="0"/>
              </a:spcBef>
              <a:spcAft>
                <a:spcPts val="0"/>
              </a:spcAft>
              <a:buClr>
                <a:srgbClr val="ADADAD"/>
              </a:buClr>
              <a:buSzPts val="1000"/>
              <a:buFont typeface="Helvetica Neue"/>
              <a:buNone/>
              <a:defRPr b="0" i="0" sz="1000" u="none" cap="none" strike="noStrike">
                <a:solidFill>
                  <a:schemeClr val="lt1"/>
                </a:solidFill>
                <a:latin typeface="Inter"/>
                <a:ea typeface="Inter"/>
                <a:cs typeface="Inter"/>
                <a:sym typeface="Inter"/>
              </a:defRPr>
            </a:lvl2pPr>
            <a:lvl3pPr indent="0" lvl="2" marL="0" marR="0" rtl="0" algn="r">
              <a:lnSpc>
                <a:spcPct val="100000"/>
              </a:lnSpc>
              <a:spcBef>
                <a:spcPts val="0"/>
              </a:spcBef>
              <a:spcAft>
                <a:spcPts val="0"/>
              </a:spcAft>
              <a:buClr>
                <a:srgbClr val="ADADAD"/>
              </a:buClr>
              <a:buSzPts val="1000"/>
              <a:buFont typeface="Helvetica Neue"/>
              <a:buNone/>
              <a:defRPr b="0" i="0" sz="1000" u="none" cap="none" strike="noStrike">
                <a:solidFill>
                  <a:schemeClr val="lt1"/>
                </a:solidFill>
                <a:latin typeface="Inter"/>
                <a:ea typeface="Inter"/>
                <a:cs typeface="Inter"/>
                <a:sym typeface="Inter"/>
              </a:defRPr>
            </a:lvl3pPr>
            <a:lvl4pPr indent="0" lvl="3" marL="0" marR="0" rtl="0" algn="r">
              <a:lnSpc>
                <a:spcPct val="100000"/>
              </a:lnSpc>
              <a:spcBef>
                <a:spcPts val="0"/>
              </a:spcBef>
              <a:spcAft>
                <a:spcPts val="0"/>
              </a:spcAft>
              <a:buClr>
                <a:srgbClr val="ADADAD"/>
              </a:buClr>
              <a:buSzPts val="1000"/>
              <a:buFont typeface="Helvetica Neue"/>
              <a:buNone/>
              <a:defRPr b="0" i="0" sz="1000" u="none" cap="none" strike="noStrike">
                <a:solidFill>
                  <a:schemeClr val="lt1"/>
                </a:solidFill>
                <a:latin typeface="Inter"/>
                <a:ea typeface="Inter"/>
                <a:cs typeface="Inter"/>
                <a:sym typeface="Inter"/>
              </a:defRPr>
            </a:lvl4pPr>
            <a:lvl5pPr indent="0" lvl="4" marL="0" marR="0" rtl="0" algn="r">
              <a:lnSpc>
                <a:spcPct val="100000"/>
              </a:lnSpc>
              <a:spcBef>
                <a:spcPts val="0"/>
              </a:spcBef>
              <a:spcAft>
                <a:spcPts val="0"/>
              </a:spcAft>
              <a:buClr>
                <a:srgbClr val="ADADAD"/>
              </a:buClr>
              <a:buSzPts val="1000"/>
              <a:buFont typeface="Helvetica Neue"/>
              <a:buNone/>
              <a:defRPr b="0" i="0" sz="1000" u="none" cap="none" strike="noStrike">
                <a:solidFill>
                  <a:schemeClr val="lt1"/>
                </a:solidFill>
                <a:latin typeface="Inter"/>
                <a:ea typeface="Inter"/>
                <a:cs typeface="Inter"/>
                <a:sym typeface="Inter"/>
              </a:defRPr>
            </a:lvl5pPr>
            <a:lvl6pPr indent="0" lvl="5" marL="0" marR="0" rtl="0" algn="r">
              <a:lnSpc>
                <a:spcPct val="100000"/>
              </a:lnSpc>
              <a:spcBef>
                <a:spcPts val="0"/>
              </a:spcBef>
              <a:spcAft>
                <a:spcPts val="0"/>
              </a:spcAft>
              <a:buClr>
                <a:srgbClr val="ADADAD"/>
              </a:buClr>
              <a:buSzPts val="1000"/>
              <a:buFont typeface="Helvetica Neue"/>
              <a:buNone/>
              <a:defRPr b="0" i="0" sz="1000" u="none" cap="none" strike="noStrike">
                <a:solidFill>
                  <a:schemeClr val="lt1"/>
                </a:solidFill>
                <a:latin typeface="Inter"/>
                <a:ea typeface="Inter"/>
                <a:cs typeface="Inter"/>
                <a:sym typeface="Inter"/>
              </a:defRPr>
            </a:lvl6pPr>
            <a:lvl7pPr indent="0" lvl="6" marL="0" marR="0" rtl="0" algn="r">
              <a:lnSpc>
                <a:spcPct val="100000"/>
              </a:lnSpc>
              <a:spcBef>
                <a:spcPts val="0"/>
              </a:spcBef>
              <a:spcAft>
                <a:spcPts val="0"/>
              </a:spcAft>
              <a:buClr>
                <a:srgbClr val="ADADAD"/>
              </a:buClr>
              <a:buSzPts val="1000"/>
              <a:buFont typeface="Helvetica Neue"/>
              <a:buNone/>
              <a:defRPr b="0" i="0" sz="1000" u="none" cap="none" strike="noStrike">
                <a:solidFill>
                  <a:schemeClr val="lt1"/>
                </a:solidFill>
                <a:latin typeface="Inter"/>
                <a:ea typeface="Inter"/>
                <a:cs typeface="Inter"/>
                <a:sym typeface="Inter"/>
              </a:defRPr>
            </a:lvl7pPr>
            <a:lvl8pPr indent="0" lvl="7" marL="0" marR="0" rtl="0" algn="r">
              <a:lnSpc>
                <a:spcPct val="100000"/>
              </a:lnSpc>
              <a:spcBef>
                <a:spcPts val="0"/>
              </a:spcBef>
              <a:spcAft>
                <a:spcPts val="0"/>
              </a:spcAft>
              <a:buClr>
                <a:srgbClr val="ADADAD"/>
              </a:buClr>
              <a:buSzPts val="1000"/>
              <a:buFont typeface="Helvetica Neue"/>
              <a:buNone/>
              <a:defRPr b="0" i="0" sz="1000" u="none" cap="none" strike="noStrike">
                <a:solidFill>
                  <a:schemeClr val="lt1"/>
                </a:solidFill>
                <a:latin typeface="Inter"/>
                <a:ea typeface="Inter"/>
                <a:cs typeface="Inter"/>
                <a:sym typeface="Inter"/>
              </a:defRPr>
            </a:lvl8pPr>
            <a:lvl9pPr indent="0" lvl="8" marL="0" marR="0" rtl="0" algn="r">
              <a:lnSpc>
                <a:spcPct val="100000"/>
              </a:lnSpc>
              <a:spcBef>
                <a:spcPts val="0"/>
              </a:spcBef>
              <a:spcAft>
                <a:spcPts val="0"/>
              </a:spcAft>
              <a:buClr>
                <a:srgbClr val="ADADAD"/>
              </a:buClr>
              <a:buSzPts val="1000"/>
              <a:buFont typeface="Helvetica Neue"/>
              <a:buNone/>
              <a:defRPr b="0" i="0" sz="1000" u="none" cap="none" strike="noStrike">
                <a:solidFill>
                  <a:schemeClr val="lt1"/>
                </a:solidFill>
                <a:latin typeface="Inter"/>
                <a:ea typeface="Inter"/>
                <a:cs typeface="Inter"/>
                <a:sym typeface="Inter"/>
              </a:defRPr>
            </a:lvl9pPr>
          </a:lstStyle>
          <a:p>
            <a:pPr indent="0" lvl="0" marL="0" rtl="0" algn="r">
              <a:spcBef>
                <a:spcPts val="0"/>
              </a:spcBef>
              <a:spcAft>
                <a:spcPts val="0"/>
              </a:spcAft>
              <a:buNone/>
            </a:pPr>
            <a:fld id="{00000000-1234-1234-1234-123412341234}" type="slidenum">
              <a:rPr lang="en"/>
              <a:t>‹#›</a:t>
            </a:fld>
            <a:endParaRPr/>
          </a:p>
        </p:txBody>
      </p:sp>
      <p:sp>
        <p:nvSpPr>
          <p:cNvPr id="748" name="Google Shape;748;p79"/>
          <p:cNvSpPr txBox="1"/>
          <p:nvPr>
            <p:ph idx="13" type="sldNum"/>
          </p:nvPr>
        </p:nvSpPr>
        <p:spPr>
          <a:xfrm>
            <a:off x="8474304" y="4417550"/>
            <a:ext cx="281700" cy="393600"/>
          </a:xfrm>
          <a:prstGeom prst="rect">
            <a:avLst/>
          </a:prstGeom>
          <a:noFill/>
          <a:ln>
            <a:noFill/>
          </a:ln>
        </p:spPr>
        <p:txBody>
          <a:bodyPr anchorCtr="0" anchor="ctr" bIns="91425" lIns="91425" spcFirstLastPara="1" rIns="91425" wrap="square" tIns="91425">
            <a:normAutofit/>
          </a:bodyPr>
          <a:lstStyle>
            <a:lvl1pPr indent="0" lvl="0" marL="0" marR="0" rtl="0" algn="l">
              <a:lnSpc>
                <a:spcPct val="100000"/>
              </a:lnSpc>
              <a:spcBef>
                <a:spcPts val="0"/>
              </a:spcBef>
              <a:spcAft>
                <a:spcPts val="0"/>
              </a:spcAft>
              <a:buClr>
                <a:srgbClr val="ADADAD"/>
              </a:buClr>
              <a:buSzPts val="1000"/>
              <a:buFont typeface="Helvetica Neue"/>
              <a:buNone/>
              <a:defRPr b="0" i="0" sz="1100" u="none" cap="none" strike="noStrike">
                <a:solidFill>
                  <a:srgbClr val="666666"/>
                </a:solidFill>
                <a:latin typeface="Inter"/>
                <a:ea typeface="Inter"/>
                <a:cs typeface="Inter"/>
                <a:sym typeface="Inter"/>
              </a:defRPr>
            </a:lvl1pPr>
            <a:lvl2pPr indent="0" lvl="1" marL="0" marR="0" rtl="0" algn="l">
              <a:lnSpc>
                <a:spcPct val="100000"/>
              </a:lnSpc>
              <a:spcBef>
                <a:spcPts val="0"/>
              </a:spcBef>
              <a:spcAft>
                <a:spcPts val="0"/>
              </a:spcAft>
              <a:buClr>
                <a:srgbClr val="ADADAD"/>
              </a:buClr>
              <a:buSzPts val="1000"/>
              <a:buFont typeface="Helvetica Neue"/>
              <a:buNone/>
              <a:defRPr b="0" i="0" sz="1100" u="none" cap="none" strike="noStrike">
                <a:solidFill>
                  <a:srgbClr val="666666"/>
                </a:solidFill>
                <a:latin typeface="Inter"/>
                <a:ea typeface="Inter"/>
                <a:cs typeface="Inter"/>
                <a:sym typeface="Inter"/>
              </a:defRPr>
            </a:lvl2pPr>
            <a:lvl3pPr indent="0" lvl="2" marL="0" marR="0" rtl="0" algn="l">
              <a:lnSpc>
                <a:spcPct val="100000"/>
              </a:lnSpc>
              <a:spcBef>
                <a:spcPts val="0"/>
              </a:spcBef>
              <a:spcAft>
                <a:spcPts val="0"/>
              </a:spcAft>
              <a:buClr>
                <a:srgbClr val="ADADAD"/>
              </a:buClr>
              <a:buSzPts val="1000"/>
              <a:buFont typeface="Helvetica Neue"/>
              <a:buNone/>
              <a:defRPr b="0" i="0" sz="1100" u="none" cap="none" strike="noStrike">
                <a:solidFill>
                  <a:srgbClr val="666666"/>
                </a:solidFill>
                <a:latin typeface="Inter"/>
                <a:ea typeface="Inter"/>
                <a:cs typeface="Inter"/>
                <a:sym typeface="Inter"/>
              </a:defRPr>
            </a:lvl3pPr>
            <a:lvl4pPr indent="0" lvl="3" marL="0" marR="0" rtl="0" algn="l">
              <a:lnSpc>
                <a:spcPct val="100000"/>
              </a:lnSpc>
              <a:spcBef>
                <a:spcPts val="0"/>
              </a:spcBef>
              <a:spcAft>
                <a:spcPts val="0"/>
              </a:spcAft>
              <a:buClr>
                <a:srgbClr val="ADADAD"/>
              </a:buClr>
              <a:buSzPts val="1000"/>
              <a:buFont typeface="Helvetica Neue"/>
              <a:buNone/>
              <a:defRPr b="0" i="0" sz="1100" u="none" cap="none" strike="noStrike">
                <a:solidFill>
                  <a:srgbClr val="666666"/>
                </a:solidFill>
                <a:latin typeface="Inter"/>
                <a:ea typeface="Inter"/>
                <a:cs typeface="Inter"/>
                <a:sym typeface="Inter"/>
              </a:defRPr>
            </a:lvl4pPr>
            <a:lvl5pPr indent="0" lvl="4" marL="0" marR="0" rtl="0" algn="l">
              <a:lnSpc>
                <a:spcPct val="100000"/>
              </a:lnSpc>
              <a:spcBef>
                <a:spcPts val="0"/>
              </a:spcBef>
              <a:spcAft>
                <a:spcPts val="0"/>
              </a:spcAft>
              <a:buClr>
                <a:srgbClr val="ADADAD"/>
              </a:buClr>
              <a:buSzPts val="1000"/>
              <a:buFont typeface="Helvetica Neue"/>
              <a:buNone/>
              <a:defRPr b="0" i="0" sz="1100" u="none" cap="none" strike="noStrike">
                <a:solidFill>
                  <a:srgbClr val="666666"/>
                </a:solidFill>
                <a:latin typeface="Inter"/>
                <a:ea typeface="Inter"/>
                <a:cs typeface="Inter"/>
                <a:sym typeface="Inter"/>
              </a:defRPr>
            </a:lvl5pPr>
            <a:lvl6pPr indent="0" lvl="5" marL="0" marR="0" rtl="0" algn="l">
              <a:lnSpc>
                <a:spcPct val="100000"/>
              </a:lnSpc>
              <a:spcBef>
                <a:spcPts val="0"/>
              </a:spcBef>
              <a:spcAft>
                <a:spcPts val="0"/>
              </a:spcAft>
              <a:buClr>
                <a:srgbClr val="ADADAD"/>
              </a:buClr>
              <a:buSzPts val="1000"/>
              <a:buFont typeface="Helvetica Neue"/>
              <a:buNone/>
              <a:defRPr b="0" i="0" sz="1100" u="none" cap="none" strike="noStrike">
                <a:solidFill>
                  <a:srgbClr val="666666"/>
                </a:solidFill>
                <a:latin typeface="Inter"/>
                <a:ea typeface="Inter"/>
                <a:cs typeface="Inter"/>
                <a:sym typeface="Inter"/>
              </a:defRPr>
            </a:lvl6pPr>
            <a:lvl7pPr indent="0" lvl="6" marL="0" marR="0" rtl="0" algn="l">
              <a:lnSpc>
                <a:spcPct val="100000"/>
              </a:lnSpc>
              <a:spcBef>
                <a:spcPts val="0"/>
              </a:spcBef>
              <a:spcAft>
                <a:spcPts val="0"/>
              </a:spcAft>
              <a:buClr>
                <a:srgbClr val="ADADAD"/>
              </a:buClr>
              <a:buSzPts val="1000"/>
              <a:buFont typeface="Helvetica Neue"/>
              <a:buNone/>
              <a:defRPr b="0" i="0" sz="1100" u="none" cap="none" strike="noStrike">
                <a:solidFill>
                  <a:srgbClr val="666666"/>
                </a:solidFill>
                <a:latin typeface="Inter"/>
                <a:ea typeface="Inter"/>
                <a:cs typeface="Inter"/>
                <a:sym typeface="Inter"/>
              </a:defRPr>
            </a:lvl7pPr>
            <a:lvl8pPr indent="0" lvl="7" marL="0" marR="0" rtl="0" algn="l">
              <a:lnSpc>
                <a:spcPct val="100000"/>
              </a:lnSpc>
              <a:spcBef>
                <a:spcPts val="0"/>
              </a:spcBef>
              <a:spcAft>
                <a:spcPts val="0"/>
              </a:spcAft>
              <a:buClr>
                <a:srgbClr val="ADADAD"/>
              </a:buClr>
              <a:buSzPts val="1000"/>
              <a:buFont typeface="Helvetica Neue"/>
              <a:buNone/>
              <a:defRPr b="0" i="0" sz="1100" u="none" cap="none" strike="noStrike">
                <a:solidFill>
                  <a:srgbClr val="666666"/>
                </a:solidFill>
                <a:latin typeface="Inter"/>
                <a:ea typeface="Inter"/>
                <a:cs typeface="Inter"/>
                <a:sym typeface="Inter"/>
              </a:defRPr>
            </a:lvl8pPr>
            <a:lvl9pPr indent="0" lvl="8" marL="0" marR="0" rtl="0" algn="l">
              <a:lnSpc>
                <a:spcPct val="100000"/>
              </a:lnSpc>
              <a:spcBef>
                <a:spcPts val="0"/>
              </a:spcBef>
              <a:spcAft>
                <a:spcPts val="0"/>
              </a:spcAft>
              <a:buClr>
                <a:srgbClr val="ADADAD"/>
              </a:buClr>
              <a:buSzPts val="1000"/>
              <a:buFont typeface="Helvetica Neue"/>
              <a:buNone/>
              <a:defRPr b="0" i="0" sz="1100" u="none" cap="none" strike="noStrike">
                <a:solidFill>
                  <a:srgbClr val="666666"/>
                </a:solidFill>
                <a:latin typeface="Inter"/>
                <a:ea typeface="Inter"/>
                <a:cs typeface="Inter"/>
                <a:sym typeface="Inter"/>
              </a:defRPr>
            </a:lvl9pPr>
          </a:lstStyle>
          <a:p>
            <a:pPr indent="0" lvl="0" marL="0" rtl="0" algn="l">
              <a:spcBef>
                <a:spcPts val="0"/>
              </a:spcBef>
              <a:spcAft>
                <a:spcPts val="0"/>
              </a:spcAft>
              <a:buNone/>
            </a:pPr>
            <a:r>
              <a:rPr lang="en"/>
              <a:t xml:space="preserve"> /</a:t>
            </a:r>
            <a:endParaRPr/>
          </a:p>
        </p:txBody>
      </p:sp>
    </p:spTree>
  </p:cSld>
  <p:clrMapOvr>
    <a:masterClrMapping/>
  </p:clrMapOvr>
</p:sldLayout>
</file>

<file path=ppt/slideLayouts/slideLayout7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showMasterSp="0">
  <p:cSld name="Blank">
    <p:bg>
      <p:bgPr>
        <a:gradFill>
          <a:gsLst>
            <a:gs pos="0">
              <a:srgbClr val="0F0F0F"/>
            </a:gs>
            <a:gs pos="100000">
              <a:srgbClr val="000000"/>
            </a:gs>
          </a:gsLst>
          <a:lin ang="5400012" scaled="0"/>
        </a:gradFill>
      </p:bgPr>
    </p:bg>
    <p:spTree>
      <p:nvGrpSpPr>
        <p:cNvPr id="749" name="Shape 749"/>
        <p:cNvGrpSpPr/>
        <p:nvPr/>
      </p:nvGrpSpPr>
      <p:grpSpPr>
        <a:xfrm>
          <a:off x="0" y="0"/>
          <a:ext cx="0" cy="0"/>
          <a:chOff x="0" y="0"/>
          <a:chExt cx="0" cy="0"/>
        </a:xfrm>
      </p:grpSpPr>
      <p:sp>
        <p:nvSpPr>
          <p:cNvPr id="750" name="Google Shape;750;p80"/>
          <p:cNvSpPr txBox="1"/>
          <p:nvPr>
            <p:ph idx="12" type="sldNum"/>
          </p:nvPr>
        </p:nvSpPr>
        <p:spPr>
          <a:xfrm>
            <a:off x="4500549" y="4902974"/>
            <a:ext cx="138300" cy="146100"/>
          </a:xfrm>
          <a:prstGeom prst="rect">
            <a:avLst/>
          </a:prstGeom>
          <a:noFill/>
          <a:ln>
            <a:noFill/>
          </a:ln>
        </p:spPr>
        <p:txBody>
          <a:bodyPr anchorCtr="0" anchor="b" bIns="19050" lIns="19050" spcFirstLastPara="1" rIns="19050" wrap="square" tIns="19050">
            <a:spAutoFit/>
          </a:bodyPr>
          <a:lstStyle>
            <a:lvl1pPr indent="0" lvl="0"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1pPr>
            <a:lvl2pPr indent="0" lvl="1"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2pPr>
            <a:lvl3pPr indent="0" lvl="2"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3pPr>
            <a:lvl4pPr indent="0" lvl="3"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4pPr>
            <a:lvl5pPr indent="0" lvl="4"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5pPr>
            <a:lvl6pPr indent="0" lvl="5"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6pPr>
            <a:lvl7pPr indent="0" lvl="6"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7pPr>
            <a:lvl8pPr indent="0" lvl="7"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8pPr>
            <a:lvl9pPr indent="0" lvl="8"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9pPr>
          </a:lstStyle>
          <a:p>
            <a:pPr indent="0" lvl="0" marL="0" rtl="0" algn="ctr">
              <a:spcBef>
                <a:spcPts val="0"/>
              </a:spcBef>
              <a:spcAft>
                <a:spcPts val="0"/>
              </a:spcAft>
              <a:buNone/>
            </a:pPr>
            <a:fld id="{00000000-1234-1234-1234-123412341234}" type="slidenum">
              <a:rPr lang="en"/>
              <a:t>‹#›</a:t>
            </a:fld>
            <a:endParaRPr sz="1000">
              <a:solidFill>
                <a:srgbClr val="ADADAD"/>
              </a:solidFill>
            </a:endParaRPr>
          </a:p>
        </p:txBody>
      </p:sp>
    </p:spTree>
  </p:cSld>
  <p:clrMapOvr>
    <a:masterClrMapping/>
  </p:clrMapOvr>
</p:sldLayout>
</file>

<file path=ppt/slideLayouts/slideLayout7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mp; Bullets" showMasterSp="0">
  <p:cSld name="Title &amp; Bullets">
    <p:bg>
      <p:bgPr>
        <a:gradFill>
          <a:gsLst>
            <a:gs pos="0">
              <a:srgbClr val="0F0F0F"/>
            </a:gs>
            <a:gs pos="100000">
              <a:srgbClr val="000000"/>
            </a:gs>
          </a:gsLst>
          <a:lin ang="5400012" scaled="0"/>
        </a:gradFill>
      </p:bgPr>
    </p:bg>
    <p:spTree>
      <p:nvGrpSpPr>
        <p:cNvPr id="751" name="Shape 751"/>
        <p:cNvGrpSpPr/>
        <p:nvPr/>
      </p:nvGrpSpPr>
      <p:grpSpPr>
        <a:xfrm>
          <a:off x="0" y="0"/>
          <a:ext cx="0" cy="0"/>
          <a:chOff x="0" y="0"/>
          <a:chExt cx="0" cy="0"/>
        </a:xfrm>
      </p:grpSpPr>
      <p:sp>
        <p:nvSpPr>
          <p:cNvPr id="752" name="Google Shape;752;p81"/>
          <p:cNvSpPr txBox="1"/>
          <p:nvPr>
            <p:ph type="title"/>
          </p:nvPr>
        </p:nvSpPr>
        <p:spPr>
          <a:xfrm>
            <a:off x="452438" y="357188"/>
            <a:ext cx="8239200" cy="537300"/>
          </a:xfrm>
          <a:prstGeom prst="rect">
            <a:avLst/>
          </a:prstGeom>
          <a:noFill/>
          <a:ln>
            <a:noFill/>
          </a:ln>
        </p:spPr>
        <p:txBody>
          <a:bodyPr anchorCtr="0" anchor="t" bIns="19050" lIns="19050" spcFirstLastPara="1" rIns="19050" wrap="square" tIns="19050">
            <a:normAutofit/>
          </a:bodyPr>
          <a:lstStyle>
            <a:lvl1pPr lvl="0" rtl="0" algn="l">
              <a:lnSpc>
                <a:spcPct val="90000"/>
              </a:lnSpc>
              <a:spcBef>
                <a:spcPts val="0"/>
              </a:spcBef>
              <a:spcAft>
                <a:spcPts val="0"/>
              </a:spcAft>
              <a:buClr>
                <a:srgbClr val="FFFFFF"/>
              </a:buClr>
              <a:buSzPts val="3300"/>
              <a:buFont typeface="Helvetica Neue"/>
              <a:buNone/>
              <a:defRPr sz="3300"/>
            </a:lvl1pPr>
            <a:lvl2pPr lvl="1" rtl="0" algn="l">
              <a:lnSpc>
                <a:spcPct val="100000"/>
              </a:lnSpc>
              <a:spcBef>
                <a:spcPts val="0"/>
              </a:spcBef>
              <a:spcAft>
                <a:spcPts val="0"/>
              </a:spcAft>
              <a:buClr>
                <a:srgbClr val="FFFFFF"/>
              </a:buClr>
              <a:buSzPts val="700"/>
              <a:buNone/>
              <a:defRPr/>
            </a:lvl2pPr>
            <a:lvl3pPr lvl="2" rtl="0" algn="l">
              <a:lnSpc>
                <a:spcPct val="100000"/>
              </a:lnSpc>
              <a:spcBef>
                <a:spcPts val="0"/>
              </a:spcBef>
              <a:spcAft>
                <a:spcPts val="0"/>
              </a:spcAft>
              <a:buClr>
                <a:srgbClr val="FFFFFF"/>
              </a:buClr>
              <a:buSzPts val="700"/>
              <a:buNone/>
              <a:defRPr/>
            </a:lvl3pPr>
            <a:lvl4pPr lvl="3" rtl="0" algn="l">
              <a:lnSpc>
                <a:spcPct val="100000"/>
              </a:lnSpc>
              <a:spcBef>
                <a:spcPts val="0"/>
              </a:spcBef>
              <a:spcAft>
                <a:spcPts val="0"/>
              </a:spcAft>
              <a:buClr>
                <a:srgbClr val="FFFFFF"/>
              </a:buClr>
              <a:buSzPts val="700"/>
              <a:buNone/>
              <a:defRPr/>
            </a:lvl4pPr>
            <a:lvl5pPr lvl="4" rtl="0" algn="l">
              <a:lnSpc>
                <a:spcPct val="100000"/>
              </a:lnSpc>
              <a:spcBef>
                <a:spcPts val="0"/>
              </a:spcBef>
              <a:spcAft>
                <a:spcPts val="0"/>
              </a:spcAft>
              <a:buClr>
                <a:srgbClr val="FFFFFF"/>
              </a:buClr>
              <a:buSzPts val="700"/>
              <a:buNone/>
              <a:defRPr/>
            </a:lvl5pPr>
            <a:lvl6pPr lvl="5" rtl="0" algn="l">
              <a:lnSpc>
                <a:spcPct val="100000"/>
              </a:lnSpc>
              <a:spcBef>
                <a:spcPts val="0"/>
              </a:spcBef>
              <a:spcAft>
                <a:spcPts val="0"/>
              </a:spcAft>
              <a:buClr>
                <a:srgbClr val="FFFFFF"/>
              </a:buClr>
              <a:buSzPts val="700"/>
              <a:buNone/>
              <a:defRPr/>
            </a:lvl6pPr>
            <a:lvl7pPr lvl="6" rtl="0" algn="l">
              <a:lnSpc>
                <a:spcPct val="100000"/>
              </a:lnSpc>
              <a:spcBef>
                <a:spcPts val="0"/>
              </a:spcBef>
              <a:spcAft>
                <a:spcPts val="0"/>
              </a:spcAft>
              <a:buClr>
                <a:srgbClr val="FFFFFF"/>
              </a:buClr>
              <a:buSzPts val="700"/>
              <a:buNone/>
              <a:defRPr/>
            </a:lvl7pPr>
            <a:lvl8pPr lvl="7" rtl="0" algn="l">
              <a:lnSpc>
                <a:spcPct val="100000"/>
              </a:lnSpc>
              <a:spcBef>
                <a:spcPts val="0"/>
              </a:spcBef>
              <a:spcAft>
                <a:spcPts val="0"/>
              </a:spcAft>
              <a:buClr>
                <a:srgbClr val="FFFFFF"/>
              </a:buClr>
              <a:buSzPts val="700"/>
              <a:buNone/>
              <a:defRPr/>
            </a:lvl8pPr>
            <a:lvl9pPr lvl="8" rtl="0" algn="l">
              <a:lnSpc>
                <a:spcPct val="100000"/>
              </a:lnSpc>
              <a:spcBef>
                <a:spcPts val="0"/>
              </a:spcBef>
              <a:spcAft>
                <a:spcPts val="0"/>
              </a:spcAft>
              <a:buClr>
                <a:srgbClr val="FFFFFF"/>
              </a:buClr>
              <a:buSzPts val="700"/>
              <a:buNone/>
              <a:defRPr/>
            </a:lvl9pPr>
          </a:lstStyle>
          <a:p/>
        </p:txBody>
      </p:sp>
      <p:sp>
        <p:nvSpPr>
          <p:cNvPr id="753" name="Google Shape;753;p81"/>
          <p:cNvSpPr txBox="1"/>
          <p:nvPr>
            <p:ph idx="1" type="body"/>
          </p:nvPr>
        </p:nvSpPr>
        <p:spPr>
          <a:xfrm>
            <a:off x="452438" y="842236"/>
            <a:ext cx="8239200" cy="350700"/>
          </a:xfrm>
          <a:prstGeom prst="rect">
            <a:avLst/>
          </a:prstGeom>
          <a:noFill/>
          <a:ln>
            <a:noFill/>
          </a:ln>
        </p:spPr>
        <p:txBody>
          <a:bodyPr anchorCtr="0" anchor="t" bIns="17150" lIns="17150" spcFirstLastPara="1" rIns="17150" wrap="square" tIns="17150">
            <a:normAutofit/>
          </a:bodyPr>
          <a:lstStyle>
            <a:lvl1pPr indent="-228600" lvl="0" marL="457200" rtl="0" algn="l">
              <a:lnSpc>
                <a:spcPct val="100000"/>
              </a:lnSpc>
              <a:spcBef>
                <a:spcPts val="0"/>
              </a:spcBef>
              <a:spcAft>
                <a:spcPts val="0"/>
              </a:spcAft>
              <a:buClr>
                <a:srgbClr val="FFFFFF"/>
              </a:buClr>
              <a:buSzPts val="2100"/>
              <a:buFont typeface="Helvetica Neue"/>
              <a:buNone/>
              <a:defRPr sz="2100"/>
            </a:lvl1pPr>
            <a:lvl2pPr indent="-342900" lvl="1" marL="914400" rtl="0" algn="l">
              <a:lnSpc>
                <a:spcPct val="115000"/>
              </a:lnSpc>
              <a:spcBef>
                <a:spcPts val="0"/>
              </a:spcBef>
              <a:spcAft>
                <a:spcPts val="0"/>
              </a:spcAft>
              <a:buSzPts val="1800"/>
              <a:buChar char="○"/>
              <a:defRPr/>
            </a:lvl2pPr>
            <a:lvl3pPr indent="-342900" lvl="2" marL="1371600" rtl="0" algn="l">
              <a:lnSpc>
                <a:spcPct val="115000"/>
              </a:lnSpc>
              <a:spcBef>
                <a:spcPts val="0"/>
              </a:spcBef>
              <a:spcAft>
                <a:spcPts val="0"/>
              </a:spcAft>
              <a:buSzPts val="1800"/>
              <a:buChar char="■"/>
              <a:defRPr/>
            </a:lvl3pPr>
            <a:lvl4pPr indent="-342900" lvl="3" marL="1828800" rtl="0" algn="l">
              <a:lnSpc>
                <a:spcPct val="115000"/>
              </a:lnSpc>
              <a:spcBef>
                <a:spcPts val="0"/>
              </a:spcBef>
              <a:spcAft>
                <a:spcPts val="0"/>
              </a:spcAft>
              <a:buSzPts val="1800"/>
              <a:buChar char="●"/>
              <a:defRPr/>
            </a:lvl4pPr>
            <a:lvl5pPr indent="-342900" lvl="4" marL="2286000" rtl="0" algn="l">
              <a:lnSpc>
                <a:spcPct val="115000"/>
              </a:lnSpc>
              <a:spcBef>
                <a:spcPts val="0"/>
              </a:spcBef>
              <a:spcAft>
                <a:spcPts val="0"/>
              </a:spcAft>
              <a:buSzPts val="1800"/>
              <a:buChar char="○"/>
              <a:defRPr/>
            </a:lvl5pPr>
            <a:lvl6pPr indent="-342900" lvl="5" marL="2743200" rtl="0" algn="l">
              <a:lnSpc>
                <a:spcPct val="115000"/>
              </a:lnSpc>
              <a:spcBef>
                <a:spcPts val="0"/>
              </a:spcBef>
              <a:spcAft>
                <a:spcPts val="0"/>
              </a:spcAft>
              <a:buSzPts val="1800"/>
              <a:buChar char="■"/>
              <a:defRPr/>
            </a:lvl6pPr>
            <a:lvl7pPr indent="-342900" lvl="6" marL="3200400" rtl="0" algn="l">
              <a:lnSpc>
                <a:spcPct val="115000"/>
              </a:lnSpc>
              <a:spcBef>
                <a:spcPts val="0"/>
              </a:spcBef>
              <a:spcAft>
                <a:spcPts val="0"/>
              </a:spcAft>
              <a:buSzPts val="1800"/>
              <a:buChar char="●"/>
              <a:defRPr/>
            </a:lvl7pPr>
            <a:lvl8pPr indent="-342900" lvl="7" marL="3657600" rtl="0" algn="l">
              <a:lnSpc>
                <a:spcPct val="115000"/>
              </a:lnSpc>
              <a:spcBef>
                <a:spcPts val="0"/>
              </a:spcBef>
              <a:spcAft>
                <a:spcPts val="0"/>
              </a:spcAft>
              <a:buSzPts val="1800"/>
              <a:buChar char="○"/>
              <a:defRPr/>
            </a:lvl8pPr>
            <a:lvl9pPr indent="-342900" lvl="8" marL="4114800" rtl="0" algn="l">
              <a:lnSpc>
                <a:spcPct val="115000"/>
              </a:lnSpc>
              <a:spcBef>
                <a:spcPts val="0"/>
              </a:spcBef>
              <a:spcAft>
                <a:spcPts val="0"/>
              </a:spcAft>
              <a:buSzPts val="1800"/>
              <a:buChar char="■"/>
              <a:defRPr/>
            </a:lvl9pPr>
          </a:lstStyle>
          <a:p/>
        </p:txBody>
      </p:sp>
      <p:sp>
        <p:nvSpPr>
          <p:cNvPr id="754" name="Google Shape;754;p81"/>
          <p:cNvSpPr txBox="1"/>
          <p:nvPr>
            <p:ph idx="2" type="body"/>
          </p:nvPr>
        </p:nvSpPr>
        <p:spPr>
          <a:xfrm>
            <a:off x="452438" y="1593189"/>
            <a:ext cx="8239200" cy="3096000"/>
          </a:xfrm>
          <a:prstGeom prst="rect">
            <a:avLst/>
          </a:prstGeom>
          <a:noFill/>
          <a:ln>
            <a:noFill/>
          </a:ln>
        </p:spPr>
        <p:txBody>
          <a:bodyPr anchorCtr="0" anchor="t" bIns="19050" lIns="19050" spcFirstLastPara="1" rIns="19050" wrap="square" tIns="19050">
            <a:normAutofit/>
          </a:bodyPr>
          <a:lstStyle>
            <a:lvl1pPr indent="-279400" lvl="0" marL="457200" rtl="0" algn="l">
              <a:lnSpc>
                <a:spcPct val="90000"/>
              </a:lnSpc>
              <a:spcBef>
                <a:spcPts val="1700"/>
              </a:spcBef>
              <a:spcAft>
                <a:spcPts val="0"/>
              </a:spcAft>
              <a:buClr>
                <a:srgbClr val="FFFFFF"/>
              </a:buClr>
              <a:buSzPts val="800"/>
              <a:buChar char="•"/>
              <a:defRPr/>
            </a:lvl1pPr>
            <a:lvl2pPr indent="-279400" lvl="1" marL="914400" rtl="0" algn="l">
              <a:lnSpc>
                <a:spcPct val="90000"/>
              </a:lnSpc>
              <a:spcBef>
                <a:spcPts val="1700"/>
              </a:spcBef>
              <a:spcAft>
                <a:spcPts val="0"/>
              </a:spcAft>
              <a:buClr>
                <a:srgbClr val="FFFFFF"/>
              </a:buClr>
              <a:buSzPts val="800"/>
              <a:buChar char="•"/>
              <a:defRPr/>
            </a:lvl2pPr>
            <a:lvl3pPr indent="-279400" lvl="2" marL="1371600" rtl="0" algn="l">
              <a:lnSpc>
                <a:spcPct val="90000"/>
              </a:lnSpc>
              <a:spcBef>
                <a:spcPts val="1700"/>
              </a:spcBef>
              <a:spcAft>
                <a:spcPts val="0"/>
              </a:spcAft>
              <a:buClr>
                <a:srgbClr val="FFFFFF"/>
              </a:buClr>
              <a:buSzPts val="800"/>
              <a:buChar char="•"/>
              <a:defRPr/>
            </a:lvl3pPr>
            <a:lvl4pPr indent="-279400" lvl="3" marL="1828800" rtl="0" algn="l">
              <a:lnSpc>
                <a:spcPct val="90000"/>
              </a:lnSpc>
              <a:spcBef>
                <a:spcPts val="1700"/>
              </a:spcBef>
              <a:spcAft>
                <a:spcPts val="0"/>
              </a:spcAft>
              <a:buClr>
                <a:srgbClr val="FFFFFF"/>
              </a:buClr>
              <a:buSzPts val="800"/>
              <a:buChar char="•"/>
              <a:defRPr/>
            </a:lvl4pPr>
            <a:lvl5pPr indent="-279400" lvl="4" marL="2286000" rtl="0" algn="l">
              <a:lnSpc>
                <a:spcPct val="90000"/>
              </a:lnSpc>
              <a:spcBef>
                <a:spcPts val="1700"/>
              </a:spcBef>
              <a:spcAft>
                <a:spcPts val="0"/>
              </a:spcAft>
              <a:buClr>
                <a:srgbClr val="FFFFFF"/>
              </a:buClr>
              <a:buSzPts val="800"/>
              <a:buChar char="•"/>
              <a:defRPr/>
            </a:lvl5pPr>
            <a:lvl6pPr indent="-342900" lvl="5" marL="2743200" rtl="0" algn="l">
              <a:lnSpc>
                <a:spcPct val="115000"/>
              </a:lnSpc>
              <a:spcBef>
                <a:spcPts val="0"/>
              </a:spcBef>
              <a:spcAft>
                <a:spcPts val="0"/>
              </a:spcAft>
              <a:buSzPts val="1800"/>
              <a:buChar char="■"/>
              <a:defRPr/>
            </a:lvl6pPr>
            <a:lvl7pPr indent="-342900" lvl="6" marL="3200400" rtl="0" algn="l">
              <a:lnSpc>
                <a:spcPct val="115000"/>
              </a:lnSpc>
              <a:spcBef>
                <a:spcPts val="0"/>
              </a:spcBef>
              <a:spcAft>
                <a:spcPts val="0"/>
              </a:spcAft>
              <a:buSzPts val="1800"/>
              <a:buChar char="●"/>
              <a:defRPr/>
            </a:lvl7pPr>
            <a:lvl8pPr indent="-342900" lvl="7" marL="3657600" rtl="0" algn="l">
              <a:lnSpc>
                <a:spcPct val="115000"/>
              </a:lnSpc>
              <a:spcBef>
                <a:spcPts val="0"/>
              </a:spcBef>
              <a:spcAft>
                <a:spcPts val="0"/>
              </a:spcAft>
              <a:buSzPts val="1800"/>
              <a:buChar char="○"/>
              <a:defRPr/>
            </a:lvl8pPr>
            <a:lvl9pPr indent="-342900" lvl="8" marL="4114800" rtl="0" algn="l">
              <a:lnSpc>
                <a:spcPct val="115000"/>
              </a:lnSpc>
              <a:spcBef>
                <a:spcPts val="0"/>
              </a:spcBef>
              <a:spcAft>
                <a:spcPts val="0"/>
              </a:spcAft>
              <a:buSzPts val="1800"/>
              <a:buChar char="■"/>
              <a:defRPr/>
            </a:lvl9pPr>
          </a:lstStyle>
          <a:p/>
        </p:txBody>
      </p:sp>
      <p:sp>
        <p:nvSpPr>
          <p:cNvPr id="755" name="Google Shape;755;p81"/>
          <p:cNvSpPr txBox="1"/>
          <p:nvPr>
            <p:ph idx="12" type="sldNum"/>
          </p:nvPr>
        </p:nvSpPr>
        <p:spPr>
          <a:xfrm>
            <a:off x="4500549" y="4902974"/>
            <a:ext cx="138300" cy="146100"/>
          </a:xfrm>
          <a:prstGeom prst="rect">
            <a:avLst/>
          </a:prstGeom>
          <a:noFill/>
          <a:ln>
            <a:noFill/>
          </a:ln>
        </p:spPr>
        <p:txBody>
          <a:bodyPr anchorCtr="0" anchor="b" bIns="19050" lIns="19050" spcFirstLastPara="1" rIns="19050" wrap="square" tIns="19050">
            <a:spAutoFit/>
          </a:bodyPr>
          <a:lstStyle>
            <a:lvl1pPr indent="0" lvl="0"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1pPr>
            <a:lvl2pPr indent="0" lvl="1"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2pPr>
            <a:lvl3pPr indent="0" lvl="2"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3pPr>
            <a:lvl4pPr indent="0" lvl="3"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4pPr>
            <a:lvl5pPr indent="0" lvl="4"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5pPr>
            <a:lvl6pPr indent="0" lvl="5"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6pPr>
            <a:lvl7pPr indent="0" lvl="6"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7pPr>
            <a:lvl8pPr indent="0" lvl="7"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8pPr>
            <a:lvl9pPr indent="0" lvl="8"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9pPr>
          </a:lstStyle>
          <a:p>
            <a:pPr indent="0" lvl="0" marL="0" rtl="0" algn="ctr">
              <a:spcBef>
                <a:spcPts val="0"/>
              </a:spcBef>
              <a:spcAft>
                <a:spcPts val="0"/>
              </a:spcAft>
              <a:buNone/>
            </a:pPr>
            <a:fld id="{00000000-1234-1234-1234-123412341234}" type="slidenum">
              <a:rPr lang="en"/>
              <a:t>‹#›</a:t>
            </a:fld>
            <a:endParaRPr sz="1000">
              <a:solidFill>
                <a:srgbClr val="ADADAD"/>
              </a:solidFill>
            </a:endParaRPr>
          </a:p>
        </p:txBody>
      </p:sp>
    </p:spTree>
  </p:cSld>
  <p:clrMapOvr>
    <a:masterClrMapping/>
  </p:clrMapOvr>
</p:sldLayout>
</file>

<file path=ppt/slideLayouts/slideLayout7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Gradient 5" showMasterSp="0">
  <p:cSld name="Gradient 5">
    <p:bg>
      <p:bgPr>
        <a:gradFill>
          <a:gsLst>
            <a:gs pos="0">
              <a:srgbClr val="242424"/>
            </a:gs>
            <a:gs pos="100000">
              <a:srgbClr val="101010"/>
            </a:gs>
          </a:gsLst>
          <a:lin ang="8100019" scaled="0"/>
        </a:gradFill>
      </p:bgPr>
    </p:bg>
    <p:spTree>
      <p:nvGrpSpPr>
        <p:cNvPr id="756" name="Shape 756"/>
        <p:cNvGrpSpPr/>
        <p:nvPr/>
      </p:nvGrpSpPr>
      <p:grpSpPr>
        <a:xfrm>
          <a:off x="0" y="0"/>
          <a:ext cx="0" cy="0"/>
          <a:chOff x="0" y="0"/>
          <a:chExt cx="0" cy="0"/>
        </a:xfrm>
      </p:grpSpPr>
      <p:pic>
        <p:nvPicPr>
          <p:cNvPr descr="Google Shape;350;p38" id="757" name="Google Shape;757;p82"/>
          <p:cNvPicPr preferRelativeResize="0"/>
          <p:nvPr/>
        </p:nvPicPr>
        <p:blipFill rotWithShape="1">
          <a:blip r:embed="rId2">
            <a:alphaModFix/>
          </a:blip>
          <a:srcRect b="0" l="0" r="0" t="0"/>
          <a:stretch/>
        </p:blipFill>
        <p:spPr>
          <a:xfrm>
            <a:off x="0" y="0"/>
            <a:ext cx="9144003" cy="5143501"/>
          </a:xfrm>
          <a:prstGeom prst="rect">
            <a:avLst/>
          </a:prstGeom>
          <a:noFill/>
          <a:ln>
            <a:noFill/>
          </a:ln>
        </p:spPr>
      </p:pic>
      <p:sp>
        <p:nvSpPr>
          <p:cNvPr id="758" name="Google Shape;758;p82"/>
          <p:cNvSpPr txBox="1"/>
          <p:nvPr>
            <p:ph idx="12" type="sldNum"/>
          </p:nvPr>
        </p:nvSpPr>
        <p:spPr>
          <a:xfrm>
            <a:off x="8695814" y="4694773"/>
            <a:ext cx="325500" cy="330600"/>
          </a:xfrm>
          <a:prstGeom prst="rect">
            <a:avLst/>
          </a:prstGeom>
          <a:noFill/>
          <a:ln>
            <a:noFill/>
          </a:ln>
        </p:spPr>
        <p:txBody>
          <a:bodyPr anchorCtr="0" anchor="ctr" bIns="91425" lIns="91425" spcFirstLastPara="1" rIns="91425" wrap="square" tIns="91425">
            <a:normAutofit lnSpcReduction="10000"/>
          </a:bodyPr>
          <a:lstStyle>
            <a:lvl1pPr indent="0" lvl="0" marL="0" marR="0" rtl="0" algn="r">
              <a:lnSpc>
                <a:spcPct val="100000"/>
              </a:lnSpc>
              <a:spcBef>
                <a:spcPts val="0"/>
              </a:spcBef>
              <a:spcAft>
                <a:spcPts val="0"/>
              </a:spcAft>
              <a:buClr>
                <a:srgbClr val="ADADAD"/>
              </a:buClr>
              <a:buSzPts val="1000"/>
              <a:buFont typeface="Source Code Pro"/>
              <a:buNone/>
              <a:defRPr b="0" i="0" sz="1000" u="none" cap="none" strike="noStrike">
                <a:solidFill>
                  <a:srgbClr val="ADADAD"/>
                </a:solidFill>
                <a:latin typeface="Source Code Pro"/>
                <a:ea typeface="Source Code Pro"/>
                <a:cs typeface="Source Code Pro"/>
                <a:sym typeface="Source Code Pro"/>
              </a:defRPr>
            </a:lvl1pPr>
            <a:lvl2pPr indent="0" lvl="1" marL="0" marR="0" rtl="0" algn="r">
              <a:lnSpc>
                <a:spcPct val="100000"/>
              </a:lnSpc>
              <a:spcBef>
                <a:spcPts val="0"/>
              </a:spcBef>
              <a:spcAft>
                <a:spcPts val="0"/>
              </a:spcAft>
              <a:buClr>
                <a:srgbClr val="ADADAD"/>
              </a:buClr>
              <a:buSzPts val="1000"/>
              <a:buFont typeface="Source Code Pro"/>
              <a:buNone/>
              <a:defRPr b="0" i="0" sz="1000" u="none" cap="none" strike="noStrike">
                <a:solidFill>
                  <a:srgbClr val="ADADAD"/>
                </a:solidFill>
                <a:latin typeface="Source Code Pro"/>
                <a:ea typeface="Source Code Pro"/>
                <a:cs typeface="Source Code Pro"/>
                <a:sym typeface="Source Code Pro"/>
              </a:defRPr>
            </a:lvl2pPr>
            <a:lvl3pPr indent="0" lvl="2" marL="0" marR="0" rtl="0" algn="r">
              <a:lnSpc>
                <a:spcPct val="100000"/>
              </a:lnSpc>
              <a:spcBef>
                <a:spcPts val="0"/>
              </a:spcBef>
              <a:spcAft>
                <a:spcPts val="0"/>
              </a:spcAft>
              <a:buClr>
                <a:srgbClr val="ADADAD"/>
              </a:buClr>
              <a:buSzPts val="1000"/>
              <a:buFont typeface="Source Code Pro"/>
              <a:buNone/>
              <a:defRPr b="0" i="0" sz="1000" u="none" cap="none" strike="noStrike">
                <a:solidFill>
                  <a:srgbClr val="ADADAD"/>
                </a:solidFill>
                <a:latin typeface="Source Code Pro"/>
                <a:ea typeface="Source Code Pro"/>
                <a:cs typeface="Source Code Pro"/>
                <a:sym typeface="Source Code Pro"/>
              </a:defRPr>
            </a:lvl3pPr>
            <a:lvl4pPr indent="0" lvl="3" marL="0" marR="0" rtl="0" algn="r">
              <a:lnSpc>
                <a:spcPct val="100000"/>
              </a:lnSpc>
              <a:spcBef>
                <a:spcPts val="0"/>
              </a:spcBef>
              <a:spcAft>
                <a:spcPts val="0"/>
              </a:spcAft>
              <a:buClr>
                <a:srgbClr val="ADADAD"/>
              </a:buClr>
              <a:buSzPts val="1000"/>
              <a:buFont typeface="Source Code Pro"/>
              <a:buNone/>
              <a:defRPr b="0" i="0" sz="1000" u="none" cap="none" strike="noStrike">
                <a:solidFill>
                  <a:srgbClr val="ADADAD"/>
                </a:solidFill>
                <a:latin typeface="Source Code Pro"/>
                <a:ea typeface="Source Code Pro"/>
                <a:cs typeface="Source Code Pro"/>
                <a:sym typeface="Source Code Pro"/>
              </a:defRPr>
            </a:lvl4pPr>
            <a:lvl5pPr indent="0" lvl="4" marL="0" marR="0" rtl="0" algn="r">
              <a:lnSpc>
                <a:spcPct val="100000"/>
              </a:lnSpc>
              <a:spcBef>
                <a:spcPts val="0"/>
              </a:spcBef>
              <a:spcAft>
                <a:spcPts val="0"/>
              </a:spcAft>
              <a:buClr>
                <a:srgbClr val="ADADAD"/>
              </a:buClr>
              <a:buSzPts val="1000"/>
              <a:buFont typeface="Source Code Pro"/>
              <a:buNone/>
              <a:defRPr b="0" i="0" sz="1000" u="none" cap="none" strike="noStrike">
                <a:solidFill>
                  <a:srgbClr val="ADADAD"/>
                </a:solidFill>
                <a:latin typeface="Source Code Pro"/>
                <a:ea typeface="Source Code Pro"/>
                <a:cs typeface="Source Code Pro"/>
                <a:sym typeface="Source Code Pro"/>
              </a:defRPr>
            </a:lvl5pPr>
            <a:lvl6pPr indent="0" lvl="5" marL="0" marR="0" rtl="0" algn="r">
              <a:lnSpc>
                <a:spcPct val="100000"/>
              </a:lnSpc>
              <a:spcBef>
                <a:spcPts val="0"/>
              </a:spcBef>
              <a:spcAft>
                <a:spcPts val="0"/>
              </a:spcAft>
              <a:buClr>
                <a:srgbClr val="ADADAD"/>
              </a:buClr>
              <a:buSzPts val="1000"/>
              <a:buFont typeface="Source Code Pro"/>
              <a:buNone/>
              <a:defRPr b="0" i="0" sz="1000" u="none" cap="none" strike="noStrike">
                <a:solidFill>
                  <a:srgbClr val="ADADAD"/>
                </a:solidFill>
                <a:latin typeface="Source Code Pro"/>
                <a:ea typeface="Source Code Pro"/>
                <a:cs typeface="Source Code Pro"/>
                <a:sym typeface="Source Code Pro"/>
              </a:defRPr>
            </a:lvl6pPr>
            <a:lvl7pPr indent="0" lvl="6" marL="0" marR="0" rtl="0" algn="r">
              <a:lnSpc>
                <a:spcPct val="100000"/>
              </a:lnSpc>
              <a:spcBef>
                <a:spcPts val="0"/>
              </a:spcBef>
              <a:spcAft>
                <a:spcPts val="0"/>
              </a:spcAft>
              <a:buClr>
                <a:srgbClr val="ADADAD"/>
              </a:buClr>
              <a:buSzPts val="1000"/>
              <a:buFont typeface="Source Code Pro"/>
              <a:buNone/>
              <a:defRPr b="0" i="0" sz="1000" u="none" cap="none" strike="noStrike">
                <a:solidFill>
                  <a:srgbClr val="ADADAD"/>
                </a:solidFill>
                <a:latin typeface="Source Code Pro"/>
                <a:ea typeface="Source Code Pro"/>
                <a:cs typeface="Source Code Pro"/>
                <a:sym typeface="Source Code Pro"/>
              </a:defRPr>
            </a:lvl7pPr>
            <a:lvl8pPr indent="0" lvl="7" marL="0" marR="0" rtl="0" algn="r">
              <a:lnSpc>
                <a:spcPct val="100000"/>
              </a:lnSpc>
              <a:spcBef>
                <a:spcPts val="0"/>
              </a:spcBef>
              <a:spcAft>
                <a:spcPts val="0"/>
              </a:spcAft>
              <a:buClr>
                <a:srgbClr val="ADADAD"/>
              </a:buClr>
              <a:buSzPts val="1000"/>
              <a:buFont typeface="Source Code Pro"/>
              <a:buNone/>
              <a:defRPr b="0" i="0" sz="1000" u="none" cap="none" strike="noStrike">
                <a:solidFill>
                  <a:srgbClr val="ADADAD"/>
                </a:solidFill>
                <a:latin typeface="Source Code Pro"/>
                <a:ea typeface="Source Code Pro"/>
                <a:cs typeface="Source Code Pro"/>
                <a:sym typeface="Source Code Pro"/>
              </a:defRPr>
            </a:lvl8pPr>
            <a:lvl9pPr indent="0" lvl="8" marL="0" marR="0" rtl="0" algn="r">
              <a:lnSpc>
                <a:spcPct val="100000"/>
              </a:lnSpc>
              <a:spcBef>
                <a:spcPts val="0"/>
              </a:spcBef>
              <a:spcAft>
                <a:spcPts val="0"/>
              </a:spcAft>
              <a:buClr>
                <a:srgbClr val="ADADAD"/>
              </a:buClr>
              <a:buSzPts val="1000"/>
              <a:buFont typeface="Source Code Pro"/>
              <a:buNone/>
              <a:defRPr b="0" i="0" sz="1000" u="none" cap="none" strike="noStrike">
                <a:solidFill>
                  <a:srgbClr val="ADADAD"/>
                </a:solidFill>
                <a:latin typeface="Source Code Pro"/>
                <a:ea typeface="Source Code Pro"/>
                <a:cs typeface="Source Code Pro"/>
                <a:sym typeface="Source Code Pro"/>
              </a:defRPr>
            </a:lvl9pPr>
          </a:lstStyle>
          <a:p>
            <a:pPr indent="0" lvl="0" marL="0" rtl="0" algn="r">
              <a:spcBef>
                <a:spcPts val="0"/>
              </a:spcBef>
              <a:spcAft>
                <a:spcPts val="0"/>
              </a:spcAft>
              <a:buNone/>
            </a:pPr>
            <a:fld id="{00000000-1234-1234-1234-123412341234}" type="slidenum">
              <a:rPr lang="en"/>
              <a:t>‹#›</a:t>
            </a:fld>
            <a:endParaRPr>
              <a:latin typeface="Helvetica Neue"/>
              <a:ea typeface="Helvetica Neue"/>
              <a:cs typeface="Helvetica Neue"/>
              <a:sym typeface="Helvetica Neue"/>
            </a:endParaRPr>
          </a:p>
        </p:txBody>
      </p:sp>
    </p:spTree>
  </p:cSld>
  <p:clrMapOvr>
    <a:masterClrMapping/>
  </p:clrMapOvr>
</p:sldLayout>
</file>

<file path=ppt/slideLayouts/slideLayout8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mp; Photo Alt" showMasterSp="0">
  <p:cSld name="Title &amp; Photo Alt">
    <p:bg>
      <p:bgPr>
        <a:gradFill>
          <a:gsLst>
            <a:gs pos="0">
              <a:srgbClr val="0F0F0F"/>
            </a:gs>
            <a:gs pos="100000">
              <a:srgbClr val="000000"/>
            </a:gs>
          </a:gsLst>
          <a:lin ang="5400012" scaled="0"/>
        </a:gradFill>
      </p:bgPr>
    </p:bg>
    <p:spTree>
      <p:nvGrpSpPr>
        <p:cNvPr id="759" name="Shape 759"/>
        <p:cNvGrpSpPr/>
        <p:nvPr/>
      </p:nvGrpSpPr>
      <p:grpSpPr>
        <a:xfrm>
          <a:off x="0" y="0"/>
          <a:ext cx="0" cy="0"/>
          <a:chOff x="0" y="0"/>
          <a:chExt cx="0" cy="0"/>
        </a:xfrm>
      </p:grpSpPr>
      <p:sp>
        <p:nvSpPr>
          <p:cNvPr id="760" name="Google Shape;760;p83"/>
          <p:cNvSpPr txBox="1"/>
          <p:nvPr>
            <p:ph type="title"/>
          </p:nvPr>
        </p:nvSpPr>
        <p:spPr>
          <a:xfrm>
            <a:off x="452438" y="357336"/>
            <a:ext cx="3667200" cy="562500"/>
          </a:xfrm>
          <a:prstGeom prst="rect">
            <a:avLst/>
          </a:prstGeom>
          <a:noFill/>
          <a:ln>
            <a:noFill/>
          </a:ln>
        </p:spPr>
        <p:txBody>
          <a:bodyPr anchorCtr="0" anchor="t" bIns="19050" lIns="19050" spcFirstLastPara="1" rIns="19050" wrap="square" tIns="19050">
            <a:noAutofit/>
          </a:bodyPr>
          <a:lstStyle>
            <a:lvl1pPr lvl="0" rtl="0" algn="l">
              <a:lnSpc>
                <a:spcPct val="90000"/>
              </a:lnSpc>
              <a:spcBef>
                <a:spcPts val="0"/>
              </a:spcBef>
              <a:spcAft>
                <a:spcPts val="0"/>
              </a:spcAft>
              <a:buClr>
                <a:srgbClr val="FFFFFF"/>
              </a:buClr>
              <a:buSzPts val="3300"/>
              <a:buFont typeface="Helvetica Neue"/>
              <a:buNone/>
              <a:defRPr sz="3300"/>
            </a:lvl1pPr>
            <a:lvl2pPr lvl="1" rtl="0" algn="l">
              <a:lnSpc>
                <a:spcPct val="100000"/>
              </a:lnSpc>
              <a:spcBef>
                <a:spcPts val="0"/>
              </a:spcBef>
              <a:spcAft>
                <a:spcPts val="0"/>
              </a:spcAft>
              <a:buClr>
                <a:srgbClr val="FFFFFF"/>
              </a:buClr>
              <a:buSzPts val="700"/>
              <a:buNone/>
              <a:defRPr/>
            </a:lvl2pPr>
            <a:lvl3pPr lvl="2" rtl="0" algn="l">
              <a:lnSpc>
                <a:spcPct val="100000"/>
              </a:lnSpc>
              <a:spcBef>
                <a:spcPts val="0"/>
              </a:spcBef>
              <a:spcAft>
                <a:spcPts val="0"/>
              </a:spcAft>
              <a:buClr>
                <a:srgbClr val="FFFFFF"/>
              </a:buClr>
              <a:buSzPts val="700"/>
              <a:buNone/>
              <a:defRPr/>
            </a:lvl3pPr>
            <a:lvl4pPr lvl="3" rtl="0" algn="l">
              <a:lnSpc>
                <a:spcPct val="100000"/>
              </a:lnSpc>
              <a:spcBef>
                <a:spcPts val="0"/>
              </a:spcBef>
              <a:spcAft>
                <a:spcPts val="0"/>
              </a:spcAft>
              <a:buClr>
                <a:srgbClr val="FFFFFF"/>
              </a:buClr>
              <a:buSzPts val="700"/>
              <a:buNone/>
              <a:defRPr/>
            </a:lvl4pPr>
            <a:lvl5pPr lvl="4" rtl="0" algn="l">
              <a:lnSpc>
                <a:spcPct val="100000"/>
              </a:lnSpc>
              <a:spcBef>
                <a:spcPts val="0"/>
              </a:spcBef>
              <a:spcAft>
                <a:spcPts val="0"/>
              </a:spcAft>
              <a:buClr>
                <a:srgbClr val="FFFFFF"/>
              </a:buClr>
              <a:buSzPts val="700"/>
              <a:buNone/>
              <a:defRPr/>
            </a:lvl5pPr>
            <a:lvl6pPr lvl="5" rtl="0" algn="l">
              <a:lnSpc>
                <a:spcPct val="100000"/>
              </a:lnSpc>
              <a:spcBef>
                <a:spcPts val="0"/>
              </a:spcBef>
              <a:spcAft>
                <a:spcPts val="0"/>
              </a:spcAft>
              <a:buClr>
                <a:srgbClr val="FFFFFF"/>
              </a:buClr>
              <a:buSzPts val="700"/>
              <a:buNone/>
              <a:defRPr/>
            </a:lvl6pPr>
            <a:lvl7pPr lvl="6" rtl="0" algn="l">
              <a:lnSpc>
                <a:spcPct val="100000"/>
              </a:lnSpc>
              <a:spcBef>
                <a:spcPts val="0"/>
              </a:spcBef>
              <a:spcAft>
                <a:spcPts val="0"/>
              </a:spcAft>
              <a:buClr>
                <a:srgbClr val="FFFFFF"/>
              </a:buClr>
              <a:buSzPts val="700"/>
              <a:buNone/>
              <a:defRPr/>
            </a:lvl7pPr>
            <a:lvl8pPr lvl="7" rtl="0" algn="l">
              <a:lnSpc>
                <a:spcPct val="100000"/>
              </a:lnSpc>
              <a:spcBef>
                <a:spcPts val="0"/>
              </a:spcBef>
              <a:spcAft>
                <a:spcPts val="0"/>
              </a:spcAft>
              <a:buClr>
                <a:srgbClr val="FFFFFF"/>
              </a:buClr>
              <a:buSzPts val="700"/>
              <a:buNone/>
              <a:defRPr/>
            </a:lvl8pPr>
            <a:lvl9pPr lvl="8" rtl="0" algn="l">
              <a:lnSpc>
                <a:spcPct val="100000"/>
              </a:lnSpc>
              <a:spcBef>
                <a:spcPts val="0"/>
              </a:spcBef>
              <a:spcAft>
                <a:spcPts val="0"/>
              </a:spcAft>
              <a:buClr>
                <a:srgbClr val="FFFFFF"/>
              </a:buClr>
              <a:buSzPts val="700"/>
              <a:buNone/>
              <a:defRPr/>
            </a:lvl9pPr>
          </a:lstStyle>
          <a:p/>
        </p:txBody>
      </p:sp>
      <p:sp>
        <p:nvSpPr>
          <p:cNvPr id="761" name="Google Shape;761;p83"/>
          <p:cNvSpPr txBox="1"/>
          <p:nvPr>
            <p:ph idx="1" type="body"/>
          </p:nvPr>
        </p:nvSpPr>
        <p:spPr>
          <a:xfrm>
            <a:off x="452438" y="1142766"/>
            <a:ext cx="3667200" cy="2018400"/>
          </a:xfrm>
          <a:prstGeom prst="rect">
            <a:avLst/>
          </a:prstGeom>
          <a:noFill/>
          <a:ln>
            <a:noFill/>
          </a:ln>
        </p:spPr>
        <p:txBody>
          <a:bodyPr anchorCtr="0" anchor="t" bIns="19050" lIns="19050" spcFirstLastPara="1" rIns="19050" wrap="square" tIns="19050">
            <a:noAutofit/>
          </a:bodyPr>
          <a:lstStyle>
            <a:lvl1pPr indent="-228600" lvl="0" marL="457200" rtl="0" algn="l">
              <a:lnSpc>
                <a:spcPct val="100000"/>
              </a:lnSpc>
              <a:spcBef>
                <a:spcPts val="500"/>
              </a:spcBef>
              <a:spcAft>
                <a:spcPts val="0"/>
              </a:spcAft>
              <a:buClr>
                <a:srgbClr val="FFFFFF"/>
              </a:buClr>
              <a:buSzPts val="2100"/>
              <a:buFont typeface="Helvetica Neue"/>
              <a:buNone/>
              <a:defRPr sz="2100"/>
            </a:lvl1pPr>
            <a:lvl2pPr indent="-228600" lvl="1" marL="914400" rtl="0" algn="l">
              <a:lnSpc>
                <a:spcPct val="100000"/>
              </a:lnSpc>
              <a:spcBef>
                <a:spcPts val="500"/>
              </a:spcBef>
              <a:spcAft>
                <a:spcPts val="0"/>
              </a:spcAft>
              <a:buClr>
                <a:srgbClr val="FFFFFF"/>
              </a:buClr>
              <a:buSzPts val="2100"/>
              <a:buFont typeface="Helvetica Neue"/>
              <a:buNone/>
              <a:defRPr sz="2100"/>
            </a:lvl2pPr>
            <a:lvl3pPr indent="-228600" lvl="2" marL="1371600" rtl="0" algn="l">
              <a:lnSpc>
                <a:spcPct val="100000"/>
              </a:lnSpc>
              <a:spcBef>
                <a:spcPts val="500"/>
              </a:spcBef>
              <a:spcAft>
                <a:spcPts val="0"/>
              </a:spcAft>
              <a:buClr>
                <a:srgbClr val="FFFFFF"/>
              </a:buClr>
              <a:buSzPts val="2100"/>
              <a:buFont typeface="Helvetica Neue"/>
              <a:buNone/>
              <a:defRPr sz="2100"/>
            </a:lvl3pPr>
            <a:lvl4pPr indent="-228600" lvl="3" marL="1828800" rtl="0" algn="l">
              <a:lnSpc>
                <a:spcPct val="100000"/>
              </a:lnSpc>
              <a:spcBef>
                <a:spcPts val="500"/>
              </a:spcBef>
              <a:spcAft>
                <a:spcPts val="0"/>
              </a:spcAft>
              <a:buClr>
                <a:srgbClr val="FFFFFF"/>
              </a:buClr>
              <a:buSzPts val="2100"/>
              <a:buFont typeface="Helvetica Neue"/>
              <a:buNone/>
              <a:defRPr sz="2100"/>
            </a:lvl4pPr>
            <a:lvl5pPr indent="-228600" lvl="4" marL="2286000" rtl="0" algn="l">
              <a:lnSpc>
                <a:spcPct val="100000"/>
              </a:lnSpc>
              <a:spcBef>
                <a:spcPts val="500"/>
              </a:spcBef>
              <a:spcAft>
                <a:spcPts val="0"/>
              </a:spcAft>
              <a:buClr>
                <a:srgbClr val="FFFFFF"/>
              </a:buClr>
              <a:buSzPts val="2100"/>
              <a:buFont typeface="Helvetica Neue"/>
              <a:buNone/>
              <a:defRPr sz="2100"/>
            </a:lvl5pPr>
            <a:lvl6pPr indent="-342900" lvl="5" marL="2743200" rtl="0" algn="l">
              <a:lnSpc>
                <a:spcPct val="115000"/>
              </a:lnSpc>
              <a:spcBef>
                <a:spcPts val="0"/>
              </a:spcBef>
              <a:spcAft>
                <a:spcPts val="0"/>
              </a:spcAft>
              <a:buSzPts val="1800"/>
              <a:buChar char="■"/>
              <a:defRPr/>
            </a:lvl6pPr>
            <a:lvl7pPr indent="-342900" lvl="6" marL="3200400" rtl="0" algn="l">
              <a:lnSpc>
                <a:spcPct val="115000"/>
              </a:lnSpc>
              <a:spcBef>
                <a:spcPts val="0"/>
              </a:spcBef>
              <a:spcAft>
                <a:spcPts val="0"/>
              </a:spcAft>
              <a:buSzPts val="1800"/>
              <a:buChar char="●"/>
              <a:defRPr/>
            </a:lvl7pPr>
            <a:lvl8pPr indent="-342900" lvl="7" marL="3657600" rtl="0" algn="l">
              <a:lnSpc>
                <a:spcPct val="115000"/>
              </a:lnSpc>
              <a:spcBef>
                <a:spcPts val="0"/>
              </a:spcBef>
              <a:spcAft>
                <a:spcPts val="0"/>
              </a:spcAft>
              <a:buSzPts val="1800"/>
              <a:buChar char="○"/>
              <a:defRPr/>
            </a:lvl8pPr>
            <a:lvl9pPr indent="-342900" lvl="8" marL="4114800" rtl="0" algn="l">
              <a:lnSpc>
                <a:spcPct val="115000"/>
              </a:lnSpc>
              <a:spcBef>
                <a:spcPts val="0"/>
              </a:spcBef>
              <a:spcAft>
                <a:spcPts val="0"/>
              </a:spcAft>
              <a:buSzPts val="1800"/>
              <a:buChar char="■"/>
              <a:defRPr/>
            </a:lvl9pPr>
          </a:lstStyle>
          <a:p/>
        </p:txBody>
      </p:sp>
      <p:pic>
        <p:nvPicPr>
          <p:cNvPr descr="Google Shape;116;p20" id="762" name="Google Shape;762;p83"/>
          <p:cNvPicPr preferRelativeResize="0"/>
          <p:nvPr/>
        </p:nvPicPr>
        <p:blipFill rotWithShape="1">
          <a:blip r:embed="rId2">
            <a:alphaModFix/>
          </a:blip>
          <a:srcRect b="2121" l="42797" r="9085" t="2786"/>
          <a:stretch/>
        </p:blipFill>
        <p:spPr>
          <a:xfrm>
            <a:off x="4516925" y="0"/>
            <a:ext cx="4626898" cy="5143500"/>
          </a:xfrm>
          <a:prstGeom prst="rect">
            <a:avLst/>
          </a:prstGeom>
          <a:noFill/>
          <a:ln>
            <a:noFill/>
          </a:ln>
        </p:spPr>
      </p:pic>
      <p:sp>
        <p:nvSpPr>
          <p:cNvPr id="763" name="Google Shape;763;p83"/>
          <p:cNvSpPr txBox="1"/>
          <p:nvPr>
            <p:ph idx="12" type="sldNum"/>
          </p:nvPr>
        </p:nvSpPr>
        <p:spPr>
          <a:xfrm>
            <a:off x="4500549" y="4904562"/>
            <a:ext cx="138300" cy="146100"/>
          </a:xfrm>
          <a:prstGeom prst="rect">
            <a:avLst/>
          </a:prstGeom>
          <a:noFill/>
          <a:ln>
            <a:noFill/>
          </a:ln>
        </p:spPr>
        <p:txBody>
          <a:bodyPr anchorCtr="0" anchor="b" bIns="19050" lIns="19050" spcFirstLastPara="1" rIns="19050" wrap="square" tIns="19050">
            <a:spAutoFit/>
          </a:bodyPr>
          <a:lstStyle>
            <a:lvl1pPr indent="0" lvl="0"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1pPr>
            <a:lvl2pPr indent="0" lvl="1"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2pPr>
            <a:lvl3pPr indent="0" lvl="2"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3pPr>
            <a:lvl4pPr indent="0" lvl="3"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4pPr>
            <a:lvl5pPr indent="0" lvl="4"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5pPr>
            <a:lvl6pPr indent="0" lvl="5"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6pPr>
            <a:lvl7pPr indent="0" lvl="6"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7pPr>
            <a:lvl8pPr indent="0" lvl="7"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8pPr>
            <a:lvl9pPr indent="0" lvl="8"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9pPr>
          </a:lstStyle>
          <a:p>
            <a:pPr indent="0" lvl="0" marL="0" rtl="0" algn="ctr">
              <a:spcBef>
                <a:spcPts val="0"/>
              </a:spcBef>
              <a:spcAft>
                <a:spcPts val="0"/>
              </a:spcAft>
              <a:buNone/>
            </a:pPr>
            <a:fld id="{00000000-1234-1234-1234-123412341234}" type="slidenum">
              <a:rPr lang="en"/>
              <a:t>‹#›</a:t>
            </a:fld>
            <a:endParaRPr sz="1000">
              <a:solidFill>
                <a:srgbClr val="ADADAD"/>
              </a:solidFill>
            </a:endParaRPr>
          </a:p>
        </p:txBody>
      </p:sp>
    </p:spTree>
  </p:cSld>
  <p:clrMapOvr>
    <a:masterClrMapping/>
  </p:clrMapOvr>
</p:sldLayout>
</file>

<file path=ppt/slideLayouts/slideLayout8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Gradient 2" showMasterSp="0">
  <p:cSld name="Gradient 2">
    <p:spTree>
      <p:nvGrpSpPr>
        <p:cNvPr id="764" name="Shape 764"/>
        <p:cNvGrpSpPr/>
        <p:nvPr/>
      </p:nvGrpSpPr>
      <p:grpSpPr>
        <a:xfrm>
          <a:off x="0" y="0"/>
          <a:ext cx="0" cy="0"/>
          <a:chOff x="0" y="0"/>
          <a:chExt cx="0" cy="0"/>
        </a:xfrm>
      </p:grpSpPr>
      <p:pic>
        <p:nvPicPr>
          <p:cNvPr descr="Google Shape;236;p31" id="765" name="Google Shape;765;p84"/>
          <p:cNvPicPr preferRelativeResize="0"/>
          <p:nvPr/>
        </p:nvPicPr>
        <p:blipFill rotWithShape="1">
          <a:blip r:embed="rId2">
            <a:alphaModFix/>
          </a:blip>
          <a:srcRect b="0" l="0" r="0" t="0"/>
          <a:stretch/>
        </p:blipFill>
        <p:spPr>
          <a:xfrm>
            <a:off x="0" y="0"/>
            <a:ext cx="9144003" cy="5143501"/>
          </a:xfrm>
          <a:prstGeom prst="rect">
            <a:avLst/>
          </a:prstGeom>
          <a:noFill/>
          <a:ln>
            <a:noFill/>
          </a:ln>
        </p:spPr>
      </p:pic>
      <p:sp>
        <p:nvSpPr>
          <p:cNvPr id="766" name="Google Shape;766;p84"/>
          <p:cNvSpPr txBox="1"/>
          <p:nvPr>
            <p:ph idx="12" type="sldNum"/>
          </p:nvPr>
        </p:nvSpPr>
        <p:spPr>
          <a:xfrm>
            <a:off x="8695814" y="4694773"/>
            <a:ext cx="325500" cy="330600"/>
          </a:xfrm>
          <a:prstGeom prst="rect">
            <a:avLst/>
          </a:prstGeom>
          <a:noFill/>
          <a:ln>
            <a:noFill/>
          </a:ln>
        </p:spPr>
        <p:txBody>
          <a:bodyPr anchorCtr="0" anchor="ctr" bIns="91425" lIns="91425" spcFirstLastPara="1" rIns="91425" wrap="square" tIns="91425">
            <a:normAutofit lnSpcReduction="10000"/>
          </a:bodyPr>
          <a:lstStyle>
            <a:lvl1pPr indent="0" lvl="0" marL="0" marR="0" rtl="0" algn="r">
              <a:lnSpc>
                <a:spcPct val="100000"/>
              </a:lnSpc>
              <a:spcBef>
                <a:spcPts val="0"/>
              </a:spcBef>
              <a:spcAft>
                <a:spcPts val="0"/>
              </a:spcAft>
              <a:buClr>
                <a:srgbClr val="ADADAD"/>
              </a:buClr>
              <a:buSzPts val="1000"/>
              <a:buFont typeface="Source Code Pro"/>
              <a:buNone/>
              <a:defRPr b="0" i="0" sz="1000" u="none" cap="none" strike="noStrike">
                <a:solidFill>
                  <a:srgbClr val="ADADAD"/>
                </a:solidFill>
                <a:latin typeface="Source Code Pro"/>
                <a:ea typeface="Source Code Pro"/>
                <a:cs typeface="Source Code Pro"/>
                <a:sym typeface="Source Code Pro"/>
              </a:defRPr>
            </a:lvl1pPr>
            <a:lvl2pPr indent="0" lvl="1" marL="0" marR="0" rtl="0" algn="r">
              <a:lnSpc>
                <a:spcPct val="100000"/>
              </a:lnSpc>
              <a:spcBef>
                <a:spcPts val="0"/>
              </a:spcBef>
              <a:spcAft>
                <a:spcPts val="0"/>
              </a:spcAft>
              <a:buClr>
                <a:srgbClr val="ADADAD"/>
              </a:buClr>
              <a:buSzPts val="1000"/>
              <a:buFont typeface="Source Code Pro"/>
              <a:buNone/>
              <a:defRPr b="0" i="0" sz="1000" u="none" cap="none" strike="noStrike">
                <a:solidFill>
                  <a:srgbClr val="ADADAD"/>
                </a:solidFill>
                <a:latin typeface="Source Code Pro"/>
                <a:ea typeface="Source Code Pro"/>
                <a:cs typeface="Source Code Pro"/>
                <a:sym typeface="Source Code Pro"/>
              </a:defRPr>
            </a:lvl2pPr>
            <a:lvl3pPr indent="0" lvl="2" marL="0" marR="0" rtl="0" algn="r">
              <a:lnSpc>
                <a:spcPct val="100000"/>
              </a:lnSpc>
              <a:spcBef>
                <a:spcPts val="0"/>
              </a:spcBef>
              <a:spcAft>
                <a:spcPts val="0"/>
              </a:spcAft>
              <a:buClr>
                <a:srgbClr val="ADADAD"/>
              </a:buClr>
              <a:buSzPts val="1000"/>
              <a:buFont typeface="Source Code Pro"/>
              <a:buNone/>
              <a:defRPr b="0" i="0" sz="1000" u="none" cap="none" strike="noStrike">
                <a:solidFill>
                  <a:srgbClr val="ADADAD"/>
                </a:solidFill>
                <a:latin typeface="Source Code Pro"/>
                <a:ea typeface="Source Code Pro"/>
                <a:cs typeface="Source Code Pro"/>
                <a:sym typeface="Source Code Pro"/>
              </a:defRPr>
            </a:lvl3pPr>
            <a:lvl4pPr indent="0" lvl="3" marL="0" marR="0" rtl="0" algn="r">
              <a:lnSpc>
                <a:spcPct val="100000"/>
              </a:lnSpc>
              <a:spcBef>
                <a:spcPts val="0"/>
              </a:spcBef>
              <a:spcAft>
                <a:spcPts val="0"/>
              </a:spcAft>
              <a:buClr>
                <a:srgbClr val="ADADAD"/>
              </a:buClr>
              <a:buSzPts val="1000"/>
              <a:buFont typeface="Source Code Pro"/>
              <a:buNone/>
              <a:defRPr b="0" i="0" sz="1000" u="none" cap="none" strike="noStrike">
                <a:solidFill>
                  <a:srgbClr val="ADADAD"/>
                </a:solidFill>
                <a:latin typeface="Source Code Pro"/>
                <a:ea typeface="Source Code Pro"/>
                <a:cs typeface="Source Code Pro"/>
                <a:sym typeface="Source Code Pro"/>
              </a:defRPr>
            </a:lvl4pPr>
            <a:lvl5pPr indent="0" lvl="4" marL="0" marR="0" rtl="0" algn="r">
              <a:lnSpc>
                <a:spcPct val="100000"/>
              </a:lnSpc>
              <a:spcBef>
                <a:spcPts val="0"/>
              </a:spcBef>
              <a:spcAft>
                <a:spcPts val="0"/>
              </a:spcAft>
              <a:buClr>
                <a:srgbClr val="ADADAD"/>
              </a:buClr>
              <a:buSzPts val="1000"/>
              <a:buFont typeface="Source Code Pro"/>
              <a:buNone/>
              <a:defRPr b="0" i="0" sz="1000" u="none" cap="none" strike="noStrike">
                <a:solidFill>
                  <a:srgbClr val="ADADAD"/>
                </a:solidFill>
                <a:latin typeface="Source Code Pro"/>
                <a:ea typeface="Source Code Pro"/>
                <a:cs typeface="Source Code Pro"/>
                <a:sym typeface="Source Code Pro"/>
              </a:defRPr>
            </a:lvl5pPr>
            <a:lvl6pPr indent="0" lvl="5" marL="0" marR="0" rtl="0" algn="r">
              <a:lnSpc>
                <a:spcPct val="100000"/>
              </a:lnSpc>
              <a:spcBef>
                <a:spcPts val="0"/>
              </a:spcBef>
              <a:spcAft>
                <a:spcPts val="0"/>
              </a:spcAft>
              <a:buClr>
                <a:srgbClr val="ADADAD"/>
              </a:buClr>
              <a:buSzPts val="1000"/>
              <a:buFont typeface="Source Code Pro"/>
              <a:buNone/>
              <a:defRPr b="0" i="0" sz="1000" u="none" cap="none" strike="noStrike">
                <a:solidFill>
                  <a:srgbClr val="ADADAD"/>
                </a:solidFill>
                <a:latin typeface="Source Code Pro"/>
                <a:ea typeface="Source Code Pro"/>
                <a:cs typeface="Source Code Pro"/>
                <a:sym typeface="Source Code Pro"/>
              </a:defRPr>
            </a:lvl6pPr>
            <a:lvl7pPr indent="0" lvl="6" marL="0" marR="0" rtl="0" algn="r">
              <a:lnSpc>
                <a:spcPct val="100000"/>
              </a:lnSpc>
              <a:spcBef>
                <a:spcPts val="0"/>
              </a:spcBef>
              <a:spcAft>
                <a:spcPts val="0"/>
              </a:spcAft>
              <a:buClr>
                <a:srgbClr val="ADADAD"/>
              </a:buClr>
              <a:buSzPts val="1000"/>
              <a:buFont typeface="Source Code Pro"/>
              <a:buNone/>
              <a:defRPr b="0" i="0" sz="1000" u="none" cap="none" strike="noStrike">
                <a:solidFill>
                  <a:srgbClr val="ADADAD"/>
                </a:solidFill>
                <a:latin typeface="Source Code Pro"/>
                <a:ea typeface="Source Code Pro"/>
                <a:cs typeface="Source Code Pro"/>
                <a:sym typeface="Source Code Pro"/>
              </a:defRPr>
            </a:lvl7pPr>
            <a:lvl8pPr indent="0" lvl="7" marL="0" marR="0" rtl="0" algn="r">
              <a:lnSpc>
                <a:spcPct val="100000"/>
              </a:lnSpc>
              <a:spcBef>
                <a:spcPts val="0"/>
              </a:spcBef>
              <a:spcAft>
                <a:spcPts val="0"/>
              </a:spcAft>
              <a:buClr>
                <a:srgbClr val="ADADAD"/>
              </a:buClr>
              <a:buSzPts val="1000"/>
              <a:buFont typeface="Source Code Pro"/>
              <a:buNone/>
              <a:defRPr b="0" i="0" sz="1000" u="none" cap="none" strike="noStrike">
                <a:solidFill>
                  <a:srgbClr val="ADADAD"/>
                </a:solidFill>
                <a:latin typeface="Source Code Pro"/>
                <a:ea typeface="Source Code Pro"/>
                <a:cs typeface="Source Code Pro"/>
                <a:sym typeface="Source Code Pro"/>
              </a:defRPr>
            </a:lvl8pPr>
            <a:lvl9pPr indent="0" lvl="8" marL="0" marR="0" rtl="0" algn="r">
              <a:lnSpc>
                <a:spcPct val="100000"/>
              </a:lnSpc>
              <a:spcBef>
                <a:spcPts val="0"/>
              </a:spcBef>
              <a:spcAft>
                <a:spcPts val="0"/>
              </a:spcAft>
              <a:buClr>
                <a:srgbClr val="ADADAD"/>
              </a:buClr>
              <a:buSzPts val="1000"/>
              <a:buFont typeface="Source Code Pro"/>
              <a:buNone/>
              <a:defRPr b="0" i="0" sz="1000" u="none" cap="none" strike="noStrike">
                <a:solidFill>
                  <a:srgbClr val="ADADAD"/>
                </a:solidFill>
                <a:latin typeface="Source Code Pro"/>
                <a:ea typeface="Source Code Pro"/>
                <a:cs typeface="Source Code Pro"/>
                <a:sym typeface="Source Code Pro"/>
              </a:defRPr>
            </a:lvl9pPr>
          </a:lstStyle>
          <a:p>
            <a:pPr indent="0" lvl="0" marL="0" rtl="0" algn="r">
              <a:spcBef>
                <a:spcPts val="0"/>
              </a:spcBef>
              <a:spcAft>
                <a:spcPts val="0"/>
              </a:spcAft>
              <a:buNone/>
            </a:pPr>
            <a:fld id="{00000000-1234-1234-1234-123412341234}" type="slidenum">
              <a:rPr lang="en"/>
              <a:t>‹#›</a:t>
            </a:fld>
            <a:endParaRPr>
              <a:latin typeface="Helvetica Neue"/>
              <a:ea typeface="Helvetica Neue"/>
              <a:cs typeface="Helvetica Neue"/>
              <a:sym typeface="Helvetica Neue"/>
            </a:endParaRPr>
          </a:p>
        </p:txBody>
      </p:sp>
    </p:spTree>
  </p:cSld>
  <p:clrMapOvr>
    <a:masterClrMapping/>
  </p:clrMapOvr>
</p:sldLayout>
</file>

<file path=ppt/slideLayouts/slideLayout8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Gradient 6" showMasterSp="0">
  <p:cSld name="Gradient 6">
    <p:bg>
      <p:bgPr>
        <a:gradFill>
          <a:gsLst>
            <a:gs pos="0">
              <a:srgbClr val="242424"/>
            </a:gs>
            <a:gs pos="100000">
              <a:srgbClr val="101010"/>
            </a:gs>
          </a:gsLst>
          <a:lin ang="8100019" scaled="0"/>
        </a:gradFill>
      </p:bgPr>
    </p:bg>
    <p:spTree>
      <p:nvGrpSpPr>
        <p:cNvPr id="767" name="Shape 767"/>
        <p:cNvGrpSpPr/>
        <p:nvPr/>
      </p:nvGrpSpPr>
      <p:grpSpPr>
        <a:xfrm>
          <a:off x="0" y="0"/>
          <a:ext cx="0" cy="0"/>
          <a:chOff x="0" y="0"/>
          <a:chExt cx="0" cy="0"/>
        </a:xfrm>
      </p:grpSpPr>
      <p:pic>
        <p:nvPicPr>
          <p:cNvPr descr="Google Shape;376;p41" id="768" name="Google Shape;768;p85"/>
          <p:cNvPicPr preferRelativeResize="0"/>
          <p:nvPr/>
        </p:nvPicPr>
        <p:blipFill rotWithShape="1">
          <a:blip r:embed="rId2">
            <a:alphaModFix/>
          </a:blip>
          <a:srcRect b="0" l="0" r="0" t="0"/>
          <a:stretch/>
        </p:blipFill>
        <p:spPr>
          <a:xfrm>
            <a:off x="0" y="-2375"/>
            <a:ext cx="9144003" cy="5143496"/>
          </a:xfrm>
          <a:prstGeom prst="rect">
            <a:avLst/>
          </a:prstGeom>
          <a:noFill/>
          <a:ln>
            <a:noFill/>
          </a:ln>
        </p:spPr>
      </p:pic>
      <p:sp>
        <p:nvSpPr>
          <p:cNvPr id="769" name="Google Shape;769;p85"/>
          <p:cNvSpPr txBox="1"/>
          <p:nvPr>
            <p:ph idx="12" type="sldNum"/>
          </p:nvPr>
        </p:nvSpPr>
        <p:spPr>
          <a:xfrm>
            <a:off x="8695814" y="4694773"/>
            <a:ext cx="325500" cy="330600"/>
          </a:xfrm>
          <a:prstGeom prst="rect">
            <a:avLst/>
          </a:prstGeom>
          <a:noFill/>
          <a:ln>
            <a:noFill/>
          </a:ln>
        </p:spPr>
        <p:txBody>
          <a:bodyPr anchorCtr="0" anchor="ctr" bIns="91425" lIns="91425" spcFirstLastPara="1" rIns="91425" wrap="square" tIns="91425">
            <a:normAutofit lnSpcReduction="10000"/>
          </a:bodyPr>
          <a:lstStyle>
            <a:lvl1pPr indent="0" lvl="0" marL="0" marR="0" rtl="0" algn="r">
              <a:lnSpc>
                <a:spcPct val="100000"/>
              </a:lnSpc>
              <a:spcBef>
                <a:spcPts val="0"/>
              </a:spcBef>
              <a:spcAft>
                <a:spcPts val="0"/>
              </a:spcAft>
              <a:buClr>
                <a:srgbClr val="ADADAD"/>
              </a:buClr>
              <a:buSzPts val="1000"/>
              <a:buFont typeface="Source Code Pro"/>
              <a:buNone/>
              <a:defRPr b="0" i="0" sz="1000" u="none" cap="none" strike="noStrike">
                <a:solidFill>
                  <a:srgbClr val="ADADAD"/>
                </a:solidFill>
                <a:latin typeface="Source Code Pro"/>
                <a:ea typeface="Source Code Pro"/>
                <a:cs typeface="Source Code Pro"/>
                <a:sym typeface="Source Code Pro"/>
              </a:defRPr>
            </a:lvl1pPr>
            <a:lvl2pPr indent="0" lvl="1" marL="0" marR="0" rtl="0" algn="r">
              <a:lnSpc>
                <a:spcPct val="100000"/>
              </a:lnSpc>
              <a:spcBef>
                <a:spcPts val="0"/>
              </a:spcBef>
              <a:spcAft>
                <a:spcPts val="0"/>
              </a:spcAft>
              <a:buClr>
                <a:srgbClr val="ADADAD"/>
              </a:buClr>
              <a:buSzPts val="1000"/>
              <a:buFont typeface="Source Code Pro"/>
              <a:buNone/>
              <a:defRPr b="0" i="0" sz="1000" u="none" cap="none" strike="noStrike">
                <a:solidFill>
                  <a:srgbClr val="ADADAD"/>
                </a:solidFill>
                <a:latin typeface="Source Code Pro"/>
                <a:ea typeface="Source Code Pro"/>
                <a:cs typeface="Source Code Pro"/>
                <a:sym typeface="Source Code Pro"/>
              </a:defRPr>
            </a:lvl2pPr>
            <a:lvl3pPr indent="0" lvl="2" marL="0" marR="0" rtl="0" algn="r">
              <a:lnSpc>
                <a:spcPct val="100000"/>
              </a:lnSpc>
              <a:spcBef>
                <a:spcPts val="0"/>
              </a:spcBef>
              <a:spcAft>
                <a:spcPts val="0"/>
              </a:spcAft>
              <a:buClr>
                <a:srgbClr val="ADADAD"/>
              </a:buClr>
              <a:buSzPts val="1000"/>
              <a:buFont typeface="Source Code Pro"/>
              <a:buNone/>
              <a:defRPr b="0" i="0" sz="1000" u="none" cap="none" strike="noStrike">
                <a:solidFill>
                  <a:srgbClr val="ADADAD"/>
                </a:solidFill>
                <a:latin typeface="Source Code Pro"/>
                <a:ea typeface="Source Code Pro"/>
                <a:cs typeface="Source Code Pro"/>
                <a:sym typeface="Source Code Pro"/>
              </a:defRPr>
            </a:lvl3pPr>
            <a:lvl4pPr indent="0" lvl="3" marL="0" marR="0" rtl="0" algn="r">
              <a:lnSpc>
                <a:spcPct val="100000"/>
              </a:lnSpc>
              <a:spcBef>
                <a:spcPts val="0"/>
              </a:spcBef>
              <a:spcAft>
                <a:spcPts val="0"/>
              </a:spcAft>
              <a:buClr>
                <a:srgbClr val="ADADAD"/>
              </a:buClr>
              <a:buSzPts val="1000"/>
              <a:buFont typeface="Source Code Pro"/>
              <a:buNone/>
              <a:defRPr b="0" i="0" sz="1000" u="none" cap="none" strike="noStrike">
                <a:solidFill>
                  <a:srgbClr val="ADADAD"/>
                </a:solidFill>
                <a:latin typeface="Source Code Pro"/>
                <a:ea typeface="Source Code Pro"/>
                <a:cs typeface="Source Code Pro"/>
                <a:sym typeface="Source Code Pro"/>
              </a:defRPr>
            </a:lvl4pPr>
            <a:lvl5pPr indent="0" lvl="4" marL="0" marR="0" rtl="0" algn="r">
              <a:lnSpc>
                <a:spcPct val="100000"/>
              </a:lnSpc>
              <a:spcBef>
                <a:spcPts val="0"/>
              </a:spcBef>
              <a:spcAft>
                <a:spcPts val="0"/>
              </a:spcAft>
              <a:buClr>
                <a:srgbClr val="ADADAD"/>
              </a:buClr>
              <a:buSzPts val="1000"/>
              <a:buFont typeface="Source Code Pro"/>
              <a:buNone/>
              <a:defRPr b="0" i="0" sz="1000" u="none" cap="none" strike="noStrike">
                <a:solidFill>
                  <a:srgbClr val="ADADAD"/>
                </a:solidFill>
                <a:latin typeface="Source Code Pro"/>
                <a:ea typeface="Source Code Pro"/>
                <a:cs typeface="Source Code Pro"/>
                <a:sym typeface="Source Code Pro"/>
              </a:defRPr>
            </a:lvl5pPr>
            <a:lvl6pPr indent="0" lvl="5" marL="0" marR="0" rtl="0" algn="r">
              <a:lnSpc>
                <a:spcPct val="100000"/>
              </a:lnSpc>
              <a:spcBef>
                <a:spcPts val="0"/>
              </a:spcBef>
              <a:spcAft>
                <a:spcPts val="0"/>
              </a:spcAft>
              <a:buClr>
                <a:srgbClr val="ADADAD"/>
              </a:buClr>
              <a:buSzPts val="1000"/>
              <a:buFont typeface="Source Code Pro"/>
              <a:buNone/>
              <a:defRPr b="0" i="0" sz="1000" u="none" cap="none" strike="noStrike">
                <a:solidFill>
                  <a:srgbClr val="ADADAD"/>
                </a:solidFill>
                <a:latin typeface="Source Code Pro"/>
                <a:ea typeface="Source Code Pro"/>
                <a:cs typeface="Source Code Pro"/>
                <a:sym typeface="Source Code Pro"/>
              </a:defRPr>
            </a:lvl6pPr>
            <a:lvl7pPr indent="0" lvl="6" marL="0" marR="0" rtl="0" algn="r">
              <a:lnSpc>
                <a:spcPct val="100000"/>
              </a:lnSpc>
              <a:spcBef>
                <a:spcPts val="0"/>
              </a:spcBef>
              <a:spcAft>
                <a:spcPts val="0"/>
              </a:spcAft>
              <a:buClr>
                <a:srgbClr val="ADADAD"/>
              </a:buClr>
              <a:buSzPts val="1000"/>
              <a:buFont typeface="Source Code Pro"/>
              <a:buNone/>
              <a:defRPr b="0" i="0" sz="1000" u="none" cap="none" strike="noStrike">
                <a:solidFill>
                  <a:srgbClr val="ADADAD"/>
                </a:solidFill>
                <a:latin typeface="Source Code Pro"/>
                <a:ea typeface="Source Code Pro"/>
                <a:cs typeface="Source Code Pro"/>
                <a:sym typeface="Source Code Pro"/>
              </a:defRPr>
            </a:lvl7pPr>
            <a:lvl8pPr indent="0" lvl="7" marL="0" marR="0" rtl="0" algn="r">
              <a:lnSpc>
                <a:spcPct val="100000"/>
              </a:lnSpc>
              <a:spcBef>
                <a:spcPts val="0"/>
              </a:spcBef>
              <a:spcAft>
                <a:spcPts val="0"/>
              </a:spcAft>
              <a:buClr>
                <a:srgbClr val="ADADAD"/>
              </a:buClr>
              <a:buSzPts val="1000"/>
              <a:buFont typeface="Source Code Pro"/>
              <a:buNone/>
              <a:defRPr b="0" i="0" sz="1000" u="none" cap="none" strike="noStrike">
                <a:solidFill>
                  <a:srgbClr val="ADADAD"/>
                </a:solidFill>
                <a:latin typeface="Source Code Pro"/>
                <a:ea typeface="Source Code Pro"/>
                <a:cs typeface="Source Code Pro"/>
                <a:sym typeface="Source Code Pro"/>
              </a:defRPr>
            </a:lvl8pPr>
            <a:lvl9pPr indent="0" lvl="8" marL="0" marR="0" rtl="0" algn="r">
              <a:lnSpc>
                <a:spcPct val="100000"/>
              </a:lnSpc>
              <a:spcBef>
                <a:spcPts val="0"/>
              </a:spcBef>
              <a:spcAft>
                <a:spcPts val="0"/>
              </a:spcAft>
              <a:buClr>
                <a:srgbClr val="ADADAD"/>
              </a:buClr>
              <a:buSzPts val="1000"/>
              <a:buFont typeface="Source Code Pro"/>
              <a:buNone/>
              <a:defRPr b="0" i="0" sz="1000" u="none" cap="none" strike="noStrike">
                <a:solidFill>
                  <a:srgbClr val="ADADAD"/>
                </a:solidFill>
                <a:latin typeface="Source Code Pro"/>
                <a:ea typeface="Source Code Pro"/>
                <a:cs typeface="Source Code Pro"/>
                <a:sym typeface="Source Code Pro"/>
              </a:defRPr>
            </a:lvl9pPr>
          </a:lstStyle>
          <a:p>
            <a:pPr indent="0" lvl="0" marL="0" rtl="0" algn="r">
              <a:spcBef>
                <a:spcPts val="0"/>
              </a:spcBef>
              <a:spcAft>
                <a:spcPts val="0"/>
              </a:spcAft>
              <a:buNone/>
            </a:pPr>
            <a:fld id="{00000000-1234-1234-1234-123412341234}" type="slidenum">
              <a:rPr lang="en"/>
              <a:t>‹#›</a:t>
            </a:fld>
            <a:endParaRPr>
              <a:latin typeface="Helvetica Neue"/>
              <a:ea typeface="Helvetica Neue"/>
              <a:cs typeface="Helvetica Neue"/>
              <a:sym typeface="Helvetica Neue"/>
            </a:endParaRPr>
          </a:p>
        </p:txBody>
      </p:sp>
    </p:spTree>
  </p:cSld>
  <p:clrMapOvr>
    <a:masterClrMapping/>
  </p:clrMapOvr>
</p:sldLayout>
</file>

<file path=ppt/slideLayouts/slideLayout8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Gradient 3" showMasterSp="0">
  <p:cSld name="Gradient 3">
    <p:bg>
      <p:bgPr>
        <a:gradFill>
          <a:gsLst>
            <a:gs pos="0">
              <a:srgbClr val="242424"/>
            </a:gs>
            <a:gs pos="100000">
              <a:srgbClr val="101010"/>
            </a:gs>
          </a:gsLst>
          <a:lin ang="8100019" scaled="0"/>
        </a:gradFill>
      </p:bgPr>
    </p:bg>
    <p:spTree>
      <p:nvGrpSpPr>
        <p:cNvPr id="770" name="Shape 770"/>
        <p:cNvGrpSpPr/>
        <p:nvPr/>
      </p:nvGrpSpPr>
      <p:grpSpPr>
        <a:xfrm>
          <a:off x="0" y="0"/>
          <a:ext cx="0" cy="0"/>
          <a:chOff x="0" y="0"/>
          <a:chExt cx="0" cy="0"/>
        </a:xfrm>
      </p:grpSpPr>
      <p:pic>
        <p:nvPicPr>
          <p:cNvPr descr="Google Shape;388;p42" id="771" name="Google Shape;771;p86"/>
          <p:cNvPicPr preferRelativeResize="0"/>
          <p:nvPr/>
        </p:nvPicPr>
        <p:blipFill rotWithShape="1">
          <a:blip r:embed="rId2">
            <a:alphaModFix/>
          </a:blip>
          <a:srcRect b="0" l="0" r="0" t="0"/>
          <a:stretch/>
        </p:blipFill>
        <p:spPr>
          <a:xfrm>
            <a:off x="0" y="0"/>
            <a:ext cx="9144008" cy="5143501"/>
          </a:xfrm>
          <a:prstGeom prst="rect">
            <a:avLst/>
          </a:prstGeom>
          <a:noFill/>
          <a:ln>
            <a:noFill/>
          </a:ln>
        </p:spPr>
      </p:pic>
      <p:sp>
        <p:nvSpPr>
          <p:cNvPr id="772" name="Google Shape;772;p86"/>
          <p:cNvSpPr txBox="1"/>
          <p:nvPr>
            <p:ph idx="12" type="sldNum"/>
          </p:nvPr>
        </p:nvSpPr>
        <p:spPr>
          <a:xfrm>
            <a:off x="8695814" y="4694773"/>
            <a:ext cx="325500" cy="330600"/>
          </a:xfrm>
          <a:prstGeom prst="rect">
            <a:avLst/>
          </a:prstGeom>
          <a:noFill/>
          <a:ln>
            <a:noFill/>
          </a:ln>
        </p:spPr>
        <p:txBody>
          <a:bodyPr anchorCtr="0" anchor="ctr" bIns="91425" lIns="91425" spcFirstLastPara="1" rIns="91425" wrap="square" tIns="91425">
            <a:normAutofit lnSpcReduction="10000"/>
          </a:bodyPr>
          <a:lstStyle>
            <a:lvl1pPr indent="0" lvl="0" marL="0" marR="0" rtl="0" algn="r">
              <a:lnSpc>
                <a:spcPct val="100000"/>
              </a:lnSpc>
              <a:spcBef>
                <a:spcPts val="0"/>
              </a:spcBef>
              <a:spcAft>
                <a:spcPts val="0"/>
              </a:spcAft>
              <a:buClr>
                <a:srgbClr val="ADADAD"/>
              </a:buClr>
              <a:buSzPts val="1000"/>
              <a:buFont typeface="Source Code Pro"/>
              <a:buNone/>
              <a:defRPr b="0" i="0" sz="1000" u="none" cap="none" strike="noStrike">
                <a:solidFill>
                  <a:srgbClr val="ADADAD"/>
                </a:solidFill>
                <a:latin typeface="Source Code Pro"/>
                <a:ea typeface="Source Code Pro"/>
                <a:cs typeface="Source Code Pro"/>
                <a:sym typeface="Source Code Pro"/>
              </a:defRPr>
            </a:lvl1pPr>
            <a:lvl2pPr indent="0" lvl="1" marL="0" marR="0" rtl="0" algn="r">
              <a:lnSpc>
                <a:spcPct val="100000"/>
              </a:lnSpc>
              <a:spcBef>
                <a:spcPts val="0"/>
              </a:spcBef>
              <a:spcAft>
                <a:spcPts val="0"/>
              </a:spcAft>
              <a:buClr>
                <a:srgbClr val="ADADAD"/>
              </a:buClr>
              <a:buSzPts val="1000"/>
              <a:buFont typeface="Source Code Pro"/>
              <a:buNone/>
              <a:defRPr b="0" i="0" sz="1000" u="none" cap="none" strike="noStrike">
                <a:solidFill>
                  <a:srgbClr val="ADADAD"/>
                </a:solidFill>
                <a:latin typeface="Source Code Pro"/>
                <a:ea typeface="Source Code Pro"/>
                <a:cs typeface="Source Code Pro"/>
                <a:sym typeface="Source Code Pro"/>
              </a:defRPr>
            </a:lvl2pPr>
            <a:lvl3pPr indent="0" lvl="2" marL="0" marR="0" rtl="0" algn="r">
              <a:lnSpc>
                <a:spcPct val="100000"/>
              </a:lnSpc>
              <a:spcBef>
                <a:spcPts val="0"/>
              </a:spcBef>
              <a:spcAft>
                <a:spcPts val="0"/>
              </a:spcAft>
              <a:buClr>
                <a:srgbClr val="ADADAD"/>
              </a:buClr>
              <a:buSzPts val="1000"/>
              <a:buFont typeface="Source Code Pro"/>
              <a:buNone/>
              <a:defRPr b="0" i="0" sz="1000" u="none" cap="none" strike="noStrike">
                <a:solidFill>
                  <a:srgbClr val="ADADAD"/>
                </a:solidFill>
                <a:latin typeface="Source Code Pro"/>
                <a:ea typeface="Source Code Pro"/>
                <a:cs typeface="Source Code Pro"/>
                <a:sym typeface="Source Code Pro"/>
              </a:defRPr>
            </a:lvl3pPr>
            <a:lvl4pPr indent="0" lvl="3" marL="0" marR="0" rtl="0" algn="r">
              <a:lnSpc>
                <a:spcPct val="100000"/>
              </a:lnSpc>
              <a:spcBef>
                <a:spcPts val="0"/>
              </a:spcBef>
              <a:spcAft>
                <a:spcPts val="0"/>
              </a:spcAft>
              <a:buClr>
                <a:srgbClr val="ADADAD"/>
              </a:buClr>
              <a:buSzPts val="1000"/>
              <a:buFont typeface="Source Code Pro"/>
              <a:buNone/>
              <a:defRPr b="0" i="0" sz="1000" u="none" cap="none" strike="noStrike">
                <a:solidFill>
                  <a:srgbClr val="ADADAD"/>
                </a:solidFill>
                <a:latin typeface="Source Code Pro"/>
                <a:ea typeface="Source Code Pro"/>
                <a:cs typeface="Source Code Pro"/>
                <a:sym typeface="Source Code Pro"/>
              </a:defRPr>
            </a:lvl4pPr>
            <a:lvl5pPr indent="0" lvl="4" marL="0" marR="0" rtl="0" algn="r">
              <a:lnSpc>
                <a:spcPct val="100000"/>
              </a:lnSpc>
              <a:spcBef>
                <a:spcPts val="0"/>
              </a:spcBef>
              <a:spcAft>
                <a:spcPts val="0"/>
              </a:spcAft>
              <a:buClr>
                <a:srgbClr val="ADADAD"/>
              </a:buClr>
              <a:buSzPts val="1000"/>
              <a:buFont typeface="Source Code Pro"/>
              <a:buNone/>
              <a:defRPr b="0" i="0" sz="1000" u="none" cap="none" strike="noStrike">
                <a:solidFill>
                  <a:srgbClr val="ADADAD"/>
                </a:solidFill>
                <a:latin typeface="Source Code Pro"/>
                <a:ea typeface="Source Code Pro"/>
                <a:cs typeface="Source Code Pro"/>
                <a:sym typeface="Source Code Pro"/>
              </a:defRPr>
            </a:lvl5pPr>
            <a:lvl6pPr indent="0" lvl="5" marL="0" marR="0" rtl="0" algn="r">
              <a:lnSpc>
                <a:spcPct val="100000"/>
              </a:lnSpc>
              <a:spcBef>
                <a:spcPts val="0"/>
              </a:spcBef>
              <a:spcAft>
                <a:spcPts val="0"/>
              </a:spcAft>
              <a:buClr>
                <a:srgbClr val="ADADAD"/>
              </a:buClr>
              <a:buSzPts val="1000"/>
              <a:buFont typeface="Source Code Pro"/>
              <a:buNone/>
              <a:defRPr b="0" i="0" sz="1000" u="none" cap="none" strike="noStrike">
                <a:solidFill>
                  <a:srgbClr val="ADADAD"/>
                </a:solidFill>
                <a:latin typeface="Source Code Pro"/>
                <a:ea typeface="Source Code Pro"/>
                <a:cs typeface="Source Code Pro"/>
                <a:sym typeface="Source Code Pro"/>
              </a:defRPr>
            </a:lvl6pPr>
            <a:lvl7pPr indent="0" lvl="6" marL="0" marR="0" rtl="0" algn="r">
              <a:lnSpc>
                <a:spcPct val="100000"/>
              </a:lnSpc>
              <a:spcBef>
                <a:spcPts val="0"/>
              </a:spcBef>
              <a:spcAft>
                <a:spcPts val="0"/>
              </a:spcAft>
              <a:buClr>
                <a:srgbClr val="ADADAD"/>
              </a:buClr>
              <a:buSzPts val="1000"/>
              <a:buFont typeface="Source Code Pro"/>
              <a:buNone/>
              <a:defRPr b="0" i="0" sz="1000" u="none" cap="none" strike="noStrike">
                <a:solidFill>
                  <a:srgbClr val="ADADAD"/>
                </a:solidFill>
                <a:latin typeface="Source Code Pro"/>
                <a:ea typeface="Source Code Pro"/>
                <a:cs typeface="Source Code Pro"/>
                <a:sym typeface="Source Code Pro"/>
              </a:defRPr>
            </a:lvl7pPr>
            <a:lvl8pPr indent="0" lvl="7" marL="0" marR="0" rtl="0" algn="r">
              <a:lnSpc>
                <a:spcPct val="100000"/>
              </a:lnSpc>
              <a:spcBef>
                <a:spcPts val="0"/>
              </a:spcBef>
              <a:spcAft>
                <a:spcPts val="0"/>
              </a:spcAft>
              <a:buClr>
                <a:srgbClr val="ADADAD"/>
              </a:buClr>
              <a:buSzPts val="1000"/>
              <a:buFont typeface="Source Code Pro"/>
              <a:buNone/>
              <a:defRPr b="0" i="0" sz="1000" u="none" cap="none" strike="noStrike">
                <a:solidFill>
                  <a:srgbClr val="ADADAD"/>
                </a:solidFill>
                <a:latin typeface="Source Code Pro"/>
                <a:ea typeface="Source Code Pro"/>
                <a:cs typeface="Source Code Pro"/>
                <a:sym typeface="Source Code Pro"/>
              </a:defRPr>
            </a:lvl8pPr>
            <a:lvl9pPr indent="0" lvl="8" marL="0" marR="0" rtl="0" algn="r">
              <a:lnSpc>
                <a:spcPct val="100000"/>
              </a:lnSpc>
              <a:spcBef>
                <a:spcPts val="0"/>
              </a:spcBef>
              <a:spcAft>
                <a:spcPts val="0"/>
              </a:spcAft>
              <a:buClr>
                <a:srgbClr val="ADADAD"/>
              </a:buClr>
              <a:buSzPts val="1000"/>
              <a:buFont typeface="Source Code Pro"/>
              <a:buNone/>
              <a:defRPr b="0" i="0" sz="1000" u="none" cap="none" strike="noStrike">
                <a:solidFill>
                  <a:srgbClr val="ADADAD"/>
                </a:solidFill>
                <a:latin typeface="Source Code Pro"/>
                <a:ea typeface="Source Code Pro"/>
                <a:cs typeface="Source Code Pro"/>
                <a:sym typeface="Source Code Pro"/>
              </a:defRPr>
            </a:lvl9pPr>
          </a:lstStyle>
          <a:p>
            <a:pPr indent="0" lvl="0" marL="0" rtl="0" algn="r">
              <a:spcBef>
                <a:spcPts val="0"/>
              </a:spcBef>
              <a:spcAft>
                <a:spcPts val="0"/>
              </a:spcAft>
              <a:buNone/>
            </a:pPr>
            <a:fld id="{00000000-1234-1234-1234-123412341234}" type="slidenum">
              <a:rPr lang="en"/>
              <a:t>‹#›</a:t>
            </a:fld>
            <a:endParaRPr>
              <a:latin typeface="Helvetica Neue"/>
              <a:ea typeface="Helvetica Neue"/>
              <a:cs typeface="Helvetica Neue"/>
              <a:sym typeface="Helvetica Neue"/>
            </a:endParaRPr>
          </a:p>
        </p:txBody>
      </p:sp>
    </p:spTree>
  </p:cSld>
  <p:clrMapOvr>
    <a:masterClrMapping/>
  </p:clrMapOvr>
</p:sldLayout>
</file>

<file path=ppt/slideLayouts/slideLayout8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showMasterSp="0" type="blank">
  <p:cSld name="BLANK">
    <p:spTree>
      <p:nvGrpSpPr>
        <p:cNvPr id="773" name="Shape 773"/>
        <p:cNvGrpSpPr/>
        <p:nvPr/>
      </p:nvGrpSpPr>
      <p:grpSpPr>
        <a:xfrm>
          <a:off x="0" y="0"/>
          <a:ext cx="0" cy="0"/>
          <a:chOff x="0" y="0"/>
          <a:chExt cx="0" cy="0"/>
        </a:xfrm>
      </p:grpSpPr>
      <p:sp>
        <p:nvSpPr>
          <p:cNvPr id="774" name="Google Shape;774;p87"/>
          <p:cNvSpPr txBox="1"/>
          <p:nvPr>
            <p:ph idx="12" type="sldNum"/>
          </p:nvPr>
        </p:nvSpPr>
        <p:spPr>
          <a:xfrm>
            <a:off x="8695814" y="4694773"/>
            <a:ext cx="325500" cy="330600"/>
          </a:xfrm>
          <a:prstGeom prst="rect">
            <a:avLst/>
          </a:prstGeom>
          <a:noFill/>
          <a:ln>
            <a:noFill/>
          </a:ln>
        </p:spPr>
        <p:txBody>
          <a:bodyPr anchorCtr="0" anchor="ctr" bIns="91425" lIns="91425" spcFirstLastPara="1" rIns="91425" wrap="square" tIns="91425">
            <a:normAutofit lnSpcReduction="10000"/>
          </a:bodyPr>
          <a:lstStyle>
            <a:lvl1pPr indent="0" lvl="0" marL="0" marR="0" rtl="0" algn="r">
              <a:lnSpc>
                <a:spcPct val="100000"/>
              </a:lnSpc>
              <a:spcBef>
                <a:spcPts val="0"/>
              </a:spcBef>
              <a:spcAft>
                <a:spcPts val="0"/>
              </a:spcAft>
              <a:buClr>
                <a:srgbClr val="ADADAD"/>
              </a:buClr>
              <a:buSzPts val="1000"/>
              <a:buFont typeface="Source Code Pro"/>
              <a:buNone/>
              <a:defRPr b="0" i="0" sz="1000" u="none" cap="none" strike="noStrike">
                <a:solidFill>
                  <a:srgbClr val="ADADAD"/>
                </a:solidFill>
                <a:latin typeface="Source Code Pro"/>
                <a:ea typeface="Source Code Pro"/>
                <a:cs typeface="Source Code Pro"/>
                <a:sym typeface="Source Code Pro"/>
              </a:defRPr>
            </a:lvl1pPr>
            <a:lvl2pPr indent="0" lvl="1" marL="0" marR="0" rtl="0" algn="r">
              <a:lnSpc>
                <a:spcPct val="100000"/>
              </a:lnSpc>
              <a:spcBef>
                <a:spcPts val="0"/>
              </a:spcBef>
              <a:spcAft>
                <a:spcPts val="0"/>
              </a:spcAft>
              <a:buClr>
                <a:srgbClr val="ADADAD"/>
              </a:buClr>
              <a:buSzPts val="1000"/>
              <a:buFont typeface="Source Code Pro"/>
              <a:buNone/>
              <a:defRPr b="0" i="0" sz="1000" u="none" cap="none" strike="noStrike">
                <a:solidFill>
                  <a:srgbClr val="ADADAD"/>
                </a:solidFill>
                <a:latin typeface="Source Code Pro"/>
                <a:ea typeface="Source Code Pro"/>
                <a:cs typeface="Source Code Pro"/>
                <a:sym typeface="Source Code Pro"/>
              </a:defRPr>
            </a:lvl2pPr>
            <a:lvl3pPr indent="0" lvl="2" marL="0" marR="0" rtl="0" algn="r">
              <a:lnSpc>
                <a:spcPct val="100000"/>
              </a:lnSpc>
              <a:spcBef>
                <a:spcPts val="0"/>
              </a:spcBef>
              <a:spcAft>
                <a:spcPts val="0"/>
              </a:spcAft>
              <a:buClr>
                <a:srgbClr val="ADADAD"/>
              </a:buClr>
              <a:buSzPts val="1000"/>
              <a:buFont typeface="Source Code Pro"/>
              <a:buNone/>
              <a:defRPr b="0" i="0" sz="1000" u="none" cap="none" strike="noStrike">
                <a:solidFill>
                  <a:srgbClr val="ADADAD"/>
                </a:solidFill>
                <a:latin typeface="Source Code Pro"/>
                <a:ea typeface="Source Code Pro"/>
                <a:cs typeface="Source Code Pro"/>
                <a:sym typeface="Source Code Pro"/>
              </a:defRPr>
            </a:lvl3pPr>
            <a:lvl4pPr indent="0" lvl="3" marL="0" marR="0" rtl="0" algn="r">
              <a:lnSpc>
                <a:spcPct val="100000"/>
              </a:lnSpc>
              <a:spcBef>
                <a:spcPts val="0"/>
              </a:spcBef>
              <a:spcAft>
                <a:spcPts val="0"/>
              </a:spcAft>
              <a:buClr>
                <a:srgbClr val="ADADAD"/>
              </a:buClr>
              <a:buSzPts val="1000"/>
              <a:buFont typeface="Source Code Pro"/>
              <a:buNone/>
              <a:defRPr b="0" i="0" sz="1000" u="none" cap="none" strike="noStrike">
                <a:solidFill>
                  <a:srgbClr val="ADADAD"/>
                </a:solidFill>
                <a:latin typeface="Source Code Pro"/>
                <a:ea typeface="Source Code Pro"/>
                <a:cs typeface="Source Code Pro"/>
                <a:sym typeface="Source Code Pro"/>
              </a:defRPr>
            </a:lvl4pPr>
            <a:lvl5pPr indent="0" lvl="4" marL="0" marR="0" rtl="0" algn="r">
              <a:lnSpc>
                <a:spcPct val="100000"/>
              </a:lnSpc>
              <a:spcBef>
                <a:spcPts val="0"/>
              </a:spcBef>
              <a:spcAft>
                <a:spcPts val="0"/>
              </a:spcAft>
              <a:buClr>
                <a:srgbClr val="ADADAD"/>
              </a:buClr>
              <a:buSzPts val="1000"/>
              <a:buFont typeface="Source Code Pro"/>
              <a:buNone/>
              <a:defRPr b="0" i="0" sz="1000" u="none" cap="none" strike="noStrike">
                <a:solidFill>
                  <a:srgbClr val="ADADAD"/>
                </a:solidFill>
                <a:latin typeface="Source Code Pro"/>
                <a:ea typeface="Source Code Pro"/>
                <a:cs typeface="Source Code Pro"/>
                <a:sym typeface="Source Code Pro"/>
              </a:defRPr>
            </a:lvl5pPr>
            <a:lvl6pPr indent="0" lvl="5" marL="0" marR="0" rtl="0" algn="r">
              <a:lnSpc>
                <a:spcPct val="100000"/>
              </a:lnSpc>
              <a:spcBef>
                <a:spcPts val="0"/>
              </a:spcBef>
              <a:spcAft>
                <a:spcPts val="0"/>
              </a:spcAft>
              <a:buClr>
                <a:srgbClr val="ADADAD"/>
              </a:buClr>
              <a:buSzPts val="1000"/>
              <a:buFont typeface="Source Code Pro"/>
              <a:buNone/>
              <a:defRPr b="0" i="0" sz="1000" u="none" cap="none" strike="noStrike">
                <a:solidFill>
                  <a:srgbClr val="ADADAD"/>
                </a:solidFill>
                <a:latin typeface="Source Code Pro"/>
                <a:ea typeface="Source Code Pro"/>
                <a:cs typeface="Source Code Pro"/>
                <a:sym typeface="Source Code Pro"/>
              </a:defRPr>
            </a:lvl6pPr>
            <a:lvl7pPr indent="0" lvl="6" marL="0" marR="0" rtl="0" algn="r">
              <a:lnSpc>
                <a:spcPct val="100000"/>
              </a:lnSpc>
              <a:spcBef>
                <a:spcPts val="0"/>
              </a:spcBef>
              <a:spcAft>
                <a:spcPts val="0"/>
              </a:spcAft>
              <a:buClr>
                <a:srgbClr val="ADADAD"/>
              </a:buClr>
              <a:buSzPts val="1000"/>
              <a:buFont typeface="Source Code Pro"/>
              <a:buNone/>
              <a:defRPr b="0" i="0" sz="1000" u="none" cap="none" strike="noStrike">
                <a:solidFill>
                  <a:srgbClr val="ADADAD"/>
                </a:solidFill>
                <a:latin typeface="Source Code Pro"/>
                <a:ea typeface="Source Code Pro"/>
                <a:cs typeface="Source Code Pro"/>
                <a:sym typeface="Source Code Pro"/>
              </a:defRPr>
            </a:lvl7pPr>
            <a:lvl8pPr indent="0" lvl="7" marL="0" marR="0" rtl="0" algn="r">
              <a:lnSpc>
                <a:spcPct val="100000"/>
              </a:lnSpc>
              <a:spcBef>
                <a:spcPts val="0"/>
              </a:spcBef>
              <a:spcAft>
                <a:spcPts val="0"/>
              </a:spcAft>
              <a:buClr>
                <a:srgbClr val="ADADAD"/>
              </a:buClr>
              <a:buSzPts val="1000"/>
              <a:buFont typeface="Source Code Pro"/>
              <a:buNone/>
              <a:defRPr b="0" i="0" sz="1000" u="none" cap="none" strike="noStrike">
                <a:solidFill>
                  <a:srgbClr val="ADADAD"/>
                </a:solidFill>
                <a:latin typeface="Source Code Pro"/>
                <a:ea typeface="Source Code Pro"/>
                <a:cs typeface="Source Code Pro"/>
                <a:sym typeface="Source Code Pro"/>
              </a:defRPr>
            </a:lvl8pPr>
            <a:lvl9pPr indent="0" lvl="8" marL="0" marR="0" rtl="0" algn="r">
              <a:lnSpc>
                <a:spcPct val="100000"/>
              </a:lnSpc>
              <a:spcBef>
                <a:spcPts val="0"/>
              </a:spcBef>
              <a:spcAft>
                <a:spcPts val="0"/>
              </a:spcAft>
              <a:buClr>
                <a:srgbClr val="ADADAD"/>
              </a:buClr>
              <a:buSzPts val="1000"/>
              <a:buFont typeface="Source Code Pro"/>
              <a:buNone/>
              <a:defRPr b="0" i="0" sz="1000" u="none" cap="none" strike="noStrike">
                <a:solidFill>
                  <a:srgbClr val="ADADAD"/>
                </a:solidFill>
                <a:latin typeface="Source Code Pro"/>
                <a:ea typeface="Source Code Pro"/>
                <a:cs typeface="Source Code Pro"/>
                <a:sym typeface="Source Code Pro"/>
              </a:defRPr>
            </a:lvl9pPr>
          </a:lstStyle>
          <a:p>
            <a:pPr indent="0" lvl="0" marL="0" rtl="0" algn="r">
              <a:spcBef>
                <a:spcPts val="0"/>
              </a:spcBef>
              <a:spcAft>
                <a:spcPts val="0"/>
              </a:spcAft>
              <a:buNone/>
            </a:pPr>
            <a:fld id="{00000000-1234-1234-1234-123412341234}" type="slidenum">
              <a:rPr lang="en"/>
              <a:t>‹#›</a:t>
            </a:fld>
            <a:endParaRPr>
              <a:latin typeface="Helvetica Neue"/>
              <a:ea typeface="Helvetica Neue"/>
              <a:cs typeface="Helvetica Neue"/>
              <a:sym typeface="Helvetica Neue"/>
            </a:endParaRPr>
          </a:p>
        </p:txBody>
      </p:sp>
    </p:spTree>
  </p:cSld>
  <p:clrMapOvr>
    <a:masterClrMapping/>
  </p:clrMapOvr>
</p:sldLayout>
</file>

<file path=ppt/slideLayouts/slideLayout8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howMasterSp="0">
  <p:cSld name="Title">
    <p:bg>
      <p:bgPr>
        <a:gradFill>
          <a:gsLst>
            <a:gs pos="0">
              <a:srgbClr val="0F0F0F"/>
            </a:gs>
            <a:gs pos="100000">
              <a:srgbClr val="000000"/>
            </a:gs>
          </a:gsLst>
          <a:lin ang="5400012" scaled="0"/>
        </a:gradFill>
      </p:bgPr>
    </p:bg>
    <p:spTree>
      <p:nvGrpSpPr>
        <p:cNvPr id="775" name="Shape 775"/>
        <p:cNvGrpSpPr/>
        <p:nvPr/>
      </p:nvGrpSpPr>
      <p:grpSpPr>
        <a:xfrm>
          <a:off x="0" y="0"/>
          <a:ext cx="0" cy="0"/>
          <a:chOff x="0" y="0"/>
          <a:chExt cx="0" cy="0"/>
        </a:xfrm>
      </p:grpSpPr>
      <p:sp>
        <p:nvSpPr>
          <p:cNvPr id="776" name="Google Shape;776;p88"/>
          <p:cNvSpPr txBox="1"/>
          <p:nvPr>
            <p:ph type="title"/>
          </p:nvPr>
        </p:nvSpPr>
        <p:spPr>
          <a:xfrm>
            <a:off x="452436" y="1317312"/>
            <a:ext cx="8239200" cy="1743000"/>
          </a:xfrm>
          <a:prstGeom prst="rect">
            <a:avLst/>
          </a:prstGeom>
          <a:noFill/>
          <a:ln>
            <a:noFill/>
          </a:ln>
        </p:spPr>
        <p:txBody>
          <a:bodyPr anchorCtr="0" anchor="b" bIns="19050" lIns="19050" spcFirstLastPara="1" rIns="19050" wrap="square" tIns="19050">
            <a:normAutofit/>
          </a:bodyPr>
          <a:lstStyle>
            <a:lvl1pPr lvl="0" rtl="0" algn="l">
              <a:lnSpc>
                <a:spcPct val="80000"/>
              </a:lnSpc>
              <a:spcBef>
                <a:spcPts val="0"/>
              </a:spcBef>
              <a:spcAft>
                <a:spcPts val="0"/>
              </a:spcAft>
              <a:buClr>
                <a:srgbClr val="FFFFFF"/>
              </a:buClr>
              <a:buSzPts val="4800"/>
              <a:buFont typeface="Helvetica Neue"/>
              <a:buNone/>
              <a:defRPr sz="4800"/>
            </a:lvl1pPr>
            <a:lvl2pPr lvl="1" rtl="0" algn="l">
              <a:lnSpc>
                <a:spcPct val="100000"/>
              </a:lnSpc>
              <a:spcBef>
                <a:spcPts val="0"/>
              </a:spcBef>
              <a:spcAft>
                <a:spcPts val="0"/>
              </a:spcAft>
              <a:buClr>
                <a:srgbClr val="FFFFFF"/>
              </a:buClr>
              <a:buSzPts val="700"/>
              <a:buNone/>
              <a:defRPr/>
            </a:lvl2pPr>
            <a:lvl3pPr lvl="2" rtl="0" algn="l">
              <a:lnSpc>
                <a:spcPct val="100000"/>
              </a:lnSpc>
              <a:spcBef>
                <a:spcPts val="0"/>
              </a:spcBef>
              <a:spcAft>
                <a:spcPts val="0"/>
              </a:spcAft>
              <a:buClr>
                <a:srgbClr val="FFFFFF"/>
              </a:buClr>
              <a:buSzPts val="700"/>
              <a:buNone/>
              <a:defRPr/>
            </a:lvl3pPr>
            <a:lvl4pPr lvl="3" rtl="0" algn="l">
              <a:lnSpc>
                <a:spcPct val="100000"/>
              </a:lnSpc>
              <a:spcBef>
                <a:spcPts val="0"/>
              </a:spcBef>
              <a:spcAft>
                <a:spcPts val="0"/>
              </a:spcAft>
              <a:buClr>
                <a:srgbClr val="FFFFFF"/>
              </a:buClr>
              <a:buSzPts val="700"/>
              <a:buNone/>
              <a:defRPr/>
            </a:lvl4pPr>
            <a:lvl5pPr lvl="4" rtl="0" algn="l">
              <a:lnSpc>
                <a:spcPct val="100000"/>
              </a:lnSpc>
              <a:spcBef>
                <a:spcPts val="0"/>
              </a:spcBef>
              <a:spcAft>
                <a:spcPts val="0"/>
              </a:spcAft>
              <a:buClr>
                <a:srgbClr val="FFFFFF"/>
              </a:buClr>
              <a:buSzPts val="700"/>
              <a:buNone/>
              <a:defRPr/>
            </a:lvl5pPr>
            <a:lvl6pPr lvl="5" rtl="0" algn="l">
              <a:lnSpc>
                <a:spcPct val="100000"/>
              </a:lnSpc>
              <a:spcBef>
                <a:spcPts val="0"/>
              </a:spcBef>
              <a:spcAft>
                <a:spcPts val="0"/>
              </a:spcAft>
              <a:buClr>
                <a:srgbClr val="FFFFFF"/>
              </a:buClr>
              <a:buSzPts val="700"/>
              <a:buNone/>
              <a:defRPr/>
            </a:lvl6pPr>
            <a:lvl7pPr lvl="6" rtl="0" algn="l">
              <a:lnSpc>
                <a:spcPct val="100000"/>
              </a:lnSpc>
              <a:spcBef>
                <a:spcPts val="0"/>
              </a:spcBef>
              <a:spcAft>
                <a:spcPts val="0"/>
              </a:spcAft>
              <a:buClr>
                <a:srgbClr val="FFFFFF"/>
              </a:buClr>
              <a:buSzPts val="700"/>
              <a:buNone/>
              <a:defRPr/>
            </a:lvl7pPr>
            <a:lvl8pPr lvl="7" rtl="0" algn="l">
              <a:lnSpc>
                <a:spcPct val="100000"/>
              </a:lnSpc>
              <a:spcBef>
                <a:spcPts val="0"/>
              </a:spcBef>
              <a:spcAft>
                <a:spcPts val="0"/>
              </a:spcAft>
              <a:buClr>
                <a:srgbClr val="FFFFFF"/>
              </a:buClr>
              <a:buSzPts val="700"/>
              <a:buNone/>
              <a:defRPr/>
            </a:lvl8pPr>
            <a:lvl9pPr lvl="8" rtl="0" algn="l">
              <a:lnSpc>
                <a:spcPct val="100000"/>
              </a:lnSpc>
              <a:spcBef>
                <a:spcPts val="0"/>
              </a:spcBef>
              <a:spcAft>
                <a:spcPts val="0"/>
              </a:spcAft>
              <a:buClr>
                <a:srgbClr val="FFFFFF"/>
              </a:buClr>
              <a:buSzPts val="700"/>
              <a:buNone/>
              <a:defRPr/>
            </a:lvl9pPr>
          </a:lstStyle>
          <a:p/>
        </p:txBody>
      </p:sp>
      <p:sp>
        <p:nvSpPr>
          <p:cNvPr id="777" name="Google Shape;777;p88"/>
          <p:cNvSpPr txBox="1"/>
          <p:nvPr>
            <p:ph idx="12" type="sldNum"/>
          </p:nvPr>
        </p:nvSpPr>
        <p:spPr>
          <a:xfrm>
            <a:off x="4502892" y="4902974"/>
            <a:ext cx="138300" cy="146100"/>
          </a:xfrm>
          <a:prstGeom prst="rect">
            <a:avLst/>
          </a:prstGeom>
          <a:noFill/>
          <a:ln>
            <a:noFill/>
          </a:ln>
        </p:spPr>
        <p:txBody>
          <a:bodyPr anchorCtr="0" anchor="b" bIns="19050" lIns="19050" spcFirstLastPara="1" rIns="19050" wrap="square" tIns="19050">
            <a:spAutoFit/>
          </a:bodyPr>
          <a:lstStyle>
            <a:lvl1pPr indent="0" lvl="0"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1pPr>
            <a:lvl2pPr indent="0" lvl="1"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2pPr>
            <a:lvl3pPr indent="0" lvl="2"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3pPr>
            <a:lvl4pPr indent="0" lvl="3"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4pPr>
            <a:lvl5pPr indent="0" lvl="4"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5pPr>
            <a:lvl6pPr indent="0" lvl="5"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6pPr>
            <a:lvl7pPr indent="0" lvl="6"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7pPr>
            <a:lvl8pPr indent="0" lvl="7"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8pPr>
            <a:lvl9pPr indent="0" lvl="8"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9pPr>
          </a:lstStyle>
          <a:p>
            <a:pPr indent="0" lvl="0" marL="0" rtl="0" algn="ctr">
              <a:spcBef>
                <a:spcPts val="0"/>
              </a:spcBef>
              <a:spcAft>
                <a:spcPts val="0"/>
              </a:spcAft>
              <a:buNone/>
            </a:pPr>
            <a:fld id="{00000000-1234-1234-1234-123412341234}" type="slidenum">
              <a:rPr lang="en"/>
              <a:t>‹#›</a:t>
            </a:fld>
            <a:endParaRPr sz="1000">
              <a:solidFill>
                <a:srgbClr val="ADADAD"/>
              </a:solidFill>
            </a:endParaRPr>
          </a:p>
        </p:txBody>
      </p:sp>
    </p:spTree>
  </p:cSld>
  <p:clrMapOvr>
    <a:masterClrMapping/>
  </p:clrMapOvr>
</p:sldLayout>
</file>

<file path=ppt/slideLayouts/slideLayout8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showMasterSp="0">
  <p:cSld name="Title Only">
    <p:bg>
      <p:bgPr>
        <a:gradFill>
          <a:gsLst>
            <a:gs pos="0">
              <a:srgbClr val="0D0D0D"/>
            </a:gs>
            <a:gs pos="100000">
              <a:srgbClr val="000000"/>
            </a:gs>
          </a:gsLst>
          <a:lin ang="5400012" scaled="0"/>
        </a:gradFill>
      </p:bgPr>
    </p:bg>
    <p:spTree>
      <p:nvGrpSpPr>
        <p:cNvPr id="778" name="Shape 778"/>
        <p:cNvGrpSpPr/>
        <p:nvPr/>
      </p:nvGrpSpPr>
      <p:grpSpPr>
        <a:xfrm>
          <a:off x="0" y="0"/>
          <a:ext cx="0" cy="0"/>
          <a:chOff x="0" y="0"/>
          <a:chExt cx="0" cy="0"/>
        </a:xfrm>
      </p:grpSpPr>
      <p:sp>
        <p:nvSpPr>
          <p:cNvPr id="779" name="Google Shape;779;p89"/>
          <p:cNvSpPr txBox="1"/>
          <p:nvPr/>
        </p:nvSpPr>
        <p:spPr>
          <a:xfrm>
            <a:off x="452438" y="347811"/>
            <a:ext cx="3667200" cy="562500"/>
          </a:xfrm>
          <a:prstGeom prst="rect">
            <a:avLst/>
          </a:prstGeom>
          <a:noFill/>
          <a:ln>
            <a:noFill/>
          </a:ln>
        </p:spPr>
        <p:txBody>
          <a:bodyPr anchorCtr="0" anchor="t" bIns="19050" lIns="19050" spcFirstLastPara="1" rIns="19050" wrap="square" tIns="19050">
            <a:normAutofit/>
          </a:bodyPr>
          <a:lstStyle/>
          <a:p>
            <a:pPr indent="0" lvl="0" marL="0" marR="0" rtl="0" algn="l">
              <a:lnSpc>
                <a:spcPct val="90000"/>
              </a:lnSpc>
              <a:spcBef>
                <a:spcPts val="0"/>
              </a:spcBef>
              <a:spcAft>
                <a:spcPts val="0"/>
              </a:spcAft>
              <a:buClr>
                <a:srgbClr val="FFFFFF"/>
              </a:buClr>
              <a:buSzPts val="3300"/>
              <a:buFont typeface="Helvetica Neue"/>
              <a:buNone/>
            </a:pPr>
            <a:r>
              <a:rPr b="1" i="0" lang="en" sz="3300" u="none" cap="none" strike="noStrike">
                <a:solidFill>
                  <a:srgbClr val="FFFFFF"/>
                </a:solidFill>
                <a:latin typeface="Helvetica Neue"/>
                <a:ea typeface="Helvetica Neue"/>
                <a:cs typeface="Helvetica Neue"/>
                <a:sym typeface="Helvetica Neue"/>
              </a:rPr>
              <a:t>Slide Title</a:t>
            </a:r>
            <a:endParaRPr b="0" i="0" sz="500" u="none" cap="none" strike="noStrike">
              <a:solidFill>
                <a:srgbClr val="000000"/>
              </a:solidFill>
              <a:latin typeface="Arial"/>
              <a:ea typeface="Arial"/>
              <a:cs typeface="Arial"/>
              <a:sym typeface="Arial"/>
            </a:endParaRPr>
          </a:p>
        </p:txBody>
      </p:sp>
      <p:sp>
        <p:nvSpPr>
          <p:cNvPr id="780" name="Google Shape;780;p89"/>
          <p:cNvSpPr txBox="1"/>
          <p:nvPr/>
        </p:nvSpPr>
        <p:spPr>
          <a:xfrm>
            <a:off x="452438" y="1152291"/>
            <a:ext cx="3667200" cy="2018400"/>
          </a:xfrm>
          <a:prstGeom prst="rect">
            <a:avLst/>
          </a:prstGeom>
          <a:noFill/>
          <a:ln>
            <a:noFill/>
          </a:ln>
        </p:spPr>
        <p:txBody>
          <a:bodyPr anchorCtr="0" anchor="t" bIns="19050" lIns="19050" spcFirstLastPara="1" rIns="19050" wrap="square" tIns="19050">
            <a:normAutofit/>
          </a:bodyPr>
          <a:lstStyle/>
          <a:p>
            <a:pPr indent="0" lvl="0" marL="0" marR="0" rtl="0" algn="l">
              <a:lnSpc>
                <a:spcPct val="100000"/>
              </a:lnSpc>
              <a:spcBef>
                <a:spcPts val="0"/>
              </a:spcBef>
              <a:spcAft>
                <a:spcPts val="0"/>
              </a:spcAft>
              <a:buClr>
                <a:srgbClr val="FFFFFF"/>
              </a:buClr>
              <a:buSzPts val="2100"/>
              <a:buFont typeface="Helvetica Neue"/>
              <a:buNone/>
            </a:pPr>
            <a:r>
              <a:rPr b="1" i="0" lang="en" sz="2100" u="none" cap="none" strike="noStrike">
                <a:solidFill>
                  <a:srgbClr val="FFFFFF"/>
                </a:solidFill>
                <a:latin typeface="Helvetica Neue"/>
                <a:ea typeface="Helvetica Neue"/>
                <a:cs typeface="Helvetica Neue"/>
                <a:sym typeface="Helvetica Neue"/>
              </a:rPr>
              <a:t>Body Level One</a:t>
            </a:r>
            <a:endParaRPr b="0" i="0" sz="500" u="none" cap="none" strike="noStrike">
              <a:solidFill>
                <a:srgbClr val="000000"/>
              </a:solidFill>
              <a:latin typeface="Arial"/>
              <a:ea typeface="Arial"/>
              <a:cs typeface="Arial"/>
              <a:sym typeface="Arial"/>
            </a:endParaRPr>
          </a:p>
          <a:p>
            <a:pPr indent="177800" lvl="1" marL="0" marR="0" rtl="0" algn="l">
              <a:lnSpc>
                <a:spcPct val="100000"/>
              </a:lnSpc>
              <a:spcBef>
                <a:spcPts val="500"/>
              </a:spcBef>
              <a:spcAft>
                <a:spcPts val="0"/>
              </a:spcAft>
              <a:buClr>
                <a:srgbClr val="FFFFFF"/>
              </a:buClr>
              <a:buSzPts val="2100"/>
              <a:buFont typeface="Helvetica Neue"/>
              <a:buNone/>
            </a:pPr>
            <a:r>
              <a:rPr b="1" i="0" lang="en" sz="2100" u="none" cap="none" strike="noStrike">
                <a:solidFill>
                  <a:srgbClr val="FFFFFF"/>
                </a:solidFill>
                <a:latin typeface="Helvetica Neue"/>
                <a:ea typeface="Helvetica Neue"/>
                <a:cs typeface="Helvetica Neue"/>
                <a:sym typeface="Helvetica Neue"/>
              </a:rPr>
              <a:t>Body Level Two</a:t>
            </a:r>
            <a:endParaRPr b="0" i="0" sz="500" u="none" cap="none" strike="noStrike">
              <a:solidFill>
                <a:srgbClr val="000000"/>
              </a:solidFill>
              <a:latin typeface="Arial"/>
              <a:ea typeface="Arial"/>
              <a:cs typeface="Arial"/>
              <a:sym typeface="Arial"/>
            </a:endParaRPr>
          </a:p>
          <a:p>
            <a:pPr indent="342900" lvl="2" marL="0" marR="0" rtl="0" algn="l">
              <a:lnSpc>
                <a:spcPct val="100000"/>
              </a:lnSpc>
              <a:spcBef>
                <a:spcPts val="500"/>
              </a:spcBef>
              <a:spcAft>
                <a:spcPts val="0"/>
              </a:spcAft>
              <a:buClr>
                <a:srgbClr val="FFFFFF"/>
              </a:buClr>
              <a:buSzPts val="2100"/>
              <a:buFont typeface="Helvetica Neue"/>
              <a:buNone/>
            </a:pPr>
            <a:r>
              <a:rPr b="1" i="0" lang="en" sz="2100" u="none" cap="none" strike="noStrike">
                <a:solidFill>
                  <a:srgbClr val="FFFFFF"/>
                </a:solidFill>
                <a:latin typeface="Helvetica Neue"/>
                <a:ea typeface="Helvetica Neue"/>
                <a:cs typeface="Helvetica Neue"/>
                <a:sym typeface="Helvetica Neue"/>
              </a:rPr>
              <a:t>Body Level Three</a:t>
            </a:r>
            <a:endParaRPr b="0" i="0" sz="500" u="none" cap="none" strike="noStrike">
              <a:solidFill>
                <a:srgbClr val="000000"/>
              </a:solidFill>
              <a:latin typeface="Arial"/>
              <a:ea typeface="Arial"/>
              <a:cs typeface="Arial"/>
              <a:sym typeface="Arial"/>
            </a:endParaRPr>
          </a:p>
          <a:p>
            <a:pPr indent="520700" lvl="3" marL="0" marR="0" rtl="0" algn="l">
              <a:lnSpc>
                <a:spcPct val="100000"/>
              </a:lnSpc>
              <a:spcBef>
                <a:spcPts val="500"/>
              </a:spcBef>
              <a:spcAft>
                <a:spcPts val="0"/>
              </a:spcAft>
              <a:buClr>
                <a:srgbClr val="FFFFFF"/>
              </a:buClr>
              <a:buSzPts val="2100"/>
              <a:buFont typeface="Helvetica Neue"/>
              <a:buNone/>
            </a:pPr>
            <a:r>
              <a:rPr b="1" i="0" lang="en" sz="2100" u="none" cap="none" strike="noStrike">
                <a:solidFill>
                  <a:srgbClr val="FFFFFF"/>
                </a:solidFill>
                <a:latin typeface="Helvetica Neue"/>
                <a:ea typeface="Helvetica Neue"/>
                <a:cs typeface="Helvetica Neue"/>
                <a:sym typeface="Helvetica Neue"/>
              </a:rPr>
              <a:t>Body Level Four</a:t>
            </a:r>
            <a:endParaRPr b="0" i="0" sz="500" u="none" cap="none" strike="noStrike">
              <a:solidFill>
                <a:srgbClr val="000000"/>
              </a:solidFill>
              <a:latin typeface="Arial"/>
              <a:ea typeface="Arial"/>
              <a:cs typeface="Arial"/>
              <a:sym typeface="Arial"/>
            </a:endParaRPr>
          </a:p>
          <a:p>
            <a:pPr indent="685800" lvl="4" marL="0" marR="0" rtl="0" algn="l">
              <a:lnSpc>
                <a:spcPct val="100000"/>
              </a:lnSpc>
              <a:spcBef>
                <a:spcPts val="500"/>
              </a:spcBef>
              <a:spcAft>
                <a:spcPts val="0"/>
              </a:spcAft>
              <a:buClr>
                <a:srgbClr val="FFFFFF"/>
              </a:buClr>
              <a:buSzPts val="2100"/>
              <a:buFont typeface="Helvetica Neue"/>
              <a:buNone/>
            </a:pPr>
            <a:r>
              <a:rPr b="1" i="0" lang="en" sz="2100" u="none" cap="none" strike="noStrike">
                <a:solidFill>
                  <a:srgbClr val="FFFFFF"/>
                </a:solidFill>
                <a:latin typeface="Helvetica Neue"/>
                <a:ea typeface="Helvetica Neue"/>
                <a:cs typeface="Helvetica Neue"/>
                <a:sym typeface="Helvetica Neue"/>
              </a:rPr>
              <a:t>Body Level Five</a:t>
            </a:r>
            <a:endParaRPr b="0" i="0" sz="500" u="none" cap="none" strike="noStrike">
              <a:solidFill>
                <a:srgbClr val="000000"/>
              </a:solidFill>
              <a:latin typeface="Arial"/>
              <a:ea typeface="Arial"/>
              <a:cs typeface="Arial"/>
              <a:sym typeface="Arial"/>
            </a:endParaRPr>
          </a:p>
        </p:txBody>
      </p:sp>
      <p:sp>
        <p:nvSpPr>
          <p:cNvPr id="781" name="Google Shape;781;p89"/>
          <p:cNvSpPr txBox="1"/>
          <p:nvPr>
            <p:ph idx="12" type="sldNum"/>
          </p:nvPr>
        </p:nvSpPr>
        <p:spPr>
          <a:xfrm>
            <a:off x="4500549" y="4902974"/>
            <a:ext cx="138300" cy="146100"/>
          </a:xfrm>
          <a:prstGeom prst="rect">
            <a:avLst/>
          </a:prstGeom>
          <a:noFill/>
          <a:ln>
            <a:noFill/>
          </a:ln>
        </p:spPr>
        <p:txBody>
          <a:bodyPr anchorCtr="0" anchor="b" bIns="19050" lIns="19050" spcFirstLastPara="1" rIns="19050" wrap="square" tIns="19050">
            <a:spAutoFit/>
          </a:bodyPr>
          <a:lstStyle>
            <a:lvl1pPr indent="0" lvl="0"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1pPr>
            <a:lvl2pPr indent="0" lvl="1"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2pPr>
            <a:lvl3pPr indent="0" lvl="2"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3pPr>
            <a:lvl4pPr indent="0" lvl="3"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4pPr>
            <a:lvl5pPr indent="0" lvl="4"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5pPr>
            <a:lvl6pPr indent="0" lvl="5"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6pPr>
            <a:lvl7pPr indent="0" lvl="6"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7pPr>
            <a:lvl8pPr indent="0" lvl="7"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8pPr>
            <a:lvl9pPr indent="0" lvl="8"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9pPr>
          </a:lstStyle>
          <a:p>
            <a:pPr indent="0" lvl="0" marL="0" rtl="0" algn="ctr">
              <a:spcBef>
                <a:spcPts val="0"/>
              </a:spcBef>
              <a:spcAft>
                <a:spcPts val="0"/>
              </a:spcAft>
              <a:buNone/>
            </a:pPr>
            <a:fld id="{00000000-1234-1234-1234-123412341234}" type="slidenum">
              <a:rPr lang="en"/>
              <a:t>‹#›</a:t>
            </a:fld>
            <a:endParaRPr sz="1000">
              <a:solidFill>
                <a:srgbClr val="ADADAD"/>
              </a:solidFill>
            </a:endParaRPr>
          </a:p>
        </p:txBody>
      </p:sp>
    </p:spTree>
  </p:cSld>
  <p:clrMapOvr>
    <a:masterClrMapping/>
  </p:clrMapOvr>
</p:sldLayout>
</file>

<file path=ppt/slideLayouts/slideLayout8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Fact" showMasterSp="0">
  <p:cSld name="Big Fact">
    <p:bg>
      <p:bgPr>
        <a:gradFill>
          <a:gsLst>
            <a:gs pos="0">
              <a:srgbClr val="0F0F0F"/>
            </a:gs>
            <a:gs pos="100000">
              <a:srgbClr val="000000"/>
            </a:gs>
          </a:gsLst>
          <a:lin ang="5400012" scaled="0"/>
        </a:gradFill>
      </p:bgPr>
    </p:bg>
    <p:spTree>
      <p:nvGrpSpPr>
        <p:cNvPr id="782" name="Shape 782"/>
        <p:cNvGrpSpPr/>
        <p:nvPr/>
      </p:nvGrpSpPr>
      <p:grpSpPr>
        <a:xfrm>
          <a:off x="0" y="0"/>
          <a:ext cx="0" cy="0"/>
          <a:chOff x="0" y="0"/>
          <a:chExt cx="0" cy="0"/>
        </a:xfrm>
      </p:grpSpPr>
      <p:sp>
        <p:nvSpPr>
          <p:cNvPr id="783" name="Google Shape;783;p90"/>
          <p:cNvSpPr txBox="1"/>
          <p:nvPr>
            <p:ph idx="1" type="body"/>
          </p:nvPr>
        </p:nvSpPr>
        <p:spPr>
          <a:xfrm>
            <a:off x="452438" y="3097509"/>
            <a:ext cx="8239200" cy="350700"/>
          </a:xfrm>
          <a:prstGeom prst="rect">
            <a:avLst/>
          </a:prstGeom>
          <a:noFill/>
          <a:ln>
            <a:noFill/>
          </a:ln>
        </p:spPr>
        <p:txBody>
          <a:bodyPr anchorCtr="0" anchor="t" bIns="17150" lIns="17150" spcFirstLastPara="1" rIns="17150" wrap="square" tIns="17150">
            <a:normAutofit/>
          </a:bodyPr>
          <a:lstStyle>
            <a:lvl1pPr indent="-228600" lvl="0" marL="457200" rtl="0" algn="ctr">
              <a:lnSpc>
                <a:spcPct val="100000"/>
              </a:lnSpc>
              <a:spcBef>
                <a:spcPts val="0"/>
              </a:spcBef>
              <a:spcAft>
                <a:spcPts val="0"/>
              </a:spcAft>
              <a:buClr>
                <a:srgbClr val="FFFFFF"/>
              </a:buClr>
              <a:buSzPts val="2100"/>
              <a:buFont typeface="Helvetica Neue"/>
              <a:buNone/>
              <a:defRPr sz="2100"/>
            </a:lvl1pPr>
            <a:lvl2pPr indent="-342900" lvl="1" marL="914400" rtl="0" algn="l">
              <a:lnSpc>
                <a:spcPct val="115000"/>
              </a:lnSpc>
              <a:spcBef>
                <a:spcPts val="0"/>
              </a:spcBef>
              <a:spcAft>
                <a:spcPts val="0"/>
              </a:spcAft>
              <a:buSzPts val="1800"/>
              <a:buChar char="○"/>
              <a:defRPr/>
            </a:lvl2pPr>
            <a:lvl3pPr indent="-342900" lvl="2" marL="1371600" rtl="0" algn="l">
              <a:lnSpc>
                <a:spcPct val="115000"/>
              </a:lnSpc>
              <a:spcBef>
                <a:spcPts val="0"/>
              </a:spcBef>
              <a:spcAft>
                <a:spcPts val="0"/>
              </a:spcAft>
              <a:buSzPts val="1800"/>
              <a:buChar char="■"/>
              <a:defRPr/>
            </a:lvl3pPr>
            <a:lvl4pPr indent="-342900" lvl="3" marL="1828800" rtl="0" algn="l">
              <a:lnSpc>
                <a:spcPct val="115000"/>
              </a:lnSpc>
              <a:spcBef>
                <a:spcPts val="0"/>
              </a:spcBef>
              <a:spcAft>
                <a:spcPts val="0"/>
              </a:spcAft>
              <a:buSzPts val="1800"/>
              <a:buChar char="●"/>
              <a:defRPr/>
            </a:lvl4pPr>
            <a:lvl5pPr indent="-342900" lvl="4" marL="2286000" rtl="0" algn="l">
              <a:lnSpc>
                <a:spcPct val="115000"/>
              </a:lnSpc>
              <a:spcBef>
                <a:spcPts val="0"/>
              </a:spcBef>
              <a:spcAft>
                <a:spcPts val="0"/>
              </a:spcAft>
              <a:buSzPts val="1800"/>
              <a:buChar char="○"/>
              <a:defRPr/>
            </a:lvl5pPr>
            <a:lvl6pPr indent="-342900" lvl="5" marL="2743200" rtl="0" algn="l">
              <a:lnSpc>
                <a:spcPct val="115000"/>
              </a:lnSpc>
              <a:spcBef>
                <a:spcPts val="0"/>
              </a:spcBef>
              <a:spcAft>
                <a:spcPts val="0"/>
              </a:spcAft>
              <a:buSzPts val="1800"/>
              <a:buChar char="■"/>
              <a:defRPr/>
            </a:lvl6pPr>
            <a:lvl7pPr indent="-342900" lvl="6" marL="3200400" rtl="0" algn="l">
              <a:lnSpc>
                <a:spcPct val="115000"/>
              </a:lnSpc>
              <a:spcBef>
                <a:spcPts val="0"/>
              </a:spcBef>
              <a:spcAft>
                <a:spcPts val="0"/>
              </a:spcAft>
              <a:buSzPts val="1800"/>
              <a:buChar char="●"/>
              <a:defRPr/>
            </a:lvl7pPr>
            <a:lvl8pPr indent="-342900" lvl="7" marL="3657600" rtl="0" algn="l">
              <a:lnSpc>
                <a:spcPct val="115000"/>
              </a:lnSpc>
              <a:spcBef>
                <a:spcPts val="0"/>
              </a:spcBef>
              <a:spcAft>
                <a:spcPts val="0"/>
              </a:spcAft>
              <a:buSzPts val="1800"/>
              <a:buChar char="○"/>
              <a:defRPr/>
            </a:lvl8pPr>
            <a:lvl9pPr indent="-342900" lvl="8" marL="4114800" rtl="0" algn="l">
              <a:lnSpc>
                <a:spcPct val="115000"/>
              </a:lnSpc>
              <a:spcBef>
                <a:spcPts val="0"/>
              </a:spcBef>
              <a:spcAft>
                <a:spcPts val="0"/>
              </a:spcAft>
              <a:buSzPts val="1800"/>
              <a:buChar char="■"/>
              <a:defRPr/>
            </a:lvl9pPr>
          </a:lstStyle>
          <a:p/>
        </p:txBody>
      </p:sp>
      <p:sp>
        <p:nvSpPr>
          <p:cNvPr id="784" name="Google Shape;784;p90"/>
          <p:cNvSpPr txBox="1"/>
          <p:nvPr>
            <p:ph idx="2" type="body"/>
          </p:nvPr>
        </p:nvSpPr>
        <p:spPr>
          <a:xfrm>
            <a:off x="452438" y="350722"/>
            <a:ext cx="8239200" cy="2759700"/>
          </a:xfrm>
          <a:prstGeom prst="rect">
            <a:avLst/>
          </a:prstGeom>
          <a:noFill/>
          <a:ln>
            <a:noFill/>
          </a:ln>
        </p:spPr>
        <p:txBody>
          <a:bodyPr anchorCtr="0" anchor="b" bIns="19050" lIns="19050" spcFirstLastPara="1" rIns="19050" wrap="square" tIns="19050">
            <a:normAutofit/>
          </a:bodyPr>
          <a:lstStyle>
            <a:lvl1pPr indent="-228600" lvl="0" marL="457200" rtl="0" algn="ctr">
              <a:lnSpc>
                <a:spcPct val="80000"/>
              </a:lnSpc>
              <a:spcBef>
                <a:spcPts val="0"/>
              </a:spcBef>
              <a:spcAft>
                <a:spcPts val="0"/>
              </a:spcAft>
              <a:buClr>
                <a:srgbClr val="FFFFFF"/>
              </a:buClr>
              <a:buSzPts val="9400"/>
              <a:buFont typeface="Helvetica Neue"/>
              <a:buNone/>
              <a:defRPr sz="9400"/>
            </a:lvl1pPr>
            <a:lvl2pPr indent="-228600" lvl="1" marL="914400" rtl="0" algn="ctr">
              <a:lnSpc>
                <a:spcPct val="80000"/>
              </a:lnSpc>
              <a:spcBef>
                <a:spcPts val="0"/>
              </a:spcBef>
              <a:spcAft>
                <a:spcPts val="0"/>
              </a:spcAft>
              <a:buClr>
                <a:srgbClr val="FFFFFF"/>
              </a:buClr>
              <a:buSzPts val="9400"/>
              <a:buFont typeface="Helvetica Neue"/>
              <a:buNone/>
              <a:defRPr sz="9400"/>
            </a:lvl2pPr>
            <a:lvl3pPr indent="-228600" lvl="2" marL="1371600" rtl="0" algn="ctr">
              <a:lnSpc>
                <a:spcPct val="80000"/>
              </a:lnSpc>
              <a:spcBef>
                <a:spcPts val="0"/>
              </a:spcBef>
              <a:spcAft>
                <a:spcPts val="0"/>
              </a:spcAft>
              <a:buClr>
                <a:srgbClr val="FFFFFF"/>
              </a:buClr>
              <a:buSzPts val="9400"/>
              <a:buFont typeface="Helvetica Neue"/>
              <a:buNone/>
              <a:defRPr sz="9400"/>
            </a:lvl3pPr>
            <a:lvl4pPr indent="-228600" lvl="3" marL="1828800" rtl="0" algn="ctr">
              <a:lnSpc>
                <a:spcPct val="80000"/>
              </a:lnSpc>
              <a:spcBef>
                <a:spcPts val="0"/>
              </a:spcBef>
              <a:spcAft>
                <a:spcPts val="0"/>
              </a:spcAft>
              <a:buClr>
                <a:srgbClr val="FFFFFF"/>
              </a:buClr>
              <a:buSzPts val="9400"/>
              <a:buFont typeface="Helvetica Neue"/>
              <a:buNone/>
              <a:defRPr sz="9400"/>
            </a:lvl4pPr>
            <a:lvl5pPr indent="-228600" lvl="4" marL="2286000" rtl="0" algn="ctr">
              <a:lnSpc>
                <a:spcPct val="80000"/>
              </a:lnSpc>
              <a:spcBef>
                <a:spcPts val="0"/>
              </a:spcBef>
              <a:spcAft>
                <a:spcPts val="0"/>
              </a:spcAft>
              <a:buClr>
                <a:srgbClr val="FFFFFF"/>
              </a:buClr>
              <a:buSzPts val="9400"/>
              <a:buFont typeface="Helvetica Neue"/>
              <a:buNone/>
              <a:defRPr sz="9400"/>
            </a:lvl5pPr>
            <a:lvl6pPr indent="-342900" lvl="5" marL="2743200" rtl="0" algn="l">
              <a:lnSpc>
                <a:spcPct val="115000"/>
              </a:lnSpc>
              <a:spcBef>
                <a:spcPts val="0"/>
              </a:spcBef>
              <a:spcAft>
                <a:spcPts val="0"/>
              </a:spcAft>
              <a:buSzPts val="1800"/>
              <a:buChar char="■"/>
              <a:defRPr/>
            </a:lvl6pPr>
            <a:lvl7pPr indent="-342900" lvl="6" marL="3200400" rtl="0" algn="l">
              <a:lnSpc>
                <a:spcPct val="115000"/>
              </a:lnSpc>
              <a:spcBef>
                <a:spcPts val="0"/>
              </a:spcBef>
              <a:spcAft>
                <a:spcPts val="0"/>
              </a:spcAft>
              <a:buSzPts val="1800"/>
              <a:buChar char="●"/>
              <a:defRPr/>
            </a:lvl7pPr>
            <a:lvl8pPr indent="-342900" lvl="7" marL="3657600" rtl="0" algn="l">
              <a:lnSpc>
                <a:spcPct val="115000"/>
              </a:lnSpc>
              <a:spcBef>
                <a:spcPts val="0"/>
              </a:spcBef>
              <a:spcAft>
                <a:spcPts val="0"/>
              </a:spcAft>
              <a:buSzPts val="1800"/>
              <a:buChar char="○"/>
              <a:defRPr/>
            </a:lvl8pPr>
            <a:lvl9pPr indent="-342900" lvl="8" marL="4114800" rtl="0" algn="l">
              <a:lnSpc>
                <a:spcPct val="115000"/>
              </a:lnSpc>
              <a:spcBef>
                <a:spcPts val="0"/>
              </a:spcBef>
              <a:spcAft>
                <a:spcPts val="0"/>
              </a:spcAft>
              <a:buSzPts val="1800"/>
              <a:buChar char="■"/>
              <a:defRPr/>
            </a:lvl9pPr>
          </a:lstStyle>
          <a:p/>
        </p:txBody>
      </p:sp>
      <p:sp>
        <p:nvSpPr>
          <p:cNvPr id="785" name="Google Shape;785;p90"/>
          <p:cNvSpPr txBox="1"/>
          <p:nvPr>
            <p:ph idx="12" type="sldNum"/>
          </p:nvPr>
        </p:nvSpPr>
        <p:spPr>
          <a:xfrm>
            <a:off x="4500549" y="4902974"/>
            <a:ext cx="138300" cy="146100"/>
          </a:xfrm>
          <a:prstGeom prst="rect">
            <a:avLst/>
          </a:prstGeom>
          <a:noFill/>
          <a:ln>
            <a:noFill/>
          </a:ln>
        </p:spPr>
        <p:txBody>
          <a:bodyPr anchorCtr="0" anchor="b" bIns="19050" lIns="19050" spcFirstLastPara="1" rIns="19050" wrap="square" tIns="19050">
            <a:spAutoFit/>
          </a:bodyPr>
          <a:lstStyle>
            <a:lvl1pPr indent="0" lvl="0"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1pPr>
            <a:lvl2pPr indent="0" lvl="1"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2pPr>
            <a:lvl3pPr indent="0" lvl="2"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3pPr>
            <a:lvl4pPr indent="0" lvl="3"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4pPr>
            <a:lvl5pPr indent="0" lvl="4"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5pPr>
            <a:lvl6pPr indent="0" lvl="5"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6pPr>
            <a:lvl7pPr indent="0" lvl="6"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7pPr>
            <a:lvl8pPr indent="0" lvl="7"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8pPr>
            <a:lvl9pPr indent="0" lvl="8"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9pPr>
          </a:lstStyle>
          <a:p>
            <a:pPr indent="0" lvl="0" marL="0" rtl="0" algn="ctr">
              <a:spcBef>
                <a:spcPts val="0"/>
              </a:spcBef>
              <a:spcAft>
                <a:spcPts val="0"/>
              </a:spcAft>
              <a:buNone/>
            </a:pPr>
            <a:fld id="{00000000-1234-1234-1234-123412341234}" type="slidenum">
              <a:rPr lang="en"/>
              <a:t>‹#›</a:t>
            </a:fld>
            <a:endParaRPr sz="1000">
              <a:solidFill>
                <a:srgbClr val="ADADAD"/>
              </a:solidFill>
            </a:endParaRPr>
          </a:p>
        </p:txBody>
      </p:sp>
    </p:spTree>
  </p:cSld>
  <p:clrMapOvr>
    <a:masterClrMapping/>
  </p:clrMapOvr>
</p:sldLayout>
</file>

<file path=ppt/slideLayouts/slideLayout8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showMasterSp="0">
  <p:cSld name="Section 2">
    <p:bg>
      <p:bgPr>
        <a:gradFill>
          <a:gsLst>
            <a:gs pos="0">
              <a:srgbClr val="0F0F0F"/>
            </a:gs>
            <a:gs pos="100000">
              <a:srgbClr val="000000"/>
            </a:gs>
          </a:gsLst>
          <a:lin ang="5400012" scaled="0"/>
        </a:gradFill>
      </p:bgPr>
    </p:bg>
    <p:spTree>
      <p:nvGrpSpPr>
        <p:cNvPr id="786" name="Shape 786"/>
        <p:cNvGrpSpPr/>
        <p:nvPr/>
      </p:nvGrpSpPr>
      <p:grpSpPr>
        <a:xfrm>
          <a:off x="0" y="0"/>
          <a:ext cx="0" cy="0"/>
          <a:chOff x="0" y="0"/>
          <a:chExt cx="0" cy="0"/>
        </a:xfrm>
      </p:grpSpPr>
      <p:sp>
        <p:nvSpPr>
          <p:cNvPr id="787" name="Google Shape;787;p91"/>
          <p:cNvSpPr txBox="1"/>
          <p:nvPr>
            <p:ph type="title"/>
          </p:nvPr>
        </p:nvSpPr>
        <p:spPr>
          <a:xfrm>
            <a:off x="452436" y="1700213"/>
            <a:ext cx="8239200" cy="1743000"/>
          </a:xfrm>
          <a:prstGeom prst="rect">
            <a:avLst/>
          </a:prstGeom>
          <a:noFill/>
          <a:ln>
            <a:noFill/>
          </a:ln>
        </p:spPr>
        <p:txBody>
          <a:bodyPr anchorCtr="0" anchor="ctr" bIns="19050" lIns="19050" spcFirstLastPara="1" rIns="19050" wrap="square" tIns="19050">
            <a:normAutofit/>
          </a:bodyPr>
          <a:lstStyle>
            <a:lvl1pPr lvl="0" rtl="0" algn="l">
              <a:lnSpc>
                <a:spcPct val="80000"/>
              </a:lnSpc>
              <a:spcBef>
                <a:spcPts val="0"/>
              </a:spcBef>
              <a:spcAft>
                <a:spcPts val="0"/>
              </a:spcAft>
              <a:buClr>
                <a:srgbClr val="FFFFFF"/>
              </a:buClr>
              <a:buSzPts val="7400"/>
              <a:buFont typeface="Helvetica Neue"/>
              <a:buNone/>
              <a:defRPr sz="7400"/>
            </a:lvl1pPr>
            <a:lvl2pPr lvl="1" rtl="0" algn="l">
              <a:lnSpc>
                <a:spcPct val="100000"/>
              </a:lnSpc>
              <a:spcBef>
                <a:spcPts val="0"/>
              </a:spcBef>
              <a:spcAft>
                <a:spcPts val="0"/>
              </a:spcAft>
              <a:buClr>
                <a:srgbClr val="FFFFFF"/>
              </a:buClr>
              <a:buSzPts val="700"/>
              <a:buNone/>
              <a:defRPr/>
            </a:lvl2pPr>
            <a:lvl3pPr lvl="2" rtl="0" algn="l">
              <a:lnSpc>
                <a:spcPct val="100000"/>
              </a:lnSpc>
              <a:spcBef>
                <a:spcPts val="0"/>
              </a:spcBef>
              <a:spcAft>
                <a:spcPts val="0"/>
              </a:spcAft>
              <a:buClr>
                <a:srgbClr val="FFFFFF"/>
              </a:buClr>
              <a:buSzPts val="700"/>
              <a:buNone/>
              <a:defRPr/>
            </a:lvl3pPr>
            <a:lvl4pPr lvl="3" rtl="0" algn="l">
              <a:lnSpc>
                <a:spcPct val="100000"/>
              </a:lnSpc>
              <a:spcBef>
                <a:spcPts val="0"/>
              </a:spcBef>
              <a:spcAft>
                <a:spcPts val="0"/>
              </a:spcAft>
              <a:buClr>
                <a:srgbClr val="FFFFFF"/>
              </a:buClr>
              <a:buSzPts val="700"/>
              <a:buNone/>
              <a:defRPr/>
            </a:lvl4pPr>
            <a:lvl5pPr lvl="4" rtl="0" algn="l">
              <a:lnSpc>
                <a:spcPct val="100000"/>
              </a:lnSpc>
              <a:spcBef>
                <a:spcPts val="0"/>
              </a:spcBef>
              <a:spcAft>
                <a:spcPts val="0"/>
              </a:spcAft>
              <a:buClr>
                <a:srgbClr val="FFFFFF"/>
              </a:buClr>
              <a:buSzPts val="700"/>
              <a:buNone/>
              <a:defRPr/>
            </a:lvl5pPr>
            <a:lvl6pPr lvl="5" rtl="0" algn="l">
              <a:lnSpc>
                <a:spcPct val="100000"/>
              </a:lnSpc>
              <a:spcBef>
                <a:spcPts val="0"/>
              </a:spcBef>
              <a:spcAft>
                <a:spcPts val="0"/>
              </a:spcAft>
              <a:buClr>
                <a:srgbClr val="FFFFFF"/>
              </a:buClr>
              <a:buSzPts val="700"/>
              <a:buNone/>
              <a:defRPr/>
            </a:lvl6pPr>
            <a:lvl7pPr lvl="6" rtl="0" algn="l">
              <a:lnSpc>
                <a:spcPct val="100000"/>
              </a:lnSpc>
              <a:spcBef>
                <a:spcPts val="0"/>
              </a:spcBef>
              <a:spcAft>
                <a:spcPts val="0"/>
              </a:spcAft>
              <a:buClr>
                <a:srgbClr val="FFFFFF"/>
              </a:buClr>
              <a:buSzPts val="700"/>
              <a:buNone/>
              <a:defRPr/>
            </a:lvl7pPr>
            <a:lvl8pPr lvl="7" rtl="0" algn="l">
              <a:lnSpc>
                <a:spcPct val="100000"/>
              </a:lnSpc>
              <a:spcBef>
                <a:spcPts val="0"/>
              </a:spcBef>
              <a:spcAft>
                <a:spcPts val="0"/>
              </a:spcAft>
              <a:buClr>
                <a:srgbClr val="FFFFFF"/>
              </a:buClr>
              <a:buSzPts val="700"/>
              <a:buNone/>
              <a:defRPr/>
            </a:lvl8pPr>
            <a:lvl9pPr lvl="8" rtl="0" algn="l">
              <a:lnSpc>
                <a:spcPct val="100000"/>
              </a:lnSpc>
              <a:spcBef>
                <a:spcPts val="0"/>
              </a:spcBef>
              <a:spcAft>
                <a:spcPts val="0"/>
              </a:spcAft>
              <a:buClr>
                <a:srgbClr val="FFFFFF"/>
              </a:buClr>
              <a:buSzPts val="700"/>
              <a:buNone/>
              <a:defRPr/>
            </a:lvl9pPr>
          </a:lstStyle>
          <a:p/>
        </p:txBody>
      </p:sp>
      <p:sp>
        <p:nvSpPr>
          <p:cNvPr id="788" name="Google Shape;788;p91"/>
          <p:cNvSpPr txBox="1"/>
          <p:nvPr>
            <p:ph idx="12" type="sldNum"/>
          </p:nvPr>
        </p:nvSpPr>
        <p:spPr>
          <a:xfrm>
            <a:off x="4500549" y="4904562"/>
            <a:ext cx="138300" cy="146100"/>
          </a:xfrm>
          <a:prstGeom prst="rect">
            <a:avLst/>
          </a:prstGeom>
          <a:noFill/>
          <a:ln>
            <a:noFill/>
          </a:ln>
        </p:spPr>
        <p:txBody>
          <a:bodyPr anchorCtr="0" anchor="b" bIns="19050" lIns="19050" spcFirstLastPara="1" rIns="19050" wrap="square" tIns="19050">
            <a:spAutoFit/>
          </a:bodyPr>
          <a:lstStyle>
            <a:lvl1pPr indent="0" lvl="0"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1pPr>
            <a:lvl2pPr indent="0" lvl="1"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2pPr>
            <a:lvl3pPr indent="0" lvl="2"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3pPr>
            <a:lvl4pPr indent="0" lvl="3"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4pPr>
            <a:lvl5pPr indent="0" lvl="4"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5pPr>
            <a:lvl6pPr indent="0" lvl="5"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6pPr>
            <a:lvl7pPr indent="0" lvl="6"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7pPr>
            <a:lvl8pPr indent="0" lvl="7"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8pPr>
            <a:lvl9pPr indent="0" lvl="8"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9pPr>
          </a:lstStyle>
          <a:p>
            <a:pPr indent="0" lvl="0" marL="0" rtl="0" algn="ctr">
              <a:spcBef>
                <a:spcPts val="0"/>
              </a:spcBef>
              <a:spcAft>
                <a:spcPts val="0"/>
              </a:spcAft>
              <a:buNone/>
            </a:pPr>
            <a:fld id="{00000000-1234-1234-1234-123412341234}" type="slidenum">
              <a:rPr lang="en"/>
              <a:t>‹#›</a:t>
            </a:fld>
            <a:endParaRPr sz="1000">
              <a:solidFill>
                <a:srgbClr val="ADADAD"/>
              </a:solidFill>
            </a:endParaRPr>
          </a:p>
        </p:txBody>
      </p:sp>
    </p:spTree>
  </p:cSld>
  <p:clrMapOvr>
    <a:masterClrMapping/>
  </p:clrMapOvr>
</p:sldLayout>
</file>

<file path=ppt/slideLayouts/slideLayout8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mp; Photo" showMasterSp="0">
  <p:cSld name="Title &amp; Photo">
    <p:bg>
      <p:bgPr>
        <a:solidFill>
          <a:srgbClr val="000000"/>
        </a:solidFill>
      </p:bgPr>
    </p:bg>
    <p:spTree>
      <p:nvGrpSpPr>
        <p:cNvPr id="789" name="Shape 789"/>
        <p:cNvGrpSpPr/>
        <p:nvPr/>
      </p:nvGrpSpPr>
      <p:grpSpPr>
        <a:xfrm>
          <a:off x="0" y="0"/>
          <a:ext cx="0" cy="0"/>
          <a:chOff x="0" y="0"/>
          <a:chExt cx="0" cy="0"/>
        </a:xfrm>
      </p:grpSpPr>
      <p:sp>
        <p:nvSpPr>
          <p:cNvPr id="790" name="Google Shape;790;p92"/>
          <p:cNvSpPr/>
          <p:nvPr>
            <p:ph idx="2" type="pic"/>
          </p:nvPr>
        </p:nvSpPr>
        <p:spPr>
          <a:xfrm>
            <a:off x="-161925" y="-1514475"/>
            <a:ext cx="11049000" cy="6762600"/>
          </a:xfrm>
          <a:prstGeom prst="rect">
            <a:avLst/>
          </a:prstGeom>
          <a:noFill/>
          <a:ln>
            <a:noFill/>
          </a:ln>
        </p:spPr>
      </p:sp>
      <p:sp>
        <p:nvSpPr>
          <p:cNvPr id="791" name="Google Shape;791;p92"/>
          <p:cNvSpPr txBox="1"/>
          <p:nvPr>
            <p:ph type="title"/>
          </p:nvPr>
        </p:nvSpPr>
        <p:spPr>
          <a:xfrm>
            <a:off x="452438" y="2671763"/>
            <a:ext cx="8239200" cy="1743000"/>
          </a:xfrm>
          <a:prstGeom prst="rect">
            <a:avLst/>
          </a:prstGeom>
          <a:noFill/>
          <a:ln>
            <a:noFill/>
          </a:ln>
        </p:spPr>
        <p:txBody>
          <a:bodyPr anchorCtr="0" anchor="b" bIns="19050" lIns="19050" spcFirstLastPara="1" rIns="19050" wrap="square" tIns="19050">
            <a:normAutofit/>
          </a:bodyPr>
          <a:lstStyle>
            <a:lvl1pPr lvl="0" rtl="0" algn="l">
              <a:lnSpc>
                <a:spcPct val="80000"/>
              </a:lnSpc>
              <a:spcBef>
                <a:spcPts val="0"/>
              </a:spcBef>
              <a:spcAft>
                <a:spcPts val="0"/>
              </a:spcAft>
              <a:buClr>
                <a:srgbClr val="FFFFFF"/>
              </a:buClr>
              <a:buSzPts val="4800"/>
              <a:buFont typeface="Helvetica Neue"/>
              <a:buNone/>
              <a:defRPr sz="4800"/>
            </a:lvl1pPr>
            <a:lvl2pPr lvl="1" rtl="0" algn="l">
              <a:lnSpc>
                <a:spcPct val="100000"/>
              </a:lnSpc>
              <a:spcBef>
                <a:spcPts val="0"/>
              </a:spcBef>
              <a:spcAft>
                <a:spcPts val="0"/>
              </a:spcAft>
              <a:buClr>
                <a:srgbClr val="FFFFFF"/>
              </a:buClr>
              <a:buSzPts val="700"/>
              <a:buNone/>
              <a:defRPr/>
            </a:lvl2pPr>
            <a:lvl3pPr lvl="2" rtl="0" algn="l">
              <a:lnSpc>
                <a:spcPct val="100000"/>
              </a:lnSpc>
              <a:spcBef>
                <a:spcPts val="0"/>
              </a:spcBef>
              <a:spcAft>
                <a:spcPts val="0"/>
              </a:spcAft>
              <a:buClr>
                <a:srgbClr val="FFFFFF"/>
              </a:buClr>
              <a:buSzPts val="700"/>
              <a:buNone/>
              <a:defRPr/>
            </a:lvl3pPr>
            <a:lvl4pPr lvl="3" rtl="0" algn="l">
              <a:lnSpc>
                <a:spcPct val="100000"/>
              </a:lnSpc>
              <a:spcBef>
                <a:spcPts val="0"/>
              </a:spcBef>
              <a:spcAft>
                <a:spcPts val="0"/>
              </a:spcAft>
              <a:buClr>
                <a:srgbClr val="FFFFFF"/>
              </a:buClr>
              <a:buSzPts val="700"/>
              <a:buNone/>
              <a:defRPr/>
            </a:lvl4pPr>
            <a:lvl5pPr lvl="4" rtl="0" algn="l">
              <a:lnSpc>
                <a:spcPct val="100000"/>
              </a:lnSpc>
              <a:spcBef>
                <a:spcPts val="0"/>
              </a:spcBef>
              <a:spcAft>
                <a:spcPts val="0"/>
              </a:spcAft>
              <a:buClr>
                <a:srgbClr val="FFFFFF"/>
              </a:buClr>
              <a:buSzPts val="700"/>
              <a:buNone/>
              <a:defRPr/>
            </a:lvl5pPr>
            <a:lvl6pPr lvl="5" rtl="0" algn="l">
              <a:lnSpc>
                <a:spcPct val="100000"/>
              </a:lnSpc>
              <a:spcBef>
                <a:spcPts val="0"/>
              </a:spcBef>
              <a:spcAft>
                <a:spcPts val="0"/>
              </a:spcAft>
              <a:buClr>
                <a:srgbClr val="FFFFFF"/>
              </a:buClr>
              <a:buSzPts val="700"/>
              <a:buNone/>
              <a:defRPr/>
            </a:lvl6pPr>
            <a:lvl7pPr lvl="6" rtl="0" algn="l">
              <a:lnSpc>
                <a:spcPct val="100000"/>
              </a:lnSpc>
              <a:spcBef>
                <a:spcPts val="0"/>
              </a:spcBef>
              <a:spcAft>
                <a:spcPts val="0"/>
              </a:spcAft>
              <a:buClr>
                <a:srgbClr val="FFFFFF"/>
              </a:buClr>
              <a:buSzPts val="700"/>
              <a:buNone/>
              <a:defRPr/>
            </a:lvl7pPr>
            <a:lvl8pPr lvl="7" rtl="0" algn="l">
              <a:lnSpc>
                <a:spcPct val="100000"/>
              </a:lnSpc>
              <a:spcBef>
                <a:spcPts val="0"/>
              </a:spcBef>
              <a:spcAft>
                <a:spcPts val="0"/>
              </a:spcAft>
              <a:buClr>
                <a:srgbClr val="FFFFFF"/>
              </a:buClr>
              <a:buSzPts val="700"/>
              <a:buNone/>
              <a:defRPr/>
            </a:lvl8pPr>
            <a:lvl9pPr lvl="8" rtl="0" algn="l">
              <a:lnSpc>
                <a:spcPct val="100000"/>
              </a:lnSpc>
              <a:spcBef>
                <a:spcPts val="0"/>
              </a:spcBef>
              <a:spcAft>
                <a:spcPts val="0"/>
              </a:spcAft>
              <a:buClr>
                <a:srgbClr val="FFFFFF"/>
              </a:buClr>
              <a:buSzPts val="700"/>
              <a:buNone/>
              <a:defRPr/>
            </a:lvl9pPr>
          </a:lstStyle>
          <a:p/>
        </p:txBody>
      </p:sp>
      <p:sp>
        <p:nvSpPr>
          <p:cNvPr id="792" name="Google Shape;792;p92"/>
          <p:cNvSpPr txBox="1"/>
          <p:nvPr>
            <p:ph idx="1" type="body"/>
          </p:nvPr>
        </p:nvSpPr>
        <p:spPr>
          <a:xfrm>
            <a:off x="452884" y="414801"/>
            <a:ext cx="8238300" cy="238800"/>
          </a:xfrm>
          <a:prstGeom prst="rect">
            <a:avLst/>
          </a:prstGeom>
          <a:noFill/>
          <a:ln>
            <a:noFill/>
          </a:ln>
        </p:spPr>
        <p:txBody>
          <a:bodyPr anchorCtr="0" anchor="t" bIns="17150" lIns="17150" spcFirstLastPara="1" rIns="17150" wrap="square" tIns="17150">
            <a:normAutofit/>
          </a:bodyPr>
          <a:lstStyle>
            <a:lvl1pPr indent="-228600" lvl="0" marL="457200" rtl="0" algn="ctr">
              <a:lnSpc>
                <a:spcPct val="100000"/>
              </a:lnSpc>
              <a:spcBef>
                <a:spcPts val="0"/>
              </a:spcBef>
              <a:spcAft>
                <a:spcPts val="0"/>
              </a:spcAft>
              <a:buClr>
                <a:srgbClr val="FFFFFF"/>
              </a:buClr>
              <a:buSzPts val="1400"/>
              <a:buFont typeface="Helvetica Neue"/>
              <a:buNone/>
              <a:defRPr b="0" sz="1400"/>
            </a:lvl1pPr>
            <a:lvl2pPr indent="-342900" lvl="1" marL="914400" rtl="0" algn="l">
              <a:lnSpc>
                <a:spcPct val="115000"/>
              </a:lnSpc>
              <a:spcBef>
                <a:spcPts val="0"/>
              </a:spcBef>
              <a:spcAft>
                <a:spcPts val="0"/>
              </a:spcAft>
              <a:buSzPts val="1800"/>
              <a:buChar char="○"/>
              <a:defRPr/>
            </a:lvl2pPr>
            <a:lvl3pPr indent="-342900" lvl="2" marL="1371600" rtl="0" algn="l">
              <a:lnSpc>
                <a:spcPct val="115000"/>
              </a:lnSpc>
              <a:spcBef>
                <a:spcPts val="0"/>
              </a:spcBef>
              <a:spcAft>
                <a:spcPts val="0"/>
              </a:spcAft>
              <a:buSzPts val="1800"/>
              <a:buChar char="■"/>
              <a:defRPr/>
            </a:lvl3pPr>
            <a:lvl4pPr indent="-342900" lvl="3" marL="1828800" rtl="0" algn="l">
              <a:lnSpc>
                <a:spcPct val="115000"/>
              </a:lnSpc>
              <a:spcBef>
                <a:spcPts val="0"/>
              </a:spcBef>
              <a:spcAft>
                <a:spcPts val="0"/>
              </a:spcAft>
              <a:buSzPts val="1800"/>
              <a:buChar char="●"/>
              <a:defRPr/>
            </a:lvl4pPr>
            <a:lvl5pPr indent="-342900" lvl="4" marL="2286000" rtl="0" algn="l">
              <a:lnSpc>
                <a:spcPct val="115000"/>
              </a:lnSpc>
              <a:spcBef>
                <a:spcPts val="0"/>
              </a:spcBef>
              <a:spcAft>
                <a:spcPts val="0"/>
              </a:spcAft>
              <a:buSzPts val="1800"/>
              <a:buChar char="○"/>
              <a:defRPr/>
            </a:lvl5pPr>
            <a:lvl6pPr indent="-342900" lvl="5" marL="2743200" rtl="0" algn="l">
              <a:lnSpc>
                <a:spcPct val="115000"/>
              </a:lnSpc>
              <a:spcBef>
                <a:spcPts val="0"/>
              </a:spcBef>
              <a:spcAft>
                <a:spcPts val="0"/>
              </a:spcAft>
              <a:buSzPts val="1800"/>
              <a:buChar char="■"/>
              <a:defRPr/>
            </a:lvl6pPr>
            <a:lvl7pPr indent="-342900" lvl="6" marL="3200400" rtl="0" algn="l">
              <a:lnSpc>
                <a:spcPct val="115000"/>
              </a:lnSpc>
              <a:spcBef>
                <a:spcPts val="0"/>
              </a:spcBef>
              <a:spcAft>
                <a:spcPts val="0"/>
              </a:spcAft>
              <a:buSzPts val="1800"/>
              <a:buChar char="●"/>
              <a:defRPr/>
            </a:lvl7pPr>
            <a:lvl8pPr indent="-342900" lvl="7" marL="3657600" rtl="0" algn="l">
              <a:lnSpc>
                <a:spcPct val="115000"/>
              </a:lnSpc>
              <a:spcBef>
                <a:spcPts val="0"/>
              </a:spcBef>
              <a:spcAft>
                <a:spcPts val="0"/>
              </a:spcAft>
              <a:buSzPts val="1800"/>
              <a:buChar char="○"/>
              <a:defRPr/>
            </a:lvl8pPr>
            <a:lvl9pPr indent="-342900" lvl="8" marL="4114800" rtl="0" algn="l">
              <a:lnSpc>
                <a:spcPct val="115000"/>
              </a:lnSpc>
              <a:spcBef>
                <a:spcPts val="0"/>
              </a:spcBef>
              <a:spcAft>
                <a:spcPts val="0"/>
              </a:spcAft>
              <a:buSzPts val="1800"/>
              <a:buChar char="■"/>
              <a:defRPr/>
            </a:lvl9pPr>
          </a:lstStyle>
          <a:p/>
        </p:txBody>
      </p:sp>
      <p:sp>
        <p:nvSpPr>
          <p:cNvPr id="793" name="Google Shape;793;p92"/>
          <p:cNvSpPr txBox="1"/>
          <p:nvPr>
            <p:ph idx="3" type="body"/>
          </p:nvPr>
        </p:nvSpPr>
        <p:spPr>
          <a:xfrm>
            <a:off x="452438" y="4353716"/>
            <a:ext cx="8239200" cy="429300"/>
          </a:xfrm>
          <a:prstGeom prst="rect">
            <a:avLst/>
          </a:prstGeom>
          <a:noFill/>
          <a:ln>
            <a:noFill/>
          </a:ln>
        </p:spPr>
        <p:txBody>
          <a:bodyPr anchorCtr="0" anchor="t" bIns="19050" lIns="19050" spcFirstLastPara="1" rIns="19050" wrap="square" tIns="19050">
            <a:normAutofit/>
          </a:bodyPr>
          <a:lstStyle>
            <a:lvl1pPr indent="-228600" lvl="0" marL="457200" rtl="0" algn="l">
              <a:lnSpc>
                <a:spcPct val="100000"/>
              </a:lnSpc>
              <a:spcBef>
                <a:spcPts val="0"/>
              </a:spcBef>
              <a:spcAft>
                <a:spcPts val="0"/>
              </a:spcAft>
              <a:buClr>
                <a:srgbClr val="FFFFFF"/>
              </a:buClr>
              <a:buSzPts val="2700"/>
              <a:buFont typeface="Helvetica Neue"/>
              <a:buNone/>
              <a:defRPr sz="2700"/>
            </a:lvl1pPr>
            <a:lvl2pPr indent="-228600" lvl="1" marL="914400" rtl="0" algn="l">
              <a:lnSpc>
                <a:spcPct val="100000"/>
              </a:lnSpc>
              <a:spcBef>
                <a:spcPts val="0"/>
              </a:spcBef>
              <a:spcAft>
                <a:spcPts val="0"/>
              </a:spcAft>
              <a:buClr>
                <a:srgbClr val="FFFFFF"/>
              </a:buClr>
              <a:buSzPts val="2700"/>
              <a:buFont typeface="Helvetica Neue"/>
              <a:buNone/>
              <a:defRPr sz="2700"/>
            </a:lvl2pPr>
            <a:lvl3pPr indent="-228600" lvl="2" marL="1371600" rtl="0" algn="l">
              <a:lnSpc>
                <a:spcPct val="100000"/>
              </a:lnSpc>
              <a:spcBef>
                <a:spcPts val="0"/>
              </a:spcBef>
              <a:spcAft>
                <a:spcPts val="0"/>
              </a:spcAft>
              <a:buClr>
                <a:srgbClr val="FFFFFF"/>
              </a:buClr>
              <a:buSzPts val="2700"/>
              <a:buFont typeface="Helvetica Neue"/>
              <a:buNone/>
              <a:defRPr sz="2700"/>
            </a:lvl3pPr>
            <a:lvl4pPr indent="-228600" lvl="3" marL="1828800" rtl="0" algn="l">
              <a:lnSpc>
                <a:spcPct val="100000"/>
              </a:lnSpc>
              <a:spcBef>
                <a:spcPts val="0"/>
              </a:spcBef>
              <a:spcAft>
                <a:spcPts val="0"/>
              </a:spcAft>
              <a:buClr>
                <a:srgbClr val="FFFFFF"/>
              </a:buClr>
              <a:buSzPts val="2700"/>
              <a:buFont typeface="Helvetica Neue"/>
              <a:buNone/>
              <a:defRPr sz="2700"/>
            </a:lvl4pPr>
            <a:lvl5pPr indent="-228600" lvl="4" marL="2286000" rtl="0" algn="l">
              <a:lnSpc>
                <a:spcPct val="100000"/>
              </a:lnSpc>
              <a:spcBef>
                <a:spcPts val="0"/>
              </a:spcBef>
              <a:spcAft>
                <a:spcPts val="0"/>
              </a:spcAft>
              <a:buClr>
                <a:srgbClr val="FFFFFF"/>
              </a:buClr>
              <a:buSzPts val="2700"/>
              <a:buFont typeface="Helvetica Neue"/>
              <a:buNone/>
              <a:defRPr sz="2700"/>
            </a:lvl5pPr>
            <a:lvl6pPr indent="-342900" lvl="5" marL="2743200" rtl="0" algn="l">
              <a:lnSpc>
                <a:spcPct val="115000"/>
              </a:lnSpc>
              <a:spcBef>
                <a:spcPts val="0"/>
              </a:spcBef>
              <a:spcAft>
                <a:spcPts val="0"/>
              </a:spcAft>
              <a:buSzPts val="1800"/>
              <a:buChar char="■"/>
              <a:defRPr/>
            </a:lvl6pPr>
            <a:lvl7pPr indent="-342900" lvl="6" marL="3200400" rtl="0" algn="l">
              <a:lnSpc>
                <a:spcPct val="115000"/>
              </a:lnSpc>
              <a:spcBef>
                <a:spcPts val="0"/>
              </a:spcBef>
              <a:spcAft>
                <a:spcPts val="0"/>
              </a:spcAft>
              <a:buSzPts val="1800"/>
              <a:buChar char="●"/>
              <a:defRPr/>
            </a:lvl7pPr>
            <a:lvl8pPr indent="-342900" lvl="7" marL="3657600" rtl="0" algn="l">
              <a:lnSpc>
                <a:spcPct val="115000"/>
              </a:lnSpc>
              <a:spcBef>
                <a:spcPts val="0"/>
              </a:spcBef>
              <a:spcAft>
                <a:spcPts val="0"/>
              </a:spcAft>
              <a:buSzPts val="1800"/>
              <a:buChar char="○"/>
              <a:defRPr/>
            </a:lvl8pPr>
            <a:lvl9pPr indent="-342900" lvl="8" marL="4114800" rtl="0" algn="l">
              <a:lnSpc>
                <a:spcPct val="115000"/>
              </a:lnSpc>
              <a:spcBef>
                <a:spcPts val="0"/>
              </a:spcBef>
              <a:spcAft>
                <a:spcPts val="0"/>
              </a:spcAft>
              <a:buSzPts val="1800"/>
              <a:buChar char="■"/>
              <a:defRPr/>
            </a:lvl9pPr>
          </a:lstStyle>
          <a:p/>
        </p:txBody>
      </p:sp>
      <p:sp>
        <p:nvSpPr>
          <p:cNvPr id="794" name="Google Shape;794;p92"/>
          <p:cNvSpPr txBox="1"/>
          <p:nvPr>
            <p:ph idx="12" type="sldNum"/>
          </p:nvPr>
        </p:nvSpPr>
        <p:spPr>
          <a:xfrm>
            <a:off x="4500549" y="4902974"/>
            <a:ext cx="138300" cy="146100"/>
          </a:xfrm>
          <a:prstGeom prst="rect">
            <a:avLst/>
          </a:prstGeom>
          <a:noFill/>
          <a:ln>
            <a:noFill/>
          </a:ln>
        </p:spPr>
        <p:txBody>
          <a:bodyPr anchorCtr="0" anchor="b" bIns="19050" lIns="19050" spcFirstLastPara="1" rIns="19050" wrap="square" tIns="19050">
            <a:spAutoFit/>
          </a:bodyPr>
          <a:lstStyle>
            <a:lvl1pPr indent="0" lvl="0"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1pPr>
            <a:lvl2pPr indent="0" lvl="1"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2pPr>
            <a:lvl3pPr indent="0" lvl="2"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3pPr>
            <a:lvl4pPr indent="0" lvl="3"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4pPr>
            <a:lvl5pPr indent="0" lvl="4"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5pPr>
            <a:lvl6pPr indent="0" lvl="5"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6pPr>
            <a:lvl7pPr indent="0" lvl="6"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7pPr>
            <a:lvl8pPr indent="0" lvl="7"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8pPr>
            <a:lvl9pPr indent="0" lvl="8"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9pPr>
          </a:lstStyle>
          <a:p>
            <a:pPr indent="0" lvl="0" marL="0" rtl="0" algn="ctr">
              <a:spcBef>
                <a:spcPts val="0"/>
              </a:spcBef>
              <a:spcAft>
                <a:spcPts val="0"/>
              </a:spcAft>
              <a:buNone/>
            </a:pPr>
            <a:fld id="{00000000-1234-1234-1234-123412341234}" type="slidenum">
              <a:rPr lang="en"/>
              <a:t>‹#›</a:t>
            </a:fld>
            <a:endParaRPr sz="1000">
              <a:solidFill>
                <a:srgbClr val="ADADAD"/>
              </a:solidFill>
            </a:endParaRPr>
          </a:p>
        </p:txBody>
      </p:sp>
    </p:spTree>
  </p:cSld>
  <p:clrMapOvr>
    <a:masterClrMapping/>
  </p:clrMapOvr>
</p:sldLayout>
</file>

<file path=ppt/slideLayouts/slideLayout9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hoto" showMasterSp="0">
  <p:cSld name="Photo">
    <p:bg>
      <p:bgPr>
        <a:gradFill>
          <a:gsLst>
            <a:gs pos="0">
              <a:srgbClr val="0F0F0F"/>
            </a:gs>
            <a:gs pos="100000">
              <a:srgbClr val="000000"/>
            </a:gs>
          </a:gsLst>
          <a:lin ang="5400012" scaled="0"/>
        </a:gradFill>
      </p:bgPr>
    </p:bg>
    <p:spTree>
      <p:nvGrpSpPr>
        <p:cNvPr id="795" name="Shape 795"/>
        <p:cNvGrpSpPr/>
        <p:nvPr/>
      </p:nvGrpSpPr>
      <p:grpSpPr>
        <a:xfrm>
          <a:off x="0" y="0"/>
          <a:ext cx="0" cy="0"/>
          <a:chOff x="0" y="0"/>
          <a:chExt cx="0" cy="0"/>
        </a:xfrm>
      </p:grpSpPr>
      <p:sp>
        <p:nvSpPr>
          <p:cNvPr id="796" name="Google Shape;796;p93"/>
          <p:cNvSpPr/>
          <p:nvPr>
            <p:ph idx="2" type="pic"/>
          </p:nvPr>
        </p:nvSpPr>
        <p:spPr>
          <a:xfrm>
            <a:off x="-566737" y="-1395412"/>
            <a:ext cx="10691700" cy="7136400"/>
          </a:xfrm>
          <a:prstGeom prst="rect">
            <a:avLst/>
          </a:prstGeom>
          <a:noFill/>
          <a:ln>
            <a:noFill/>
          </a:ln>
        </p:spPr>
      </p:sp>
      <p:sp>
        <p:nvSpPr>
          <p:cNvPr id="797" name="Google Shape;797;p93"/>
          <p:cNvSpPr txBox="1"/>
          <p:nvPr>
            <p:ph idx="12" type="sldNum"/>
          </p:nvPr>
        </p:nvSpPr>
        <p:spPr>
          <a:xfrm>
            <a:off x="4500549" y="4902974"/>
            <a:ext cx="138300" cy="146100"/>
          </a:xfrm>
          <a:prstGeom prst="rect">
            <a:avLst/>
          </a:prstGeom>
          <a:noFill/>
          <a:ln>
            <a:noFill/>
          </a:ln>
        </p:spPr>
        <p:txBody>
          <a:bodyPr anchorCtr="0" anchor="b" bIns="19050" lIns="19050" spcFirstLastPara="1" rIns="19050" wrap="square" tIns="19050">
            <a:spAutoFit/>
          </a:bodyPr>
          <a:lstStyle>
            <a:lvl1pPr indent="0" lvl="0"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1pPr>
            <a:lvl2pPr indent="0" lvl="1"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2pPr>
            <a:lvl3pPr indent="0" lvl="2"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3pPr>
            <a:lvl4pPr indent="0" lvl="3"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4pPr>
            <a:lvl5pPr indent="0" lvl="4"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5pPr>
            <a:lvl6pPr indent="0" lvl="5"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6pPr>
            <a:lvl7pPr indent="0" lvl="6"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7pPr>
            <a:lvl8pPr indent="0" lvl="7"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8pPr>
            <a:lvl9pPr indent="0" lvl="8"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9pPr>
          </a:lstStyle>
          <a:p>
            <a:pPr indent="0" lvl="0" marL="0" rtl="0" algn="ctr">
              <a:spcBef>
                <a:spcPts val="0"/>
              </a:spcBef>
              <a:spcAft>
                <a:spcPts val="0"/>
              </a:spcAft>
              <a:buNone/>
            </a:pPr>
            <a:fld id="{00000000-1234-1234-1234-123412341234}" type="slidenum">
              <a:rPr lang="en"/>
              <a:t>‹#›</a:t>
            </a:fld>
            <a:endParaRPr sz="1000">
              <a:solidFill>
                <a:srgbClr val="ADADAD"/>
              </a:solidFill>
            </a:endParaRPr>
          </a:p>
        </p:txBody>
      </p:sp>
    </p:spTree>
  </p:cSld>
  <p:clrMapOvr>
    <a:masterClrMapping/>
  </p:clrMapOvr>
</p:sldLayout>
</file>

<file path=ppt/slideLayouts/slideLayout9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hoto - 3 Up" showMasterSp="0">
  <p:cSld name="Photo - 3 Up">
    <p:bg>
      <p:bgPr>
        <a:solidFill>
          <a:srgbClr val="000000"/>
        </a:solidFill>
      </p:bgPr>
    </p:bg>
    <p:spTree>
      <p:nvGrpSpPr>
        <p:cNvPr id="798" name="Shape 798"/>
        <p:cNvGrpSpPr/>
        <p:nvPr/>
      </p:nvGrpSpPr>
      <p:grpSpPr>
        <a:xfrm>
          <a:off x="0" y="0"/>
          <a:ext cx="0" cy="0"/>
          <a:chOff x="0" y="0"/>
          <a:chExt cx="0" cy="0"/>
        </a:xfrm>
      </p:grpSpPr>
      <p:sp>
        <p:nvSpPr>
          <p:cNvPr id="799" name="Google Shape;799;p94"/>
          <p:cNvSpPr/>
          <p:nvPr>
            <p:ph idx="2" type="pic"/>
          </p:nvPr>
        </p:nvSpPr>
        <p:spPr>
          <a:xfrm>
            <a:off x="5786438" y="2657028"/>
            <a:ext cx="3048000" cy="2028900"/>
          </a:xfrm>
          <a:prstGeom prst="rect">
            <a:avLst/>
          </a:prstGeom>
          <a:noFill/>
          <a:ln>
            <a:noFill/>
          </a:ln>
        </p:spPr>
      </p:sp>
      <p:sp>
        <p:nvSpPr>
          <p:cNvPr id="800" name="Google Shape;800;p94"/>
          <p:cNvSpPr/>
          <p:nvPr>
            <p:ph idx="3" type="pic"/>
          </p:nvPr>
        </p:nvSpPr>
        <p:spPr>
          <a:xfrm>
            <a:off x="-1100137" y="476250"/>
            <a:ext cx="8512200" cy="4229100"/>
          </a:xfrm>
          <a:prstGeom prst="rect">
            <a:avLst/>
          </a:prstGeom>
          <a:noFill/>
          <a:ln>
            <a:noFill/>
          </a:ln>
        </p:spPr>
      </p:sp>
      <p:sp>
        <p:nvSpPr>
          <p:cNvPr id="801" name="Google Shape;801;p94"/>
          <p:cNvSpPr/>
          <p:nvPr>
            <p:ph idx="4" type="pic"/>
          </p:nvPr>
        </p:nvSpPr>
        <p:spPr>
          <a:xfrm>
            <a:off x="5786438" y="476250"/>
            <a:ext cx="3048000" cy="2028900"/>
          </a:xfrm>
          <a:prstGeom prst="rect">
            <a:avLst/>
          </a:prstGeom>
          <a:noFill/>
          <a:ln>
            <a:noFill/>
          </a:ln>
        </p:spPr>
      </p:sp>
      <p:sp>
        <p:nvSpPr>
          <p:cNvPr id="802" name="Google Shape;802;p94"/>
          <p:cNvSpPr txBox="1"/>
          <p:nvPr>
            <p:ph idx="12" type="sldNum"/>
          </p:nvPr>
        </p:nvSpPr>
        <p:spPr>
          <a:xfrm>
            <a:off x="4500549" y="4902974"/>
            <a:ext cx="138300" cy="146100"/>
          </a:xfrm>
          <a:prstGeom prst="rect">
            <a:avLst/>
          </a:prstGeom>
          <a:noFill/>
          <a:ln>
            <a:noFill/>
          </a:ln>
        </p:spPr>
        <p:txBody>
          <a:bodyPr anchorCtr="0" anchor="b" bIns="19050" lIns="19050" spcFirstLastPara="1" rIns="19050" wrap="square" tIns="19050">
            <a:spAutoFit/>
          </a:bodyPr>
          <a:lstStyle>
            <a:lvl1pPr indent="0" lvl="0"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1pPr>
            <a:lvl2pPr indent="0" lvl="1"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2pPr>
            <a:lvl3pPr indent="0" lvl="2"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3pPr>
            <a:lvl4pPr indent="0" lvl="3"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4pPr>
            <a:lvl5pPr indent="0" lvl="4"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5pPr>
            <a:lvl6pPr indent="0" lvl="5"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6pPr>
            <a:lvl7pPr indent="0" lvl="6"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7pPr>
            <a:lvl8pPr indent="0" lvl="7"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8pPr>
            <a:lvl9pPr indent="0" lvl="8"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9pPr>
          </a:lstStyle>
          <a:p>
            <a:pPr indent="0" lvl="0" marL="0" rtl="0" algn="ctr">
              <a:spcBef>
                <a:spcPts val="0"/>
              </a:spcBef>
              <a:spcAft>
                <a:spcPts val="0"/>
              </a:spcAft>
              <a:buNone/>
            </a:pPr>
            <a:fld id="{00000000-1234-1234-1234-123412341234}" type="slidenum">
              <a:rPr lang="en"/>
              <a:t>‹#›</a:t>
            </a:fld>
            <a:endParaRPr sz="1000">
              <a:solidFill>
                <a:srgbClr val="ADADAD"/>
              </a:solidFill>
            </a:endParaRPr>
          </a:p>
        </p:txBody>
      </p:sp>
    </p:spTree>
  </p:cSld>
  <p:clrMapOvr>
    <a:masterClrMapping/>
  </p:clrMapOvr>
</p:sldLayout>
</file>

<file path=ppt/slideLayouts/slideLayout9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Bullets &amp; Photo" showMasterSp="0">
  <p:cSld name="Title, Bullets &amp; Photo">
    <p:bg>
      <p:bgPr>
        <a:gradFill>
          <a:gsLst>
            <a:gs pos="0">
              <a:srgbClr val="0F0F0F"/>
            </a:gs>
            <a:gs pos="100000">
              <a:srgbClr val="000000"/>
            </a:gs>
          </a:gsLst>
          <a:lin ang="5400012" scaled="0"/>
        </a:gradFill>
      </p:bgPr>
    </p:bg>
    <p:spTree>
      <p:nvGrpSpPr>
        <p:cNvPr id="803" name="Shape 803"/>
        <p:cNvGrpSpPr/>
        <p:nvPr/>
      </p:nvGrpSpPr>
      <p:grpSpPr>
        <a:xfrm>
          <a:off x="0" y="0"/>
          <a:ext cx="0" cy="0"/>
          <a:chOff x="0" y="0"/>
          <a:chExt cx="0" cy="0"/>
        </a:xfrm>
      </p:grpSpPr>
      <p:sp>
        <p:nvSpPr>
          <p:cNvPr id="804" name="Google Shape;804;p95"/>
          <p:cNvSpPr txBox="1"/>
          <p:nvPr>
            <p:ph type="title"/>
          </p:nvPr>
        </p:nvSpPr>
        <p:spPr>
          <a:xfrm>
            <a:off x="452438" y="357188"/>
            <a:ext cx="3667200" cy="538200"/>
          </a:xfrm>
          <a:prstGeom prst="rect">
            <a:avLst/>
          </a:prstGeom>
          <a:noFill/>
          <a:ln>
            <a:noFill/>
          </a:ln>
        </p:spPr>
        <p:txBody>
          <a:bodyPr anchorCtr="0" anchor="t" bIns="19050" lIns="19050" spcFirstLastPara="1" rIns="19050" wrap="square" tIns="19050">
            <a:normAutofit/>
          </a:bodyPr>
          <a:lstStyle>
            <a:lvl1pPr lvl="0" rtl="0" algn="l">
              <a:lnSpc>
                <a:spcPct val="90000"/>
              </a:lnSpc>
              <a:spcBef>
                <a:spcPts val="0"/>
              </a:spcBef>
              <a:spcAft>
                <a:spcPts val="0"/>
              </a:spcAft>
              <a:buClr>
                <a:srgbClr val="FFFFFF"/>
              </a:buClr>
              <a:buSzPts val="3300"/>
              <a:buFont typeface="Helvetica Neue"/>
              <a:buNone/>
              <a:defRPr sz="3300"/>
            </a:lvl1pPr>
            <a:lvl2pPr lvl="1" rtl="0" algn="l">
              <a:lnSpc>
                <a:spcPct val="100000"/>
              </a:lnSpc>
              <a:spcBef>
                <a:spcPts val="0"/>
              </a:spcBef>
              <a:spcAft>
                <a:spcPts val="0"/>
              </a:spcAft>
              <a:buClr>
                <a:srgbClr val="FFFFFF"/>
              </a:buClr>
              <a:buSzPts val="700"/>
              <a:buNone/>
              <a:defRPr/>
            </a:lvl2pPr>
            <a:lvl3pPr lvl="2" rtl="0" algn="l">
              <a:lnSpc>
                <a:spcPct val="100000"/>
              </a:lnSpc>
              <a:spcBef>
                <a:spcPts val="0"/>
              </a:spcBef>
              <a:spcAft>
                <a:spcPts val="0"/>
              </a:spcAft>
              <a:buClr>
                <a:srgbClr val="FFFFFF"/>
              </a:buClr>
              <a:buSzPts val="700"/>
              <a:buNone/>
              <a:defRPr/>
            </a:lvl3pPr>
            <a:lvl4pPr lvl="3" rtl="0" algn="l">
              <a:lnSpc>
                <a:spcPct val="100000"/>
              </a:lnSpc>
              <a:spcBef>
                <a:spcPts val="0"/>
              </a:spcBef>
              <a:spcAft>
                <a:spcPts val="0"/>
              </a:spcAft>
              <a:buClr>
                <a:srgbClr val="FFFFFF"/>
              </a:buClr>
              <a:buSzPts val="700"/>
              <a:buNone/>
              <a:defRPr/>
            </a:lvl4pPr>
            <a:lvl5pPr lvl="4" rtl="0" algn="l">
              <a:lnSpc>
                <a:spcPct val="100000"/>
              </a:lnSpc>
              <a:spcBef>
                <a:spcPts val="0"/>
              </a:spcBef>
              <a:spcAft>
                <a:spcPts val="0"/>
              </a:spcAft>
              <a:buClr>
                <a:srgbClr val="FFFFFF"/>
              </a:buClr>
              <a:buSzPts val="700"/>
              <a:buNone/>
              <a:defRPr/>
            </a:lvl5pPr>
            <a:lvl6pPr lvl="5" rtl="0" algn="l">
              <a:lnSpc>
                <a:spcPct val="100000"/>
              </a:lnSpc>
              <a:spcBef>
                <a:spcPts val="0"/>
              </a:spcBef>
              <a:spcAft>
                <a:spcPts val="0"/>
              </a:spcAft>
              <a:buClr>
                <a:srgbClr val="FFFFFF"/>
              </a:buClr>
              <a:buSzPts val="700"/>
              <a:buNone/>
              <a:defRPr/>
            </a:lvl6pPr>
            <a:lvl7pPr lvl="6" rtl="0" algn="l">
              <a:lnSpc>
                <a:spcPct val="100000"/>
              </a:lnSpc>
              <a:spcBef>
                <a:spcPts val="0"/>
              </a:spcBef>
              <a:spcAft>
                <a:spcPts val="0"/>
              </a:spcAft>
              <a:buClr>
                <a:srgbClr val="FFFFFF"/>
              </a:buClr>
              <a:buSzPts val="700"/>
              <a:buNone/>
              <a:defRPr/>
            </a:lvl7pPr>
            <a:lvl8pPr lvl="7" rtl="0" algn="l">
              <a:lnSpc>
                <a:spcPct val="100000"/>
              </a:lnSpc>
              <a:spcBef>
                <a:spcPts val="0"/>
              </a:spcBef>
              <a:spcAft>
                <a:spcPts val="0"/>
              </a:spcAft>
              <a:buClr>
                <a:srgbClr val="FFFFFF"/>
              </a:buClr>
              <a:buSzPts val="700"/>
              <a:buNone/>
              <a:defRPr/>
            </a:lvl8pPr>
            <a:lvl9pPr lvl="8" rtl="0" algn="l">
              <a:lnSpc>
                <a:spcPct val="100000"/>
              </a:lnSpc>
              <a:spcBef>
                <a:spcPts val="0"/>
              </a:spcBef>
              <a:spcAft>
                <a:spcPts val="0"/>
              </a:spcAft>
              <a:buClr>
                <a:srgbClr val="FFFFFF"/>
              </a:buClr>
              <a:buSzPts val="700"/>
              <a:buNone/>
              <a:defRPr/>
            </a:lvl9pPr>
          </a:lstStyle>
          <a:p/>
        </p:txBody>
      </p:sp>
      <p:sp>
        <p:nvSpPr>
          <p:cNvPr id="805" name="Google Shape;805;p95"/>
          <p:cNvSpPr txBox="1"/>
          <p:nvPr>
            <p:ph idx="1" type="body"/>
          </p:nvPr>
        </p:nvSpPr>
        <p:spPr>
          <a:xfrm>
            <a:off x="452438" y="842236"/>
            <a:ext cx="3667200" cy="350700"/>
          </a:xfrm>
          <a:prstGeom prst="rect">
            <a:avLst/>
          </a:prstGeom>
          <a:noFill/>
          <a:ln>
            <a:noFill/>
          </a:ln>
        </p:spPr>
        <p:txBody>
          <a:bodyPr anchorCtr="0" anchor="t" bIns="17150" lIns="17150" spcFirstLastPara="1" rIns="17150" wrap="square" tIns="17150">
            <a:normAutofit/>
          </a:bodyPr>
          <a:lstStyle>
            <a:lvl1pPr indent="-228600" lvl="0" marL="457200" rtl="0" algn="l">
              <a:lnSpc>
                <a:spcPct val="100000"/>
              </a:lnSpc>
              <a:spcBef>
                <a:spcPts val="0"/>
              </a:spcBef>
              <a:spcAft>
                <a:spcPts val="0"/>
              </a:spcAft>
              <a:buClr>
                <a:srgbClr val="FFFFFF"/>
              </a:buClr>
              <a:buSzPts val="2100"/>
              <a:buFont typeface="Helvetica Neue"/>
              <a:buNone/>
              <a:defRPr sz="2100"/>
            </a:lvl1pPr>
            <a:lvl2pPr indent="-342900" lvl="1" marL="914400" rtl="0" algn="l">
              <a:lnSpc>
                <a:spcPct val="115000"/>
              </a:lnSpc>
              <a:spcBef>
                <a:spcPts val="0"/>
              </a:spcBef>
              <a:spcAft>
                <a:spcPts val="0"/>
              </a:spcAft>
              <a:buSzPts val="1800"/>
              <a:buChar char="○"/>
              <a:defRPr/>
            </a:lvl2pPr>
            <a:lvl3pPr indent="-342900" lvl="2" marL="1371600" rtl="0" algn="l">
              <a:lnSpc>
                <a:spcPct val="115000"/>
              </a:lnSpc>
              <a:spcBef>
                <a:spcPts val="0"/>
              </a:spcBef>
              <a:spcAft>
                <a:spcPts val="0"/>
              </a:spcAft>
              <a:buSzPts val="1800"/>
              <a:buChar char="■"/>
              <a:defRPr/>
            </a:lvl3pPr>
            <a:lvl4pPr indent="-342900" lvl="3" marL="1828800" rtl="0" algn="l">
              <a:lnSpc>
                <a:spcPct val="115000"/>
              </a:lnSpc>
              <a:spcBef>
                <a:spcPts val="0"/>
              </a:spcBef>
              <a:spcAft>
                <a:spcPts val="0"/>
              </a:spcAft>
              <a:buSzPts val="1800"/>
              <a:buChar char="●"/>
              <a:defRPr/>
            </a:lvl4pPr>
            <a:lvl5pPr indent="-342900" lvl="4" marL="2286000" rtl="0" algn="l">
              <a:lnSpc>
                <a:spcPct val="115000"/>
              </a:lnSpc>
              <a:spcBef>
                <a:spcPts val="0"/>
              </a:spcBef>
              <a:spcAft>
                <a:spcPts val="0"/>
              </a:spcAft>
              <a:buSzPts val="1800"/>
              <a:buChar char="○"/>
              <a:defRPr/>
            </a:lvl5pPr>
            <a:lvl6pPr indent="-342900" lvl="5" marL="2743200" rtl="0" algn="l">
              <a:lnSpc>
                <a:spcPct val="115000"/>
              </a:lnSpc>
              <a:spcBef>
                <a:spcPts val="0"/>
              </a:spcBef>
              <a:spcAft>
                <a:spcPts val="0"/>
              </a:spcAft>
              <a:buSzPts val="1800"/>
              <a:buChar char="■"/>
              <a:defRPr/>
            </a:lvl6pPr>
            <a:lvl7pPr indent="-342900" lvl="6" marL="3200400" rtl="0" algn="l">
              <a:lnSpc>
                <a:spcPct val="115000"/>
              </a:lnSpc>
              <a:spcBef>
                <a:spcPts val="0"/>
              </a:spcBef>
              <a:spcAft>
                <a:spcPts val="0"/>
              </a:spcAft>
              <a:buSzPts val="1800"/>
              <a:buChar char="●"/>
              <a:defRPr/>
            </a:lvl7pPr>
            <a:lvl8pPr indent="-342900" lvl="7" marL="3657600" rtl="0" algn="l">
              <a:lnSpc>
                <a:spcPct val="115000"/>
              </a:lnSpc>
              <a:spcBef>
                <a:spcPts val="0"/>
              </a:spcBef>
              <a:spcAft>
                <a:spcPts val="0"/>
              </a:spcAft>
              <a:buSzPts val="1800"/>
              <a:buChar char="○"/>
              <a:defRPr/>
            </a:lvl8pPr>
            <a:lvl9pPr indent="-342900" lvl="8" marL="4114800" rtl="0" algn="l">
              <a:lnSpc>
                <a:spcPct val="115000"/>
              </a:lnSpc>
              <a:spcBef>
                <a:spcPts val="0"/>
              </a:spcBef>
              <a:spcAft>
                <a:spcPts val="0"/>
              </a:spcAft>
              <a:buSzPts val="1800"/>
              <a:buChar char="■"/>
              <a:defRPr/>
            </a:lvl9pPr>
          </a:lstStyle>
          <a:p/>
        </p:txBody>
      </p:sp>
      <p:sp>
        <p:nvSpPr>
          <p:cNvPr id="806" name="Google Shape;806;p95"/>
          <p:cNvSpPr txBox="1"/>
          <p:nvPr>
            <p:ph idx="2" type="body"/>
          </p:nvPr>
        </p:nvSpPr>
        <p:spPr>
          <a:xfrm>
            <a:off x="452438" y="1593189"/>
            <a:ext cx="3667200" cy="3096000"/>
          </a:xfrm>
          <a:prstGeom prst="rect">
            <a:avLst/>
          </a:prstGeom>
          <a:noFill/>
          <a:ln>
            <a:noFill/>
          </a:ln>
        </p:spPr>
        <p:txBody>
          <a:bodyPr anchorCtr="0" anchor="t" bIns="19050" lIns="19050" spcFirstLastPara="1" rIns="19050" wrap="square" tIns="19050">
            <a:normAutofit/>
          </a:bodyPr>
          <a:lstStyle>
            <a:lvl1pPr indent="-279400" lvl="0" marL="457200" rtl="0" algn="l">
              <a:lnSpc>
                <a:spcPct val="90000"/>
              </a:lnSpc>
              <a:spcBef>
                <a:spcPts val="1700"/>
              </a:spcBef>
              <a:spcAft>
                <a:spcPts val="0"/>
              </a:spcAft>
              <a:buClr>
                <a:srgbClr val="FFFFFF"/>
              </a:buClr>
              <a:buSzPts val="800"/>
              <a:buChar char="•"/>
              <a:defRPr/>
            </a:lvl1pPr>
            <a:lvl2pPr indent="-279400" lvl="1" marL="914400" rtl="0" algn="l">
              <a:lnSpc>
                <a:spcPct val="90000"/>
              </a:lnSpc>
              <a:spcBef>
                <a:spcPts val="1700"/>
              </a:spcBef>
              <a:spcAft>
                <a:spcPts val="0"/>
              </a:spcAft>
              <a:buClr>
                <a:srgbClr val="FFFFFF"/>
              </a:buClr>
              <a:buSzPts val="800"/>
              <a:buChar char="•"/>
              <a:defRPr/>
            </a:lvl2pPr>
            <a:lvl3pPr indent="-279400" lvl="2" marL="1371600" rtl="0" algn="l">
              <a:lnSpc>
                <a:spcPct val="90000"/>
              </a:lnSpc>
              <a:spcBef>
                <a:spcPts val="1700"/>
              </a:spcBef>
              <a:spcAft>
                <a:spcPts val="0"/>
              </a:spcAft>
              <a:buClr>
                <a:srgbClr val="FFFFFF"/>
              </a:buClr>
              <a:buSzPts val="800"/>
              <a:buChar char="•"/>
              <a:defRPr/>
            </a:lvl3pPr>
            <a:lvl4pPr indent="-279400" lvl="3" marL="1828800" rtl="0" algn="l">
              <a:lnSpc>
                <a:spcPct val="90000"/>
              </a:lnSpc>
              <a:spcBef>
                <a:spcPts val="1700"/>
              </a:spcBef>
              <a:spcAft>
                <a:spcPts val="0"/>
              </a:spcAft>
              <a:buClr>
                <a:srgbClr val="FFFFFF"/>
              </a:buClr>
              <a:buSzPts val="800"/>
              <a:buChar char="•"/>
              <a:defRPr/>
            </a:lvl4pPr>
            <a:lvl5pPr indent="-279400" lvl="4" marL="2286000" rtl="0" algn="l">
              <a:lnSpc>
                <a:spcPct val="90000"/>
              </a:lnSpc>
              <a:spcBef>
                <a:spcPts val="1700"/>
              </a:spcBef>
              <a:spcAft>
                <a:spcPts val="0"/>
              </a:spcAft>
              <a:buClr>
                <a:srgbClr val="FFFFFF"/>
              </a:buClr>
              <a:buSzPts val="800"/>
              <a:buChar char="•"/>
              <a:defRPr/>
            </a:lvl5pPr>
            <a:lvl6pPr indent="-342900" lvl="5" marL="2743200" rtl="0" algn="l">
              <a:lnSpc>
                <a:spcPct val="115000"/>
              </a:lnSpc>
              <a:spcBef>
                <a:spcPts val="0"/>
              </a:spcBef>
              <a:spcAft>
                <a:spcPts val="0"/>
              </a:spcAft>
              <a:buSzPts val="1800"/>
              <a:buChar char="■"/>
              <a:defRPr/>
            </a:lvl6pPr>
            <a:lvl7pPr indent="-342900" lvl="6" marL="3200400" rtl="0" algn="l">
              <a:lnSpc>
                <a:spcPct val="115000"/>
              </a:lnSpc>
              <a:spcBef>
                <a:spcPts val="0"/>
              </a:spcBef>
              <a:spcAft>
                <a:spcPts val="0"/>
              </a:spcAft>
              <a:buSzPts val="1800"/>
              <a:buChar char="●"/>
              <a:defRPr/>
            </a:lvl7pPr>
            <a:lvl8pPr indent="-342900" lvl="7" marL="3657600" rtl="0" algn="l">
              <a:lnSpc>
                <a:spcPct val="115000"/>
              </a:lnSpc>
              <a:spcBef>
                <a:spcPts val="0"/>
              </a:spcBef>
              <a:spcAft>
                <a:spcPts val="0"/>
              </a:spcAft>
              <a:buSzPts val="1800"/>
              <a:buChar char="○"/>
              <a:defRPr/>
            </a:lvl8pPr>
            <a:lvl9pPr indent="-342900" lvl="8" marL="4114800" rtl="0" algn="l">
              <a:lnSpc>
                <a:spcPct val="115000"/>
              </a:lnSpc>
              <a:spcBef>
                <a:spcPts val="0"/>
              </a:spcBef>
              <a:spcAft>
                <a:spcPts val="0"/>
              </a:spcAft>
              <a:buSzPts val="1800"/>
              <a:buChar char="■"/>
              <a:defRPr/>
            </a:lvl9pPr>
          </a:lstStyle>
          <a:p/>
        </p:txBody>
      </p:sp>
      <p:sp>
        <p:nvSpPr>
          <p:cNvPr id="807" name="Google Shape;807;p95"/>
          <p:cNvSpPr/>
          <p:nvPr>
            <p:ph idx="3" type="pic"/>
          </p:nvPr>
        </p:nvSpPr>
        <p:spPr>
          <a:xfrm>
            <a:off x="2392575" y="473943"/>
            <a:ext cx="8448600" cy="4197600"/>
          </a:xfrm>
          <a:prstGeom prst="rect">
            <a:avLst/>
          </a:prstGeom>
          <a:noFill/>
          <a:ln>
            <a:noFill/>
          </a:ln>
        </p:spPr>
      </p:sp>
      <p:sp>
        <p:nvSpPr>
          <p:cNvPr id="808" name="Google Shape;808;p95"/>
          <p:cNvSpPr txBox="1"/>
          <p:nvPr>
            <p:ph idx="12" type="sldNum"/>
          </p:nvPr>
        </p:nvSpPr>
        <p:spPr>
          <a:xfrm>
            <a:off x="4500549" y="4902974"/>
            <a:ext cx="138300" cy="146100"/>
          </a:xfrm>
          <a:prstGeom prst="rect">
            <a:avLst/>
          </a:prstGeom>
          <a:noFill/>
          <a:ln>
            <a:noFill/>
          </a:ln>
        </p:spPr>
        <p:txBody>
          <a:bodyPr anchorCtr="0" anchor="b" bIns="19050" lIns="19050" spcFirstLastPara="1" rIns="19050" wrap="square" tIns="19050">
            <a:spAutoFit/>
          </a:bodyPr>
          <a:lstStyle>
            <a:lvl1pPr indent="0" lvl="0"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1pPr>
            <a:lvl2pPr indent="0" lvl="1"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2pPr>
            <a:lvl3pPr indent="0" lvl="2"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3pPr>
            <a:lvl4pPr indent="0" lvl="3"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4pPr>
            <a:lvl5pPr indent="0" lvl="4"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5pPr>
            <a:lvl6pPr indent="0" lvl="5"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6pPr>
            <a:lvl7pPr indent="0" lvl="6"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7pPr>
            <a:lvl8pPr indent="0" lvl="7"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8pPr>
            <a:lvl9pPr indent="0" lvl="8"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9pPr>
          </a:lstStyle>
          <a:p>
            <a:pPr indent="0" lvl="0" marL="0" rtl="0" algn="ctr">
              <a:spcBef>
                <a:spcPts val="0"/>
              </a:spcBef>
              <a:spcAft>
                <a:spcPts val="0"/>
              </a:spcAft>
              <a:buNone/>
            </a:pPr>
            <a:fld id="{00000000-1234-1234-1234-123412341234}" type="slidenum">
              <a:rPr lang="en"/>
              <a:t>‹#›</a:t>
            </a:fld>
            <a:endParaRPr sz="1000">
              <a:solidFill>
                <a:srgbClr val="ADADAD"/>
              </a:solidFill>
            </a:endParaRPr>
          </a:p>
        </p:txBody>
      </p:sp>
    </p:spTree>
  </p:cSld>
  <p:clrMapOvr>
    <a:masterClrMapping/>
  </p:clrMapOvr>
</p:sldLayout>
</file>

<file path=ppt/slideLayouts/slideLayout9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ullets" showMasterSp="0">
  <p:cSld name="Bullets">
    <p:bg>
      <p:bgPr>
        <a:gradFill>
          <a:gsLst>
            <a:gs pos="0">
              <a:srgbClr val="0F0F0F"/>
            </a:gs>
            <a:gs pos="100000">
              <a:srgbClr val="000000"/>
            </a:gs>
          </a:gsLst>
          <a:lin ang="5400012" scaled="0"/>
        </a:gradFill>
      </p:bgPr>
    </p:bg>
    <p:spTree>
      <p:nvGrpSpPr>
        <p:cNvPr id="809" name="Shape 809"/>
        <p:cNvGrpSpPr/>
        <p:nvPr/>
      </p:nvGrpSpPr>
      <p:grpSpPr>
        <a:xfrm>
          <a:off x="0" y="0"/>
          <a:ext cx="0" cy="0"/>
          <a:chOff x="0" y="0"/>
          <a:chExt cx="0" cy="0"/>
        </a:xfrm>
      </p:grpSpPr>
      <p:sp>
        <p:nvSpPr>
          <p:cNvPr id="810" name="Google Shape;810;p96"/>
          <p:cNvSpPr txBox="1"/>
          <p:nvPr>
            <p:ph idx="1" type="body"/>
          </p:nvPr>
        </p:nvSpPr>
        <p:spPr>
          <a:xfrm>
            <a:off x="452438" y="1593189"/>
            <a:ext cx="8239200" cy="3096000"/>
          </a:xfrm>
          <a:prstGeom prst="rect">
            <a:avLst/>
          </a:prstGeom>
          <a:noFill/>
          <a:ln>
            <a:noFill/>
          </a:ln>
        </p:spPr>
        <p:txBody>
          <a:bodyPr anchorCtr="0" anchor="t" bIns="19050" lIns="19050" spcFirstLastPara="1" rIns="19050" wrap="square" tIns="19050">
            <a:normAutofit/>
          </a:bodyPr>
          <a:lstStyle>
            <a:lvl1pPr indent="-279400" lvl="0" marL="457200" rtl="0" algn="l">
              <a:lnSpc>
                <a:spcPct val="90000"/>
              </a:lnSpc>
              <a:spcBef>
                <a:spcPts val="1700"/>
              </a:spcBef>
              <a:spcAft>
                <a:spcPts val="0"/>
              </a:spcAft>
              <a:buClr>
                <a:srgbClr val="FFFFFF"/>
              </a:buClr>
              <a:buSzPts val="800"/>
              <a:buChar char="•"/>
              <a:defRPr/>
            </a:lvl1pPr>
            <a:lvl2pPr indent="-279400" lvl="1" marL="914400" rtl="0" algn="l">
              <a:lnSpc>
                <a:spcPct val="90000"/>
              </a:lnSpc>
              <a:spcBef>
                <a:spcPts val="1700"/>
              </a:spcBef>
              <a:spcAft>
                <a:spcPts val="0"/>
              </a:spcAft>
              <a:buClr>
                <a:srgbClr val="FFFFFF"/>
              </a:buClr>
              <a:buSzPts val="800"/>
              <a:buChar char="•"/>
              <a:defRPr/>
            </a:lvl2pPr>
            <a:lvl3pPr indent="-279400" lvl="2" marL="1371600" rtl="0" algn="l">
              <a:lnSpc>
                <a:spcPct val="90000"/>
              </a:lnSpc>
              <a:spcBef>
                <a:spcPts val="1700"/>
              </a:spcBef>
              <a:spcAft>
                <a:spcPts val="0"/>
              </a:spcAft>
              <a:buClr>
                <a:srgbClr val="FFFFFF"/>
              </a:buClr>
              <a:buSzPts val="800"/>
              <a:buChar char="•"/>
              <a:defRPr/>
            </a:lvl3pPr>
            <a:lvl4pPr indent="-279400" lvl="3" marL="1828800" rtl="0" algn="l">
              <a:lnSpc>
                <a:spcPct val="90000"/>
              </a:lnSpc>
              <a:spcBef>
                <a:spcPts val="1700"/>
              </a:spcBef>
              <a:spcAft>
                <a:spcPts val="0"/>
              </a:spcAft>
              <a:buClr>
                <a:srgbClr val="FFFFFF"/>
              </a:buClr>
              <a:buSzPts val="800"/>
              <a:buChar char="•"/>
              <a:defRPr/>
            </a:lvl4pPr>
            <a:lvl5pPr indent="-279400" lvl="4" marL="2286000" rtl="0" algn="l">
              <a:lnSpc>
                <a:spcPct val="90000"/>
              </a:lnSpc>
              <a:spcBef>
                <a:spcPts val="1700"/>
              </a:spcBef>
              <a:spcAft>
                <a:spcPts val="0"/>
              </a:spcAft>
              <a:buClr>
                <a:srgbClr val="FFFFFF"/>
              </a:buClr>
              <a:buSzPts val="800"/>
              <a:buChar char="•"/>
              <a:defRPr/>
            </a:lvl5pPr>
            <a:lvl6pPr indent="-342900" lvl="5" marL="2743200" rtl="0" algn="l">
              <a:lnSpc>
                <a:spcPct val="115000"/>
              </a:lnSpc>
              <a:spcBef>
                <a:spcPts val="0"/>
              </a:spcBef>
              <a:spcAft>
                <a:spcPts val="0"/>
              </a:spcAft>
              <a:buSzPts val="1800"/>
              <a:buChar char="■"/>
              <a:defRPr/>
            </a:lvl6pPr>
            <a:lvl7pPr indent="-342900" lvl="6" marL="3200400" rtl="0" algn="l">
              <a:lnSpc>
                <a:spcPct val="115000"/>
              </a:lnSpc>
              <a:spcBef>
                <a:spcPts val="0"/>
              </a:spcBef>
              <a:spcAft>
                <a:spcPts val="0"/>
              </a:spcAft>
              <a:buSzPts val="1800"/>
              <a:buChar char="●"/>
              <a:defRPr/>
            </a:lvl7pPr>
            <a:lvl8pPr indent="-342900" lvl="7" marL="3657600" rtl="0" algn="l">
              <a:lnSpc>
                <a:spcPct val="115000"/>
              </a:lnSpc>
              <a:spcBef>
                <a:spcPts val="0"/>
              </a:spcBef>
              <a:spcAft>
                <a:spcPts val="0"/>
              </a:spcAft>
              <a:buSzPts val="1800"/>
              <a:buChar char="○"/>
              <a:defRPr/>
            </a:lvl8pPr>
            <a:lvl9pPr indent="-342900" lvl="8" marL="4114800" rtl="0" algn="l">
              <a:lnSpc>
                <a:spcPct val="115000"/>
              </a:lnSpc>
              <a:spcBef>
                <a:spcPts val="0"/>
              </a:spcBef>
              <a:spcAft>
                <a:spcPts val="0"/>
              </a:spcAft>
              <a:buSzPts val="1800"/>
              <a:buChar char="■"/>
              <a:defRPr/>
            </a:lvl9pPr>
          </a:lstStyle>
          <a:p/>
        </p:txBody>
      </p:sp>
      <p:sp>
        <p:nvSpPr>
          <p:cNvPr id="811" name="Google Shape;811;p96"/>
          <p:cNvSpPr txBox="1"/>
          <p:nvPr>
            <p:ph idx="12" type="sldNum"/>
          </p:nvPr>
        </p:nvSpPr>
        <p:spPr>
          <a:xfrm>
            <a:off x="4500549" y="4902974"/>
            <a:ext cx="138300" cy="146100"/>
          </a:xfrm>
          <a:prstGeom prst="rect">
            <a:avLst/>
          </a:prstGeom>
          <a:noFill/>
          <a:ln>
            <a:noFill/>
          </a:ln>
        </p:spPr>
        <p:txBody>
          <a:bodyPr anchorCtr="0" anchor="b" bIns="19050" lIns="19050" spcFirstLastPara="1" rIns="19050" wrap="square" tIns="19050">
            <a:spAutoFit/>
          </a:bodyPr>
          <a:lstStyle>
            <a:lvl1pPr indent="0" lvl="0"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1pPr>
            <a:lvl2pPr indent="0" lvl="1"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2pPr>
            <a:lvl3pPr indent="0" lvl="2"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3pPr>
            <a:lvl4pPr indent="0" lvl="3"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4pPr>
            <a:lvl5pPr indent="0" lvl="4"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5pPr>
            <a:lvl6pPr indent="0" lvl="5"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6pPr>
            <a:lvl7pPr indent="0" lvl="6"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7pPr>
            <a:lvl8pPr indent="0" lvl="7"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8pPr>
            <a:lvl9pPr indent="0" lvl="8"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9pPr>
          </a:lstStyle>
          <a:p>
            <a:pPr indent="0" lvl="0" marL="0" rtl="0" algn="ctr">
              <a:spcBef>
                <a:spcPts val="0"/>
              </a:spcBef>
              <a:spcAft>
                <a:spcPts val="0"/>
              </a:spcAft>
              <a:buNone/>
            </a:pPr>
            <a:fld id="{00000000-1234-1234-1234-123412341234}" type="slidenum">
              <a:rPr lang="en"/>
              <a:t>‹#›</a:t>
            </a:fld>
            <a:endParaRPr sz="1000">
              <a:solidFill>
                <a:srgbClr val="ADADAD"/>
              </a:solidFill>
            </a:endParaRPr>
          </a:p>
        </p:txBody>
      </p:sp>
    </p:spTree>
  </p:cSld>
  <p:clrMapOvr>
    <a:masterClrMapping/>
  </p:clrMapOvr>
</p:sldLayout>
</file>

<file path=ppt/slideLayouts/slideLayout9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Agenda" showMasterSp="0">
  <p:cSld name="Agenda">
    <p:bg>
      <p:bgPr>
        <a:solidFill>
          <a:srgbClr val="000000"/>
        </a:solidFill>
      </p:bgPr>
    </p:bg>
    <p:spTree>
      <p:nvGrpSpPr>
        <p:cNvPr id="812" name="Shape 812"/>
        <p:cNvGrpSpPr/>
        <p:nvPr/>
      </p:nvGrpSpPr>
      <p:grpSpPr>
        <a:xfrm>
          <a:off x="0" y="0"/>
          <a:ext cx="0" cy="0"/>
          <a:chOff x="0" y="0"/>
          <a:chExt cx="0" cy="0"/>
        </a:xfrm>
      </p:grpSpPr>
      <p:sp>
        <p:nvSpPr>
          <p:cNvPr id="813" name="Google Shape;813;p97"/>
          <p:cNvSpPr txBox="1"/>
          <p:nvPr>
            <p:ph type="title"/>
          </p:nvPr>
        </p:nvSpPr>
        <p:spPr>
          <a:xfrm>
            <a:off x="452438" y="357188"/>
            <a:ext cx="8239200" cy="538200"/>
          </a:xfrm>
          <a:prstGeom prst="rect">
            <a:avLst/>
          </a:prstGeom>
          <a:noFill/>
          <a:ln>
            <a:noFill/>
          </a:ln>
        </p:spPr>
        <p:txBody>
          <a:bodyPr anchorCtr="0" anchor="t" bIns="19050" lIns="19050" spcFirstLastPara="1" rIns="19050" wrap="square" tIns="19050">
            <a:normAutofit/>
          </a:bodyPr>
          <a:lstStyle>
            <a:lvl1pPr lvl="0" rtl="0" algn="l">
              <a:lnSpc>
                <a:spcPct val="90000"/>
              </a:lnSpc>
              <a:spcBef>
                <a:spcPts val="0"/>
              </a:spcBef>
              <a:spcAft>
                <a:spcPts val="0"/>
              </a:spcAft>
              <a:buClr>
                <a:srgbClr val="FFFFFF"/>
              </a:buClr>
              <a:buSzPts val="3300"/>
              <a:buFont typeface="Helvetica Neue"/>
              <a:buNone/>
              <a:defRPr sz="3300"/>
            </a:lvl1pPr>
            <a:lvl2pPr lvl="1" rtl="0" algn="l">
              <a:lnSpc>
                <a:spcPct val="100000"/>
              </a:lnSpc>
              <a:spcBef>
                <a:spcPts val="0"/>
              </a:spcBef>
              <a:spcAft>
                <a:spcPts val="0"/>
              </a:spcAft>
              <a:buClr>
                <a:srgbClr val="FFFFFF"/>
              </a:buClr>
              <a:buSzPts val="700"/>
              <a:buNone/>
              <a:defRPr/>
            </a:lvl2pPr>
            <a:lvl3pPr lvl="2" rtl="0" algn="l">
              <a:lnSpc>
                <a:spcPct val="100000"/>
              </a:lnSpc>
              <a:spcBef>
                <a:spcPts val="0"/>
              </a:spcBef>
              <a:spcAft>
                <a:spcPts val="0"/>
              </a:spcAft>
              <a:buClr>
                <a:srgbClr val="FFFFFF"/>
              </a:buClr>
              <a:buSzPts val="700"/>
              <a:buNone/>
              <a:defRPr/>
            </a:lvl3pPr>
            <a:lvl4pPr lvl="3" rtl="0" algn="l">
              <a:lnSpc>
                <a:spcPct val="100000"/>
              </a:lnSpc>
              <a:spcBef>
                <a:spcPts val="0"/>
              </a:spcBef>
              <a:spcAft>
                <a:spcPts val="0"/>
              </a:spcAft>
              <a:buClr>
                <a:srgbClr val="FFFFFF"/>
              </a:buClr>
              <a:buSzPts val="700"/>
              <a:buNone/>
              <a:defRPr/>
            </a:lvl4pPr>
            <a:lvl5pPr lvl="4" rtl="0" algn="l">
              <a:lnSpc>
                <a:spcPct val="100000"/>
              </a:lnSpc>
              <a:spcBef>
                <a:spcPts val="0"/>
              </a:spcBef>
              <a:spcAft>
                <a:spcPts val="0"/>
              </a:spcAft>
              <a:buClr>
                <a:srgbClr val="FFFFFF"/>
              </a:buClr>
              <a:buSzPts val="700"/>
              <a:buNone/>
              <a:defRPr/>
            </a:lvl5pPr>
            <a:lvl6pPr lvl="5" rtl="0" algn="l">
              <a:lnSpc>
                <a:spcPct val="100000"/>
              </a:lnSpc>
              <a:spcBef>
                <a:spcPts val="0"/>
              </a:spcBef>
              <a:spcAft>
                <a:spcPts val="0"/>
              </a:spcAft>
              <a:buClr>
                <a:srgbClr val="FFFFFF"/>
              </a:buClr>
              <a:buSzPts val="700"/>
              <a:buNone/>
              <a:defRPr/>
            </a:lvl6pPr>
            <a:lvl7pPr lvl="6" rtl="0" algn="l">
              <a:lnSpc>
                <a:spcPct val="100000"/>
              </a:lnSpc>
              <a:spcBef>
                <a:spcPts val="0"/>
              </a:spcBef>
              <a:spcAft>
                <a:spcPts val="0"/>
              </a:spcAft>
              <a:buClr>
                <a:srgbClr val="FFFFFF"/>
              </a:buClr>
              <a:buSzPts val="700"/>
              <a:buNone/>
              <a:defRPr/>
            </a:lvl7pPr>
            <a:lvl8pPr lvl="7" rtl="0" algn="l">
              <a:lnSpc>
                <a:spcPct val="100000"/>
              </a:lnSpc>
              <a:spcBef>
                <a:spcPts val="0"/>
              </a:spcBef>
              <a:spcAft>
                <a:spcPts val="0"/>
              </a:spcAft>
              <a:buClr>
                <a:srgbClr val="FFFFFF"/>
              </a:buClr>
              <a:buSzPts val="700"/>
              <a:buNone/>
              <a:defRPr/>
            </a:lvl8pPr>
            <a:lvl9pPr lvl="8" rtl="0" algn="l">
              <a:lnSpc>
                <a:spcPct val="100000"/>
              </a:lnSpc>
              <a:spcBef>
                <a:spcPts val="0"/>
              </a:spcBef>
              <a:spcAft>
                <a:spcPts val="0"/>
              </a:spcAft>
              <a:buClr>
                <a:srgbClr val="FFFFFF"/>
              </a:buClr>
              <a:buSzPts val="700"/>
              <a:buNone/>
              <a:defRPr/>
            </a:lvl9pPr>
          </a:lstStyle>
          <a:p/>
        </p:txBody>
      </p:sp>
      <p:sp>
        <p:nvSpPr>
          <p:cNvPr id="814" name="Google Shape;814;p97"/>
          <p:cNvSpPr txBox="1"/>
          <p:nvPr>
            <p:ph idx="1" type="body"/>
          </p:nvPr>
        </p:nvSpPr>
        <p:spPr>
          <a:xfrm>
            <a:off x="452438" y="842236"/>
            <a:ext cx="8239200" cy="350700"/>
          </a:xfrm>
          <a:prstGeom prst="rect">
            <a:avLst/>
          </a:prstGeom>
          <a:noFill/>
          <a:ln>
            <a:noFill/>
          </a:ln>
        </p:spPr>
        <p:txBody>
          <a:bodyPr anchorCtr="0" anchor="t" bIns="17150" lIns="17150" spcFirstLastPara="1" rIns="17150" wrap="square" tIns="17150">
            <a:normAutofit/>
          </a:bodyPr>
          <a:lstStyle>
            <a:lvl1pPr indent="-228600" lvl="0" marL="457200" rtl="0" algn="l">
              <a:lnSpc>
                <a:spcPct val="100000"/>
              </a:lnSpc>
              <a:spcBef>
                <a:spcPts val="0"/>
              </a:spcBef>
              <a:spcAft>
                <a:spcPts val="0"/>
              </a:spcAft>
              <a:buClr>
                <a:srgbClr val="FFFFFF"/>
              </a:buClr>
              <a:buSzPts val="2100"/>
              <a:buFont typeface="Helvetica Neue"/>
              <a:buNone/>
              <a:defRPr sz="2100"/>
            </a:lvl1pPr>
            <a:lvl2pPr indent="-342900" lvl="1" marL="914400" rtl="0" algn="l">
              <a:lnSpc>
                <a:spcPct val="115000"/>
              </a:lnSpc>
              <a:spcBef>
                <a:spcPts val="0"/>
              </a:spcBef>
              <a:spcAft>
                <a:spcPts val="0"/>
              </a:spcAft>
              <a:buSzPts val="1800"/>
              <a:buChar char="○"/>
              <a:defRPr/>
            </a:lvl2pPr>
            <a:lvl3pPr indent="-342900" lvl="2" marL="1371600" rtl="0" algn="l">
              <a:lnSpc>
                <a:spcPct val="115000"/>
              </a:lnSpc>
              <a:spcBef>
                <a:spcPts val="0"/>
              </a:spcBef>
              <a:spcAft>
                <a:spcPts val="0"/>
              </a:spcAft>
              <a:buSzPts val="1800"/>
              <a:buChar char="■"/>
              <a:defRPr/>
            </a:lvl3pPr>
            <a:lvl4pPr indent="-342900" lvl="3" marL="1828800" rtl="0" algn="l">
              <a:lnSpc>
                <a:spcPct val="115000"/>
              </a:lnSpc>
              <a:spcBef>
                <a:spcPts val="0"/>
              </a:spcBef>
              <a:spcAft>
                <a:spcPts val="0"/>
              </a:spcAft>
              <a:buSzPts val="1800"/>
              <a:buChar char="●"/>
              <a:defRPr/>
            </a:lvl4pPr>
            <a:lvl5pPr indent="-342900" lvl="4" marL="2286000" rtl="0" algn="l">
              <a:lnSpc>
                <a:spcPct val="115000"/>
              </a:lnSpc>
              <a:spcBef>
                <a:spcPts val="0"/>
              </a:spcBef>
              <a:spcAft>
                <a:spcPts val="0"/>
              </a:spcAft>
              <a:buSzPts val="1800"/>
              <a:buChar char="○"/>
              <a:defRPr/>
            </a:lvl5pPr>
            <a:lvl6pPr indent="-342900" lvl="5" marL="2743200" rtl="0" algn="l">
              <a:lnSpc>
                <a:spcPct val="115000"/>
              </a:lnSpc>
              <a:spcBef>
                <a:spcPts val="0"/>
              </a:spcBef>
              <a:spcAft>
                <a:spcPts val="0"/>
              </a:spcAft>
              <a:buSzPts val="1800"/>
              <a:buChar char="■"/>
              <a:defRPr/>
            </a:lvl6pPr>
            <a:lvl7pPr indent="-342900" lvl="6" marL="3200400" rtl="0" algn="l">
              <a:lnSpc>
                <a:spcPct val="115000"/>
              </a:lnSpc>
              <a:spcBef>
                <a:spcPts val="0"/>
              </a:spcBef>
              <a:spcAft>
                <a:spcPts val="0"/>
              </a:spcAft>
              <a:buSzPts val="1800"/>
              <a:buChar char="●"/>
              <a:defRPr/>
            </a:lvl7pPr>
            <a:lvl8pPr indent="-342900" lvl="7" marL="3657600" rtl="0" algn="l">
              <a:lnSpc>
                <a:spcPct val="115000"/>
              </a:lnSpc>
              <a:spcBef>
                <a:spcPts val="0"/>
              </a:spcBef>
              <a:spcAft>
                <a:spcPts val="0"/>
              </a:spcAft>
              <a:buSzPts val="1800"/>
              <a:buChar char="○"/>
              <a:defRPr/>
            </a:lvl8pPr>
            <a:lvl9pPr indent="-342900" lvl="8" marL="4114800" rtl="0" algn="l">
              <a:lnSpc>
                <a:spcPct val="115000"/>
              </a:lnSpc>
              <a:spcBef>
                <a:spcPts val="0"/>
              </a:spcBef>
              <a:spcAft>
                <a:spcPts val="0"/>
              </a:spcAft>
              <a:buSzPts val="1800"/>
              <a:buChar char="■"/>
              <a:defRPr/>
            </a:lvl9pPr>
          </a:lstStyle>
          <a:p/>
        </p:txBody>
      </p:sp>
      <p:sp>
        <p:nvSpPr>
          <p:cNvPr id="815" name="Google Shape;815;p97"/>
          <p:cNvSpPr txBox="1"/>
          <p:nvPr>
            <p:ph idx="2" type="body"/>
          </p:nvPr>
        </p:nvSpPr>
        <p:spPr>
          <a:xfrm>
            <a:off x="452438" y="1593189"/>
            <a:ext cx="8239200" cy="3096000"/>
          </a:xfrm>
          <a:prstGeom prst="rect">
            <a:avLst/>
          </a:prstGeom>
          <a:noFill/>
          <a:ln>
            <a:noFill/>
          </a:ln>
        </p:spPr>
        <p:txBody>
          <a:bodyPr anchorCtr="0" anchor="t" bIns="19050" lIns="19050" spcFirstLastPara="1" rIns="19050" wrap="square" tIns="19050">
            <a:normAutofit/>
          </a:bodyPr>
          <a:lstStyle>
            <a:lvl1pPr indent="-228600" lvl="0" marL="457200" rtl="0" algn="l">
              <a:lnSpc>
                <a:spcPct val="100000"/>
              </a:lnSpc>
              <a:spcBef>
                <a:spcPts val="500"/>
              </a:spcBef>
              <a:spcAft>
                <a:spcPts val="0"/>
              </a:spcAft>
              <a:buClr>
                <a:srgbClr val="FFFFFF"/>
              </a:buClr>
              <a:buSzPts val="2100"/>
              <a:buFont typeface="Helvetica Neue"/>
              <a:buNone/>
              <a:defRPr sz="2100"/>
            </a:lvl1pPr>
            <a:lvl2pPr indent="-228600" lvl="1" marL="914400" rtl="0" algn="l">
              <a:lnSpc>
                <a:spcPct val="100000"/>
              </a:lnSpc>
              <a:spcBef>
                <a:spcPts val="500"/>
              </a:spcBef>
              <a:spcAft>
                <a:spcPts val="0"/>
              </a:spcAft>
              <a:buClr>
                <a:srgbClr val="FFFFFF"/>
              </a:buClr>
              <a:buSzPts val="2100"/>
              <a:buFont typeface="Helvetica Neue"/>
              <a:buNone/>
              <a:defRPr sz="2100"/>
            </a:lvl2pPr>
            <a:lvl3pPr indent="-228600" lvl="2" marL="1371600" rtl="0" algn="l">
              <a:lnSpc>
                <a:spcPct val="100000"/>
              </a:lnSpc>
              <a:spcBef>
                <a:spcPts val="500"/>
              </a:spcBef>
              <a:spcAft>
                <a:spcPts val="0"/>
              </a:spcAft>
              <a:buClr>
                <a:srgbClr val="FFFFFF"/>
              </a:buClr>
              <a:buSzPts val="2100"/>
              <a:buFont typeface="Helvetica Neue"/>
              <a:buNone/>
              <a:defRPr sz="2100"/>
            </a:lvl3pPr>
            <a:lvl4pPr indent="-228600" lvl="3" marL="1828800" rtl="0" algn="l">
              <a:lnSpc>
                <a:spcPct val="100000"/>
              </a:lnSpc>
              <a:spcBef>
                <a:spcPts val="500"/>
              </a:spcBef>
              <a:spcAft>
                <a:spcPts val="0"/>
              </a:spcAft>
              <a:buClr>
                <a:srgbClr val="FFFFFF"/>
              </a:buClr>
              <a:buSzPts val="2100"/>
              <a:buFont typeface="Helvetica Neue"/>
              <a:buNone/>
              <a:defRPr sz="2100"/>
            </a:lvl4pPr>
            <a:lvl5pPr indent="-228600" lvl="4" marL="2286000" rtl="0" algn="l">
              <a:lnSpc>
                <a:spcPct val="100000"/>
              </a:lnSpc>
              <a:spcBef>
                <a:spcPts val="500"/>
              </a:spcBef>
              <a:spcAft>
                <a:spcPts val="0"/>
              </a:spcAft>
              <a:buClr>
                <a:srgbClr val="FFFFFF"/>
              </a:buClr>
              <a:buSzPts val="2100"/>
              <a:buFont typeface="Helvetica Neue"/>
              <a:buNone/>
              <a:defRPr sz="2100"/>
            </a:lvl5pPr>
            <a:lvl6pPr indent="-342900" lvl="5" marL="2743200" rtl="0" algn="l">
              <a:lnSpc>
                <a:spcPct val="115000"/>
              </a:lnSpc>
              <a:spcBef>
                <a:spcPts val="0"/>
              </a:spcBef>
              <a:spcAft>
                <a:spcPts val="0"/>
              </a:spcAft>
              <a:buSzPts val="1800"/>
              <a:buChar char="■"/>
              <a:defRPr/>
            </a:lvl6pPr>
            <a:lvl7pPr indent="-342900" lvl="6" marL="3200400" rtl="0" algn="l">
              <a:lnSpc>
                <a:spcPct val="115000"/>
              </a:lnSpc>
              <a:spcBef>
                <a:spcPts val="0"/>
              </a:spcBef>
              <a:spcAft>
                <a:spcPts val="0"/>
              </a:spcAft>
              <a:buSzPts val="1800"/>
              <a:buChar char="●"/>
              <a:defRPr/>
            </a:lvl7pPr>
            <a:lvl8pPr indent="-342900" lvl="7" marL="3657600" rtl="0" algn="l">
              <a:lnSpc>
                <a:spcPct val="115000"/>
              </a:lnSpc>
              <a:spcBef>
                <a:spcPts val="0"/>
              </a:spcBef>
              <a:spcAft>
                <a:spcPts val="0"/>
              </a:spcAft>
              <a:buSzPts val="1800"/>
              <a:buChar char="○"/>
              <a:defRPr/>
            </a:lvl8pPr>
            <a:lvl9pPr indent="-342900" lvl="8" marL="4114800" rtl="0" algn="l">
              <a:lnSpc>
                <a:spcPct val="115000"/>
              </a:lnSpc>
              <a:spcBef>
                <a:spcPts val="0"/>
              </a:spcBef>
              <a:spcAft>
                <a:spcPts val="0"/>
              </a:spcAft>
              <a:buSzPts val="1800"/>
              <a:buChar char="■"/>
              <a:defRPr/>
            </a:lvl9pPr>
          </a:lstStyle>
          <a:p/>
        </p:txBody>
      </p:sp>
      <p:sp>
        <p:nvSpPr>
          <p:cNvPr id="816" name="Google Shape;816;p97"/>
          <p:cNvSpPr txBox="1"/>
          <p:nvPr>
            <p:ph idx="12" type="sldNum"/>
          </p:nvPr>
        </p:nvSpPr>
        <p:spPr>
          <a:xfrm>
            <a:off x="4500549" y="4902974"/>
            <a:ext cx="138300" cy="146100"/>
          </a:xfrm>
          <a:prstGeom prst="rect">
            <a:avLst/>
          </a:prstGeom>
          <a:noFill/>
          <a:ln>
            <a:noFill/>
          </a:ln>
        </p:spPr>
        <p:txBody>
          <a:bodyPr anchorCtr="0" anchor="b" bIns="19050" lIns="19050" spcFirstLastPara="1" rIns="19050" wrap="square" tIns="19050">
            <a:spAutoFit/>
          </a:bodyPr>
          <a:lstStyle>
            <a:lvl1pPr indent="0" lvl="0"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1pPr>
            <a:lvl2pPr indent="0" lvl="1"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2pPr>
            <a:lvl3pPr indent="0" lvl="2"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3pPr>
            <a:lvl4pPr indent="0" lvl="3"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4pPr>
            <a:lvl5pPr indent="0" lvl="4"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5pPr>
            <a:lvl6pPr indent="0" lvl="5"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6pPr>
            <a:lvl7pPr indent="0" lvl="6"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7pPr>
            <a:lvl8pPr indent="0" lvl="7"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8pPr>
            <a:lvl9pPr indent="0" lvl="8"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9pPr>
          </a:lstStyle>
          <a:p>
            <a:pPr indent="0" lvl="0" marL="0" rtl="0" algn="ctr">
              <a:spcBef>
                <a:spcPts val="0"/>
              </a:spcBef>
              <a:spcAft>
                <a:spcPts val="0"/>
              </a:spcAft>
              <a:buNone/>
            </a:pPr>
            <a:fld id="{00000000-1234-1234-1234-123412341234}" type="slidenum">
              <a:rPr lang="en"/>
              <a:t>‹#›</a:t>
            </a:fld>
            <a:endParaRPr sz="1000">
              <a:solidFill>
                <a:srgbClr val="ADADAD"/>
              </a:solidFill>
            </a:endParaRPr>
          </a:p>
        </p:txBody>
      </p:sp>
    </p:spTree>
  </p:cSld>
  <p:clrMapOvr>
    <a:masterClrMapping/>
  </p:clrMapOvr>
</p:sldLayout>
</file>

<file path=ppt/slideLayouts/slideLayout9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tatement" showMasterSp="0">
  <p:cSld name="Statement">
    <p:bg>
      <p:bgPr>
        <a:solidFill>
          <a:srgbClr val="000000"/>
        </a:solidFill>
      </p:bgPr>
    </p:bg>
    <p:spTree>
      <p:nvGrpSpPr>
        <p:cNvPr id="817" name="Shape 817"/>
        <p:cNvGrpSpPr/>
        <p:nvPr/>
      </p:nvGrpSpPr>
      <p:grpSpPr>
        <a:xfrm>
          <a:off x="0" y="0"/>
          <a:ext cx="0" cy="0"/>
          <a:chOff x="0" y="0"/>
          <a:chExt cx="0" cy="0"/>
        </a:xfrm>
      </p:grpSpPr>
      <p:sp>
        <p:nvSpPr>
          <p:cNvPr id="818" name="Google Shape;818;p98"/>
          <p:cNvSpPr txBox="1"/>
          <p:nvPr>
            <p:ph idx="1" type="body"/>
          </p:nvPr>
        </p:nvSpPr>
        <p:spPr>
          <a:xfrm>
            <a:off x="452438" y="1845316"/>
            <a:ext cx="8239200" cy="1452900"/>
          </a:xfrm>
          <a:prstGeom prst="rect">
            <a:avLst/>
          </a:prstGeom>
          <a:noFill/>
          <a:ln>
            <a:noFill/>
          </a:ln>
        </p:spPr>
        <p:txBody>
          <a:bodyPr anchorCtr="0" anchor="ctr" bIns="19050" lIns="19050" spcFirstLastPara="1" rIns="19050" wrap="square" tIns="19050">
            <a:normAutofit/>
          </a:bodyPr>
          <a:lstStyle>
            <a:lvl1pPr indent="-228600" lvl="0" marL="457200" rtl="0" algn="ctr">
              <a:lnSpc>
                <a:spcPct val="80000"/>
              </a:lnSpc>
              <a:spcBef>
                <a:spcPts val="0"/>
              </a:spcBef>
              <a:spcAft>
                <a:spcPts val="0"/>
              </a:spcAft>
              <a:buClr>
                <a:srgbClr val="FFFFFF"/>
              </a:buClr>
              <a:buSzPts val="4400"/>
              <a:buFont typeface="Helvetica Neue"/>
              <a:buNone/>
              <a:defRPr sz="4400"/>
            </a:lvl1pPr>
            <a:lvl2pPr indent="-228600" lvl="1" marL="914400" rtl="0" algn="ctr">
              <a:lnSpc>
                <a:spcPct val="80000"/>
              </a:lnSpc>
              <a:spcBef>
                <a:spcPts val="0"/>
              </a:spcBef>
              <a:spcAft>
                <a:spcPts val="0"/>
              </a:spcAft>
              <a:buClr>
                <a:srgbClr val="FFFFFF"/>
              </a:buClr>
              <a:buSzPts val="4400"/>
              <a:buFont typeface="Helvetica Neue"/>
              <a:buNone/>
              <a:defRPr sz="4400"/>
            </a:lvl2pPr>
            <a:lvl3pPr indent="-228600" lvl="2" marL="1371600" rtl="0" algn="ctr">
              <a:lnSpc>
                <a:spcPct val="80000"/>
              </a:lnSpc>
              <a:spcBef>
                <a:spcPts val="0"/>
              </a:spcBef>
              <a:spcAft>
                <a:spcPts val="0"/>
              </a:spcAft>
              <a:buClr>
                <a:srgbClr val="FFFFFF"/>
              </a:buClr>
              <a:buSzPts val="4400"/>
              <a:buFont typeface="Helvetica Neue"/>
              <a:buNone/>
              <a:defRPr sz="4400"/>
            </a:lvl3pPr>
            <a:lvl4pPr indent="-228600" lvl="3" marL="1828800" rtl="0" algn="ctr">
              <a:lnSpc>
                <a:spcPct val="80000"/>
              </a:lnSpc>
              <a:spcBef>
                <a:spcPts val="0"/>
              </a:spcBef>
              <a:spcAft>
                <a:spcPts val="0"/>
              </a:spcAft>
              <a:buClr>
                <a:srgbClr val="FFFFFF"/>
              </a:buClr>
              <a:buSzPts val="4400"/>
              <a:buFont typeface="Helvetica Neue"/>
              <a:buNone/>
              <a:defRPr sz="4400"/>
            </a:lvl4pPr>
            <a:lvl5pPr indent="-228600" lvl="4" marL="2286000" rtl="0" algn="ctr">
              <a:lnSpc>
                <a:spcPct val="80000"/>
              </a:lnSpc>
              <a:spcBef>
                <a:spcPts val="0"/>
              </a:spcBef>
              <a:spcAft>
                <a:spcPts val="0"/>
              </a:spcAft>
              <a:buClr>
                <a:srgbClr val="FFFFFF"/>
              </a:buClr>
              <a:buSzPts val="4400"/>
              <a:buFont typeface="Helvetica Neue"/>
              <a:buNone/>
              <a:defRPr sz="4400"/>
            </a:lvl5pPr>
            <a:lvl6pPr indent="-342900" lvl="5" marL="2743200" rtl="0" algn="l">
              <a:lnSpc>
                <a:spcPct val="115000"/>
              </a:lnSpc>
              <a:spcBef>
                <a:spcPts val="0"/>
              </a:spcBef>
              <a:spcAft>
                <a:spcPts val="0"/>
              </a:spcAft>
              <a:buSzPts val="1800"/>
              <a:buChar char="■"/>
              <a:defRPr/>
            </a:lvl6pPr>
            <a:lvl7pPr indent="-342900" lvl="6" marL="3200400" rtl="0" algn="l">
              <a:lnSpc>
                <a:spcPct val="115000"/>
              </a:lnSpc>
              <a:spcBef>
                <a:spcPts val="0"/>
              </a:spcBef>
              <a:spcAft>
                <a:spcPts val="0"/>
              </a:spcAft>
              <a:buSzPts val="1800"/>
              <a:buChar char="●"/>
              <a:defRPr/>
            </a:lvl7pPr>
            <a:lvl8pPr indent="-342900" lvl="7" marL="3657600" rtl="0" algn="l">
              <a:lnSpc>
                <a:spcPct val="115000"/>
              </a:lnSpc>
              <a:spcBef>
                <a:spcPts val="0"/>
              </a:spcBef>
              <a:spcAft>
                <a:spcPts val="0"/>
              </a:spcAft>
              <a:buSzPts val="1800"/>
              <a:buChar char="○"/>
              <a:defRPr/>
            </a:lvl8pPr>
            <a:lvl9pPr indent="-342900" lvl="8" marL="4114800" rtl="0" algn="l">
              <a:lnSpc>
                <a:spcPct val="115000"/>
              </a:lnSpc>
              <a:spcBef>
                <a:spcPts val="0"/>
              </a:spcBef>
              <a:spcAft>
                <a:spcPts val="0"/>
              </a:spcAft>
              <a:buSzPts val="1800"/>
              <a:buChar char="■"/>
              <a:defRPr/>
            </a:lvl9pPr>
          </a:lstStyle>
          <a:p/>
        </p:txBody>
      </p:sp>
      <p:sp>
        <p:nvSpPr>
          <p:cNvPr id="819" name="Google Shape;819;p98"/>
          <p:cNvSpPr txBox="1"/>
          <p:nvPr>
            <p:ph idx="12" type="sldNum"/>
          </p:nvPr>
        </p:nvSpPr>
        <p:spPr>
          <a:xfrm>
            <a:off x="4500549" y="4902974"/>
            <a:ext cx="138300" cy="146100"/>
          </a:xfrm>
          <a:prstGeom prst="rect">
            <a:avLst/>
          </a:prstGeom>
          <a:noFill/>
          <a:ln>
            <a:noFill/>
          </a:ln>
        </p:spPr>
        <p:txBody>
          <a:bodyPr anchorCtr="0" anchor="b" bIns="19050" lIns="19050" spcFirstLastPara="1" rIns="19050" wrap="square" tIns="19050">
            <a:spAutoFit/>
          </a:bodyPr>
          <a:lstStyle>
            <a:lvl1pPr indent="0" lvl="0"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1pPr>
            <a:lvl2pPr indent="0" lvl="1"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2pPr>
            <a:lvl3pPr indent="0" lvl="2"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3pPr>
            <a:lvl4pPr indent="0" lvl="3"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4pPr>
            <a:lvl5pPr indent="0" lvl="4"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5pPr>
            <a:lvl6pPr indent="0" lvl="5"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6pPr>
            <a:lvl7pPr indent="0" lvl="6"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7pPr>
            <a:lvl8pPr indent="0" lvl="7"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8pPr>
            <a:lvl9pPr indent="0" lvl="8"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9pPr>
          </a:lstStyle>
          <a:p>
            <a:pPr indent="0" lvl="0" marL="0" rtl="0" algn="ctr">
              <a:spcBef>
                <a:spcPts val="0"/>
              </a:spcBef>
              <a:spcAft>
                <a:spcPts val="0"/>
              </a:spcAft>
              <a:buNone/>
            </a:pPr>
            <a:fld id="{00000000-1234-1234-1234-123412341234}" type="slidenum">
              <a:rPr lang="en"/>
              <a:t>‹#›</a:t>
            </a:fld>
            <a:endParaRPr sz="1000">
              <a:solidFill>
                <a:srgbClr val="ADADAD"/>
              </a:solidFill>
            </a:endParaRPr>
          </a:p>
        </p:txBody>
      </p:sp>
    </p:spTree>
  </p:cSld>
  <p:clrMapOvr>
    <a:masterClrMapping/>
  </p:clrMapOvr>
</p:sldLayout>
</file>

<file path=ppt/slideLayouts/slideLayout9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Quote" showMasterSp="0">
  <p:cSld name="Quote">
    <p:bg>
      <p:bgPr>
        <a:solidFill>
          <a:srgbClr val="000000"/>
        </a:solidFill>
      </p:bgPr>
    </p:bg>
    <p:spTree>
      <p:nvGrpSpPr>
        <p:cNvPr id="820" name="Shape 820"/>
        <p:cNvGrpSpPr/>
        <p:nvPr/>
      </p:nvGrpSpPr>
      <p:grpSpPr>
        <a:xfrm>
          <a:off x="0" y="0"/>
          <a:ext cx="0" cy="0"/>
          <a:chOff x="0" y="0"/>
          <a:chExt cx="0" cy="0"/>
        </a:xfrm>
      </p:grpSpPr>
      <p:sp>
        <p:nvSpPr>
          <p:cNvPr id="821" name="Google Shape;821;p99"/>
          <p:cNvSpPr txBox="1"/>
          <p:nvPr>
            <p:ph idx="1" type="body"/>
          </p:nvPr>
        </p:nvSpPr>
        <p:spPr>
          <a:xfrm>
            <a:off x="930309" y="4003295"/>
            <a:ext cx="7556100" cy="238800"/>
          </a:xfrm>
          <a:prstGeom prst="rect">
            <a:avLst/>
          </a:prstGeom>
          <a:noFill/>
          <a:ln>
            <a:noFill/>
          </a:ln>
        </p:spPr>
        <p:txBody>
          <a:bodyPr anchorCtr="0" anchor="t" bIns="17150" lIns="17150" spcFirstLastPara="1" rIns="17150" wrap="square" tIns="17150">
            <a:normAutofit/>
          </a:bodyPr>
          <a:lstStyle>
            <a:lvl1pPr indent="-228600" lvl="0" marL="457200" rtl="0" algn="l">
              <a:lnSpc>
                <a:spcPct val="100000"/>
              </a:lnSpc>
              <a:spcBef>
                <a:spcPts val="0"/>
              </a:spcBef>
              <a:spcAft>
                <a:spcPts val="0"/>
              </a:spcAft>
              <a:buClr>
                <a:srgbClr val="FFFFFF"/>
              </a:buClr>
              <a:buSzPts val="1400"/>
              <a:buFont typeface="Helvetica Neue"/>
              <a:buNone/>
              <a:defRPr sz="1400"/>
            </a:lvl1pPr>
            <a:lvl2pPr indent="-342900" lvl="1" marL="914400" rtl="0" algn="l">
              <a:lnSpc>
                <a:spcPct val="115000"/>
              </a:lnSpc>
              <a:spcBef>
                <a:spcPts val="0"/>
              </a:spcBef>
              <a:spcAft>
                <a:spcPts val="0"/>
              </a:spcAft>
              <a:buSzPts val="1800"/>
              <a:buChar char="○"/>
              <a:defRPr/>
            </a:lvl2pPr>
            <a:lvl3pPr indent="-342900" lvl="2" marL="1371600" rtl="0" algn="l">
              <a:lnSpc>
                <a:spcPct val="115000"/>
              </a:lnSpc>
              <a:spcBef>
                <a:spcPts val="0"/>
              </a:spcBef>
              <a:spcAft>
                <a:spcPts val="0"/>
              </a:spcAft>
              <a:buSzPts val="1800"/>
              <a:buChar char="■"/>
              <a:defRPr/>
            </a:lvl3pPr>
            <a:lvl4pPr indent="-342900" lvl="3" marL="1828800" rtl="0" algn="l">
              <a:lnSpc>
                <a:spcPct val="115000"/>
              </a:lnSpc>
              <a:spcBef>
                <a:spcPts val="0"/>
              </a:spcBef>
              <a:spcAft>
                <a:spcPts val="0"/>
              </a:spcAft>
              <a:buSzPts val="1800"/>
              <a:buChar char="●"/>
              <a:defRPr/>
            </a:lvl4pPr>
            <a:lvl5pPr indent="-342900" lvl="4" marL="2286000" rtl="0" algn="l">
              <a:lnSpc>
                <a:spcPct val="115000"/>
              </a:lnSpc>
              <a:spcBef>
                <a:spcPts val="0"/>
              </a:spcBef>
              <a:spcAft>
                <a:spcPts val="0"/>
              </a:spcAft>
              <a:buSzPts val="1800"/>
              <a:buChar char="○"/>
              <a:defRPr/>
            </a:lvl5pPr>
            <a:lvl6pPr indent="-342900" lvl="5" marL="2743200" rtl="0" algn="l">
              <a:lnSpc>
                <a:spcPct val="115000"/>
              </a:lnSpc>
              <a:spcBef>
                <a:spcPts val="0"/>
              </a:spcBef>
              <a:spcAft>
                <a:spcPts val="0"/>
              </a:spcAft>
              <a:buSzPts val="1800"/>
              <a:buChar char="■"/>
              <a:defRPr/>
            </a:lvl6pPr>
            <a:lvl7pPr indent="-342900" lvl="6" marL="3200400" rtl="0" algn="l">
              <a:lnSpc>
                <a:spcPct val="115000"/>
              </a:lnSpc>
              <a:spcBef>
                <a:spcPts val="0"/>
              </a:spcBef>
              <a:spcAft>
                <a:spcPts val="0"/>
              </a:spcAft>
              <a:buSzPts val="1800"/>
              <a:buChar char="●"/>
              <a:defRPr/>
            </a:lvl7pPr>
            <a:lvl8pPr indent="-342900" lvl="7" marL="3657600" rtl="0" algn="l">
              <a:lnSpc>
                <a:spcPct val="115000"/>
              </a:lnSpc>
              <a:spcBef>
                <a:spcPts val="0"/>
              </a:spcBef>
              <a:spcAft>
                <a:spcPts val="0"/>
              </a:spcAft>
              <a:buSzPts val="1800"/>
              <a:buChar char="○"/>
              <a:defRPr/>
            </a:lvl8pPr>
            <a:lvl9pPr indent="-342900" lvl="8" marL="4114800" rtl="0" algn="l">
              <a:lnSpc>
                <a:spcPct val="115000"/>
              </a:lnSpc>
              <a:spcBef>
                <a:spcPts val="0"/>
              </a:spcBef>
              <a:spcAft>
                <a:spcPts val="0"/>
              </a:spcAft>
              <a:buSzPts val="1800"/>
              <a:buChar char="■"/>
              <a:defRPr/>
            </a:lvl9pPr>
          </a:lstStyle>
          <a:p/>
        </p:txBody>
      </p:sp>
      <p:sp>
        <p:nvSpPr>
          <p:cNvPr id="822" name="Google Shape;822;p99"/>
          <p:cNvSpPr txBox="1"/>
          <p:nvPr>
            <p:ph idx="2" type="body"/>
          </p:nvPr>
        </p:nvSpPr>
        <p:spPr>
          <a:xfrm>
            <a:off x="657721" y="1852447"/>
            <a:ext cx="7828500" cy="1438800"/>
          </a:xfrm>
          <a:prstGeom prst="rect">
            <a:avLst/>
          </a:prstGeom>
          <a:noFill/>
          <a:ln>
            <a:noFill/>
          </a:ln>
        </p:spPr>
        <p:txBody>
          <a:bodyPr anchorCtr="0" anchor="ctr" bIns="19050" lIns="19050" spcFirstLastPara="1" rIns="19050" wrap="square" tIns="19050">
            <a:normAutofit/>
          </a:bodyPr>
          <a:lstStyle>
            <a:lvl1pPr indent="-228600" lvl="0" marL="457200" rtl="0" algn="l">
              <a:lnSpc>
                <a:spcPct val="100000"/>
              </a:lnSpc>
              <a:spcBef>
                <a:spcPts val="0"/>
              </a:spcBef>
              <a:spcAft>
                <a:spcPts val="0"/>
              </a:spcAft>
              <a:buClr>
                <a:srgbClr val="FFFFFF"/>
              </a:buClr>
              <a:buSzPts val="2700"/>
              <a:buFont typeface="Helvetica Neue"/>
              <a:buNone/>
              <a:defRPr sz="2700"/>
            </a:lvl1pPr>
            <a:lvl2pPr indent="-228600" lvl="1" marL="914400" rtl="0" algn="l">
              <a:lnSpc>
                <a:spcPct val="100000"/>
              </a:lnSpc>
              <a:spcBef>
                <a:spcPts val="0"/>
              </a:spcBef>
              <a:spcAft>
                <a:spcPts val="0"/>
              </a:spcAft>
              <a:buClr>
                <a:srgbClr val="FFFFFF"/>
              </a:buClr>
              <a:buSzPts val="2700"/>
              <a:buFont typeface="Helvetica Neue"/>
              <a:buNone/>
              <a:defRPr sz="2700"/>
            </a:lvl2pPr>
            <a:lvl3pPr indent="-228600" lvl="2" marL="1371600" rtl="0" algn="l">
              <a:lnSpc>
                <a:spcPct val="100000"/>
              </a:lnSpc>
              <a:spcBef>
                <a:spcPts val="0"/>
              </a:spcBef>
              <a:spcAft>
                <a:spcPts val="0"/>
              </a:spcAft>
              <a:buClr>
                <a:srgbClr val="FFFFFF"/>
              </a:buClr>
              <a:buSzPts val="2700"/>
              <a:buFont typeface="Helvetica Neue"/>
              <a:buNone/>
              <a:defRPr sz="2700"/>
            </a:lvl3pPr>
            <a:lvl4pPr indent="-228600" lvl="3" marL="1828800" rtl="0" algn="l">
              <a:lnSpc>
                <a:spcPct val="100000"/>
              </a:lnSpc>
              <a:spcBef>
                <a:spcPts val="0"/>
              </a:spcBef>
              <a:spcAft>
                <a:spcPts val="0"/>
              </a:spcAft>
              <a:buClr>
                <a:srgbClr val="FFFFFF"/>
              </a:buClr>
              <a:buSzPts val="2700"/>
              <a:buFont typeface="Helvetica Neue"/>
              <a:buNone/>
              <a:defRPr sz="2700"/>
            </a:lvl4pPr>
            <a:lvl5pPr indent="-228600" lvl="4" marL="2286000" rtl="0" algn="l">
              <a:lnSpc>
                <a:spcPct val="100000"/>
              </a:lnSpc>
              <a:spcBef>
                <a:spcPts val="0"/>
              </a:spcBef>
              <a:spcAft>
                <a:spcPts val="0"/>
              </a:spcAft>
              <a:buClr>
                <a:srgbClr val="FFFFFF"/>
              </a:buClr>
              <a:buSzPts val="2700"/>
              <a:buFont typeface="Helvetica Neue"/>
              <a:buNone/>
              <a:defRPr sz="2700"/>
            </a:lvl5pPr>
            <a:lvl6pPr indent="-342900" lvl="5" marL="2743200" rtl="0" algn="l">
              <a:lnSpc>
                <a:spcPct val="115000"/>
              </a:lnSpc>
              <a:spcBef>
                <a:spcPts val="0"/>
              </a:spcBef>
              <a:spcAft>
                <a:spcPts val="0"/>
              </a:spcAft>
              <a:buSzPts val="1800"/>
              <a:buChar char="■"/>
              <a:defRPr/>
            </a:lvl6pPr>
            <a:lvl7pPr indent="-342900" lvl="6" marL="3200400" rtl="0" algn="l">
              <a:lnSpc>
                <a:spcPct val="115000"/>
              </a:lnSpc>
              <a:spcBef>
                <a:spcPts val="0"/>
              </a:spcBef>
              <a:spcAft>
                <a:spcPts val="0"/>
              </a:spcAft>
              <a:buSzPts val="1800"/>
              <a:buChar char="●"/>
              <a:defRPr/>
            </a:lvl7pPr>
            <a:lvl8pPr indent="-342900" lvl="7" marL="3657600" rtl="0" algn="l">
              <a:lnSpc>
                <a:spcPct val="115000"/>
              </a:lnSpc>
              <a:spcBef>
                <a:spcPts val="0"/>
              </a:spcBef>
              <a:spcAft>
                <a:spcPts val="0"/>
              </a:spcAft>
              <a:buSzPts val="1800"/>
              <a:buChar char="○"/>
              <a:defRPr/>
            </a:lvl8pPr>
            <a:lvl9pPr indent="-342900" lvl="8" marL="4114800" rtl="0" algn="l">
              <a:lnSpc>
                <a:spcPct val="115000"/>
              </a:lnSpc>
              <a:spcBef>
                <a:spcPts val="0"/>
              </a:spcBef>
              <a:spcAft>
                <a:spcPts val="0"/>
              </a:spcAft>
              <a:buSzPts val="1800"/>
              <a:buChar char="■"/>
              <a:defRPr/>
            </a:lvl9pPr>
          </a:lstStyle>
          <a:p/>
        </p:txBody>
      </p:sp>
      <p:sp>
        <p:nvSpPr>
          <p:cNvPr id="823" name="Google Shape;823;p99"/>
          <p:cNvSpPr txBox="1"/>
          <p:nvPr>
            <p:ph idx="12" type="sldNum"/>
          </p:nvPr>
        </p:nvSpPr>
        <p:spPr>
          <a:xfrm>
            <a:off x="4500549" y="4902974"/>
            <a:ext cx="138300" cy="146100"/>
          </a:xfrm>
          <a:prstGeom prst="rect">
            <a:avLst/>
          </a:prstGeom>
          <a:noFill/>
          <a:ln>
            <a:noFill/>
          </a:ln>
        </p:spPr>
        <p:txBody>
          <a:bodyPr anchorCtr="0" anchor="b" bIns="19050" lIns="19050" spcFirstLastPara="1" rIns="19050" wrap="square" tIns="19050">
            <a:spAutoFit/>
          </a:bodyPr>
          <a:lstStyle>
            <a:lvl1pPr indent="0" lvl="0"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1pPr>
            <a:lvl2pPr indent="0" lvl="1"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2pPr>
            <a:lvl3pPr indent="0" lvl="2"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3pPr>
            <a:lvl4pPr indent="0" lvl="3"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4pPr>
            <a:lvl5pPr indent="0" lvl="4"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5pPr>
            <a:lvl6pPr indent="0" lvl="5"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6pPr>
            <a:lvl7pPr indent="0" lvl="6"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7pPr>
            <a:lvl8pPr indent="0" lvl="7"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8pPr>
            <a:lvl9pPr indent="0" lvl="8"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9pPr>
          </a:lstStyle>
          <a:p>
            <a:pPr indent="0" lvl="0" marL="0" rtl="0" algn="ctr">
              <a:spcBef>
                <a:spcPts val="0"/>
              </a:spcBef>
              <a:spcAft>
                <a:spcPts val="0"/>
              </a:spcAft>
              <a:buNone/>
            </a:pPr>
            <a:fld id="{00000000-1234-1234-1234-123412341234}" type="slidenum">
              <a:rPr lang="en"/>
              <a:t>‹#›</a:t>
            </a:fld>
            <a:endParaRPr sz="1000">
              <a:solidFill>
                <a:srgbClr val="ADADAD"/>
              </a:solidFill>
            </a:endParaRPr>
          </a:p>
        </p:txBody>
      </p:sp>
    </p:spTree>
  </p:cSld>
  <p:clrMapOvr>
    <a:masterClrMapping/>
  </p:clrMapOvr>
</p:sldLayout>
</file>

<file path=ppt/slideLayouts/slideLayout9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3">
  <p:cSld name="TITLE_ONLY_4">
    <p:bg>
      <p:bgPr>
        <a:solidFill>
          <a:schemeClr val="dk1"/>
        </a:solidFill>
      </p:bgPr>
    </p:bg>
    <p:spTree>
      <p:nvGrpSpPr>
        <p:cNvPr id="824" name="Shape 824"/>
        <p:cNvGrpSpPr/>
        <p:nvPr/>
      </p:nvGrpSpPr>
      <p:grpSpPr>
        <a:xfrm>
          <a:off x="0" y="0"/>
          <a:ext cx="0" cy="0"/>
          <a:chOff x="0" y="0"/>
          <a:chExt cx="0" cy="0"/>
        </a:xfrm>
      </p:grpSpPr>
      <p:sp>
        <p:nvSpPr>
          <p:cNvPr id="825" name="Google Shape;825;p100"/>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3200"/>
              <a:buFont typeface="Inter ExtraBold"/>
              <a:buNone/>
              <a:defRPr sz="3200">
                <a:solidFill>
                  <a:schemeClr val="lt1"/>
                </a:solidFill>
                <a:latin typeface="Inter ExtraBold"/>
                <a:ea typeface="Inter ExtraBold"/>
                <a:cs typeface="Inter ExtraBold"/>
                <a:sym typeface="Inter ExtraBold"/>
              </a:defRPr>
            </a:lvl1pPr>
            <a:lvl2pPr lvl="1" rtl="0" algn="l">
              <a:lnSpc>
                <a:spcPct val="100000"/>
              </a:lnSpc>
              <a:spcBef>
                <a:spcPts val="0"/>
              </a:spcBef>
              <a:spcAft>
                <a:spcPts val="0"/>
              </a:spcAft>
              <a:buSzPts val="2800"/>
              <a:buNone/>
              <a:defRPr/>
            </a:lvl2pPr>
            <a:lvl3pPr lvl="2" rtl="0" algn="l">
              <a:lnSpc>
                <a:spcPct val="100000"/>
              </a:lnSpc>
              <a:spcBef>
                <a:spcPts val="0"/>
              </a:spcBef>
              <a:spcAft>
                <a:spcPts val="0"/>
              </a:spcAft>
              <a:buSzPts val="2800"/>
              <a:buNone/>
              <a:defRPr/>
            </a:lvl3pPr>
            <a:lvl4pPr lvl="3" rtl="0" algn="l">
              <a:lnSpc>
                <a:spcPct val="100000"/>
              </a:lnSpc>
              <a:spcBef>
                <a:spcPts val="0"/>
              </a:spcBef>
              <a:spcAft>
                <a:spcPts val="0"/>
              </a:spcAft>
              <a:buSzPts val="2800"/>
              <a:buNone/>
              <a:defRPr/>
            </a:lvl4pPr>
            <a:lvl5pPr lvl="4" rtl="0" algn="l">
              <a:lnSpc>
                <a:spcPct val="100000"/>
              </a:lnSpc>
              <a:spcBef>
                <a:spcPts val="0"/>
              </a:spcBef>
              <a:spcAft>
                <a:spcPts val="0"/>
              </a:spcAft>
              <a:buSzPts val="2800"/>
              <a:buNone/>
              <a:defRPr/>
            </a:lvl5pPr>
            <a:lvl6pPr lvl="5" rtl="0" algn="l">
              <a:lnSpc>
                <a:spcPct val="100000"/>
              </a:lnSpc>
              <a:spcBef>
                <a:spcPts val="0"/>
              </a:spcBef>
              <a:spcAft>
                <a:spcPts val="0"/>
              </a:spcAft>
              <a:buSzPts val="2800"/>
              <a:buNone/>
              <a:defRPr/>
            </a:lvl6pPr>
            <a:lvl7pPr lvl="6" rtl="0" algn="l">
              <a:lnSpc>
                <a:spcPct val="100000"/>
              </a:lnSpc>
              <a:spcBef>
                <a:spcPts val="0"/>
              </a:spcBef>
              <a:spcAft>
                <a:spcPts val="0"/>
              </a:spcAft>
              <a:buSzPts val="2800"/>
              <a:buNone/>
              <a:defRPr/>
            </a:lvl7pPr>
            <a:lvl8pPr lvl="7" rtl="0" algn="l">
              <a:lnSpc>
                <a:spcPct val="100000"/>
              </a:lnSpc>
              <a:spcBef>
                <a:spcPts val="0"/>
              </a:spcBef>
              <a:spcAft>
                <a:spcPts val="0"/>
              </a:spcAft>
              <a:buSzPts val="2800"/>
              <a:buNone/>
              <a:defRPr/>
            </a:lvl8pPr>
            <a:lvl9pPr lvl="8" rtl="0" algn="l">
              <a:lnSpc>
                <a:spcPct val="100000"/>
              </a:lnSpc>
              <a:spcBef>
                <a:spcPts val="0"/>
              </a:spcBef>
              <a:spcAft>
                <a:spcPts val="0"/>
              </a:spcAft>
              <a:buSzPts val="2800"/>
              <a:buNone/>
              <a:defRPr/>
            </a:lvl9pPr>
          </a:lstStyle>
          <a:p/>
        </p:txBody>
      </p:sp>
      <p:sp>
        <p:nvSpPr>
          <p:cNvPr id="826" name="Google Shape;826;p100"/>
          <p:cNvSpPr txBox="1"/>
          <p:nvPr>
            <p:ph idx="1" type="subTitle"/>
          </p:nvPr>
        </p:nvSpPr>
        <p:spPr>
          <a:xfrm>
            <a:off x="311700" y="1055100"/>
            <a:ext cx="8520600" cy="572700"/>
          </a:xfrm>
          <a:prstGeom prst="rect">
            <a:avLst/>
          </a:prstGeom>
          <a:noFill/>
          <a:ln>
            <a:noFill/>
          </a:ln>
        </p:spPr>
        <p:txBody>
          <a:bodyPr anchorCtr="0" anchor="t" bIns="91425" lIns="91425" spcFirstLastPara="1" rIns="91425" wrap="square" tIns="91425">
            <a:normAutofit/>
          </a:bodyPr>
          <a:lstStyle>
            <a:lvl1pPr lvl="0" rtl="0" algn="l">
              <a:lnSpc>
                <a:spcPct val="115000"/>
              </a:lnSpc>
              <a:spcBef>
                <a:spcPts val="0"/>
              </a:spcBef>
              <a:spcAft>
                <a:spcPts val="0"/>
              </a:spcAft>
              <a:buClr>
                <a:schemeClr val="lt1"/>
              </a:buClr>
              <a:buSzPts val="1800"/>
              <a:buNone/>
              <a:defRPr>
                <a:solidFill>
                  <a:schemeClr val="lt1"/>
                </a:solidFill>
              </a:defRPr>
            </a:lvl1pPr>
            <a:lvl2pPr lvl="1" rtl="0" algn="l">
              <a:lnSpc>
                <a:spcPct val="115000"/>
              </a:lnSpc>
              <a:spcBef>
                <a:spcPts val="0"/>
              </a:spcBef>
              <a:spcAft>
                <a:spcPts val="0"/>
              </a:spcAft>
              <a:buSzPts val="1800"/>
              <a:buNone/>
              <a:defRPr/>
            </a:lvl2pPr>
            <a:lvl3pPr lvl="2" rtl="0" algn="l">
              <a:lnSpc>
                <a:spcPct val="115000"/>
              </a:lnSpc>
              <a:spcBef>
                <a:spcPts val="0"/>
              </a:spcBef>
              <a:spcAft>
                <a:spcPts val="0"/>
              </a:spcAft>
              <a:buSzPts val="1800"/>
              <a:buNone/>
              <a:defRPr/>
            </a:lvl3pPr>
            <a:lvl4pPr lvl="3" rtl="0" algn="l">
              <a:lnSpc>
                <a:spcPct val="115000"/>
              </a:lnSpc>
              <a:spcBef>
                <a:spcPts val="0"/>
              </a:spcBef>
              <a:spcAft>
                <a:spcPts val="0"/>
              </a:spcAft>
              <a:buSzPts val="1800"/>
              <a:buNone/>
              <a:defRPr/>
            </a:lvl4pPr>
            <a:lvl5pPr lvl="4" rtl="0" algn="l">
              <a:lnSpc>
                <a:spcPct val="115000"/>
              </a:lnSpc>
              <a:spcBef>
                <a:spcPts val="0"/>
              </a:spcBef>
              <a:spcAft>
                <a:spcPts val="0"/>
              </a:spcAft>
              <a:buSzPts val="1800"/>
              <a:buNone/>
              <a:defRPr/>
            </a:lvl5pPr>
            <a:lvl6pPr lvl="5" rtl="0" algn="l">
              <a:lnSpc>
                <a:spcPct val="115000"/>
              </a:lnSpc>
              <a:spcBef>
                <a:spcPts val="0"/>
              </a:spcBef>
              <a:spcAft>
                <a:spcPts val="0"/>
              </a:spcAft>
              <a:buSzPts val="1800"/>
              <a:buNone/>
              <a:defRPr/>
            </a:lvl6pPr>
            <a:lvl7pPr lvl="6" rtl="0" algn="l">
              <a:lnSpc>
                <a:spcPct val="115000"/>
              </a:lnSpc>
              <a:spcBef>
                <a:spcPts val="0"/>
              </a:spcBef>
              <a:spcAft>
                <a:spcPts val="0"/>
              </a:spcAft>
              <a:buSzPts val="1800"/>
              <a:buNone/>
              <a:defRPr/>
            </a:lvl7pPr>
            <a:lvl8pPr lvl="7" rtl="0" algn="l">
              <a:lnSpc>
                <a:spcPct val="115000"/>
              </a:lnSpc>
              <a:spcBef>
                <a:spcPts val="0"/>
              </a:spcBef>
              <a:spcAft>
                <a:spcPts val="0"/>
              </a:spcAft>
              <a:buSzPts val="1800"/>
              <a:buNone/>
              <a:defRPr/>
            </a:lvl8pPr>
            <a:lvl9pPr lvl="8" rtl="0" algn="l">
              <a:lnSpc>
                <a:spcPct val="115000"/>
              </a:lnSpc>
              <a:spcBef>
                <a:spcPts val="0"/>
              </a:spcBef>
              <a:spcAft>
                <a:spcPts val="0"/>
              </a:spcAft>
              <a:buSzPts val="1800"/>
              <a:buNone/>
              <a:defRPr/>
            </a:lvl9pPr>
          </a:lstStyle>
          <a:p/>
        </p:txBody>
      </p:sp>
      <p:pic>
        <p:nvPicPr>
          <p:cNvPr id="827" name="Google Shape;827;p100"/>
          <p:cNvPicPr preferRelativeResize="0"/>
          <p:nvPr/>
        </p:nvPicPr>
        <p:blipFill rotWithShape="1">
          <a:blip r:embed="rId2">
            <a:alphaModFix/>
          </a:blip>
          <a:srcRect b="0" l="0" r="0" t="0"/>
          <a:stretch/>
        </p:blipFill>
        <p:spPr>
          <a:xfrm>
            <a:off x="-762396" y="0"/>
            <a:ext cx="548700" cy="2288640"/>
          </a:xfrm>
          <a:prstGeom prst="rect">
            <a:avLst/>
          </a:prstGeom>
          <a:noFill/>
          <a:ln>
            <a:noFill/>
          </a:ln>
        </p:spPr>
      </p:pic>
      <p:pic>
        <p:nvPicPr>
          <p:cNvPr id="828" name="Google Shape;828;p100"/>
          <p:cNvPicPr preferRelativeResize="0"/>
          <p:nvPr/>
        </p:nvPicPr>
        <p:blipFill rotWithShape="1">
          <a:blip r:embed="rId3">
            <a:alphaModFix/>
          </a:blip>
          <a:srcRect b="0" l="0" r="0" t="0"/>
          <a:stretch/>
        </p:blipFill>
        <p:spPr>
          <a:xfrm>
            <a:off x="457529" y="4543025"/>
            <a:ext cx="950976" cy="142646"/>
          </a:xfrm>
          <a:prstGeom prst="rect">
            <a:avLst/>
          </a:prstGeom>
          <a:noFill/>
          <a:ln>
            <a:noFill/>
          </a:ln>
        </p:spPr>
      </p:pic>
      <p:sp>
        <p:nvSpPr>
          <p:cNvPr id="829" name="Google Shape;829;p100"/>
          <p:cNvSpPr/>
          <p:nvPr>
            <p:ph idx="2" type="pic"/>
          </p:nvPr>
        </p:nvSpPr>
        <p:spPr>
          <a:xfrm>
            <a:off x="410476" y="1541324"/>
            <a:ext cx="315900" cy="315900"/>
          </a:xfrm>
          <a:prstGeom prst="rect">
            <a:avLst/>
          </a:prstGeom>
          <a:noFill/>
          <a:ln>
            <a:noFill/>
          </a:ln>
        </p:spPr>
      </p:sp>
      <p:sp>
        <p:nvSpPr>
          <p:cNvPr id="830" name="Google Shape;830;p100"/>
          <p:cNvSpPr txBox="1"/>
          <p:nvPr>
            <p:ph idx="3" type="body"/>
          </p:nvPr>
        </p:nvSpPr>
        <p:spPr>
          <a:xfrm>
            <a:off x="410526" y="2293757"/>
            <a:ext cx="4009800" cy="1952400"/>
          </a:xfrm>
          <a:prstGeom prst="rect">
            <a:avLst/>
          </a:prstGeom>
          <a:noFill/>
          <a:ln>
            <a:noFill/>
          </a:ln>
        </p:spPr>
        <p:txBody>
          <a:bodyPr anchorCtr="0" anchor="t" bIns="91425" lIns="91425" spcFirstLastPara="1" rIns="91425" wrap="square" tIns="91425">
            <a:normAutofit/>
          </a:bodyPr>
          <a:lstStyle>
            <a:lvl1pPr indent="-298450" lvl="0" marL="457200" rtl="0" algn="l">
              <a:lnSpc>
                <a:spcPct val="115000"/>
              </a:lnSpc>
              <a:spcBef>
                <a:spcPts val="0"/>
              </a:spcBef>
              <a:spcAft>
                <a:spcPts val="0"/>
              </a:spcAft>
              <a:buClr>
                <a:schemeClr val="lt1"/>
              </a:buClr>
              <a:buSzPts val="1100"/>
              <a:buChar char="●"/>
              <a:defRPr sz="1100">
                <a:solidFill>
                  <a:schemeClr val="lt1"/>
                </a:solidFill>
              </a:defRPr>
            </a:lvl1pPr>
            <a:lvl2pPr indent="-298450" lvl="1" marL="914400" rtl="0" algn="l">
              <a:lnSpc>
                <a:spcPct val="115000"/>
              </a:lnSpc>
              <a:spcBef>
                <a:spcPts val="0"/>
              </a:spcBef>
              <a:spcAft>
                <a:spcPts val="0"/>
              </a:spcAft>
              <a:buClr>
                <a:schemeClr val="lt1"/>
              </a:buClr>
              <a:buSzPts val="1100"/>
              <a:buChar char="○"/>
              <a:defRPr sz="1100">
                <a:solidFill>
                  <a:schemeClr val="lt1"/>
                </a:solidFill>
              </a:defRPr>
            </a:lvl2pPr>
            <a:lvl3pPr indent="-298450" lvl="2" marL="1371600" rtl="0" algn="l">
              <a:lnSpc>
                <a:spcPct val="115000"/>
              </a:lnSpc>
              <a:spcBef>
                <a:spcPts val="0"/>
              </a:spcBef>
              <a:spcAft>
                <a:spcPts val="0"/>
              </a:spcAft>
              <a:buClr>
                <a:schemeClr val="lt1"/>
              </a:buClr>
              <a:buSzPts val="1100"/>
              <a:buChar char="■"/>
              <a:defRPr sz="1100">
                <a:solidFill>
                  <a:schemeClr val="lt1"/>
                </a:solidFill>
              </a:defRPr>
            </a:lvl3pPr>
            <a:lvl4pPr indent="-298450" lvl="3" marL="1828800" rtl="0" algn="l">
              <a:lnSpc>
                <a:spcPct val="115000"/>
              </a:lnSpc>
              <a:spcBef>
                <a:spcPts val="0"/>
              </a:spcBef>
              <a:spcAft>
                <a:spcPts val="0"/>
              </a:spcAft>
              <a:buClr>
                <a:schemeClr val="lt1"/>
              </a:buClr>
              <a:buSzPts val="1100"/>
              <a:buChar char="●"/>
              <a:defRPr sz="1100">
                <a:solidFill>
                  <a:schemeClr val="lt1"/>
                </a:solidFill>
              </a:defRPr>
            </a:lvl4pPr>
            <a:lvl5pPr indent="-298450" lvl="4" marL="2286000" rtl="0" algn="l">
              <a:lnSpc>
                <a:spcPct val="115000"/>
              </a:lnSpc>
              <a:spcBef>
                <a:spcPts val="0"/>
              </a:spcBef>
              <a:spcAft>
                <a:spcPts val="0"/>
              </a:spcAft>
              <a:buClr>
                <a:schemeClr val="lt1"/>
              </a:buClr>
              <a:buSzPts val="1100"/>
              <a:buChar char="○"/>
              <a:defRPr sz="1100">
                <a:solidFill>
                  <a:schemeClr val="lt1"/>
                </a:solidFill>
              </a:defRPr>
            </a:lvl5pPr>
            <a:lvl6pPr indent="-298450" lvl="5" marL="2743200" rtl="0" algn="l">
              <a:lnSpc>
                <a:spcPct val="115000"/>
              </a:lnSpc>
              <a:spcBef>
                <a:spcPts val="0"/>
              </a:spcBef>
              <a:spcAft>
                <a:spcPts val="0"/>
              </a:spcAft>
              <a:buClr>
                <a:schemeClr val="lt1"/>
              </a:buClr>
              <a:buSzPts val="1100"/>
              <a:buChar char="■"/>
              <a:defRPr sz="1100">
                <a:solidFill>
                  <a:schemeClr val="lt1"/>
                </a:solidFill>
              </a:defRPr>
            </a:lvl6pPr>
            <a:lvl7pPr indent="-298450" lvl="6" marL="3200400" rtl="0" algn="l">
              <a:lnSpc>
                <a:spcPct val="115000"/>
              </a:lnSpc>
              <a:spcBef>
                <a:spcPts val="0"/>
              </a:spcBef>
              <a:spcAft>
                <a:spcPts val="0"/>
              </a:spcAft>
              <a:buClr>
                <a:schemeClr val="lt1"/>
              </a:buClr>
              <a:buSzPts val="1100"/>
              <a:buChar char="●"/>
              <a:defRPr sz="1100">
                <a:solidFill>
                  <a:schemeClr val="lt1"/>
                </a:solidFill>
              </a:defRPr>
            </a:lvl7pPr>
            <a:lvl8pPr indent="-298450" lvl="7" marL="3657600" rtl="0" algn="l">
              <a:lnSpc>
                <a:spcPct val="115000"/>
              </a:lnSpc>
              <a:spcBef>
                <a:spcPts val="0"/>
              </a:spcBef>
              <a:spcAft>
                <a:spcPts val="0"/>
              </a:spcAft>
              <a:buClr>
                <a:schemeClr val="lt1"/>
              </a:buClr>
              <a:buSzPts val="1100"/>
              <a:buChar char="○"/>
              <a:defRPr sz="1100">
                <a:solidFill>
                  <a:schemeClr val="lt1"/>
                </a:solidFill>
              </a:defRPr>
            </a:lvl8pPr>
            <a:lvl9pPr indent="-298450" lvl="8" marL="4114800" rtl="0" algn="l">
              <a:lnSpc>
                <a:spcPct val="115000"/>
              </a:lnSpc>
              <a:spcBef>
                <a:spcPts val="0"/>
              </a:spcBef>
              <a:spcAft>
                <a:spcPts val="0"/>
              </a:spcAft>
              <a:buClr>
                <a:schemeClr val="lt1"/>
              </a:buClr>
              <a:buSzPts val="1100"/>
              <a:buChar char="■"/>
              <a:defRPr sz="1100">
                <a:solidFill>
                  <a:schemeClr val="lt1"/>
                </a:solidFill>
              </a:defRPr>
            </a:lvl9pPr>
          </a:lstStyle>
          <a:p/>
        </p:txBody>
      </p:sp>
      <p:sp>
        <p:nvSpPr>
          <p:cNvPr id="831" name="Google Shape;831;p100"/>
          <p:cNvSpPr txBox="1"/>
          <p:nvPr>
            <p:ph idx="4" type="subTitle"/>
          </p:nvPr>
        </p:nvSpPr>
        <p:spPr>
          <a:xfrm>
            <a:off x="410475" y="1896075"/>
            <a:ext cx="4009800" cy="386100"/>
          </a:xfrm>
          <a:prstGeom prst="rect">
            <a:avLst/>
          </a:prstGeom>
          <a:noFill/>
          <a:ln>
            <a:noFill/>
          </a:ln>
        </p:spPr>
        <p:txBody>
          <a:bodyPr anchorCtr="0" anchor="b" bIns="91425" lIns="91425" spcFirstLastPara="1" rIns="91425" wrap="square" tIns="91425">
            <a:normAutofit/>
          </a:bodyPr>
          <a:lstStyle>
            <a:lvl1pPr lvl="0" rtl="0" algn="l">
              <a:lnSpc>
                <a:spcPct val="115000"/>
              </a:lnSpc>
              <a:spcBef>
                <a:spcPts val="0"/>
              </a:spcBef>
              <a:spcAft>
                <a:spcPts val="0"/>
              </a:spcAft>
              <a:buClr>
                <a:schemeClr val="lt1"/>
              </a:buClr>
              <a:buSzPts val="1600"/>
              <a:buFont typeface="Inter Medium"/>
              <a:buNone/>
              <a:defRPr sz="1600">
                <a:solidFill>
                  <a:schemeClr val="lt1"/>
                </a:solidFill>
                <a:latin typeface="Inter Medium"/>
                <a:ea typeface="Inter Medium"/>
                <a:cs typeface="Inter Medium"/>
                <a:sym typeface="Inter Medium"/>
              </a:defRPr>
            </a:lvl1pPr>
            <a:lvl2pPr lvl="1" rtl="0" algn="l">
              <a:lnSpc>
                <a:spcPct val="115000"/>
              </a:lnSpc>
              <a:spcBef>
                <a:spcPts val="0"/>
              </a:spcBef>
              <a:spcAft>
                <a:spcPts val="0"/>
              </a:spcAft>
              <a:buClr>
                <a:schemeClr val="lt1"/>
              </a:buClr>
              <a:buSzPts val="1800"/>
              <a:buFont typeface="Inter Medium"/>
              <a:buNone/>
              <a:defRPr>
                <a:solidFill>
                  <a:schemeClr val="lt1"/>
                </a:solidFill>
                <a:latin typeface="Inter Medium"/>
                <a:ea typeface="Inter Medium"/>
                <a:cs typeface="Inter Medium"/>
                <a:sym typeface="Inter Medium"/>
              </a:defRPr>
            </a:lvl2pPr>
            <a:lvl3pPr lvl="2" rtl="0" algn="l">
              <a:lnSpc>
                <a:spcPct val="115000"/>
              </a:lnSpc>
              <a:spcBef>
                <a:spcPts val="0"/>
              </a:spcBef>
              <a:spcAft>
                <a:spcPts val="0"/>
              </a:spcAft>
              <a:buClr>
                <a:schemeClr val="lt1"/>
              </a:buClr>
              <a:buSzPts val="1800"/>
              <a:buFont typeface="Inter Medium"/>
              <a:buNone/>
              <a:defRPr>
                <a:solidFill>
                  <a:schemeClr val="lt1"/>
                </a:solidFill>
                <a:latin typeface="Inter Medium"/>
                <a:ea typeface="Inter Medium"/>
                <a:cs typeface="Inter Medium"/>
                <a:sym typeface="Inter Medium"/>
              </a:defRPr>
            </a:lvl3pPr>
            <a:lvl4pPr lvl="3" rtl="0" algn="l">
              <a:lnSpc>
                <a:spcPct val="115000"/>
              </a:lnSpc>
              <a:spcBef>
                <a:spcPts val="0"/>
              </a:spcBef>
              <a:spcAft>
                <a:spcPts val="0"/>
              </a:spcAft>
              <a:buClr>
                <a:schemeClr val="lt1"/>
              </a:buClr>
              <a:buSzPts val="1800"/>
              <a:buFont typeface="Inter Medium"/>
              <a:buNone/>
              <a:defRPr>
                <a:solidFill>
                  <a:schemeClr val="lt1"/>
                </a:solidFill>
                <a:latin typeface="Inter Medium"/>
                <a:ea typeface="Inter Medium"/>
                <a:cs typeface="Inter Medium"/>
                <a:sym typeface="Inter Medium"/>
              </a:defRPr>
            </a:lvl4pPr>
            <a:lvl5pPr lvl="4" rtl="0" algn="l">
              <a:lnSpc>
                <a:spcPct val="115000"/>
              </a:lnSpc>
              <a:spcBef>
                <a:spcPts val="0"/>
              </a:spcBef>
              <a:spcAft>
                <a:spcPts val="0"/>
              </a:spcAft>
              <a:buClr>
                <a:schemeClr val="lt1"/>
              </a:buClr>
              <a:buSzPts val="1800"/>
              <a:buFont typeface="Inter Medium"/>
              <a:buNone/>
              <a:defRPr>
                <a:solidFill>
                  <a:schemeClr val="lt1"/>
                </a:solidFill>
                <a:latin typeface="Inter Medium"/>
                <a:ea typeface="Inter Medium"/>
                <a:cs typeface="Inter Medium"/>
                <a:sym typeface="Inter Medium"/>
              </a:defRPr>
            </a:lvl5pPr>
            <a:lvl6pPr lvl="5" rtl="0" algn="l">
              <a:lnSpc>
                <a:spcPct val="115000"/>
              </a:lnSpc>
              <a:spcBef>
                <a:spcPts val="0"/>
              </a:spcBef>
              <a:spcAft>
                <a:spcPts val="0"/>
              </a:spcAft>
              <a:buClr>
                <a:schemeClr val="lt1"/>
              </a:buClr>
              <a:buSzPts val="1800"/>
              <a:buFont typeface="Inter Medium"/>
              <a:buNone/>
              <a:defRPr>
                <a:solidFill>
                  <a:schemeClr val="lt1"/>
                </a:solidFill>
                <a:latin typeface="Inter Medium"/>
                <a:ea typeface="Inter Medium"/>
                <a:cs typeface="Inter Medium"/>
                <a:sym typeface="Inter Medium"/>
              </a:defRPr>
            </a:lvl6pPr>
            <a:lvl7pPr lvl="6" rtl="0" algn="l">
              <a:lnSpc>
                <a:spcPct val="115000"/>
              </a:lnSpc>
              <a:spcBef>
                <a:spcPts val="0"/>
              </a:spcBef>
              <a:spcAft>
                <a:spcPts val="0"/>
              </a:spcAft>
              <a:buClr>
                <a:schemeClr val="lt1"/>
              </a:buClr>
              <a:buSzPts val="1800"/>
              <a:buFont typeface="Inter Medium"/>
              <a:buNone/>
              <a:defRPr>
                <a:solidFill>
                  <a:schemeClr val="lt1"/>
                </a:solidFill>
                <a:latin typeface="Inter Medium"/>
                <a:ea typeface="Inter Medium"/>
                <a:cs typeface="Inter Medium"/>
                <a:sym typeface="Inter Medium"/>
              </a:defRPr>
            </a:lvl7pPr>
            <a:lvl8pPr lvl="7" rtl="0" algn="l">
              <a:lnSpc>
                <a:spcPct val="115000"/>
              </a:lnSpc>
              <a:spcBef>
                <a:spcPts val="0"/>
              </a:spcBef>
              <a:spcAft>
                <a:spcPts val="0"/>
              </a:spcAft>
              <a:buClr>
                <a:schemeClr val="lt1"/>
              </a:buClr>
              <a:buSzPts val="1800"/>
              <a:buFont typeface="Inter Medium"/>
              <a:buNone/>
              <a:defRPr>
                <a:solidFill>
                  <a:schemeClr val="lt1"/>
                </a:solidFill>
                <a:latin typeface="Inter Medium"/>
                <a:ea typeface="Inter Medium"/>
                <a:cs typeface="Inter Medium"/>
                <a:sym typeface="Inter Medium"/>
              </a:defRPr>
            </a:lvl8pPr>
            <a:lvl9pPr lvl="8" rtl="0" algn="l">
              <a:lnSpc>
                <a:spcPct val="115000"/>
              </a:lnSpc>
              <a:spcBef>
                <a:spcPts val="0"/>
              </a:spcBef>
              <a:spcAft>
                <a:spcPts val="0"/>
              </a:spcAft>
              <a:buClr>
                <a:schemeClr val="lt1"/>
              </a:buClr>
              <a:buSzPts val="1800"/>
              <a:buFont typeface="Inter Medium"/>
              <a:buNone/>
              <a:defRPr>
                <a:solidFill>
                  <a:schemeClr val="lt1"/>
                </a:solidFill>
                <a:latin typeface="Inter Medium"/>
                <a:ea typeface="Inter Medium"/>
                <a:cs typeface="Inter Medium"/>
                <a:sym typeface="Inter Medium"/>
              </a:defRPr>
            </a:lvl9pPr>
          </a:lstStyle>
          <a:p/>
        </p:txBody>
      </p:sp>
      <p:sp>
        <p:nvSpPr>
          <p:cNvPr id="832" name="Google Shape;832;p100"/>
          <p:cNvSpPr/>
          <p:nvPr>
            <p:ph idx="5" type="pic"/>
          </p:nvPr>
        </p:nvSpPr>
        <p:spPr>
          <a:xfrm>
            <a:off x="4803338" y="1541324"/>
            <a:ext cx="315900" cy="315900"/>
          </a:xfrm>
          <a:prstGeom prst="rect">
            <a:avLst/>
          </a:prstGeom>
          <a:noFill/>
          <a:ln>
            <a:noFill/>
          </a:ln>
        </p:spPr>
      </p:sp>
      <p:sp>
        <p:nvSpPr>
          <p:cNvPr id="833" name="Google Shape;833;p100"/>
          <p:cNvSpPr txBox="1"/>
          <p:nvPr>
            <p:ph idx="6" type="body"/>
          </p:nvPr>
        </p:nvSpPr>
        <p:spPr>
          <a:xfrm>
            <a:off x="4697173" y="2293757"/>
            <a:ext cx="4009800" cy="1952400"/>
          </a:xfrm>
          <a:prstGeom prst="rect">
            <a:avLst/>
          </a:prstGeom>
          <a:noFill/>
          <a:ln>
            <a:noFill/>
          </a:ln>
        </p:spPr>
        <p:txBody>
          <a:bodyPr anchorCtr="0" anchor="t" bIns="91425" lIns="91425" spcFirstLastPara="1" rIns="91425" wrap="square" tIns="91425">
            <a:normAutofit/>
          </a:bodyPr>
          <a:lstStyle>
            <a:lvl1pPr indent="-298450" lvl="0" marL="457200" rtl="0" algn="l">
              <a:lnSpc>
                <a:spcPct val="115000"/>
              </a:lnSpc>
              <a:spcBef>
                <a:spcPts val="0"/>
              </a:spcBef>
              <a:spcAft>
                <a:spcPts val="0"/>
              </a:spcAft>
              <a:buClr>
                <a:schemeClr val="lt1"/>
              </a:buClr>
              <a:buSzPts val="1100"/>
              <a:buChar char="●"/>
              <a:defRPr sz="1100">
                <a:solidFill>
                  <a:schemeClr val="lt1"/>
                </a:solidFill>
              </a:defRPr>
            </a:lvl1pPr>
            <a:lvl2pPr indent="-298450" lvl="1" marL="914400" rtl="0" algn="l">
              <a:lnSpc>
                <a:spcPct val="115000"/>
              </a:lnSpc>
              <a:spcBef>
                <a:spcPts val="0"/>
              </a:spcBef>
              <a:spcAft>
                <a:spcPts val="0"/>
              </a:spcAft>
              <a:buClr>
                <a:schemeClr val="lt1"/>
              </a:buClr>
              <a:buSzPts val="1100"/>
              <a:buChar char="○"/>
              <a:defRPr sz="1100">
                <a:solidFill>
                  <a:schemeClr val="lt1"/>
                </a:solidFill>
              </a:defRPr>
            </a:lvl2pPr>
            <a:lvl3pPr indent="-298450" lvl="2" marL="1371600" rtl="0" algn="l">
              <a:lnSpc>
                <a:spcPct val="115000"/>
              </a:lnSpc>
              <a:spcBef>
                <a:spcPts val="0"/>
              </a:spcBef>
              <a:spcAft>
                <a:spcPts val="0"/>
              </a:spcAft>
              <a:buClr>
                <a:schemeClr val="lt1"/>
              </a:buClr>
              <a:buSzPts val="1100"/>
              <a:buChar char="■"/>
              <a:defRPr sz="1100">
                <a:solidFill>
                  <a:schemeClr val="lt1"/>
                </a:solidFill>
              </a:defRPr>
            </a:lvl3pPr>
            <a:lvl4pPr indent="-298450" lvl="3" marL="1828800" rtl="0" algn="l">
              <a:lnSpc>
                <a:spcPct val="115000"/>
              </a:lnSpc>
              <a:spcBef>
                <a:spcPts val="0"/>
              </a:spcBef>
              <a:spcAft>
                <a:spcPts val="0"/>
              </a:spcAft>
              <a:buClr>
                <a:schemeClr val="lt1"/>
              </a:buClr>
              <a:buSzPts val="1100"/>
              <a:buChar char="●"/>
              <a:defRPr sz="1100">
                <a:solidFill>
                  <a:schemeClr val="lt1"/>
                </a:solidFill>
              </a:defRPr>
            </a:lvl4pPr>
            <a:lvl5pPr indent="-298450" lvl="4" marL="2286000" rtl="0" algn="l">
              <a:lnSpc>
                <a:spcPct val="115000"/>
              </a:lnSpc>
              <a:spcBef>
                <a:spcPts val="0"/>
              </a:spcBef>
              <a:spcAft>
                <a:spcPts val="0"/>
              </a:spcAft>
              <a:buClr>
                <a:schemeClr val="lt1"/>
              </a:buClr>
              <a:buSzPts val="1100"/>
              <a:buChar char="○"/>
              <a:defRPr sz="1100">
                <a:solidFill>
                  <a:schemeClr val="lt1"/>
                </a:solidFill>
              </a:defRPr>
            </a:lvl5pPr>
            <a:lvl6pPr indent="-298450" lvl="5" marL="2743200" rtl="0" algn="l">
              <a:lnSpc>
                <a:spcPct val="115000"/>
              </a:lnSpc>
              <a:spcBef>
                <a:spcPts val="0"/>
              </a:spcBef>
              <a:spcAft>
                <a:spcPts val="0"/>
              </a:spcAft>
              <a:buClr>
                <a:schemeClr val="lt1"/>
              </a:buClr>
              <a:buSzPts val="1100"/>
              <a:buChar char="■"/>
              <a:defRPr sz="1100">
                <a:solidFill>
                  <a:schemeClr val="lt1"/>
                </a:solidFill>
              </a:defRPr>
            </a:lvl6pPr>
            <a:lvl7pPr indent="-298450" lvl="6" marL="3200400" rtl="0" algn="l">
              <a:lnSpc>
                <a:spcPct val="115000"/>
              </a:lnSpc>
              <a:spcBef>
                <a:spcPts val="0"/>
              </a:spcBef>
              <a:spcAft>
                <a:spcPts val="0"/>
              </a:spcAft>
              <a:buClr>
                <a:schemeClr val="lt1"/>
              </a:buClr>
              <a:buSzPts val="1100"/>
              <a:buChar char="●"/>
              <a:defRPr sz="1100">
                <a:solidFill>
                  <a:schemeClr val="lt1"/>
                </a:solidFill>
              </a:defRPr>
            </a:lvl7pPr>
            <a:lvl8pPr indent="-298450" lvl="7" marL="3657600" rtl="0" algn="l">
              <a:lnSpc>
                <a:spcPct val="115000"/>
              </a:lnSpc>
              <a:spcBef>
                <a:spcPts val="0"/>
              </a:spcBef>
              <a:spcAft>
                <a:spcPts val="0"/>
              </a:spcAft>
              <a:buClr>
                <a:schemeClr val="lt1"/>
              </a:buClr>
              <a:buSzPts val="1100"/>
              <a:buChar char="○"/>
              <a:defRPr sz="1100">
                <a:solidFill>
                  <a:schemeClr val="lt1"/>
                </a:solidFill>
              </a:defRPr>
            </a:lvl8pPr>
            <a:lvl9pPr indent="-298450" lvl="8" marL="4114800" rtl="0" algn="l">
              <a:lnSpc>
                <a:spcPct val="115000"/>
              </a:lnSpc>
              <a:spcBef>
                <a:spcPts val="0"/>
              </a:spcBef>
              <a:spcAft>
                <a:spcPts val="0"/>
              </a:spcAft>
              <a:buClr>
                <a:schemeClr val="lt1"/>
              </a:buClr>
              <a:buSzPts val="1100"/>
              <a:buChar char="■"/>
              <a:defRPr sz="1100">
                <a:solidFill>
                  <a:schemeClr val="lt1"/>
                </a:solidFill>
              </a:defRPr>
            </a:lvl9pPr>
          </a:lstStyle>
          <a:p/>
        </p:txBody>
      </p:sp>
      <p:sp>
        <p:nvSpPr>
          <p:cNvPr id="834" name="Google Shape;834;p100"/>
          <p:cNvSpPr txBox="1"/>
          <p:nvPr>
            <p:ph idx="7" type="subTitle"/>
          </p:nvPr>
        </p:nvSpPr>
        <p:spPr>
          <a:xfrm>
            <a:off x="4697122" y="1896075"/>
            <a:ext cx="4009800" cy="386100"/>
          </a:xfrm>
          <a:prstGeom prst="rect">
            <a:avLst/>
          </a:prstGeom>
          <a:noFill/>
          <a:ln>
            <a:noFill/>
          </a:ln>
        </p:spPr>
        <p:txBody>
          <a:bodyPr anchorCtr="0" anchor="b" bIns="91425" lIns="91425" spcFirstLastPara="1" rIns="91425" wrap="square" tIns="91425">
            <a:normAutofit/>
          </a:bodyPr>
          <a:lstStyle>
            <a:lvl1pPr lvl="0" rtl="0" algn="l">
              <a:lnSpc>
                <a:spcPct val="115000"/>
              </a:lnSpc>
              <a:spcBef>
                <a:spcPts val="0"/>
              </a:spcBef>
              <a:spcAft>
                <a:spcPts val="0"/>
              </a:spcAft>
              <a:buClr>
                <a:schemeClr val="lt1"/>
              </a:buClr>
              <a:buSzPts val="1600"/>
              <a:buFont typeface="Inter Medium"/>
              <a:buNone/>
              <a:defRPr sz="1600">
                <a:solidFill>
                  <a:schemeClr val="lt1"/>
                </a:solidFill>
                <a:latin typeface="Inter Medium"/>
                <a:ea typeface="Inter Medium"/>
                <a:cs typeface="Inter Medium"/>
                <a:sym typeface="Inter Medium"/>
              </a:defRPr>
            </a:lvl1pPr>
            <a:lvl2pPr lvl="1" rtl="0" algn="l">
              <a:lnSpc>
                <a:spcPct val="115000"/>
              </a:lnSpc>
              <a:spcBef>
                <a:spcPts val="0"/>
              </a:spcBef>
              <a:spcAft>
                <a:spcPts val="0"/>
              </a:spcAft>
              <a:buClr>
                <a:schemeClr val="lt1"/>
              </a:buClr>
              <a:buSzPts val="1800"/>
              <a:buFont typeface="Inter Medium"/>
              <a:buNone/>
              <a:defRPr>
                <a:solidFill>
                  <a:schemeClr val="lt1"/>
                </a:solidFill>
                <a:latin typeface="Inter Medium"/>
                <a:ea typeface="Inter Medium"/>
                <a:cs typeface="Inter Medium"/>
                <a:sym typeface="Inter Medium"/>
              </a:defRPr>
            </a:lvl2pPr>
            <a:lvl3pPr lvl="2" rtl="0" algn="l">
              <a:lnSpc>
                <a:spcPct val="115000"/>
              </a:lnSpc>
              <a:spcBef>
                <a:spcPts val="0"/>
              </a:spcBef>
              <a:spcAft>
                <a:spcPts val="0"/>
              </a:spcAft>
              <a:buClr>
                <a:schemeClr val="lt1"/>
              </a:buClr>
              <a:buSzPts val="1800"/>
              <a:buFont typeface="Inter Medium"/>
              <a:buNone/>
              <a:defRPr>
                <a:solidFill>
                  <a:schemeClr val="lt1"/>
                </a:solidFill>
                <a:latin typeface="Inter Medium"/>
                <a:ea typeface="Inter Medium"/>
                <a:cs typeface="Inter Medium"/>
                <a:sym typeface="Inter Medium"/>
              </a:defRPr>
            </a:lvl3pPr>
            <a:lvl4pPr lvl="3" rtl="0" algn="l">
              <a:lnSpc>
                <a:spcPct val="115000"/>
              </a:lnSpc>
              <a:spcBef>
                <a:spcPts val="0"/>
              </a:spcBef>
              <a:spcAft>
                <a:spcPts val="0"/>
              </a:spcAft>
              <a:buClr>
                <a:schemeClr val="lt1"/>
              </a:buClr>
              <a:buSzPts val="1800"/>
              <a:buFont typeface="Inter Medium"/>
              <a:buNone/>
              <a:defRPr>
                <a:solidFill>
                  <a:schemeClr val="lt1"/>
                </a:solidFill>
                <a:latin typeface="Inter Medium"/>
                <a:ea typeface="Inter Medium"/>
                <a:cs typeface="Inter Medium"/>
                <a:sym typeface="Inter Medium"/>
              </a:defRPr>
            </a:lvl4pPr>
            <a:lvl5pPr lvl="4" rtl="0" algn="l">
              <a:lnSpc>
                <a:spcPct val="115000"/>
              </a:lnSpc>
              <a:spcBef>
                <a:spcPts val="0"/>
              </a:spcBef>
              <a:spcAft>
                <a:spcPts val="0"/>
              </a:spcAft>
              <a:buClr>
                <a:schemeClr val="lt1"/>
              </a:buClr>
              <a:buSzPts val="1800"/>
              <a:buFont typeface="Inter Medium"/>
              <a:buNone/>
              <a:defRPr>
                <a:solidFill>
                  <a:schemeClr val="lt1"/>
                </a:solidFill>
                <a:latin typeface="Inter Medium"/>
                <a:ea typeface="Inter Medium"/>
                <a:cs typeface="Inter Medium"/>
                <a:sym typeface="Inter Medium"/>
              </a:defRPr>
            </a:lvl5pPr>
            <a:lvl6pPr lvl="5" rtl="0" algn="l">
              <a:lnSpc>
                <a:spcPct val="115000"/>
              </a:lnSpc>
              <a:spcBef>
                <a:spcPts val="0"/>
              </a:spcBef>
              <a:spcAft>
                <a:spcPts val="0"/>
              </a:spcAft>
              <a:buClr>
                <a:schemeClr val="lt1"/>
              </a:buClr>
              <a:buSzPts val="1800"/>
              <a:buFont typeface="Inter Medium"/>
              <a:buNone/>
              <a:defRPr>
                <a:solidFill>
                  <a:schemeClr val="lt1"/>
                </a:solidFill>
                <a:latin typeface="Inter Medium"/>
                <a:ea typeface="Inter Medium"/>
                <a:cs typeface="Inter Medium"/>
                <a:sym typeface="Inter Medium"/>
              </a:defRPr>
            </a:lvl6pPr>
            <a:lvl7pPr lvl="6" rtl="0" algn="l">
              <a:lnSpc>
                <a:spcPct val="115000"/>
              </a:lnSpc>
              <a:spcBef>
                <a:spcPts val="0"/>
              </a:spcBef>
              <a:spcAft>
                <a:spcPts val="0"/>
              </a:spcAft>
              <a:buClr>
                <a:schemeClr val="lt1"/>
              </a:buClr>
              <a:buSzPts val="1800"/>
              <a:buFont typeface="Inter Medium"/>
              <a:buNone/>
              <a:defRPr>
                <a:solidFill>
                  <a:schemeClr val="lt1"/>
                </a:solidFill>
                <a:latin typeface="Inter Medium"/>
                <a:ea typeface="Inter Medium"/>
                <a:cs typeface="Inter Medium"/>
                <a:sym typeface="Inter Medium"/>
              </a:defRPr>
            </a:lvl7pPr>
            <a:lvl8pPr lvl="7" rtl="0" algn="l">
              <a:lnSpc>
                <a:spcPct val="115000"/>
              </a:lnSpc>
              <a:spcBef>
                <a:spcPts val="0"/>
              </a:spcBef>
              <a:spcAft>
                <a:spcPts val="0"/>
              </a:spcAft>
              <a:buClr>
                <a:schemeClr val="lt1"/>
              </a:buClr>
              <a:buSzPts val="1800"/>
              <a:buFont typeface="Inter Medium"/>
              <a:buNone/>
              <a:defRPr>
                <a:solidFill>
                  <a:schemeClr val="lt1"/>
                </a:solidFill>
                <a:latin typeface="Inter Medium"/>
                <a:ea typeface="Inter Medium"/>
                <a:cs typeface="Inter Medium"/>
                <a:sym typeface="Inter Medium"/>
              </a:defRPr>
            </a:lvl8pPr>
            <a:lvl9pPr lvl="8" rtl="0" algn="l">
              <a:lnSpc>
                <a:spcPct val="115000"/>
              </a:lnSpc>
              <a:spcBef>
                <a:spcPts val="0"/>
              </a:spcBef>
              <a:spcAft>
                <a:spcPts val="0"/>
              </a:spcAft>
              <a:buClr>
                <a:schemeClr val="lt1"/>
              </a:buClr>
              <a:buSzPts val="1800"/>
              <a:buFont typeface="Inter Medium"/>
              <a:buNone/>
              <a:defRPr>
                <a:solidFill>
                  <a:schemeClr val="lt1"/>
                </a:solidFill>
                <a:latin typeface="Inter Medium"/>
                <a:ea typeface="Inter Medium"/>
                <a:cs typeface="Inter Medium"/>
                <a:sym typeface="Inter Medium"/>
              </a:defRPr>
            </a:lvl9pPr>
          </a:lstStyle>
          <a:p/>
        </p:txBody>
      </p:sp>
      <p:sp>
        <p:nvSpPr>
          <p:cNvPr id="835" name="Google Shape;835;p100"/>
          <p:cNvSpPr txBox="1"/>
          <p:nvPr>
            <p:ph idx="12" type="sldNum"/>
          </p:nvPr>
        </p:nvSpPr>
        <p:spPr>
          <a:xfrm>
            <a:off x="8096041" y="4417542"/>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ADADAD"/>
              </a:buClr>
              <a:buSzPts val="1000"/>
              <a:buFont typeface="Helvetica Neue"/>
              <a:buNone/>
              <a:defRPr b="0" i="0" sz="1000" u="none" cap="none" strike="noStrike">
                <a:solidFill>
                  <a:schemeClr val="lt1"/>
                </a:solidFill>
                <a:latin typeface="Inter"/>
                <a:ea typeface="Inter"/>
                <a:cs typeface="Inter"/>
                <a:sym typeface="Inter"/>
              </a:defRPr>
            </a:lvl1pPr>
            <a:lvl2pPr indent="0" lvl="1" marL="0" marR="0" rtl="0" algn="r">
              <a:lnSpc>
                <a:spcPct val="100000"/>
              </a:lnSpc>
              <a:spcBef>
                <a:spcPts val="0"/>
              </a:spcBef>
              <a:spcAft>
                <a:spcPts val="0"/>
              </a:spcAft>
              <a:buClr>
                <a:srgbClr val="ADADAD"/>
              </a:buClr>
              <a:buSzPts val="1000"/>
              <a:buFont typeface="Helvetica Neue"/>
              <a:buNone/>
              <a:defRPr b="0" i="0" sz="1000" u="none" cap="none" strike="noStrike">
                <a:solidFill>
                  <a:schemeClr val="lt1"/>
                </a:solidFill>
                <a:latin typeface="Inter"/>
                <a:ea typeface="Inter"/>
                <a:cs typeface="Inter"/>
                <a:sym typeface="Inter"/>
              </a:defRPr>
            </a:lvl2pPr>
            <a:lvl3pPr indent="0" lvl="2" marL="0" marR="0" rtl="0" algn="r">
              <a:lnSpc>
                <a:spcPct val="100000"/>
              </a:lnSpc>
              <a:spcBef>
                <a:spcPts val="0"/>
              </a:spcBef>
              <a:spcAft>
                <a:spcPts val="0"/>
              </a:spcAft>
              <a:buClr>
                <a:srgbClr val="ADADAD"/>
              </a:buClr>
              <a:buSzPts val="1000"/>
              <a:buFont typeface="Helvetica Neue"/>
              <a:buNone/>
              <a:defRPr b="0" i="0" sz="1000" u="none" cap="none" strike="noStrike">
                <a:solidFill>
                  <a:schemeClr val="lt1"/>
                </a:solidFill>
                <a:latin typeface="Inter"/>
                <a:ea typeface="Inter"/>
                <a:cs typeface="Inter"/>
                <a:sym typeface="Inter"/>
              </a:defRPr>
            </a:lvl3pPr>
            <a:lvl4pPr indent="0" lvl="3" marL="0" marR="0" rtl="0" algn="r">
              <a:lnSpc>
                <a:spcPct val="100000"/>
              </a:lnSpc>
              <a:spcBef>
                <a:spcPts val="0"/>
              </a:spcBef>
              <a:spcAft>
                <a:spcPts val="0"/>
              </a:spcAft>
              <a:buClr>
                <a:srgbClr val="ADADAD"/>
              </a:buClr>
              <a:buSzPts val="1000"/>
              <a:buFont typeface="Helvetica Neue"/>
              <a:buNone/>
              <a:defRPr b="0" i="0" sz="1000" u="none" cap="none" strike="noStrike">
                <a:solidFill>
                  <a:schemeClr val="lt1"/>
                </a:solidFill>
                <a:latin typeface="Inter"/>
                <a:ea typeface="Inter"/>
                <a:cs typeface="Inter"/>
                <a:sym typeface="Inter"/>
              </a:defRPr>
            </a:lvl4pPr>
            <a:lvl5pPr indent="0" lvl="4" marL="0" marR="0" rtl="0" algn="r">
              <a:lnSpc>
                <a:spcPct val="100000"/>
              </a:lnSpc>
              <a:spcBef>
                <a:spcPts val="0"/>
              </a:spcBef>
              <a:spcAft>
                <a:spcPts val="0"/>
              </a:spcAft>
              <a:buClr>
                <a:srgbClr val="ADADAD"/>
              </a:buClr>
              <a:buSzPts val="1000"/>
              <a:buFont typeface="Helvetica Neue"/>
              <a:buNone/>
              <a:defRPr b="0" i="0" sz="1000" u="none" cap="none" strike="noStrike">
                <a:solidFill>
                  <a:schemeClr val="lt1"/>
                </a:solidFill>
                <a:latin typeface="Inter"/>
                <a:ea typeface="Inter"/>
                <a:cs typeface="Inter"/>
                <a:sym typeface="Inter"/>
              </a:defRPr>
            </a:lvl5pPr>
            <a:lvl6pPr indent="0" lvl="5" marL="0" marR="0" rtl="0" algn="r">
              <a:lnSpc>
                <a:spcPct val="100000"/>
              </a:lnSpc>
              <a:spcBef>
                <a:spcPts val="0"/>
              </a:spcBef>
              <a:spcAft>
                <a:spcPts val="0"/>
              </a:spcAft>
              <a:buClr>
                <a:srgbClr val="ADADAD"/>
              </a:buClr>
              <a:buSzPts val="1000"/>
              <a:buFont typeface="Helvetica Neue"/>
              <a:buNone/>
              <a:defRPr b="0" i="0" sz="1000" u="none" cap="none" strike="noStrike">
                <a:solidFill>
                  <a:schemeClr val="lt1"/>
                </a:solidFill>
                <a:latin typeface="Inter"/>
                <a:ea typeface="Inter"/>
                <a:cs typeface="Inter"/>
                <a:sym typeface="Inter"/>
              </a:defRPr>
            </a:lvl6pPr>
            <a:lvl7pPr indent="0" lvl="6" marL="0" marR="0" rtl="0" algn="r">
              <a:lnSpc>
                <a:spcPct val="100000"/>
              </a:lnSpc>
              <a:spcBef>
                <a:spcPts val="0"/>
              </a:spcBef>
              <a:spcAft>
                <a:spcPts val="0"/>
              </a:spcAft>
              <a:buClr>
                <a:srgbClr val="ADADAD"/>
              </a:buClr>
              <a:buSzPts val="1000"/>
              <a:buFont typeface="Helvetica Neue"/>
              <a:buNone/>
              <a:defRPr b="0" i="0" sz="1000" u="none" cap="none" strike="noStrike">
                <a:solidFill>
                  <a:schemeClr val="lt1"/>
                </a:solidFill>
                <a:latin typeface="Inter"/>
                <a:ea typeface="Inter"/>
                <a:cs typeface="Inter"/>
                <a:sym typeface="Inter"/>
              </a:defRPr>
            </a:lvl7pPr>
            <a:lvl8pPr indent="0" lvl="7" marL="0" marR="0" rtl="0" algn="r">
              <a:lnSpc>
                <a:spcPct val="100000"/>
              </a:lnSpc>
              <a:spcBef>
                <a:spcPts val="0"/>
              </a:spcBef>
              <a:spcAft>
                <a:spcPts val="0"/>
              </a:spcAft>
              <a:buClr>
                <a:srgbClr val="ADADAD"/>
              </a:buClr>
              <a:buSzPts val="1000"/>
              <a:buFont typeface="Helvetica Neue"/>
              <a:buNone/>
              <a:defRPr b="0" i="0" sz="1000" u="none" cap="none" strike="noStrike">
                <a:solidFill>
                  <a:schemeClr val="lt1"/>
                </a:solidFill>
                <a:latin typeface="Inter"/>
                <a:ea typeface="Inter"/>
                <a:cs typeface="Inter"/>
                <a:sym typeface="Inter"/>
              </a:defRPr>
            </a:lvl8pPr>
            <a:lvl9pPr indent="0" lvl="8" marL="0" marR="0" rtl="0" algn="r">
              <a:lnSpc>
                <a:spcPct val="100000"/>
              </a:lnSpc>
              <a:spcBef>
                <a:spcPts val="0"/>
              </a:spcBef>
              <a:spcAft>
                <a:spcPts val="0"/>
              </a:spcAft>
              <a:buClr>
                <a:srgbClr val="ADADAD"/>
              </a:buClr>
              <a:buSzPts val="1000"/>
              <a:buFont typeface="Helvetica Neue"/>
              <a:buNone/>
              <a:defRPr b="0" i="0" sz="1000" u="none" cap="none" strike="noStrike">
                <a:solidFill>
                  <a:schemeClr val="lt1"/>
                </a:solidFill>
                <a:latin typeface="Inter"/>
                <a:ea typeface="Inter"/>
                <a:cs typeface="Inter"/>
                <a:sym typeface="Inter"/>
              </a:defRPr>
            </a:lvl9pPr>
          </a:lstStyle>
          <a:p>
            <a:pPr indent="0" lvl="0" marL="0" rtl="0" algn="r">
              <a:spcBef>
                <a:spcPts val="0"/>
              </a:spcBef>
              <a:spcAft>
                <a:spcPts val="0"/>
              </a:spcAft>
              <a:buNone/>
            </a:pPr>
            <a:fld id="{00000000-1234-1234-1234-123412341234}" type="slidenum">
              <a:rPr lang="en"/>
              <a:t>‹#›</a:t>
            </a:fld>
            <a:endParaRPr/>
          </a:p>
        </p:txBody>
      </p:sp>
      <p:sp>
        <p:nvSpPr>
          <p:cNvPr id="836" name="Google Shape;836;p100"/>
          <p:cNvSpPr txBox="1"/>
          <p:nvPr>
            <p:ph idx="8" type="sldNum"/>
          </p:nvPr>
        </p:nvSpPr>
        <p:spPr>
          <a:xfrm>
            <a:off x="8474304" y="4417550"/>
            <a:ext cx="281700" cy="393600"/>
          </a:xfrm>
          <a:prstGeom prst="rect">
            <a:avLst/>
          </a:prstGeom>
          <a:noFill/>
          <a:ln>
            <a:noFill/>
          </a:ln>
        </p:spPr>
        <p:txBody>
          <a:bodyPr anchorCtr="0" anchor="ctr" bIns="91425" lIns="91425" spcFirstLastPara="1" rIns="91425" wrap="square" tIns="91425">
            <a:normAutofit/>
          </a:bodyPr>
          <a:lstStyle>
            <a:lvl1pPr indent="0" lvl="0" marL="0" marR="0" rtl="0" algn="l">
              <a:lnSpc>
                <a:spcPct val="100000"/>
              </a:lnSpc>
              <a:spcBef>
                <a:spcPts val="0"/>
              </a:spcBef>
              <a:spcAft>
                <a:spcPts val="0"/>
              </a:spcAft>
              <a:buClr>
                <a:srgbClr val="ADADAD"/>
              </a:buClr>
              <a:buSzPts val="1000"/>
              <a:buFont typeface="Helvetica Neue"/>
              <a:buNone/>
              <a:defRPr b="0" i="0" sz="1100" u="none" cap="none" strike="noStrike">
                <a:solidFill>
                  <a:srgbClr val="666666"/>
                </a:solidFill>
                <a:latin typeface="Inter"/>
                <a:ea typeface="Inter"/>
                <a:cs typeface="Inter"/>
                <a:sym typeface="Inter"/>
              </a:defRPr>
            </a:lvl1pPr>
            <a:lvl2pPr indent="0" lvl="1" marL="0" marR="0" rtl="0" algn="l">
              <a:lnSpc>
                <a:spcPct val="100000"/>
              </a:lnSpc>
              <a:spcBef>
                <a:spcPts val="0"/>
              </a:spcBef>
              <a:spcAft>
                <a:spcPts val="0"/>
              </a:spcAft>
              <a:buClr>
                <a:srgbClr val="ADADAD"/>
              </a:buClr>
              <a:buSzPts val="1000"/>
              <a:buFont typeface="Helvetica Neue"/>
              <a:buNone/>
              <a:defRPr b="0" i="0" sz="1100" u="none" cap="none" strike="noStrike">
                <a:solidFill>
                  <a:srgbClr val="666666"/>
                </a:solidFill>
                <a:latin typeface="Inter"/>
                <a:ea typeface="Inter"/>
                <a:cs typeface="Inter"/>
                <a:sym typeface="Inter"/>
              </a:defRPr>
            </a:lvl2pPr>
            <a:lvl3pPr indent="0" lvl="2" marL="0" marR="0" rtl="0" algn="l">
              <a:lnSpc>
                <a:spcPct val="100000"/>
              </a:lnSpc>
              <a:spcBef>
                <a:spcPts val="0"/>
              </a:spcBef>
              <a:spcAft>
                <a:spcPts val="0"/>
              </a:spcAft>
              <a:buClr>
                <a:srgbClr val="ADADAD"/>
              </a:buClr>
              <a:buSzPts val="1000"/>
              <a:buFont typeface="Helvetica Neue"/>
              <a:buNone/>
              <a:defRPr b="0" i="0" sz="1100" u="none" cap="none" strike="noStrike">
                <a:solidFill>
                  <a:srgbClr val="666666"/>
                </a:solidFill>
                <a:latin typeface="Inter"/>
                <a:ea typeface="Inter"/>
                <a:cs typeface="Inter"/>
                <a:sym typeface="Inter"/>
              </a:defRPr>
            </a:lvl3pPr>
            <a:lvl4pPr indent="0" lvl="3" marL="0" marR="0" rtl="0" algn="l">
              <a:lnSpc>
                <a:spcPct val="100000"/>
              </a:lnSpc>
              <a:spcBef>
                <a:spcPts val="0"/>
              </a:spcBef>
              <a:spcAft>
                <a:spcPts val="0"/>
              </a:spcAft>
              <a:buClr>
                <a:srgbClr val="ADADAD"/>
              </a:buClr>
              <a:buSzPts val="1000"/>
              <a:buFont typeface="Helvetica Neue"/>
              <a:buNone/>
              <a:defRPr b="0" i="0" sz="1100" u="none" cap="none" strike="noStrike">
                <a:solidFill>
                  <a:srgbClr val="666666"/>
                </a:solidFill>
                <a:latin typeface="Inter"/>
                <a:ea typeface="Inter"/>
                <a:cs typeface="Inter"/>
                <a:sym typeface="Inter"/>
              </a:defRPr>
            </a:lvl4pPr>
            <a:lvl5pPr indent="0" lvl="4" marL="0" marR="0" rtl="0" algn="l">
              <a:lnSpc>
                <a:spcPct val="100000"/>
              </a:lnSpc>
              <a:spcBef>
                <a:spcPts val="0"/>
              </a:spcBef>
              <a:spcAft>
                <a:spcPts val="0"/>
              </a:spcAft>
              <a:buClr>
                <a:srgbClr val="ADADAD"/>
              </a:buClr>
              <a:buSzPts val="1000"/>
              <a:buFont typeface="Helvetica Neue"/>
              <a:buNone/>
              <a:defRPr b="0" i="0" sz="1100" u="none" cap="none" strike="noStrike">
                <a:solidFill>
                  <a:srgbClr val="666666"/>
                </a:solidFill>
                <a:latin typeface="Inter"/>
                <a:ea typeface="Inter"/>
                <a:cs typeface="Inter"/>
                <a:sym typeface="Inter"/>
              </a:defRPr>
            </a:lvl5pPr>
            <a:lvl6pPr indent="0" lvl="5" marL="0" marR="0" rtl="0" algn="l">
              <a:lnSpc>
                <a:spcPct val="100000"/>
              </a:lnSpc>
              <a:spcBef>
                <a:spcPts val="0"/>
              </a:spcBef>
              <a:spcAft>
                <a:spcPts val="0"/>
              </a:spcAft>
              <a:buClr>
                <a:srgbClr val="ADADAD"/>
              </a:buClr>
              <a:buSzPts val="1000"/>
              <a:buFont typeface="Helvetica Neue"/>
              <a:buNone/>
              <a:defRPr b="0" i="0" sz="1100" u="none" cap="none" strike="noStrike">
                <a:solidFill>
                  <a:srgbClr val="666666"/>
                </a:solidFill>
                <a:latin typeface="Inter"/>
                <a:ea typeface="Inter"/>
                <a:cs typeface="Inter"/>
                <a:sym typeface="Inter"/>
              </a:defRPr>
            </a:lvl6pPr>
            <a:lvl7pPr indent="0" lvl="6" marL="0" marR="0" rtl="0" algn="l">
              <a:lnSpc>
                <a:spcPct val="100000"/>
              </a:lnSpc>
              <a:spcBef>
                <a:spcPts val="0"/>
              </a:spcBef>
              <a:spcAft>
                <a:spcPts val="0"/>
              </a:spcAft>
              <a:buClr>
                <a:srgbClr val="ADADAD"/>
              </a:buClr>
              <a:buSzPts val="1000"/>
              <a:buFont typeface="Helvetica Neue"/>
              <a:buNone/>
              <a:defRPr b="0" i="0" sz="1100" u="none" cap="none" strike="noStrike">
                <a:solidFill>
                  <a:srgbClr val="666666"/>
                </a:solidFill>
                <a:latin typeface="Inter"/>
                <a:ea typeface="Inter"/>
                <a:cs typeface="Inter"/>
                <a:sym typeface="Inter"/>
              </a:defRPr>
            </a:lvl7pPr>
            <a:lvl8pPr indent="0" lvl="7" marL="0" marR="0" rtl="0" algn="l">
              <a:lnSpc>
                <a:spcPct val="100000"/>
              </a:lnSpc>
              <a:spcBef>
                <a:spcPts val="0"/>
              </a:spcBef>
              <a:spcAft>
                <a:spcPts val="0"/>
              </a:spcAft>
              <a:buClr>
                <a:srgbClr val="ADADAD"/>
              </a:buClr>
              <a:buSzPts val="1000"/>
              <a:buFont typeface="Helvetica Neue"/>
              <a:buNone/>
              <a:defRPr b="0" i="0" sz="1100" u="none" cap="none" strike="noStrike">
                <a:solidFill>
                  <a:srgbClr val="666666"/>
                </a:solidFill>
                <a:latin typeface="Inter"/>
                <a:ea typeface="Inter"/>
                <a:cs typeface="Inter"/>
                <a:sym typeface="Inter"/>
              </a:defRPr>
            </a:lvl8pPr>
            <a:lvl9pPr indent="0" lvl="8" marL="0" marR="0" rtl="0" algn="l">
              <a:lnSpc>
                <a:spcPct val="100000"/>
              </a:lnSpc>
              <a:spcBef>
                <a:spcPts val="0"/>
              </a:spcBef>
              <a:spcAft>
                <a:spcPts val="0"/>
              </a:spcAft>
              <a:buClr>
                <a:srgbClr val="ADADAD"/>
              </a:buClr>
              <a:buSzPts val="1000"/>
              <a:buFont typeface="Helvetica Neue"/>
              <a:buNone/>
              <a:defRPr b="0" i="0" sz="1100" u="none" cap="none" strike="noStrike">
                <a:solidFill>
                  <a:srgbClr val="666666"/>
                </a:solidFill>
                <a:latin typeface="Inter"/>
                <a:ea typeface="Inter"/>
                <a:cs typeface="Inter"/>
                <a:sym typeface="Inter"/>
              </a:defRPr>
            </a:lvl9pPr>
          </a:lstStyle>
          <a:p>
            <a:pPr indent="0" lvl="0" marL="0" rtl="0" algn="l">
              <a:spcBef>
                <a:spcPts val="0"/>
              </a:spcBef>
              <a:spcAft>
                <a:spcPts val="0"/>
              </a:spcAft>
              <a:buNone/>
            </a:pPr>
            <a:r>
              <a:rPr lang="en"/>
              <a:t xml:space="preserve"> /</a:t>
            </a:r>
            <a:endParaRPr/>
          </a:p>
        </p:txBody>
      </p:sp>
    </p:spTree>
  </p:cSld>
  <p:clrMapOvr>
    <a:masterClrMapping/>
  </p:clrMapOvr>
</p:sldLayout>
</file>

<file path=ppt/slideLayouts/slideLayout9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2)">
  <p:cSld name="SECTION_TITLE_AND_DESCRIPTION_1">
    <p:spTree>
      <p:nvGrpSpPr>
        <p:cNvPr id="837" name="Shape 837"/>
        <p:cNvGrpSpPr/>
        <p:nvPr/>
      </p:nvGrpSpPr>
      <p:grpSpPr>
        <a:xfrm>
          <a:off x="0" y="0"/>
          <a:ext cx="0" cy="0"/>
          <a:chOff x="0" y="0"/>
          <a:chExt cx="0" cy="0"/>
        </a:xfrm>
      </p:grpSpPr>
      <p:sp>
        <p:nvSpPr>
          <p:cNvPr id="838" name="Google Shape;838;p101"/>
          <p:cNvSpPr txBox="1"/>
          <p:nvPr>
            <p:ph type="title"/>
          </p:nvPr>
        </p:nvSpPr>
        <p:spPr>
          <a:xfrm>
            <a:off x="656250" y="942850"/>
            <a:ext cx="7831500" cy="888900"/>
          </a:xfrm>
          <a:prstGeom prst="rect">
            <a:avLst/>
          </a:prstGeom>
          <a:noFill/>
          <a:ln>
            <a:noFill/>
          </a:ln>
        </p:spPr>
        <p:txBody>
          <a:bodyPr anchorCtr="0" anchor="b" bIns="91425" lIns="91425" spcFirstLastPara="1" rIns="91425" wrap="square" tIns="91425">
            <a:normAutofit/>
          </a:bodyPr>
          <a:lstStyle>
            <a:lvl1pPr lvl="0" rtl="0" algn="ctr">
              <a:lnSpc>
                <a:spcPct val="100000"/>
              </a:lnSpc>
              <a:spcBef>
                <a:spcPts val="0"/>
              </a:spcBef>
              <a:spcAft>
                <a:spcPts val="0"/>
              </a:spcAft>
              <a:buSzPts val="4200"/>
              <a:buFont typeface="Inter ExtraBold"/>
              <a:buNone/>
              <a:defRPr sz="4200">
                <a:latin typeface="Inter ExtraBold"/>
                <a:ea typeface="Inter ExtraBold"/>
                <a:cs typeface="Inter ExtraBold"/>
                <a:sym typeface="Inter ExtraBold"/>
              </a:defRPr>
            </a:lvl1pPr>
            <a:lvl2pPr lvl="1" rtl="0" algn="ctr">
              <a:lnSpc>
                <a:spcPct val="100000"/>
              </a:lnSpc>
              <a:spcBef>
                <a:spcPts val="0"/>
              </a:spcBef>
              <a:spcAft>
                <a:spcPts val="0"/>
              </a:spcAft>
              <a:buSzPts val="4200"/>
              <a:buNone/>
              <a:defRPr sz="4200"/>
            </a:lvl2pPr>
            <a:lvl3pPr lvl="2" rtl="0" algn="ctr">
              <a:lnSpc>
                <a:spcPct val="100000"/>
              </a:lnSpc>
              <a:spcBef>
                <a:spcPts val="0"/>
              </a:spcBef>
              <a:spcAft>
                <a:spcPts val="0"/>
              </a:spcAft>
              <a:buSzPts val="4200"/>
              <a:buNone/>
              <a:defRPr sz="4200"/>
            </a:lvl3pPr>
            <a:lvl4pPr lvl="3" rtl="0" algn="ctr">
              <a:lnSpc>
                <a:spcPct val="100000"/>
              </a:lnSpc>
              <a:spcBef>
                <a:spcPts val="0"/>
              </a:spcBef>
              <a:spcAft>
                <a:spcPts val="0"/>
              </a:spcAft>
              <a:buSzPts val="4200"/>
              <a:buNone/>
              <a:defRPr sz="4200"/>
            </a:lvl4pPr>
            <a:lvl5pPr lvl="4" rtl="0" algn="ctr">
              <a:lnSpc>
                <a:spcPct val="100000"/>
              </a:lnSpc>
              <a:spcBef>
                <a:spcPts val="0"/>
              </a:spcBef>
              <a:spcAft>
                <a:spcPts val="0"/>
              </a:spcAft>
              <a:buSzPts val="4200"/>
              <a:buNone/>
              <a:defRPr sz="4200"/>
            </a:lvl5pPr>
            <a:lvl6pPr lvl="5" rtl="0" algn="ctr">
              <a:lnSpc>
                <a:spcPct val="100000"/>
              </a:lnSpc>
              <a:spcBef>
                <a:spcPts val="0"/>
              </a:spcBef>
              <a:spcAft>
                <a:spcPts val="0"/>
              </a:spcAft>
              <a:buSzPts val="4200"/>
              <a:buNone/>
              <a:defRPr sz="4200"/>
            </a:lvl6pPr>
            <a:lvl7pPr lvl="6" rtl="0" algn="ctr">
              <a:lnSpc>
                <a:spcPct val="100000"/>
              </a:lnSpc>
              <a:spcBef>
                <a:spcPts val="0"/>
              </a:spcBef>
              <a:spcAft>
                <a:spcPts val="0"/>
              </a:spcAft>
              <a:buSzPts val="4200"/>
              <a:buNone/>
              <a:defRPr sz="4200"/>
            </a:lvl7pPr>
            <a:lvl8pPr lvl="7" rtl="0" algn="ctr">
              <a:lnSpc>
                <a:spcPct val="100000"/>
              </a:lnSpc>
              <a:spcBef>
                <a:spcPts val="0"/>
              </a:spcBef>
              <a:spcAft>
                <a:spcPts val="0"/>
              </a:spcAft>
              <a:buSzPts val="4200"/>
              <a:buNone/>
              <a:defRPr sz="4200"/>
            </a:lvl8pPr>
            <a:lvl9pPr lvl="8" rtl="0" algn="ctr">
              <a:lnSpc>
                <a:spcPct val="100000"/>
              </a:lnSpc>
              <a:spcBef>
                <a:spcPts val="0"/>
              </a:spcBef>
              <a:spcAft>
                <a:spcPts val="0"/>
              </a:spcAft>
              <a:buSzPts val="4200"/>
              <a:buNone/>
              <a:defRPr sz="4200"/>
            </a:lvl9pPr>
          </a:lstStyle>
          <a:p/>
        </p:txBody>
      </p:sp>
      <p:sp>
        <p:nvSpPr>
          <p:cNvPr id="839" name="Google Shape;839;p101"/>
          <p:cNvSpPr txBox="1"/>
          <p:nvPr>
            <p:ph idx="1" type="subTitle"/>
          </p:nvPr>
        </p:nvSpPr>
        <p:spPr>
          <a:xfrm>
            <a:off x="656250" y="1919425"/>
            <a:ext cx="7831500" cy="1896900"/>
          </a:xfrm>
          <a:prstGeom prst="rect">
            <a:avLst/>
          </a:prstGeom>
          <a:noFill/>
          <a:ln>
            <a:noFill/>
          </a:ln>
        </p:spPr>
        <p:txBody>
          <a:bodyPr anchorCtr="0" anchor="ctr" bIns="91425" lIns="91425" spcFirstLastPara="1" rIns="91425" wrap="square" tIns="91425">
            <a:normAutofit/>
          </a:bodyPr>
          <a:lstStyle>
            <a:lvl1pPr lvl="0" rtl="0" algn="ctr">
              <a:lnSpc>
                <a:spcPct val="100000"/>
              </a:lnSpc>
              <a:spcBef>
                <a:spcPts val="0"/>
              </a:spcBef>
              <a:spcAft>
                <a:spcPts val="0"/>
              </a:spcAft>
              <a:buClr>
                <a:srgbClr val="D9D9D9"/>
              </a:buClr>
              <a:buSzPts val="2100"/>
              <a:buNone/>
              <a:defRPr sz="2100">
                <a:solidFill>
                  <a:srgbClr val="D9D9D9"/>
                </a:solidFill>
              </a:defRPr>
            </a:lvl1pPr>
            <a:lvl2pPr lvl="1" rtl="0" algn="ctr">
              <a:lnSpc>
                <a:spcPct val="100000"/>
              </a:lnSpc>
              <a:spcBef>
                <a:spcPts val="0"/>
              </a:spcBef>
              <a:spcAft>
                <a:spcPts val="0"/>
              </a:spcAft>
              <a:buSzPts val="2100"/>
              <a:buNone/>
              <a:defRPr sz="2100"/>
            </a:lvl2pPr>
            <a:lvl3pPr lvl="2" rtl="0" algn="ctr">
              <a:lnSpc>
                <a:spcPct val="100000"/>
              </a:lnSpc>
              <a:spcBef>
                <a:spcPts val="0"/>
              </a:spcBef>
              <a:spcAft>
                <a:spcPts val="0"/>
              </a:spcAft>
              <a:buSzPts val="2100"/>
              <a:buNone/>
              <a:defRPr sz="2100"/>
            </a:lvl3pPr>
            <a:lvl4pPr lvl="3" rtl="0" algn="ctr">
              <a:lnSpc>
                <a:spcPct val="100000"/>
              </a:lnSpc>
              <a:spcBef>
                <a:spcPts val="0"/>
              </a:spcBef>
              <a:spcAft>
                <a:spcPts val="0"/>
              </a:spcAft>
              <a:buSzPts val="2100"/>
              <a:buNone/>
              <a:defRPr sz="2100"/>
            </a:lvl4pPr>
            <a:lvl5pPr lvl="4" rtl="0" algn="ctr">
              <a:lnSpc>
                <a:spcPct val="100000"/>
              </a:lnSpc>
              <a:spcBef>
                <a:spcPts val="0"/>
              </a:spcBef>
              <a:spcAft>
                <a:spcPts val="0"/>
              </a:spcAft>
              <a:buSzPts val="2100"/>
              <a:buNone/>
              <a:defRPr sz="2100"/>
            </a:lvl5pPr>
            <a:lvl6pPr lvl="5" rtl="0" algn="ctr">
              <a:lnSpc>
                <a:spcPct val="100000"/>
              </a:lnSpc>
              <a:spcBef>
                <a:spcPts val="0"/>
              </a:spcBef>
              <a:spcAft>
                <a:spcPts val="0"/>
              </a:spcAft>
              <a:buSzPts val="2100"/>
              <a:buNone/>
              <a:defRPr sz="2100"/>
            </a:lvl6pPr>
            <a:lvl7pPr lvl="6" rtl="0" algn="ctr">
              <a:lnSpc>
                <a:spcPct val="100000"/>
              </a:lnSpc>
              <a:spcBef>
                <a:spcPts val="0"/>
              </a:spcBef>
              <a:spcAft>
                <a:spcPts val="0"/>
              </a:spcAft>
              <a:buSzPts val="2100"/>
              <a:buNone/>
              <a:defRPr sz="2100"/>
            </a:lvl7pPr>
            <a:lvl8pPr lvl="7" rtl="0" algn="ctr">
              <a:lnSpc>
                <a:spcPct val="100000"/>
              </a:lnSpc>
              <a:spcBef>
                <a:spcPts val="0"/>
              </a:spcBef>
              <a:spcAft>
                <a:spcPts val="0"/>
              </a:spcAft>
              <a:buSzPts val="2100"/>
              <a:buNone/>
              <a:defRPr sz="2100"/>
            </a:lvl8pPr>
            <a:lvl9pPr lvl="8" rtl="0" algn="ctr">
              <a:lnSpc>
                <a:spcPct val="100000"/>
              </a:lnSpc>
              <a:spcBef>
                <a:spcPts val="0"/>
              </a:spcBef>
              <a:spcAft>
                <a:spcPts val="0"/>
              </a:spcAft>
              <a:buSzPts val="2100"/>
              <a:buNone/>
              <a:defRPr sz="2100"/>
            </a:lvl9pPr>
          </a:lstStyle>
          <a:p/>
        </p:txBody>
      </p:sp>
      <p:sp>
        <p:nvSpPr>
          <p:cNvPr id="840" name="Google Shape;840;p101"/>
          <p:cNvSpPr txBox="1"/>
          <p:nvPr>
            <p:ph idx="12" type="sldNum"/>
          </p:nvPr>
        </p:nvSpPr>
        <p:spPr>
          <a:xfrm>
            <a:off x="8140933" y="4417542"/>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ADADAD"/>
              </a:buClr>
              <a:buSzPts val="1000"/>
              <a:buFont typeface="Helvetica Neue"/>
              <a:buNone/>
              <a:defRPr b="0" i="0" sz="1000" u="none" cap="none" strike="noStrike">
                <a:solidFill>
                  <a:schemeClr val="dk1"/>
                </a:solidFill>
                <a:latin typeface="Inter"/>
                <a:ea typeface="Inter"/>
                <a:cs typeface="Inter"/>
                <a:sym typeface="Inter"/>
              </a:defRPr>
            </a:lvl1pPr>
            <a:lvl2pPr indent="0" lvl="1" marL="0" marR="0" rtl="0" algn="r">
              <a:lnSpc>
                <a:spcPct val="100000"/>
              </a:lnSpc>
              <a:spcBef>
                <a:spcPts val="0"/>
              </a:spcBef>
              <a:spcAft>
                <a:spcPts val="0"/>
              </a:spcAft>
              <a:buClr>
                <a:srgbClr val="ADADAD"/>
              </a:buClr>
              <a:buSzPts val="1000"/>
              <a:buFont typeface="Helvetica Neue"/>
              <a:buNone/>
              <a:defRPr b="0" i="0" sz="1000" u="none" cap="none" strike="noStrike">
                <a:solidFill>
                  <a:schemeClr val="dk1"/>
                </a:solidFill>
                <a:latin typeface="Inter"/>
                <a:ea typeface="Inter"/>
                <a:cs typeface="Inter"/>
                <a:sym typeface="Inter"/>
              </a:defRPr>
            </a:lvl2pPr>
            <a:lvl3pPr indent="0" lvl="2" marL="0" marR="0" rtl="0" algn="r">
              <a:lnSpc>
                <a:spcPct val="100000"/>
              </a:lnSpc>
              <a:spcBef>
                <a:spcPts val="0"/>
              </a:spcBef>
              <a:spcAft>
                <a:spcPts val="0"/>
              </a:spcAft>
              <a:buClr>
                <a:srgbClr val="ADADAD"/>
              </a:buClr>
              <a:buSzPts val="1000"/>
              <a:buFont typeface="Helvetica Neue"/>
              <a:buNone/>
              <a:defRPr b="0" i="0" sz="1000" u="none" cap="none" strike="noStrike">
                <a:solidFill>
                  <a:schemeClr val="dk1"/>
                </a:solidFill>
                <a:latin typeface="Inter"/>
                <a:ea typeface="Inter"/>
                <a:cs typeface="Inter"/>
                <a:sym typeface="Inter"/>
              </a:defRPr>
            </a:lvl3pPr>
            <a:lvl4pPr indent="0" lvl="3" marL="0" marR="0" rtl="0" algn="r">
              <a:lnSpc>
                <a:spcPct val="100000"/>
              </a:lnSpc>
              <a:spcBef>
                <a:spcPts val="0"/>
              </a:spcBef>
              <a:spcAft>
                <a:spcPts val="0"/>
              </a:spcAft>
              <a:buClr>
                <a:srgbClr val="ADADAD"/>
              </a:buClr>
              <a:buSzPts val="1000"/>
              <a:buFont typeface="Helvetica Neue"/>
              <a:buNone/>
              <a:defRPr b="0" i="0" sz="1000" u="none" cap="none" strike="noStrike">
                <a:solidFill>
                  <a:schemeClr val="dk1"/>
                </a:solidFill>
                <a:latin typeface="Inter"/>
                <a:ea typeface="Inter"/>
                <a:cs typeface="Inter"/>
                <a:sym typeface="Inter"/>
              </a:defRPr>
            </a:lvl4pPr>
            <a:lvl5pPr indent="0" lvl="4" marL="0" marR="0" rtl="0" algn="r">
              <a:lnSpc>
                <a:spcPct val="100000"/>
              </a:lnSpc>
              <a:spcBef>
                <a:spcPts val="0"/>
              </a:spcBef>
              <a:spcAft>
                <a:spcPts val="0"/>
              </a:spcAft>
              <a:buClr>
                <a:srgbClr val="ADADAD"/>
              </a:buClr>
              <a:buSzPts val="1000"/>
              <a:buFont typeface="Helvetica Neue"/>
              <a:buNone/>
              <a:defRPr b="0" i="0" sz="1000" u="none" cap="none" strike="noStrike">
                <a:solidFill>
                  <a:schemeClr val="dk1"/>
                </a:solidFill>
                <a:latin typeface="Inter"/>
                <a:ea typeface="Inter"/>
                <a:cs typeface="Inter"/>
                <a:sym typeface="Inter"/>
              </a:defRPr>
            </a:lvl5pPr>
            <a:lvl6pPr indent="0" lvl="5" marL="0" marR="0" rtl="0" algn="r">
              <a:lnSpc>
                <a:spcPct val="100000"/>
              </a:lnSpc>
              <a:spcBef>
                <a:spcPts val="0"/>
              </a:spcBef>
              <a:spcAft>
                <a:spcPts val="0"/>
              </a:spcAft>
              <a:buClr>
                <a:srgbClr val="ADADAD"/>
              </a:buClr>
              <a:buSzPts val="1000"/>
              <a:buFont typeface="Helvetica Neue"/>
              <a:buNone/>
              <a:defRPr b="0" i="0" sz="1000" u="none" cap="none" strike="noStrike">
                <a:solidFill>
                  <a:schemeClr val="dk1"/>
                </a:solidFill>
                <a:latin typeface="Inter"/>
                <a:ea typeface="Inter"/>
                <a:cs typeface="Inter"/>
                <a:sym typeface="Inter"/>
              </a:defRPr>
            </a:lvl6pPr>
            <a:lvl7pPr indent="0" lvl="6" marL="0" marR="0" rtl="0" algn="r">
              <a:lnSpc>
                <a:spcPct val="100000"/>
              </a:lnSpc>
              <a:spcBef>
                <a:spcPts val="0"/>
              </a:spcBef>
              <a:spcAft>
                <a:spcPts val="0"/>
              </a:spcAft>
              <a:buClr>
                <a:srgbClr val="ADADAD"/>
              </a:buClr>
              <a:buSzPts val="1000"/>
              <a:buFont typeface="Helvetica Neue"/>
              <a:buNone/>
              <a:defRPr b="0" i="0" sz="1000" u="none" cap="none" strike="noStrike">
                <a:solidFill>
                  <a:schemeClr val="dk1"/>
                </a:solidFill>
                <a:latin typeface="Inter"/>
                <a:ea typeface="Inter"/>
                <a:cs typeface="Inter"/>
                <a:sym typeface="Inter"/>
              </a:defRPr>
            </a:lvl7pPr>
            <a:lvl8pPr indent="0" lvl="7" marL="0" marR="0" rtl="0" algn="r">
              <a:lnSpc>
                <a:spcPct val="100000"/>
              </a:lnSpc>
              <a:spcBef>
                <a:spcPts val="0"/>
              </a:spcBef>
              <a:spcAft>
                <a:spcPts val="0"/>
              </a:spcAft>
              <a:buClr>
                <a:srgbClr val="ADADAD"/>
              </a:buClr>
              <a:buSzPts val="1000"/>
              <a:buFont typeface="Helvetica Neue"/>
              <a:buNone/>
              <a:defRPr b="0" i="0" sz="1000" u="none" cap="none" strike="noStrike">
                <a:solidFill>
                  <a:schemeClr val="dk1"/>
                </a:solidFill>
                <a:latin typeface="Inter"/>
                <a:ea typeface="Inter"/>
                <a:cs typeface="Inter"/>
                <a:sym typeface="Inter"/>
              </a:defRPr>
            </a:lvl8pPr>
            <a:lvl9pPr indent="0" lvl="8" marL="0" marR="0" rtl="0" algn="r">
              <a:lnSpc>
                <a:spcPct val="100000"/>
              </a:lnSpc>
              <a:spcBef>
                <a:spcPts val="0"/>
              </a:spcBef>
              <a:spcAft>
                <a:spcPts val="0"/>
              </a:spcAft>
              <a:buClr>
                <a:srgbClr val="ADADAD"/>
              </a:buClr>
              <a:buSzPts val="1000"/>
              <a:buFont typeface="Helvetica Neue"/>
              <a:buNone/>
              <a:defRPr b="0" i="0" sz="1000" u="none" cap="none" strike="noStrike">
                <a:solidFill>
                  <a:schemeClr val="dk1"/>
                </a:solidFill>
                <a:latin typeface="Inter"/>
                <a:ea typeface="Inter"/>
                <a:cs typeface="Inter"/>
                <a:sym typeface="Inter"/>
              </a:defRPr>
            </a:lvl9pPr>
          </a:lstStyle>
          <a:p>
            <a:pPr indent="0" lvl="0" marL="0" rtl="0" algn="r">
              <a:spcBef>
                <a:spcPts val="0"/>
              </a:spcBef>
              <a:spcAft>
                <a:spcPts val="0"/>
              </a:spcAft>
              <a:buNone/>
            </a:pPr>
            <a:fld id="{00000000-1234-1234-1234-123412341234}" type="slidenum">
              <a:rPr lang="en"/>
              <a:t>‹#›</a:t>
            </a:fld>
            <a:endParaRPr/>
          </a:p>
        </p:txBody>
      </p:sp>
      <p:sp>
        <p:nvSpPr>
          <p:cNvPr id="841" name="Google Shape;841;p101"/>
          <p:cNvSpPr txBox="1"/>
          <p:nvPr>
            <p:ph idx="2" type="sldNum"/>
          </p:nvPr>
        </p:nvSpPr>
        <p:spPr>
          <a:xfrm>
            <a:off x="7704105" y="4417550"/>
            <a:ext cx="7776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ADADAD"/>
              </a:buClr>
              <a:buSzPts val="1000"/>
              <a:buFont typeface="Helvetica Neue"/>
              <a:buNone/>
              <a:defRPr b="0" i="0" sz="1000" u="none" cap="none" strike="noStrike">
                <a:solidFill>
                  <a:schemeClr val="dk1"/>
                </a:solidFill>
                <a:latin typeface="Inter"/>
                <a:ea typeface="Inter"/>
                <a:cs typeface="Inter"/>
                <a:sym typeface="Inter"/>
              </a:defRPr>
            </a:lvl1pPr>
            <a:lvl2pPr indent="0" lvl="1" marL="0" marR="0" rtl="0" algn="r">
              <a:lnSpc>
                <a:spcPct val="100000"/>
              </a:lnSpc>
              <a:spcBef>
                <a:spcPts val="0"/>
              </a:spcBef>
              <a:spcAft>
                <a:spcPts val="0"/>
              </a:spcAft>
              <a:buClr>
                <a:srgbClr val="ADADAD"/>
              </a:buClr>
              <a:buSzPts val="1000"/>
              <a:buFont typeface="Helvetica Neue"/>
              <a:buNone/>
              <a:defRPr b="0" i="0" sz="1000" u="none" cap="none" strike="noStrike">
                <a:solidFill>
                  <a:schemeClr val="dk1"/>
                </a:solidFill>
                <a:latin typeface="Inter"/>
                <a:ea typeface="Inter"/>
                <a:cs typeface="Inter"/>
                <a:sym typeface="Inter"/>
              </a:defRPr>
            </a:lvl2pPr>
            <a:lvl3pPr indent="0" lvl="2" marL="0" marR="0" rtl="0" algn="r">
              <a:lnSpc>
                <a:spcPct val="100000"/>
              </a:lnSpc>
              <a:spcBef>
                <a:spcPts val="0"/>
              </a:spcBef>
              <a:spcAft>
                <a:spcPts val="0"/>
              </a:spcAft>
              <a:buClr>
                <a:srgbClr val="ADADAD"/>
              </a:buClr>
              <a:buSzPts val="1000"/>
              <a:buFont typeface="Helvetica Neue"/>
              <a:buNone/>
              <a:defRPr b="0" i="0" sz="1000" u="none" cap="none" strike="noStrike">
                <a:solidFill>
                  <a:schemeClr val="dk1"/>
                </a:solidFill>
                <a:latin typeface="Inter"/>
                <a:ea typeface="Inter"/>
                <a:cs typeface="Inter"/>
                <a:sym typeface="Inter"/>
              </a:defRPr>
            </a:lvl3pPr>
            <a:lvl4pPr indent="0" lvl="3" marL="0" marR="0" rtl="0" algn="r">
              <a:lnSpc>
                <a:spcPct val="100000"/>
              </a:lnSpc>
              <a:spcBef>
                <a:spcPts val="0"/>
              </a:spcBef>
              <a:spcAft>
                <a:spcPts val="0"/>
              </a:spcAft>
              <a:buClr>
                <a:srgbClr val="ADADAD"/>
              </a:buClr>
              <a:buSzPts val="1000"/>
              <a:buFont typeface="Helvetica Neue"/>
              <a:buNone/>
              <a:defRPr b="0" i="0" sz="1000" u="none" cap="none" strike="noStrike">
                <a:solidFill>
                  <a:schemeClr val="dk1"/>
                </a:solidFill>
                <a:latin typeface="Inter"/>
                <a:ea typeface="Inter"/>
                <a:cs typeface="Inter"/>
                <a:sym typeface="Inter"/>
              </a:defRPr>
            </a:lvl4pPr>
            <a:lvl5pPr indent="0" lvl="4" marL="0" marR="0" rtl="0" algn="r">
              <a:lnSpc>
                <a:spcPct val="100000"/>
              </a:lnSpc>
              <a:spcBef>
                <a:spcPts val="0"/>
              </a:spcBef>
              <a:spcAft>
                <a:spcPts val="0"/>
              </a:spcAft>
              <a:buClr>
                <a:srgbClr val="ADADAD"/>
              </a:buClr>
              <a:buSzPts val="1000"/>
              <a:buFont typeface="Helvetica Neue"/>
              <a:buNone/>
              <a:defRPr b="0" i="0" sz="1000" u="none" cap="none" strike="noStrike">
                <a:solidFill>
                  <a:schemeClr val="dk1"/>
                </a:solidFill>
                <a:latin typeface="Inter"/>
                <a:ea typeface="Inter"/>
                <a:cs typeface="Inter"/>
                <a:sym typeface="Inter"/>
              </a:defRPr>
            </a:lvl5pPr>
            <a:lvl6pPr indent="0" lvl="5" marL="0" marR="0" rtl="0" algn="r">
              <a:lnSpc>
                <a:spcPct val="100000"/>
              </a:lnSpc>
              <a:spcBef>
                <a:spcPts val="0"/>
              </a:spcBef>
              <a:spcAft>
                <a:spcPts val="0"/>
              </a:spcAft>
              <a:buClr>
                <a:srgbClr val="ADADAD"/>
              </a:buClr>
              <a:buSzPts val="1000"/>
              <a:buFont typeface="Helvetica Neue"/>
              <a:buNone/>
              <a:defRPr b="0" i="0" sz="1000" u="none" cap="none" strike="noStrike">
                <a:solidFill>
                  <a:schemeClr val="dk1"/>
                </a:solidFill>
                <a:latin typeface="Inter"/>
                <a:ea typeface="Inter"/>
                <a:cs typeface="Inter"/>
                <a:sym typeface="Inter"/>
              </a:defRPr>
            </a:lvl6pPr>
            <a:lvl7pPr indent="0" lvl="6" marL="0" marR="0" rtl="0" algn="r">
              <a:lnSpc>
                <a:spcPct val="100000"/>
              </a:lnSpc>
              <a:spcBef>
                <a:spcPts val="0"/>
              </a:spcBef>
              <a:spcAft>
                <a:spcPts val="0"/>
              </a:spcAft>
              <a:buClr>
                <a:srgbClr val="ADADAD"/>
              </a:buClr>
              <a:buSzPts val="1000"/>
              <a:buFont typeface="Helvetica Neue"/>
              <a:buNone/>
              <a:defRPr b="0" i="0" sz="1000" u="none" cap="none" strike="noStrike">
                <a:solidFill>
                  <a:schemeClr val="dk1"/>
                </a:solidFill>
                <a:latin typeface="Inter"/>
                <a:ea typeface="Inter"/>
                <a:cs typeface="Inter"/>
                <a:sym typeface="Inter"/>
              </a:defRPr>
            </a:lvl7pPr>
            <a:lvl8pPr indent="0" lvl="7" marL="0" marR="0" rtl="0" algn="r">
              <a:lnSpc>
                <a:spcPct val="100000"/>
              </a:lnSpc>
              <a:spcBef>
                <a:spcPts val="0"/>
              </a:spcBef>
              <a:spcAft>
                <a:spcPts val="0"/>
              </a:spcAft>
              <a:buClr>
                <a:srgbClr val="ADADAD"/>
              </a:buClr>
              <a:buSzPts val="1000"/>
              <a:buFont typeface="Helvetica Neue"/>
              <a:buNone/>
              <a:defRPr b="0" i="0" sz="1000" u="none" cap="none" strike="noStrike">
                <a:solidFill>
                  <a:schemeClr val="dk1"/>
                </a:solidFill>
                <a:latin typeface="Inter"/>
                <a:ea typeface="Inter"/>
                <a:cs typeface="Inter"/>
                <a:sym typeface="Inter"/>
              </a:defRPr>
            </a:lvl8pPr>
            <a:lvl9pPr indent="0" lvl="8" marL="0" marR="0" rtl="0" algn="r">
              <a:lnSpc>
                <a:spcPct val="100000"/>
              </a:lnSpc>
              <a:spcBef>
                <a:spcPts val="0"/>
              </a:spcBef>
              <a:spcAft>
                <a:spcPts val="0"/>
              </a:spcAft>
              <a:buClr>
                <a:srgbClr val="ADADAD"/>
              </a:buClr>
              <a:buSzPts val="1000"/>
              <a:buFont typeface="Helvetica Neue"/>
              <a:buNone/>
              <a:defRPr b="0" i="0" sz="1000" u="none" cap="none" strike="noStrike">
                <a:solidFill>
                  <a:schemeClr val="dk1"/>
                </a:solidFill>
                <a:latin typeface="Inter"/>
                <a:ea typeface="Inter"/>
                <a:cs typeface="Inter"/>
                <a:sym typeface="Inter"/>
              </a:defRPr>
            </a:lvl9pPr>
          </a:lstStyle>
          <a:p>
            <a:pPr indent="0" lvl="0" marL="0" rtl="0" algn="r">
              <a:spcBef>
                <a:spcPts val="0"/>
              </a:spcBef>
              <a:spcAft>
                <a:spcPts val="0"/>
              </a:spcAft>
              <a:buNone/>
            </a:pPr>
            <a:r>
              <a:rPr lang="en"/>
              <a:t>Slide /</a:t>
            </a:r>
            <a:endParaRPr/>
          </a:p>
        </p:txBody>
      </p:sp>
      <p:pic>
        <p:nvPicPr>
          <p:cNvPr id="842" name="Google Shape;842;p101"/>
          <p:cNvPicPr preferRelativeResize="0"/>
          <p:nvPr/>
        </p:nvPicPr>
        <p:blipFill rotWithShape="1">
          <a:blip r:embed="rId2">
            <a:alphaModFix/>
          </a:blip>
          <a:srcRect b="0" l="0" r="0" t="0"/>
          <a:stretch/>
        </p:blipFill>
        <p:spPr>
          <a:xfrm>
            <a:off x="457529" y="4543025"/>
            <a:ext cx="950976" cy="142646"/>
          </a:xfrm>
          <a:prstGeom prst="rect">
            <a:avLst/>
          </a:prstGeom>
          <a:noFill/>
          <a:ln>
            <a:noFill/>
          </a:ln>
        </p:spPr>
      </p:pic>
      <p:sp>
        <p:nvSpPr>
          <p:cNvPr id="843" name="Google Shape;843;p101"/>
          <p:cNvSpPr txBox="1"/>
          <p:nvPr>
            <p:ph idx="3" type="sldNum"/>
          </p:nvPr>
        </p:nvSpPr>
        <p:spPr>
          <a:xfrm>
            <a:off x="8096041" y="4417542"/>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ADADAD"/>
              </a:buClr>
              <a:buSzPts val="1000"/>
              <a:buFont typeface="Helvetica Neue"/>
              <a:buNone/>
              <a:defRPr b="0" i="0" sz="1000" u="none" cap="none" strike="noStrike">
                <a:solidFill>
                  <a:schemeClr val="lt1"/>
                </a:solidFill>
                <a:latin typeface="Inter"/>
                <a:ea typeface="Inter"/>
                <a:cs typeface="Inter"/>
                <a:sym typeface="Inter"/>
              </a:defRPr>
            </a:lvl1pPr>
            <a:lvl2pPr indent="0" lvl="1" marL="0" marR="0" rtl="0" algn="r">
              <a:lnSpc>
                <a:spcPct val="100000"/>
              </a:lnSpc>
              <a:spcBef>
                <a:spcPts val="0"/>
              </a:spcBef>
              <a:spcAft>
                <a:spcPts val="0"/>
              </a:spcAft>
              <a:buClr>
                <a:srgbClr val="ADADAD"/>
              </a:buClr>
              <a:buSzPts val="1000"/>
              <a:buFont typeface="Helvetica Neue"/>
              <a:buNone/>
              <a:defRPr b="0" i="0" sz="1000" u="none" cap="none" strike="noStrike">
                <a:solidFill>
                  <a:schemeClr val="lt1"/>
                </a:solidFill>
                <a:latin typeface="Inter"/>
                <a:ea typeface="Inter"/>
                <a:cs typeface="Inter"/>
                <a:sym typeface="Inter"/>
              </a:defRPr>
            </a:lvl2pPr>
            <a:lvl3pPr indent="0" lvl="2" marL="0" marR="0" rtl="0" algn="r">
              <a:lnSpc>
                <a:spcPct val="100000"/>
              </a:lnSpc>
              <a:spcBef>
                <a:spcPts val="0"/>
              </a:spcBef>
              <a:spcAft>
                <a:spcPts val="0"/>
              </a:spcAft>
              <a:buClr>
                <a:srgbClr val="ADADAD"/>
              </a:buClr>
              <a:buSzPts val="1000"/>
              <a:buFont typeface="Helvetica Neue"/>
              <a:buNone/>
              <a:defRPr b="0" i="0" sz="1000" u="none" cap="none" strike="noStrike">
                <a:solidFill>
                  <a:schemeClr val="lt1"/>
                </a:solidFill>
                <a:latin typeface="Inter"/>
                <a:ea typeface="Inter"/>
                <a:cs typeface="Inter"/>
                <a:sym typeface="Inter"/>
              </a:defRPr>
            </a:lvl3pPr>
            <a:lvl4pPr indent="0" lvl="3" marL="0" marR="0" rtl="0" algn="r">
              <a:lnSpc>
                <a:spcPct val="100000"/>
              </a:lnSpc>
              <a:spcBef>
                <a:spcPts val="0"/>
              </a:spcBef>
              <a:spcAft>
                <a:spcPts val="0"/>
              </a:spcAft>
              <a:buClr>
                <a:srgbClr val="ADADAD"/>
              </a:buClr>
              <a:buSzPts val="1000"/>
              <a:buFont typeface="Helvetica Neue"/>
              <a:buNone/>
              <a:defRPr b="0" i="0" sz="1000" u="none" cap="none" strike="noStrike">
                <a:solidFill>
                  <a:schemeClr val="lt1"/>
                </a:solidFill>
                <a:latin typeface="Inter"/>
                <a:ea typeface="Inter"/>
                <a:cs typeface="Inter"/>
                <a:sym typeface="Inter"/>
              </a:defRPr>
            </a:lvl4pPr>
            <a:lvl5pPr indent="0" lvl="4" marL="0" marR="0" rtl="0" algn="r">
              <a:lnSpc>
                <a:spcPct val="100000"/>
              </a:lnSpc>
              <a:spcBef>
                <a:spcPts val="0"/>
              </a:spcBef>
              <a:spcAft>
                <a:spcPts val="0"/>
              </a:spcAft>
              <a:buClr>
                <a:srgbClr val="ADADAD"/>
              </a:buClr>
              <a:buSzPts val="1000"/>
              <a:buFont typeface="Helvetica Neue"/>
              <a:buNone/>
              <a:defRPr b="0" i="0" sz="1000" u="none" cap="none" strike="noStrike">
                <a:solidFill>
                  <a:schemeClr val="lt1"/>
                </a:solidFill>
                <a:latin typeface="Inter"/>
                <a:ea typeface="Inter"/>
                <a:cs typeface="Inter"/>
                <a:sym typeface="Inter"/>
              </a:defRPr>
            </a:lvl5pPr>
            <a:lvl6pPr indent="0" lvl="5" marL="0" marR="0" rtl="0" algn="r">
              <a:lnSpc>
                <a:spcPct val="100000"/>
              </a:lnSpc>
              <a:spcBef>
                <a:spcPts val="0"/>
              </a:spcBef>
              <a:spcAft>
                <a:spcPts val="0"/>
              </a:spcAft>
              <a:buClr>
                <a:srgbClr val="ADADAD"/>
              </a:buClr>
              <a:buSzPts val="1000"/>
              <a:buFont typeface="Helvetica Neue"/>
              <a:buNone/>
              <a:defRPr b="0" i="0" sz="1000" u="none" cap="none" strike="noStrike">
                <a:solidFill>
                  <a:schemeClr val="lt1"/>
                </a:solidFill>
                <a:latin typeface="Inter"/>
                <a:ea typeface="Inter"/>
                <a:cs typeface="Inter"/>
                <a:sym typeface="Inter"/>
              </a:defRPr>
            </a:lvl6pPr>
            <a:lvl7pPr indent="0" lvl="6" marL="0" marR="0" rtl="0" algn="r">
              <a:lnSpc>
                <a:spcPct val="100000"/>
              </a:lnSpc>
              <a:spcBef>
                <a:spcPts val="0"/>
              </a:spcBef>
              <a:spcAft>
                <a:spcPts val="0"/>
              </a:spcAft>
              <a:buClr>
                <a:srgbClr val="ADADAD"/>
              </a:buClr>
              <a:buSzPts val="1000"/>
              <a:buFont typeface="Helvetica Neue"/>
              <a:buNone/>
              <a:defRPr b="0" i="0" sz="1000" u="none" cap="none" strike="noStrike">
                <a:solidFill>
                  <a:schemeClr val="lt1"/>
                </a:solidFill>
                <a:latin typeface="Inter"/>
                <a:ea typeface="Inter"/>
                <a:cs typeface="Inter"/>
                <a:sym typeface="Inter"/>
              </a:defRPr>
            </a:lvl7pPr>
            <a:lvl8pPr indent="0" lvl="7" marL="0" marR="0" rtl="0" algn="r">
              <a:lnSpc>
                <a:spcPct val="100000"/>
              </a:lnSpc>
              <a:spcBef>
                <a:spcPts val="0"/>
              </a:spcBef>
              <a:spcAft>
                <a:spcPts val="0"/>
              </a:spcAft>
              <a:buClr>
                <a:srgbClr val="ADADAD"/>
              </a:buClr>
              <a:buSzPts val="1000"/>
              <a:buFont typeface="Helvetica Neue"/>
              <a:buNone/>
              <a:defRPr b="0" i="0" sz="1000" u="none" cap="none" strike="noStrike">
                <a:solidFill>
                  <a:schemeClr val="lt1"/>
                </a:solidFill>
                <a:latin typeface="Inter"/>
                <a:ea typeface="Inter"/>
                <a:cs typeface="Inter"/>
                <a:sym typeface="Inter"/>
              </a:defRPr>
            </a:lvl8pPr>
            <a:lvl9pPr indent="0" lvl="8" marL="0" marR="0" rtl="0" algn="r">
              <a:lnSpc>
                <a:spcPct val="100000"/>
              </a:lnSpc>
              <a:spcBef>
                <a:spcPts val="0"/>
              </a:spcBef>
              <a:spcAft>
                <a:spcPts val="0"/>
              </a:spcAft>
              <a:buClr>
                <a:srgbClr val="ADADAD"/>
              </a:buClr>
              <a:buSzPts val="1000"/>
              <a:buFont typeface="Helvetica Neue"/>
              <a:buNone/>
              <a:defRPr b="0" i="0" sz="1000" u="none" cap="none" strike="noStrike">
                <a:solidFill>
                  <a:schemeClr val="lt1"/>
                </a:solidFill>
                <a:latin typeface="Inter"/>
                <a:ea typeface="Inter"/>
                <a:cs typeface="Inter"/>
                <a:sym typeface="Inter"/>
              </a:defRPr>
            </a:lvl9pPr>
          </a:lstStyle>
          <a:p>
            <a:pPr indent="0" lvl="0" marL="0" rtl="0" algn="r">
              <a:spcBef>
                <a:spcPts val="0"/>
              </a:spcBef>
              <a:spcAft>
                <a:spcPts val="0"/>
              </a:spcAft>
              <a:buNone/>
            </a:pPr>
            <a:fld id="{00000000-1234-1234-1234-123412341234}" type="slidenum">
              <a:rPr lang="en"/>
              <a:t>‹#›</a:t>
            </a:fld>
            <a:endParaRPr/>
          </a:p>
        </p:txBody>
      </p:sp>
      <p:sp>
        <p:nvSpPr>
          <p:cNvPr id="844" name="Google Shape;844;p101"/>
          <p:cNvSpPr txBox="1"/>
          <p:nvPr>
            <p:ph idx="4" type="sldNum"/>
          </p:nvPr>
        </p:nvSpPr>
        <p:spPr>
          <a:xfrm>
            <a:off x="8474304" y="4417550"/>
            <a:ext cx="281700" cy="393600"/>
          </a:xfrm>
          <a:prstGeom prst="rect">
            <a:avLst/>
          </a:prstGeom>
          <a:noFill/>
          <a:ln>
            <a:noFill/>
          </a:ln>
        </p:spPr>
        <p:txBody>
          <a:bodyPr anchorCtr="0" anchor="ctr" bIns="91425" lIns="91425" spcFirstLastPara="1" rIns="91425" wrap="square" tIns="91425">
            <a:normAutofit/>
          </a:bodyPr>
          <a:lstStyle>
            <a:lvl1pPr indent="0" lvl="0" marL="0" marR="0" rtl="0" algn="l">
              <a:lnSpc>
                <a:spcPct val="100000"/>
              </a:lnSpc>
              <a:spcBef>
                <a:spcPts val="0"/>
              </a:spcBef>
              <a:spcAft>
                <a:spcPts val="0"/>
              </a:spcAft>
              <a:buClr>
                <a:srgbClr val="ADADAD"/>
              </a:buClr>
              <a:buSzPts val="1000"/>
              <a:buFont typeface="Helvetica Neue"/>
              <a:buNone/>
              <a:defRPr b="0" i="0" sz="1100" u="none" cap="none" strike="noStrike">
                <a:solidFill>
                  <a:srgbClr val="666666"/>
                </a:solidFill>
                <a:latin typeface="Inter"/>
                <a:ea typeface="Inter"/>
                <a:cs typeface="Inter"/>
                <a:sym typeface="Inter"/>
              </a:defRPr>
            </a:lvl1pPr>
            <a:lvl2pPr indent="0" lvl="1" marL="0" marR="0" rtl="0" algn="l">
              <a:lnSpc>
                <a:spcPct val="100000"/>
              </a:lnSpc>
              <a:spcBef>
                <a:spcPts val="0"/>
              </a:spcBef>
              <a:spcAft>
                <a:spcPts val="0"/>
              </a:spcAft>
              <a:buClr>
                <a:srgbClr val="ADADAD"/>
              </a:buClr>
              <a:buSzPts val="1000"/>
              <a:buFont typeface="Helvetica Neue"/>
              <a:buNone/>
              <a:defRPr b="0" i="0" sz="1100" u="none" cap="none" strike="noStrike">
                <a:solidFill>
                  <a:srgbClr val="666666"/>
                </a:solidFill>
                <a:latin typeface="Inter"/>
                <a:ea typeface="Inter"/>
                <a:cs typeface="Inter"/>
                <a:sym typeface="Inter"/>
              </a:defRPr>
            </a:lvl2pPr>
            <a:lvl3pPr indent="0" lvl="2" marL="0" marR="0" rtl="0" algn="l">
              <a:lnSpc>
                <a:spcPct val="100000"/>
              </a:lnSpc>
              <a:spcBef>
                <a:spcPts val="0"/>
              </a:spcBef>
              <a:spcAft>
                <a:spcPts val="0"/>
              </a:spcAft>
              <a:buClr>
                <a:srgbClr val="ADADAD"/>
              </a:buClr>
              <a:buSzPts val="1000"/>
              <a:buFont typeface="Helvetica Neue"/>
              <a:buNone/>
              <a:defRPr b="0" i="0" sz="1100" u="none" cap="none" strike="noStrike">
                <a:solidFill>
                  <a:srgbClr val="666666"/>
                </a:solidFill>
                <a:latin typeface="Inter"/>
                <a:ea typeface="Inter"/>
                <a:cs typeface="Inter"/>
                <a:sym typeface="Inter"/>
              </a:defRPr>
            </a:lvl3pPr>
            <a:lvl4pPr indent="0" lvl="3" marL="0" marR="0" rtl="0" algn="l">
              <a:lnSpc>
                <a:spcPct val="100000"/>
              </a:lnSpc>
              <a:spcBef>
                <a:spcPts val="0"/>
              </a:spcBef>
              <a:spcAft>
                <a:spcPts val="0"/>
              </a:spcAft>
              <a:buClr>
                <a:srgbClr val="ADADAD"/>
              </a:buClr>
              <a:buSzPts val="1000"/>
              <a:buFont typeface="Helvetica Neue"/>
              <a:buNone/>
              <a:defRPr b="0" i="0" sz="1100" u="none" cap="none" strike="noStrike">
                <a:solidFill>
                  <a:srgbClr val="666666"/>
                </a:solidFill>
                <a:latin typeface="Inter"/>
                <a:ea typeface="Inter"/>
                <a:cs typeface="Inter"/>
                <a:sym typeface="Inter"/>
              </a:defRPr>
            </a:lvl4pPr>
            <a:lvl5pPr indent="0" lvl="4" marL="0" marR="0" rtl="0" algn="l">
              <a:lnSpc>
                <a:spcPct val="100000"/>
              </a:lnSpc>
              <a:spcBef>
                <a:spcPts val="0"/>
              </a:spcBef>
              <a:spcAft>
                <a:spcPts val="0"/>
              </a:spcAft>
              <a:buClr>
                <a:srgbClr val="ADADAD"/>
              </a:buClr>
              <a:buSzPts val="1000"/>
              <a:buFont typeface="Helvetica Neue"/>
              <a:buNone/>
              <a:defRPr b="0" i="0" sz="1100" u="none" cap="none" strike="noStrike">
                <a:solidFill>
                  <a:srgbClr val="666666"/>
                </a:solidFill>
                <a:latin typeface="Inter"/>
                <a:ea typeface="Inter"/>
                <a:cs typeface="Inter"/>
                <a:sym typeface="Inter"/>
              </a:defRPr>
            </a:lvl5pPr>
            <a:lvl6pPr indent="0" lvl="5" marL="0" marR="0" rtl="0" algn="l">
              <a:lnSpc>
                <a:spcPct val="100000"/>
              </a:lnSpc>
              <a:spcBef>
                <a:spcPts val="0"/>
              </a:spcBef>
              <a:spcAft>
                <a:spcPts val="0"/>
              </a:spcAft>
              <a:buClr>
                <a:srgbClr val="ADADAD"/>
              </a:buClr>
              <a:buSzPts val="1000"/>
              <a:buFont typeface="Helvetica Neue"/>
              <a:buNone/>
              <a:defRPr b="0" i="0" sz="1100" u="none" cap="none" strike="noStrike">
                <a:solidFill>
                  <a:srgbClr val="666666"/>
                </a:solidFill>
                <a:latin typeface="Inter"/>
                <a:ea typeface="Inter"/>
                <a:cs typeface="Inter"/>
                <a:sym typeface="Inter"/>
              </a:defRPr>
            </a:lvl6pPr>
            <a:lvl7pPr indent="0" lvl="6" marL="0" marR="0" rtl="0" algn="l">
              <a:lnSpc>
                <a:spcPct val="100000"/>
              </a:lnSpc>
              <a:spcBef>
                <a:spcPts val="0"/>
              </a:spcBef>
              <a:spcAft>
                <a:spcPts val="0"/>
              </a:spcAft>
              <a:buClr>
                <a:srgbClr val="ADADAD"/>
              </a:buClr>
              <a:buSzPts val="1000"/>
              <a:buFont typeface="Helvetica Neue"/>
              <a:buNone/>
              <a:defRPr b="0" i="0" sz="1100" u="none" cap="none" strike="noStrike">
                <a:solidFill>
                  <a:srgbClr val="666666"/>
                </a:solidFill>
                <a:latin typeface="Inter"/>
                <a:ea typeface="Inter"/>
                <a:cs typeface="Inter"/>
                <a:sym typeface="Inter"/>
              </a:defRPr>
            </a:lvl7pPr>
            <a:lvl8pPr indent="0" lvl="7" marL="0" marR="0" rtl="0" algn="l">
              <a:lnSpc>
                <a:spcPct val="100000"/>
              </a:lnSpc>
              <a:spcBef>
                <a:spcPts val="0"/>
              </a:spcBef>
              <a:spcAft>
                <a:spcPts val="0"/>
              </a:spcAft>
              <a:buClr>
                <a:srgbClr val="ADADAD"/>
              </a:buClr>
              <a:buSzPts val="1000"/>
              <a:buFont typeface="Helvetica Neue"/>
              <a:buNone/>
              <a:defRPr b="0" i="0" sz="1100" u="none" cap="none" strike="noStrike">
                <a:solidFill>
                  <a:srgbClr val="666666"/>
                </a:solidFill>
                <a:latin typeface="Inter"/>
                <a:ea typeface="Inter"/>
                <a:cs typeface="Inter"/>
                <a:sym typeface="Inter"/>
              </a:defRPr>
            </a:lvl8pPr>
            <a:lvl9pPr indent="0" lvl="8" marL="0" marR="0" rtl="0" algn="l">
              <a:lnSpc>
                <a:spcPct val="100000"/>
              </a:lnSpc>
              <a:spcBef>
                <a:spcPts val="0"/>
              </a:spcBef>
              <a:spcAft>
                <a:spcPts val="0"/>
              </a:spcAft>
              <a:buClr>
                <a:srgbClr val="ADADAD"/>
              </a:buClr>
              <a:buSzPts val="1000"/>
              <a:buFont typeface="Helvetica Neue"/>
              <a:buNone/>
              <a:defRPr b="0" i="0" sz="1100" u="none" cap="none" strike="noStrike">
                <a:solidFill>
                  <a:srgbClr val="666666"/>
                </a:solidFill>
                <a:latin typeface="Inter"/>
                <a:ea typeface="Inter"/>
                <a:cs typeface="Inter"/>
                <a:sym typeface="Inter"/>
              </a:defRPr>
            </a:lvl9pPr>
          </a:lstStyle>
          <a:p>
            <a:pPr indent="0" lvl="0" marL="0" rtl="0" algn="l">
              <a:spcBef>
                <a:spcPts val="0"/>
              </a:spcBef>
              <a:spcAft>
                <a:spcPts val="0"/>
              </a:spcAft>
              <a:buNone/>
            </a:pPr>
            <a:r>
              <a:rPr lang="en"/>
              <a:t xml:space="preserve"> /</a:t>
            </a:r>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slideLayout" Target="../slideLayouts/slideLayout16.xml"/><Relationship Id="rId17" Type="http://schemas.openxmlformats.org/officeDocument/2006/relationships/slideLayout" Target="../slideLayouts/slideLayout17.xml"/><Relationship Id="rId18" Type="http://schemas.openxmlformats.org/officeDocument/2006/relationships/slideLayout" Target="../slideLayouts/slideLayout18.xml"/><Relationship Id="rId19" Type="http://schemas.openxmlformats.org/officeDocument/2006/relationships/slideLayout" Target="../slideLayouts/slideLayout19.xml"/><Relationship Id="rId20" Type="http://schemas.openxmlformats.org/officeDocument/2006/relationships/slideLayout" Target="../slideLayouts/slideLayout20.xml"/><Relationship Id="rId21" Type="http://schemas.openxmlformats.org/officeDocument/2006/relationships/slideLayout" Target="../slideLayouts/slideLayout21.xml"/><Relationship Id="rId22" Type="http://schemas.openxmlformats.org/officeDocument/2006/relationships/slideLayout" Target="../slideLayouts/slideLayout22.xml"/><Relationship Id="rId23" Type="http://schemas.openxmlformats.org/officeDocument/2006/relationships/slideLayout" Target="../slideLayouts/slideLayout23.xml"/><Relationship Id="rId24" Type="http://schemas.openxmlformats.org/officeDocument/2006/relationships/slideLayout" Target="../slideLayouts/slideLayout24.xml"/><Relationship Id="rId25" Type="http://schemas.openxmlformats.org/officeDocument/2006/relationships/slideLayout" Target="../slideLayouts/slideLayout25.xml"/><Relationship Id="rId26" Type="http://schemas.openxmlformats.org/officeDocument/2006/relationships/slideLayout" Target="../slideLayouts/slideLayout26.xml"/><Relationship Id="rId27" Type="http://schemas.openxmlformats.org/officeDocument/2006/relationships/theme" Target="../theme/theme2.xml"/></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27.xml"/><Relationship Id="rId2" Type="http://schemas.openxmlformats.org/officeDocument/2006/relationships/slideLayout" Target="../slideLayouts/slideLayout28.xml"/><Relationship Id="rId3" Type="http://schemas.openxmlformats.org/officeDocument/2006/relationships/slideLayout" Target="../slideLayouts/slideLayout29.xml"/><Relationship Id="rId4" Type="http://schemas.openxmlformats.org/officeDocument/2006/relationships/slideLayout" Target="../slideLayouts/slideLayout30.xml"/><Relationship Id="rId5" Type="http://schemas.openxmlformats.org/officeDocument/2006/relationships/slideLayout" Target="../slideLayouts/slideLayout31.xml"/><Relationship Id="rId6" Type="http://schemas.openxmlformats.org/officeDocument/2006/relationships/slideLayout" Target="../slideLayouts/slideLayout32.xml"/><Relationship Id="rId7" Type="http://schemas.openxmlformats.org/officeDocument/2006/relationships/slideLayout" Target="../slideLayouts/slideLayout33.xml"/><Relationship Id="rId8" Type="http://schemas.openxmlformats.org/officeDocument/2006/relationships/slideLayout" Target="../slideLayouts/slideLayout34.xml"/><Relationship Id="rId9" Type="http://schemas.openxmlformats.org/officeDocument/2006/relationships/slideLayout" Target="../slideLayouts/slideLayout35.xml"/><Relationship Id="rId10" Type="http://schemas.openxmlformats.org/officeDocument/2006/relationships/slideLayout" Target="../slideLayouts/slideLayout36.xml"/><Relationship Id="rId11" Type="http://schemas.openxmlformats.org/officeDocument/2006/relationships/slideLayout" Target="../slideLayouts/slideLayout37.xml"/><Relationship Id="rId12" Type="http://schemas.openxmlformats.org/officeDocument/2006/relationships/slideLayout" Target="../slideLayouts/slideLayout38.xml"/><Relationship Id="rId13" Type="http://schemas.openxmlformats.org/officeDocument/2006/relationships/slideLayout" Target="../slideLayouts/slideLayout39.xml"/><Relationship Id="rId14" Type="http://schemas.openxmlformats.org/officeDocument/2006/relationships/slideLayout" Target="../slideLayouts/slideLayout40.xml"/><Relationship Id="rId15" Type="http://schemas.openxmlformats.org/officeDocument/2006/relationships/slideLayout" Target="../slideLayouts/slideLayout41.xml"/><Relationship Id="rId16" Type="http://schemas.openxmlformats.org/officeDocument/2006/relationships/slideLayout" Target="../slideLayouts/slideLayout42.xml"/><Relationship Id="rId17" Type="http://schemas.openxmlformats.org/officeDocument/2006/relationships/slideLayout" Target="../slideLayouts/slideLayout43.xml"/><Relationship Id="rId18" Type="http://schemas.openxmlformats.org/officeDocument/2006/relationships/slideLayout" Target="../slideLayouts/slideLayout44.xml"/><Relationship Id="rId19" Type="http://schemas.openxmlformats.org/officeDocument/2006/relationships/slideLayout" Target="../slideLayouts/slideLayout45.xml"/><Relationship Id="rId20" Type="http://schemas.openxmlformats.org/officeDocument/2006/relationships/slideLayout" Target="../slideLayouts/slideLayout46.xml"/><Relationship Id="rId21" Type="http://schemas.openxmlformats.org/officeDocument/2006/relationships/slideLayout" Target="../slideLayouts/slideLayout47.xml"/><Relationship Id="rId22" Type="http://schemas.openxmlformats.org/officeDocument/2006/relationships/slideLayout" Target="../slideLayouts/slideLayout48.xml"/><Relationship Id="rId23" Type="http://schemas.openxmlformats.org/officeDocument/2006/relationships/slideLayout" Target="../slideLayouts/slideLayout49.xml"/><Relationship Id="rId24" Type="http://schemas.openxmlformats.org/officeDocument/2006/relationships/slideLayout" Target="../slideLayouts/slideLayout50.xml"/><Relationship Id="rId25" Type="http://schemas.openxmlformats.org/officeDocument/2006/relationships/slideLayout" Target="../slideLayouts/slideLayout51.xml"/><Relationship Id="rId26" Type="http://schemas.openxmlformats.org/officeDocument/2006/relationships/slideLayout" Target="../slideLayouts/slideLayout52.xml"/><Relationship Id="rId27" Type="http://schemas.openxmlformats.org/officeDocument/2006/relationships/slideLayout" Target="../slideLayouts/slideLayout53.xml"/><Relationship Id="rId28" Type="http://schemas.openxmlformats.org/officeDocument/2006/relationships/slideLayout" Target="../slideLayouts/slideLayout54.xml"/><Relationship Id="rId29" Type="http://schemas.openxmlformats.org/officeDocument/2006/relationships/slideLayout" Target="../slideLayouts/slideLayout55.xml"/><Relationship Id="rId30" Type="http://schemas.openxmlformats.org/officeDocument/2006/relationships/slideLayout" Target="../slideLayouts/slideLayout56.xml"/><Relationship Id="rId31" Type="http://schemas.openxmlformats.org/officeDocument/2006/relationships/slideLayout" Target="../slideLayouts/slideLayout57.xml"/><Relationship Id="rId32" Type="http://schemas.openxmlformats.org/officeDocument/2006/relationships/slideLayout" Target="../slideLayouts/slideLayout58.xml"/><Relationship Id="rId33" Type="http://schemas.openxmlformats.org/officeDocument/2006/relationships/slideLayout" Target="../slideLayouts/slideLayout59.xml"/><Relationship Id="rId34" Type="http://schemas.openxmlformats.org/officeDocument/2006/relationships/slideLayout" Target="../slideLayouts/slideLayout60.xml"/><Relationship Id="rId35" Type="http://schemas.openxmlformats.org/officeDocument/2006/relationships/slideLayout" Target="../slideLayouts/slideLayout61.xml"/><Relationship Id="rId36" Type="http://schemas.openxmlformats.org/officeDocument/2006/relationships/slideLayout" Target="../slideLayouts/slideLayout62.xml"/><Relationship Id="rId37" Type="http://schemas.openxmlformats.org/officeDocument/2006/relationships/slideLayout" Target="../slideLayouts/slideLayout63.xml"/><Relationship Id="rId38" Type="http://schemas.openxmlformats.org/officeDocument/2006/relationships/slideLayout" Target="../slideLayouts/slideLayout64.xml"/><Relationship Id="rId39" Type="http://schemas.openxmlformats.org/officeDocument/2006/relationships/slideLayout" Target="../slideLayouts/slideLayout65.xml"/><Relationship Id="rId40" Type="http://schemas.openxmlformats.org/officeDocument/2006/relationships/slideLayout" Target="../slideLayouts/slideLayout66.xml"/><Relationship Id="rId41" Type="http://schemas.openxmlformats.org/officeDocument/2006/relationships/slideLayout" Target="../slideLayouts/slideLayout67.xml"/><Relationship Id="rId42" Type="http://schemas.openxmlformats.org/officeDocument/2006/relationships/slideLayout" Target="../slideLayouts/slideLayout68.xml"/><Relationship Id="rId43" Type="http://schemas.openxmlformats.org/officeDocument/2006/relationships/slideLayout" Target="../slideLayouts/slideLayout69.xml"/><Relationship Id="rId44" Type="http://schemas.openxmlformats.org/officeDocument/2006/relationships/theme" Target="../theme/theme1.xml"/></Relationships>
</file>

<file path=ppt/slideMasters/_rels/slideMaster3.xml.rels><?xml version='1.0' encoding='UTF-8' standalone='yes'?>
<Relationships xmlns="http://schemas.openxmlformats.org/package/2006/relationships"><Relationship Id="rId1" Type="http://schemas.openxmlformats.org/officeDocument/2006/relationships/image" Target="../media/image76.png"/><Relationship Id="rId2" Type="http://schemas.openxmlformats.org/officeDocument/2006/relationships/slideLayout" Target="../slideLayouts/slideLayout70.xml"/><Relationship Id="rId3" Type="http://schemas.openxmlformats.org/officeDocument/2006/relationships/slideLayout" Target="../slideLayouts/slideLayout71.xml"/><Relationship Id="rId4" Type="http://schemas.openxmlformats.org/officeDocument/2006/relationships/slideLayout" Target="../slideLayouts/slideLayout72.xml"/><Relationship Id="rId5" Type="http://schemas.openxmlformats.org/officeDocument/2006/relationships/slideLayout" Target="../slideLayouts/slideLayout73.xml"/><Relationship Id="rId6" Type="http://schemas.openxmlformats.org/officeDocument/2006/relationships/slideLayout" Target="../slideLayouts/slideLayout74.xml"/><Relationship Id="rId7" Type="http://schemas.openxmlformats.org/officeDocument/2006/relationships/slideLayout" Target="../slideLayouts/slideLayout75.xml"/><Relationship Id="rId8" Type="http://schemas.openxmlformats.org/officeDocument/2006/relationships/slideLayout" Target="../slideLayouts/slideLayout76.xml"/><Relationship Id="rId9" Type="http://schemas.openxmlformats.org/officeDocument/2006/relationships/slideLayout" Target="../slideLayouts/slideLayout77.xml"/><Relationship Id="rId10" Type="http://schemas.openxmlformats.org/officeDocument/2006/relationships/slideLayout" Target="../slideLayouts/slideLayout78.xml"/><Relationship Id="rId11" Type="http://schemas.openxmlformats.org/officeDocument/2006/relationships/slideLayout" Target="../slideLayouts/slideLayout79.xml"/><Relationship Id="rId12" Type="http://schemas.openxmlformats.org/officeDocument/2006/relationships/slideLayout" Target="../slideLayouts/slideLayout80.xml"/><Relationship Id="rId13" Type="http://schemas.openxmlformats.org/officeDocument/2006/relationships/slideLayout" Target="../slideLayouts/slideLayout81.xml"/><Relationship Id="rId14" Type="http://schemas.openxmlformats.org/officeDocument/2006/relationships/slideLayout" Target="../slideLayouts/slideLayout82.xml"/><Relationship Id="rId15" Type="http://schemas.openxmlformats.org/officeDocument/2006/relationships/slideLayout" Target="../slideLayouts/slideLayout83.xml"/><Relationship Id="rId16" Type="http://schemas.openxmlformats.org/officeDocument/2006/relationships/slideLayout" Target="../slideLayouts/slideLayout84.xml"/><Relationship Id="rId17" Type="http://schemas.openxmlformats.org/officeDocument/2006/relationships/slideLayout" Target="../slideLayouts/slideLayout85.xml"/><Relationship Id="rId18" Type="http://schemas.openxmlformats.org/officeDocument/2006/relationships/slideLayout" Target="../slideLayouts/slideLayout86.xml"/><Relationship Id="rId19" Type="http://schemas.openxmlformats.org/officeDocument/2006/relationships/slideLayout" Target="../slideLayouts/slideLayout87.xml"/><Relationship Id="rId20" Type="http://schemas.openxmlformats.org/officeDocument/2006/relationships/slideLayout" Target="../slideLayouts/slideLayout88.xml"/><Relationship Id="rId21" Type="http://schemas.openxmlformats.org/officeDocument/2006/relationships/slideLayout" Target="../slideLayouts/slideLayout89.xml"/><Relationship Id="rId22" Type="http://schemas.openxmlformats.org/officeDocument/2006/relationships/slideLayout" Target="../slideLayouts/slideLayout90.xml"/><Relationship Id="rId23" Type="http://schemas.openxmlformats.org/officeDocument/2006/relationships/slideLayout" Target="../slideLayouts/slideLayout91.xml"/><Relationship Id="rId24" Type="http://schemas.openxmlformats.org/officeDocument/2006/relationships/slideLayout" Target="../slideLayouts/slideLayout92.xml"/><Relationship Id="rId25" Type="http://schemas.openxmlformats.org/officeDocument/2006/relationships/slideLayout" Target="../slideLayouts/slideLayout93.xml"/><Relationship Id="rId26" Type="http://schemas.openxmlformats.org/officeDocument/2006/relationships/slideLayout" Target="../slideLayouts/slideLayout94.xml"/><Relationship Id="rId27" Type="http://schemas.openxmlformats.org/officeDocument/2006/relationships/slideLayout" Target="../slideLayouts/slideLayout95.xml"/><Relationship Id="rId28" Type="http://schemas.openxmlformats.org/officeDocument/2006/relationships/slideLayout" Target="../slideLayouts/slideLayout96.xml"/><Relationship Id="rId29" Type="http://schemas.openxmlformats.org/officeDocument/2006/relationships/slideLayout" Target="../slideLayouts/slideLayout97.xml"/><Relationship Id="rId30" Type="http://schemas.openxmlformats.org/officeDocument/2006/relationships/slideLayout" Target="../slideLayouts/slideLayout98.xml"/><Relationship Id="rId31" Type="http://schemas.openxmlformats.org/officeDocument/2006/relationships/theme" Target="../theme/theme3.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simple-light-2">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rmAutofit/>
          </a:bodyPr>
          <a:lstStyle>
            <a:lvl1pPr lvl="0">
              <a:spcBef>
                <a:spcPts val="0"/>
              </a:spcBef>
              <a:spcAft>
                <a:spcPts val="0"/>
              </a:spcAft>
              <a:buClr>
                <a:schemeClr val="dk1"/>
              </a:buClr>
              <a:buSzPts val="2800"/>
              <a:buNone/>
              <a:defRPr sz="2800">
                <a:solidFill>
                  <a:schemeClr val="dk1"/>
                </a:solidFill>
              </a:defRPr>
            </a:lvl1pPr>
            <a:lvl2pPr lvl="1">
              <a:spcBef>
                <a:spcPts val="0"/>
              </a:spcBef>
              <a:spcAft>
                <a:spcPts val="0"/>
              </a:spcAft>
              <a:buClr>
                <a:schemeClr val="dk1"/>
              </a:buClr>
              <a:buSzPts val="2800"/>
              <a:buNone/>
              <a:defRPr sz="2800">
                <a:solidFill>
                  <a:schemeClr val="dk1"/>
                </a:solidFill>
              </a:defRPr>
            </a:lvl2pPr>
            <a:lvl3pPr lvl="2">
              <a:spcBef>
                <a:spcPts val="0"/>
              </a:spcBef>
              <a:spcAft>
                <a:spcPts val="0"/>
              </a:spcAft>
              <a:buClr>
                <a:schemeClr val="dk1"/>
              </a:buClr>
              <a:buSzPts val="2800"/>
              <a:buNone/>
              <a:defRPr sz="2800">
                <a:solidFill>
                  <a:schemeClr val="dk1"/>
                </a:solidFill>
              </a:defRPr>
            </a:lvl3pPr>
            <a:lvl4pPr lvl="3">
              <a:spcBef>
                <a:spcPts val="0"/>
              </a:spcBef>
              <a:spcAft>
                <a:spcPts val="0"/>
              </a:spcAft>
              <a:buClr>
                <a:schemeClr val="dk1"/>
              </a:buClr>
              <a:buSzPts val="2800"/>
              <a:buNone/>
              <a:defRPr sz="2800">
                <a:solidFill>
                  <a:schemeClr val="dk1"/>
                </a:solidFill>
              </a:defRPr>
            </a:lvl4pPr>
            <a:lvl5pPr lvl="4">
              <a:spcBef>
                <a:spcPts val="0"/>
              </a:spcBef>
              <a:spcAft>
                <a:spcPts val="0"/>
              </a:spcAft>
              <a:buClr>
                <a:schemeClr val="dk1"/>
              </a:buClr>
              <a:buSzPts val="2800"/>
              <a:buNone/>
              <a:defRPr sz="2800">
                <a:solidFill>
                  <a:schemeClr val="dk1"/>
                </a:solidFill>
              </a:defRPr>
            </a:lvl5pPr>
            <a:lvl6pPr lvl="5">
              <a:spcBef>
                <a:spcPts val="0"/>
              </a:spcBef>
              <a:spcAft>
                <a:spcPts val="0"/>
              </a:spcAft>
              <a:buClr>
                <a:schemeClr val="dk1"/>
              </a:buClr>
              <a:buSzPts val="2800"/>
              <a:buNone/>
              <a:defRPr sz="2800">
                <a:solidFill>
                  <a:schemeClr val="dk1"/>
                </a:solidFill>
              </a:defRPr>
            </a:lvl6pPr>
            <a:lvl7pPr lvl="6">
              <a:spcBef>
                <a:spcPts val="0"/>
              </a:spcBef>
              <a:spcAft>
                <a:spcPts val="0"/>
              </a:spcAft>
              <a:buClr>
                <a:schemeClr val="dk1"/>
              </a:buClr>
              <a:buSzPts val="2800"/>
              <a:buNone/>
              <a:defRPr sz="2800">
                <a:solidFill>
                  <a:schemeClr val="dk1"/>
                </a:solidFill>
              </a:defRPr>
            </a:lvl7pPr>
            <a:lvl8pPr lvl="7">
              <a:spcBef>
                <a:spcPts val="0"/>
              </a:spcBef>
              <a:spcAft>
                <a:spcPts val="0"/>
              </a:spcAft>
              <a:buClr>
                <a:schemeClr val="dk1"/>
              </a:buClr>
              <a:buSzPts val="2800"/>
              <a:buNone/>
              <a:defRPr sz="2800">
                <a:solidFill>
                  <a:schemeClr val="dk1"/>
                </a:solidFill>
              </a:defRPr>
            </a:lvl8pPr>
            <a:lvl9pPr lvl="8">
              <a:spcBef>
                <a:spcPts val="0"/>
              </a:spcBef>
              <a:spcAft>
                <a:spcPts val="0"/>
              </a:spcAft>
              <a:buClr>
                <a:schemeClr val="dk1"/>
              </a:buClr>
              <a:buSzPts val="2800"/>
              <a:buNone/>
              <a:defRPr sz="2800">
                <a:solidFill>
                  <a:schemeClr val="dk1"/>
                </a:solidFill>
              </a:defRPr>
            </a:lvl9pPr>
          </a:lstStyle>
          <a:p/>
        </p:txBody>
      </p:sp>
      <p:sp>
        <p:nvSpPr>
          <p:cNvPr id="7" name="Google Shape;7;p1"/>
          <p:cNvSpPr txBox="1"/>
          <p:nvPr>
            <p:ph idx="1" type="body"/>
          </p:nvPr>
        </p:nvSpPr>
        <p:spPr>
          <a:xfrm>
            <a:off x="311700" y="1152475"/>
            <a:ext cx="8520600" cy="3416400"/>
          </a:xfrm>
          <a:prstGeom prst="rect">
            <a:avLst/>
          </a:prstGeom>
          <a:noFill/>
          <a:ln>
            <a:noFill/>
          </a:ln>
        </p:spPr>
        <p:txBody>
          <a:bodyPr anchorCtr="0" anchor="t" bIns="91425" lIns="91425" spcFirstLastPara="1" rIns="91425" wrap="square" tIns="91425">
            <a:normAutofit/>
          </a:bodyPr>
          <a:lstStyle>
            <a:lvl1pPr indent="-342900" lvl="0" marL="457200">
              <a:lnSpc>
                <a:spcPct val="115000"/>
              </a:lnSpc>
              <a:spcBef>
                <a:spcPts val="0"/>
              </a:spcBef>
              <a:spcAft>
                <a:spcPts val="0"/>
              </a:spcAft>
              <a:buClr>
                <a:schemeClr val="dk2"/>
              </a:buClr>
              <a:buSzPts val="1800"/>
              <a:buChar char="●"/>
              <a:defRPr sz="1800">
                <a:solidFill>
                  <a:schemeClr val="dk2"/>
                </a:solidFill>
              </a:defRPr>
            </a:lvl1pPr>
            <a:lvl2pPr indent="-317500" lvl="1" marL="914400">
              <a:lnSpc>
                <a:spcPct val="115000"/>
              </a:lnSpc>
              <a:spcBef>
                <a:spcPts val="0"/>
              </a:spcBef>
              <a:spcAft>
                <a:spcPts val="0"/>
              </a:spcAft>
              <a:buClr>
                <a:schemeClr val="dk2"/>
              </a:buClr>
              <a:buSzPts val="1400"/>
              <a:buChar char="○"/>
              <a:defRPr>
                <a:solidFill>
                  <a:schemeClr val="dk2"/>
                </a:solidFill>
              </a:defRPr>
            </a:lvl2pPr>
            <a:lvl3pPr indent="-317500" lvl="2" marL="1371600">
              <a:lnSpc>
                <a:spcPct val="115000"/>
              </a:lnSpc>
              <a:spcBef>
                <a:spcPts val="0"/>
              </a:spcBef>
              <a:spcAft>
                <a:spcPts val="0"/>
              </a:spcAft>
              <a:buClr>
                <a:schemeClr val="dk2"/>
              </a:buClr>
              <a:buSzPts val="1400"/>
              <a:buChar char="■"/>
              <a:defRPr>
                <a:solidFill>
                  <a:schemeClr val="dk2"/>
                </a:solidFill>
              </a:defRPr>
            </a:lvl3pPr>
            <a:lvl4pPr indent="-317500" lvl="3" marL="1828800">
              <a:lnSpc>
                <a:spcPct val="115000"/>
              </a:lnSpc>
              <a:spcBef>
                <a:spcPts val="0"/>
              </a:spcBef>
              <a:spcAft>
                <a:spcPts val="0"/>
              </a:spcAft>
              <a:buClr>
                <a:schemeClr val="dk2"/>
              </a:buClr>
              <a:buSzPts val="1400"/>
              <a:buChar char="●"/>
              <a:defRPr>
                <a:solidFill>
                  <a:schemeClr val="dk2"/>
                </a:solidFill>
              </a:defRPr>
            </a:lvl4pPr>
            <a:lvl5pPr indent="-317500" lvl="4" marL="2286000">
              <a:lnSpc>
                <a:spcPct val="115000"/>
              </a:lnSpc>
              <a:spcBef>
                <a:spcPts val="0"/>
              </a:spcBef>
              <a:spcAft>
                <a:spcPts val="0"/>
              </a:spcAft>
              <a:buClr>
                <a:schemeClr val="dk2"/>
              </a:buClr>
              <a:buSzPts val="1400"/>
              <a:buChar char="○"/>
              <a:defRPr>
                <a:solidFill>
                  <a:schemeClr val="dk2"/>
                </a:solidFill>
              </a:defRPr>
            </a:lvl5pPr>
            <a:lvl6pPr indent="-317500" lvl="5" marL="2743200">
              <a:lnSpc>
                <a:spcPct val="115000"/>
              </a:lnSpc>
              <a:spcBef>
                <a:spcPts val="0"/>
              </a:spcBef>
              <a:spcAft>
                <a:spcPts val="0"/>
              </a:spcAft>
              <a:buClr>
                <a:schemeClr val="dk2"/>
              </a:buClr>
              <a:buSzPts val="1400"/>
              <a:buChar char="■"/>
              <a:defRPr>
                <a:solidFill>
                  <a:schemeClr val="dk2"/>
                </a:solidFill>
              </a:defRPr>
            </a:lvl6pPr>
            <a:lvl7pPr indent="-317500" lvl="6" marL="3200400">
              <a:lnSpc>
                <a:spcPct val="115000"/>
              </a:lnSpc>
              <a:spcBef>
                <a:spcPts val="0"/>
              </a:spcBef>
              <a:spcAft>
                <a:spcPts val="0"/>
              </a:spcAft>
              <a:buClr>
                <a:schemeClr val="dk2"/>
              </a:buClr>
              <a:buSzPts val="1400"/>
              <a:buChar char="●"/>
              <a:defRPr>
                <a:solidFill>
                  <a:schemeClr val="dk2"/>
                </a:solidFill>
              </a:defRPr>
            </a:lvl7pPr>
            <a:lvl8pPr indent="-317500" lvl="7" marL="3657600">
              <a:lnSpc>
                <a:spcPct val="115000"/>
              </a:lnSpc>
              <a:spcBef>
                <a:spcPts val="0"/>
              </a:spcBef>
              <a:spcAft>
                <a:spcPts val="0"/>
              </a:spcAft>
              <a:buClr>
                <a:schemeClr val="dk2"/>
              </a:buClr>
              <a:buSzPts val="1400"/>
              <a:buChar char="○"/>
              <a:defRPr>
                <a:solidFill>
                  <a:schemeClr val="dk2"/>
                </a:solidFill>
              </a:defRPr>
            </a:lvl8pPr>
            <a:lvl9pPr indent="-317500" lvl="8" marL="4114800">
              <a:lnSpc>
                <a:spcPct val="115000"/>
              </a:lnSpc>
              <a:spcBef>
                <a:spcPts val="0"/>
              </a:spcBef>
              <a:spcAft>
                <a:spcPts val="0"/>
              </a:spcAft>
              <a:buClr>
                <a:schemeClr val="dk2"/>
              </a:buClr>
              <a:buSzPts val="1400"/>
              <a:buChar char="■"/>
              <a:defRPr>
                <a:solidFill>
                  <a:schemeClr val="dk2"/>
                </a:solidFill>
              </a:defRPr>
            </a:lvl9pPr>
          </a:lstStyle>
          <a:p/>
        </p:txBody>
      </p:sp>
      <p:sp>
        <p:nvSpPr>
          <p:cNvPr id="8" name="Google Shape;8;p1"/>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lvl="0" algn="r">
              <a:buNone/>
              <a:defRPr sz="1000">
                <a:solidFill>
                  <a:schemeClr val="dk2"/>
                </a:solidFill>
              </a:defRPr>
            </a:lvl1pPr>
            <a:lvl2pPr lvl="1" algn="r">
              <a:buNone/>
              <a:defRPr sz="1000">
                <a:solidFill>
                  <a:schemeClr val="dk2"/>
                </a:solidFill>
              </a:defRPr>
            </a:lvl2pPr>
            <a:lvl3pPr lvl="2" algn="r">
              <a:buNone/>
              <a:defRPr sz="1000">
                <a:solidFill>
                  <a:schemeClr val="dk2"/>
                </a:solidFill>
              </a:defRPr>
            </a:lvl3pPr>
            <a:lvl4pPr lvl="3" algn="r">
              <a:buNone/>
              <a:defRPr sz="1000">
                <a:solidFill>
                  <a:schemeClr val="dk2"/>
                </a:solidFill>
              </a:defRPr>
            </a:lvl4pPr>
            <a:lvl5pPr lvl="4" algn="r">
              <a:buNone/>
              <a:defRPr sz="1000">
                <a:solidFill>
                  <a:schemeClr val="dk2"/>
                </a:solidFill>
              </a:defRPr>
            </a:lvl5pPr>
            <a:lvl6pPr lvl="5" algn="r">
              <a:buNone/>
              <a:defRPr sz="1000">
                <a:solidFill>
                  <a:schemeClr val="dk2"/>
                </a:solidFill>
              </a:defRPr>
            </a:lvl6pPr>
            <a:lvl7pPr lvl="6" algn="r">
              <a:buNone/>
              <a:defRPr sz="1000">
                <a:solidFill>
                  <a:schemeClr val="dk2"/>
                </a:solidFill>
              </a:defRPr>
            </a:lvl7pPr>
            <a:lvl8pPr lvl="7" algn="r">
              <a:buNone/>
              <a:defRPr sz="1000">
                <a:solidFill>
                  <a:schemeClr val="dk2"/>
                </a:solidFill>
              </a:defRPr>
            </a:lvl8pPr>
            <a:lvl9pPr lvl="8" algn="r">
              <a:buNone/>
              <a:defRPr sz="1000">
                <a:solidFill>
                  <a:schemeClr val="dk2"/>
                </a:solidFill>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 id="2147483660" r:id="rId13"/>
    <p:sldLayoutId id="2147483661" r:id="rId14"/>
    <p:sldLayoutId id="2147483662" r:id="rId15"/>
    <p:sldLayoutId id="2147483663" r:id="rId16"/>
    <p:sldLayoutId id="2147483664" r:id="rId17"/>
    <p:sldLayoutId id="2147483665" r:id="rId18"/>
    <p:sldLayoutId id="2147483666" r:id="rId19"/>
    <p:sldLayoutId id="2147483667" r:id="rId20"/>
    <p:sldLayoutId id="2147483668" r:id="rId21"/>
    <p:sldLayoutId id="2147483669" r:id="rId22"/>
    <p:sldLayoutId id="2147483670" r:id="rId23"/>
    <p:sldLayoutId id="2147483671" r:id="rId24"/>
    <p:sldLayoutId id="2147483672" r:id="rId25"/>
    <p:sldLayoutId id="2147483673" r:id="rId26"/>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simple-light-2">
    <p:bg>
      <p:bgPr>
        <a:solidFill>
          <a:schemeClr val="dk1"/>
        </a:solidFill>
      </p:bgPr>
    </p:bg>
    <p:spTree>
      <p:nvGrpSpPr>
        <p:cNvPr id="230" name="Shape 230"/>
        <p:cNvGrpSpPr/>
        <p:nvPr/>
      </p:nvGrpSpPr>
      <p:grpSpPr>
        <a:xfrm>
          <a:off x="0" y="0"/>
          <a:ext cx="0" cy="0"/>
          <a:chOff x="0" y="0"/>
          <a:chExt cx="0" cy="0"/>
        </a:xfrm>
      </p:grpSpPr>
      <p:sp>
        <p:nvSpPr>
          <p:cNvPr id="231" name="Google Shape;231;p28"/>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rmAutofit/>
          </a:bodyPr>
          <a:lstStyle>
            <a:lvl1pPr lvl="0" rtl="0">
              <a:spcBef>
                <a:spcPts val="0"/>
              </a:spcBef>
              <a:spcAft>
                <a:spcPts val="0"/>
              </a:spcAft>
              <a:buClr>
                <a:schemeClr val="lt1"/>
              </a:buClr>
              <a:buSzPts val="2800"/>
              <a:buFont typeface="Inter"/>
              <a:buNone/>
              <a:defRPr sz="2800">
                <a:solidFill>
                  <a:schemeClr val="lt1"/>
                </a:solidFill>
                <a:latin typeface="Inter"/>
                <a:ea typeface="Inter"/>
                <a:cs typeface="Inter"/>
                <a:sym typeface="Inter"/>
              </a:defRPr>
            </a:lvl1pPr>
            <a:lvl2pPr lvl="1" rtl="0">
              <a:spcBef>
                <a:spcPts val="0"/>
              </a:spcBef>
              <a:spcAft>
                <a:spcPts val="0"/>
              </a:spcAft>
              <a:buClr>
                <a:schemeClr val="dk1"/>
              </a:buClr>
              <a:buSzPts val="2800"/>
              <a:buFont typeface="Inter"/>
              <a:buNone/>
              <a:defRPr sz="2800">
                <a:solidFill>
                  <a:schemeClr val="dk1"/>
                </a:solidFill>
                <a:latin typeface="Inter"/>
                <a:ea typeface="Inter"/>
                <a:cs typeface="Inter"/>
                <a:sym typeface="Inter"/>
              </a:defRPr>
            </a:lvl2pPr>
            <a:lvl3pPr lvl="2" rtl="0">
              <a:spcBef>
                <a:spcPts val="0"/>
              </a:spcBef>
              <a:spcAft>
                <a:spcPts val="0"/>
              </a:spcAft>
              <a:buClr>
                <a:schemeClr val="dk1"/>
              </a:buClr>
              <a:buSzPts val="2800"/>
              <a:buFont typeface="Inter"/>
              <a:buNone/>
              <a:defRPr sz="2800">
                <a:solidFill>
                  <a:schemeClr val="dk1"/>
                </a:solidFill>
                <a:latin typeface="Inter"/>
                <a:ea typeface="Inter"/>
                <a:cs typeface="Inter"/>
                <a:sym typeface="Inter"/>
              </a:defRPr>
            </a:lvl3pPr>
            <a:lvl4pPr lvl="3" rtl="0">
              <a:spcBef>
                <a:spcPts val="0"/>
              </a:spcBef>
              <a:spcAft>
                <a:spcPts val="0"/>
              </a:spcAft>
              <a:buClr>
                <a:schemeClr val="dk1"/>
              </a:buClr>
              <a:buSzPts val="2800"/>
              <a:buFont typeface="Inter"/>
              <a:buNone/>
              <a:defRPr sz="2800">
                <a:solidFill>
                  <a:schemeClr val="dk1"/>
                </a:solidFill>
                <a:latin typeface="Inter"/>
                <a:ea typeface="Inter"/>
                <a:cs typeface="Inter"/>
                <a:sym typeface="Inter"/>
              </a:defRPr>
            </a:lvl4pPr>
            <a:lvl5pPr lvl="4" rtl="0">
              <a:spcBef>
                <a:spcPts val="0"/>
              </a:spcBef>
              <a:spcAft>
                <a:spcPts val="0"/>
              </a:spcAft>
              <a:buClr>
                <a:schemeClr val="dk1"/>
              </a:buClr>
              <a:buSzPts val="2800"/>
              <a:buFont typeface="Inter"/>
              <a:buNone/>
              <a:defRPr sz="2800">
                <a:solidFill>
                  <a:schemeClr val="dk1"/>
                </a:solidFill>
                <a:latin typeface="Inter"/>
                <a:ea typeface="Inter"/>
                <a:cs typeface="Inter"/>
                <a:sym typeface="Inter"/>
              </a:defRPr>
            </a:lvl5pPr>
            <a:lvl6pPr lvl="5" rtl="0">
              <a:spcBef>
                <a:spcPts val="0"/>
              </a:spcBef>
              <a:spcAft>
                <a:spcPts val="0"/>
              </a:spcAft>
              <a:buClr>
                <a:schemeClr val="dk1"/>
              </a:buClr>
              <a:buSzPts val="2800"/>
              <a:buFont typeface="Inter"/>
              <a:buNone/>
              <a:defRPr sz="2800">
                <a:solidFill>
                  <a:schemeClr val="dk1"/>
                </a:solidFill>
                <a:latin typeface="Inter"/>
                <a:ea typeface="Inter"/>
                <a:cs typeface="Inter"/>
                <a:sym typeface="Inter"/>
              </a:defRPr>
            </a:lvl6pPr>
            <a:lvl7pPr lvl="6" rtl="0">
              <a:spcBef>
                <a:spcPts val="0"/>
              </a:spcBef>
              <a:spcAft>
                <a:spcPts val="0"/>
              </a:spcAft>
              <a:buClr>
                <a:schemeClr val="dk1"/>
              </a:buClr>
              <a:buSzPts val="2800"/>
              <a:buFont typeface="Inter"/>
              <a:buNone/>
              <a:defRPr sz="2800">
                <a:solidFill>
                  <a:schemeClr val="dk1"/>
                </a:solidFill>
                <a:latin typeface="Inter"/>
                <a:ea typeface="Inter"/>
                <a:cs typeface="Inter"/>
                <a:sym typeface="Inter"/>
              </a:defRPr>
            </a:lvl7pPr>
            <a:lvl8pPr lvl="7" rtl="0">
              <a:spcBef>
                <a:spcPts val="0"/>
              </a:spcBef>
              <a:spcAft>
                <a:spcPts val="0"/>
              </a:spcAft>
              <a:buClr>
                <a:schemeClr val="dk1"/>
              </a:buClr>
              <a:buSzPts val="2800"/>
              <a:buFont typeface="Inter"/>
              <a:buNone/>
              <a:defRPr sz="2800">
                <a:solidFill>
                  <a:schemeClr val="dk1"/>
                </a:solidFill>
                <a:latin typeface="Inter"/>
                <a:ea typeface="Inter"/>
                <a:cs typeface="Inter"/>
                <a:sym typeface="Inter"/>
              </a:defRPr>
            </a:lvl8pPr>
            <a:lvl9pPr lvl="8" rtl="0">
              <a:spcBef>
                <a:spcPts val="0"/>
              </a:spcBef>
              <a:spcAft>
                <a:spcPts val="0"/>
              </a:spcAft>
              <a:buClr>
                <a:schemeClr val="dk1"/>
              </a:buClr>
              <a:buSzPts val="2800"/>
              <a:buFont typeface="Inter"/>
              <a:buNone/>
              <a:defRPr sz="2800">
                <a:solidFill>
                  <a:schemeClr val="dk1"/>
                </a:solidFill>
                <a:latin typeface="Inter"/>
                <a:ea typeface="Inter"/>
                <a:cs typeface="Inter"/>
                <a:sym typeface="Inter"/>
              </a:defRPr>
            </a:lvl9pPr>
          </a:lstStyle>
          <a:p/>
        </p:txBody>
      </p:sp>
      <p:sp>
        <p:nvSpPr>
          <p:cNvPr id="232" name="Google Shape;232;p28"/>
          <p:cNvSpPr txBox="1"/>
          <p:nvPr>
            <p:ph idx="1" type="body"/>
          </p:nvPr>
        </p:nvSpPr>
        <p:spPr>
          <a:xfrm>
            <a:off x="311700" y="1152475"/>
            <a:ext cx="8520600" cy="3416400"/>
          </a:xfrm>
          <a:prstGeom prst="rect">
            <a:avLst/>
          </a:prstGeom>
          <a:noFill/>
          <a:ln>
            <a:noFill/>
          </a:ln>
        </p:spPr>
        <p:txBody>
          <a:bodyPr anchorCtr="0" anchor="t" bIns="91425" lIns="91425" spcFirstLastPara="1" rIns="91425" wrap="square" tIns="91425">
            <a:normAutofit/>
          </a:bodyPr>
          <a:lstStyle>
            <a:lvl1pPr indent="-342900" lvl="0" marL="457200" rtl="0">
              <a:lnSpc>
                <a:spcPct val="100000"/>
              </a:lnSpc>
              <a:spcBef>
                <a:spcPts val="0"/>
              </a:spcBef>
              <a:spcAft>
                <a:spcPts val="0"/>
              </a:spcAft>
              <a:buClr>
                <a:schemeClr val="lt1"/>
              </a:buClr>
              <a:buSzPts val="1800"/>
              <a:buFont typeface="Inter"/>
              <a:buChar char="●"/>
              <a:defRPr sz="1800">
                <a:solidFill>
                  <a:schemeClr val="lt1"/>
                </a:solidFill>
                <a:latin typeface="Inter"/>
                <a:ea typeface="Inter"/>
                <a:cs typeface="Inter"/>
                <a:sym typeface="Inter"/>
              </a:defRPr>
            </a:lvl1pPr>
            <a:lvl2pPr indent="-317500" lvl="1" marL="914400" rtl="0">
              <a:lnSpc>
                <a:spcPct val="100000"/>
              </a:lnSpc>
              <a:spcBef>
                <a:spcPts val="1000"/>
              </a:spcBef>
              <a:spcAft>
                <a:spcPts val="0"/>
              </a:spcAft>
              <a:buClr>
                <a:schemeClr val="lt1"/>
              </a:buClr>
              <a:buSzPts val="1400"/>
              <a:buFont typeface="Inter"/>
              <a:buChar char="○"/>
              <a:defRPr>
                <a:solidFill>
                  <a:schemeClr val="lt1"/>
                </a:solidFill>
                <a:latin typeface="Inter"/>
                <a:ea typeface="Inter"/>
                <a:cs typeface="Inter"/>
                <a:sym typeface="Inter"/>
              </a:defRPr>
            </a:lvl2pPr>
            <a:lvl3pPr indent="-317500" lvl="2" marL="1371600" rtl="0">
              <a:lnSpc>
                <a:spcPct val="100000"/>
              </a:lnSpc>
              <a:spcBef>
                <a:spcPts val="1000"/>
              </a:spcBef>
              <a:spcAft>
                <a:spcPts val="0"/>
              </a:spcAft>
              <a:buClr>
                <a:schemeClr val="lt1"/>
              </a:buClr>
              <a:buSzPts val="1400"/>
              <a:buFont typeface="Inter"/>
              <a:buChar char="■"/>
              <a:defRPr>
                <a:solidFill>
                  <a:schemeClr val="lt1"/>
                </a:solidFill>
                <a:latin typeface="Inter"/>
                <a:ea typeface="Inter"/>
                <a:cs typeface="Inter"/>
                <a:sym typeface="Inter"/>
              </a:defRPr>
            </a:lvl3pPr>
            <a:lvl4pPr indent="-317500" lvl="3" marL="1828800" rtl="0">
              <a:lnSpc>
                <a:spcPct val="100000"/>
              </a:lnSpc>
              <a:spcBef>
                <a:spcPts val="1000"/>
              </a:spcBef>
              <a:spcAft>
                <a:spcPts val="0"/>
              </a:spcAft>
              <a:buClr>
                <a:schemeClr val="lt1"/>
              </a:buClr>
              <a:buSzPts val="1400"/>
              <a:buFont typeface="Inter"/>
              <a:buChar char="●"/>
              <a:defRPr>
                <a:solidFill>
                  <a:schemeClr val="lt1"/>
                </a:solidFill>
                <a:latin typeface="Inter"/>
                <a:ea typeface="Inter"/>
                <a:cs typeface="Inter"/>
                <a:sym typeface="Inter"/>
              </a:defRPr>
            </a:lvl4pPr>
            <a:lvl5pPr indent="-317500" lvl="4" marL="2286000" rtl="0">
              <a:lnSpc>
                <a:spcPct val="100000"/>
              </a:lnSpc>
              <a:spcBef>
                <a:spcPts val="1000"/>
              </a:spcBef>
              <a:spcAft>
                <a:spcPts val="0"/>
              </a:spcAft>
              <a:buClr>
                <a:schemeClr val="lt1"/>
              </a:buClr>
              <a:buSzPts val="1400"/>
              <a:buFont typeface="Inter"/>
              <a:buChar char="○"/>
              <a:defRPr>
                <a:solidFill>
                  <a:schemeClr val="lt1"/>
                </a:solidFill>
                <a:latin typeface="Inter"/>
                <a:ea typeface="Inter"/>
                <a:cs typeface="Inter"/>
                <a:sym typeface="Inter"/>
              </a:defRPr>
            </a:lvl5pPr>
            <a:lvl6pPr indent="-317500" lvl="5" marL="2743200" rtl="0">
              <a:lnSpc>
                <a:spcPct val="100000"/>
              </a:lnSpc>
              <a:spcBef>
                <a:spcPts val="1000"/>
              </a:spcBef>
              <a:spcAft>
                <a:spcPts val="0"/>
              </a:spcAft>
              <a:buClr>
                <a:schemeClr val="lt1"/>
              </a:buClr>
              <a:buSzPts val="1400"/>
              <a:buFont typeface="Inter"/>
              <a:buChar char="■"/>
              <a:defRPr>
                <a:solidFill>
                  <a:schemeClr val="lt1"/>
                </a:solidFill>
                <a:latin typeface="Inter"/>
                <a:ea typeface="Inter"/>
                <a:cs typeface="Inter"/>
                <a:sym typeface="Inter"/>
              </a:defRPr>
            </a:lvl6pPr>
            <a:lvl7pPr indent="-317500" lvl="6" marL="3200400" rtl="0">
              <a:lnSpc>
                <a:spcPct val="100000"/>
              </a:lnSpc>
              <a:spcBef>
                <a:spcPts val="1000"/>
              </a:spcBef>
              <a:spcAft>
                <a:spcPts val="0"/>
              </a:spcAft>
              <a:buClr>
                <a:schemeClr val="lt1"/>
              </a:buClr>
              <a:buSzPts val="1400"/>
              <a:buFont typeface="Inter"/>
              <a:buChar char="●"/>
              <a:defRPr>
                <a:solidFill>
                  <a:schemeClr val="lt1"/>
                </a:solidFill>
                <a:latin typeface="Inter"/>
                <a:ea typeface="Inter"/>
                <a:cs typeface="Inter"/>
                <a:sym typeface="Inter"/>
              </a:defRPr>
            </a:lvl7pPr>
            <a:lvl8pPr indent="-317500" lvl="7" marL="3657600" rtl="0">
              <a:lnSpc>
                <a:spcPct val="100000"/>
              </a:lnSpc>
              <a:spcBef>
                <a:spcPts val="1000"/>
              </a:spcBef>
              <a:spcAft>
                <a:spcPts val="0"/>
              </a:spcAft>
              <a:buClr>
                <a:schemeClr val="lt1"/>
              </a:buClr>
              <a:buSzPts val="1400"/>
              <a:buFont typeface="Inter"/>
              <a:buChar char="○"/>
              <a:defRPr>
                <a:solidFill>
                  <a:schemeClr val="lt1"/>
                </a:solidFill>
                <a:latin typeface="Inter"/>
                <a:ea typeface="Inter"/>
                <a:cs typeface="Inter"/>
                <a:sym typeface="Inter"/>
              </a:defRPr>
            </a:lvl8pPr>
            <a:lvl9pPr indent="-317500" lvl="8" marL="4114800" rtl="0">
              <a:lnSpc>
                <a:spcPct val="100000"/>
              </a:lnSpc>
              <a:spcBef>
                <a:spcPts val="1000"/>
              </a:spcBef>
              <a:spcAft>
                <a:spcPts val="1000"/>
              </a:spcAft>
              <a:buClr>
                <a:schemeClr val="lt1"/>
              </a:buClr>
              <a:buSzPts val="1400"/>
              <a:buFont typeface="Inter"/>
              <a:buChar char="■"/>
              <a:defRPr>
                <a:solidFill>
                  <a:schemeClr val="lt1"/>
                </a:solidFill>
                <a:latin typeface="Inter"/>
                <a:ea typeface="Inter"/>
                <a:cs typeface="Inter"/>
                <a:sym typeface="Inter"/>
              </a:defRPr>
            </a:lvl9pPr>
          </a:lstStyle>
          <a:p/>
        </p:txBody>
      </p:sp>
      <p:sp>
        <p:nvSpPr>
          <p:cNvPr id="233" name="Google Shape;233;p28"/>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lvl="0" rtl="0" algn="r">
              <a:buNone/>
              <a:defRPr sz="1000">
                <a:solidFill>
                  <a:schemeClr val="dk2"/>
                </a:solidFill>
              </a:defRPr>
            </a:lvl1pPr>
            <a:lvl2pPr lvl="1" rtl="0" algn="r">
              <a:buNone/>
              <a:defRPr sz="1000">
                <a:solidFill>
                  <a:schemeClr val="dk2"/>
                </a:solidFill>
              </a:defRPr>
            </a:lvl2pPr>
            <a:lvl3pPr lvl="2" rtl="0" algn="r">
              <a:buNone/>
              <a:defRPr sz="1000">
                <a:solidFill>
                  <a:schemeClr val="dk2"/>
                </a:solidFill>
              </a:defRPr>
            </a:lvl3pPr>
            <a:lvl4pPr lvl="3" rtl="0" algn="r">
              <a:buNone/>
              <a:defRPr sz="1000">
                <a:solidFill>
                  <a:schemeClr val="dk2"/>
                </a:solidFill>
              </a:defRPr>
            </a:lvl4pPr>
            <a:lvl5pPr lvl="4" rtl="0" algn="r">
              <a:buNone/>
              <a:defRPr sz="1000">
                <a:solidFill>
                  <a:schemeClr val="dk2"/>
                </a:solidFill>
              </a:defRPr>
            </a:lvl5pPr>
            <a:lvl6pPr lvl="5" rtl="0" algn="r">
              <a:buNone/>
              <a:defRPr sz="1000">
                <a:solidFill>
                  <a:schemeClr val="dk2"/>
                </a:solidFill>
              </a:defRPr>
            </a:lvl6pPr>
            <a:lvl7pPr lvl="6" rtl="0" algn="r">
              <a:buNone/>
              <a:defRPr sz="1000">
                <a:solidFill>
                  <a:schemeClr val="dk2"/>
                </a:solidFill>
              </a:defRPr>
            </a:lvl7pPr>
            <a:lvl8pPr lvl="7" rtl="0" algn="r">
              <a:buNone/>
              <a:defRPr sz="1000">
                <a:solidFill>
                  <a:schemeClr val="dk2"/>
                </a:solidFill>
              </a:defRPr>
            </a:lvl8pPr>
            <a:lvl9pPr lvl="8" rtl="0" algn="r">
              <a:buNone/>
              <a:defRPr sz="1000">
                <a:solidFill>
                  <a:schemeClr val="dk2"/>
                </a:solidFill>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74" r:id="rId1"/>
    <p:sldLayoutId id="2147483675" r:id="rId2"/>
    <p:sldLayoutId id="2147483676" r:id="rId3"/>
    <p:sldLayoutId id="2147483677" r:id="rId4"/>
    <p:sldLayoutId id="2147483678" r:id="rId5"/>
    <p:sldLayoutId id="2147483679" r:id="rId6"/>
    <p:sldLayoutId id="2147483680" r:id="rId7"/>
    <p:sldLayoutId id="2147483681" r:id="rId8"/>
    <p:sldLayoutId id="2147483682" r:id="rId9"/>
    <p:sldLayoutId id="2147483683" r:id="rId10"/>
    <p:sldLayoutId id="2147483684" r:id="rId11"/>
    <p:sldLayoutId id="2147483685" r:id="rId12"/>
    <p:sldLayoutId id="2147483686" r:id="rId13"/>
    <p:sldLayoutId id="2147483687" r:id="rId14"/>
    <p:sldLayoutId id="2147483688" r:id="rId15"/>
    <p:sldLayoutId id="2147483689" r:id="rId16"/>
    <p:sldLayoutId id="2147483690" r:id="rId17"/>
    <p:sldLayoutId id="2147483691" r:id="rId18"/>
    <p:sldLayoutId id="2147483692" r:id="rId19"/>
    <p:sldLayoutId id="2147483693" r:id="rId20"/>
    <p:sldLayoutId id="2147483694" r:id="rId21"/>
    <p:sldLayoutId id="2147483695" r:id="rId22"/>
    <p:sldLayoutId id="2147483696" r:id="rId23"/>
    <p:sldLayoutId id="2147483697" r:id="rId24"/>
    <p:sldLayoutId id="2147483698" r:id="rId25"/>
    <p:sldLayoutId id="2147483699" r:id="rId26"/>
    <p:sldLayoutId id="2147483700" r:id="rId27"/>
    <p:sldLayoutId id="2147483701" r:id="rId28"/>
    <p:sldLayoutId id="2147483702" r:id="rId29"/>
    <p:sldLayoutId id="2147483703" r:id="rId30"/>
    <p:sldLayoutId id="2147483704" r:id="rId31"/>
    <p:sldLayoutId id="2147483705" r:id="rId32"/>
    <p:sldLayoutId id="2147483706" r:id="rId33"/>
    <p:sldLayoutId id="2147483707" r:id="rId34"/>
    <p:sldLayoutId id="2147483708" r:id="rId35"/>
    <p:sldLayoutId id="2147483709" r:id="rId36"/>
    <p:sldLayoutId id="2147483710" r:id="rId37"/>
    <p:sldLayoutId id="2147483711" r:id="rId38"/>
    <p:sldLayoutId id="2147483712" r:id="rId39"/>
    <p:sldLayoutId id="2147483713" r:id="rId40"/>
    <p:sldLayoutId id="2147483714" r:id="rId41"/>
    <p:sldLayoutId id="2147483715" r:id="rId42"/>
    <p:sldLayoutId id="2147483716" r:id="rId43"/>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Masters/slideMaster3.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gradFill>
          <a:gsLst>
            <a:gs pos="0">
              <a:srgbClr val="1A1A1A"/>
            </a:gs>
            <a:gs pos="100000">
              <a:srgbClr val="000000"/>
            </a:gs>
          </a:gsLst>
          <a:lin ang="8100019" scaled="0"/>
        </a:gradFill>
      </p:bgPr>
    </p:bg>
    <p:spTree>
      <p:nvGrpSpPr>
        <p:cNvPr id="703" name="Shape 703"/>
        <p:cNvGrpSpPr/>
        <p:nvPr/>
      </p:nvGrpSpPr>
      <p:grpSpPr>
        <a:xfrm>
          <a:off x="0" y="0"/>
          <a:ext cx="0" cy="0"/>
          <a:chOff x="0" y="0"/>
          <a:chExt cx="0" cy="0"/>
        </a:xfrm>
      </p:grpSpPr>
      <p:pic>
        <p:nvPicPr>
          <p:cNvPr descr="Google Shape;93;p18" id="704" name="Google Shape;704;p72"/>
          <p:cNvPicPr preferRelativeResize="0"/>
          <p:nvPr/>
        </p:nvPicPr>
        <p:blipFill rotWithShape="1">
          <a:blip r:embed="rId1">
            <a:alphaModFix/>
          </a:blip>
          <a:srcRect b="0" l="0" r="0" t="0"/>
          <a:stretch/>
        </p:blipFill>
        <p:spPr>
          <a:xfrm>
            <a:off x="0" y="0"/>
            <a:ext cx="9144003" cy="5143501"/>
          </a:xfrm>
          <a:prstGeom prst="rect">
            <a:avLst/>
          </a:prstGeom>
          <a:noFill/>
          <a:ln>
            <a:noFill/>
          </a:ln>
        </p:spPr>
      </p:pic>
      <p:sp>
        <p:nvSpPr>
          <p:cNvPr id="705" name="Google Shape;705;p72"/>
          <p:cNvSpPr txBox="1"/>
          <p:nvPr>
            <p:ph type="title"/>
          </p:nvPr>
        </p:nvSpPr>
        <p:spPr>
          <a:xfrm>
            <a:off x="457200" y="205978"/>
            <a:ext cx="8229600" cy="994200"/>
          </a:xfrm>
          <a:prstGeom prst="rect">
            <a:avLst/>
          </a:prstGeom>
          <a:noFill/>
          <a:ln>
            <a:noFill/>
          </a:ln>
        </p:spPr>
        <p:txBody>
          <a:bodyPr anchorCtr="0" anchor="t" bIns="91425" lIns="91425" spcFirstLastPara="1" rIns="91425" wrap="square" tIns="91425">
            <a:normAutofit/>
          </a:bodyPr>
          <a:lstStyle>
            <a:lvl1pPr lvl="0" marR="0" rtl="0" algn="l">
              <a:lnSpc>
                <a:spcPct val="100000"/>
              </a:lnSpc>
              <a:spcBef>
                <a:spcPts val="0"/>
              </a:spcBef>
              <a:spcAft>
                <a:spcPts val="0"/>
              </a:spcAft>
              <a:buClr>
                <a:srgbClr val="FFFFFF"/>
              </a:buClr>
              <a:buSzPts val="2800"/>
              <a:buFont typeface="Helvetica Neue"/>
              <a:buNone/>
              <a:defRPr b="1" i="0" sz="2800" u="none" cap="none" strike="noStrike">
                <a:solidFill>
                  <a:srgbClr val="FFFFFF"/>
                </a:solidFill>
                <a:latin typeface="Helvetica Neue"/>
                <a:ea typeface="Helvetica Neue"/>
                <a:cs typeface="Helvetica Neue"/>
                <a:sym typeface="Helvetica Neue"/>
              </a:defRPr>
            </a:lvl1pPr>
            <a:lvl2pPr lvl="1" marR="0" rtl="0" algn="l">
              <a:lnSpc>
                <a:spcPct val="100000"/>
              </a:lnSpc>
              <a:spcBef>
                <a:spcPts val="0"/>
              </a:spcBef>
              <a:spcAft>
                <a:spcPts val="0"/>
              </a:spcAft>
              <a:buClr>
                <a:srgbClr val="FFFFFF"/>
              </a:buClr>
              <a:buSzPts val="2800"/>
              <a:buFont typeface="Helvetica Neue"/>
              <a:buNone/>
              <a:defRPr b="1" i="0" sz="2800" u="none" cap="none" strike="noStrike">
                <a:solidFill>
                  <a:srgbClr val="FFFFFF"/>
                </a:solidFill>
                <a:latin typeface="Helvetica Neue"/>
                <a:ea typeface="Helvetica Neue"/>
                <a:cs typeface="Helvetica Neue"/>
                <a:sym typeface="Helvetica Neue"/>
              </a:defRPr>
            </a:lvl2pPr>
            <a:lvl3pPr lvl="2" marR="0" rtl="0" algn="l">
              <a:lnSpc>
                <a:spcPct val="100000"/>
              </a:lnSpc>
              <a:spcBef>
                <a:spcPts val="0"/>
              </a:spcBef>
              <a:spcAft>
                <a:spcPts val="0"/>
              </a:spcAft>
              <a:buClr>
                <a:srgbClr val="FFFFFF"/>
              </a:buClr>
              <a:buSzPts val="2800"/>
              <a:buFont typeface="Helvetica Neue"/>
              <a:buNone/>
              <a:defRPr b="1" i="0" sz="2800" u="none" cap="none" strike="noStrike">
                <a:solidFill>
                  <a:srgbClr val="FFFFFF"/>
                </a:solidFill>
                <a:latin typeface="Helvetica Neue"/>
                <a:ea typeface="Helvetica Neue"/>
                <a:cs typeface="Helvetica Neue"/>
                <a:sym typeface="Helvetica Neue"/>
              </a:defRPr>
            </a:lvl3pPr>
            <a:lvl4pPr lvl="3" marR="0" rtl="0" algn="l">
              <a:lnSpc>
                <a:spcPct val="100000"/>
              </a:lnSpc>
              <a:spcBef>
                <a:spcPts val="0"/>
              </a:spcBef>
              <a:spcAft>
                <a:spcPts val="0"/>
              </a:spcAft>
              <a:buClr>
                <a:srgbClr val="FFFFFF"/>
              </a:buClr>
              <a:buSzPts val="2800"/>
              <a:buFont typeface="Helvetica Neue"/>
              <a:buNone/>
              <a:defRPr b="1" i="0" sz="2800" u="none" cap="none" strike="noStrike">
                <a:solidFill>
                  <a:srgbClr val="FFFFFF"/>
                </a:solidFill>
                <a:latin typeface="Helvetica Neue"/>
                <a:ea typeface="Helvetica Neue"/>
                <a:cs typeface="Helvetica Neue"/>
                <a:sym typeface="Helvetica Neue"/>
              </a:defRPr>
            </a:lvl4pPr>
            <a:lvl5pPr lvl="4" marR="0" rtl="0" algn="l">
              <a:lnSpc>
                <a:spcPct val="100000"/>
              </a:lnSpc>
              <a:spcBef>
                <a:spcPts val="0"/>
              </a:spcBef>
              <a:spcAft>
                <a:spcPts val="0"/>
              </a:spcAft>
              <a:buClr>
                <a:srgbClr val="FFFFFF"/>
              </a:buClr>
              <a:buSzPts val="2800"/>
              <a:buFont typeface="Helvetica Neue"/>
              <a:buNone/>
              <a:defRPr b="1" i="0" sz="2800" u="none" cap="none" strike="noStrike">
                <a:solidFill>
                  <a:srgbClr val="FFFFFF"/>
                </a:solidFill>
                <a:latin typeface="Helvetica Neue"/>
                <a:ea typeface="Helvetica Neue"/>
                <a:cs typeface="Helvetica Neue"/>
                <a:sym typeface="Helvetica Neue"/>
              </a:defRPr>
            </a:lvl5pPr>
            <a:lvl6pPr lvl="5" marR="0" rtl="0" algn="l">
              <a:lnSpc>
                <a:spcPct val="100000"/>
              </a:lnSpc>
              <a:spcBef>
                <a:spcPts val="0"/>
              </a:spcBef>
              <a:spcAft>
                <a:spcPts val="0"/>
              </a:spcAft>
              <a:buClr>
                <a:srgbClr val="FFFFFF"/>
              </a:buClr>
              <a:buSzPts val="2800"/>
              <a:buFont typeface="Helvetica Neue"/>
              <a:buNone/>
              <a:defRPr b="1" i="0" sz="2800" u="none" cap="none" strike="noStrike">
                <a:solidFill>
                  <a:srgbClr val="FFFFFF"/>
                </a:solidFill>
                <a:latin typeface="Helvetica Neue"/>
                <a:ea typeface="Helvetica Neue"/>
                <a:cs typeface="Helvetica Neue"/>
                <a:sym typeface="Helvetica Neue"/>
              </a:defRPr>
            </a:lvl6pPr>
            <a:lvl7pPr lvl="6" marR="0" rtl="0" algn="l">
              <a:lnSpc>
                <a:spcPct val="100000"/>
              </a:lnSpc>
              <a:spcBef>
                <a:spcPts val="0"/>
              </a:spcBef>
              <a:spcAft>
                <a:spcPts val="0"/>
              </a:spcAft>
              <a:buClr>
                <a:srgbClr val="FFFFFF"/>
              </a:buClr>
              <a:buSzPts val="2800"/>
              <a:buFont typeface="Helvetica Neue"/>
              <a:buNone/>
              <a:defRPr b="1" i="0" sz="2800" u="none" cap="none" strike="noStrike">
                <a:solidFill>
                  <a:srgbClr val="FFFFFF"/>
                </a:solidFill>
                <a:latin typeface="Helvetica Neue"/>
                <a:ea typeface="Helvetica Neue"/>
                <a:cs typeface="Helvetica Neue"/>
                <a:sym typeface="Helvetica Neue"/>
              </a:defRPr>
            </a:lvl7pPr>
            <a:lvl8pPr lvl="7" marR="0" rtl="0" algn="l">
              <a:lnSpc>
                <a:spcPct val="100000"/>
              </a:lnSpc>
              <a:spcBef>
                <a:spcPts val="0"/>
              </a:spcBef>
              <a:spcAft>
                <a:spcPts val="0"/>
              </a:spcAft>
              <a:buClr>
                <a:srgbClr val="FFFFFF"/>
              </a:buClr>
              <a:buSzPts val="2800"/>
              <a:buFont typeface="Helvetica Neue"/>
              <a:buNone/>
              <a:defRPr b="1" i="0" sz="2800" u="none" cap="none" strike="noStrike">
                <a:solidFill>
                  <a:srgbClr val="FFFFFF"/>
                </a:solidFill>
                <a:latin typeface="Helvetica Neue"/>
                <a:ea typeface="Helvetica Neue"/>
                <a:cs typeface="Helvetica Neue"/>
                <a:sym typeface="Helvetica Neue"/>
              </a:defRPr>
            </a:lvl8pPr>
            <a:lvl9pPr lvl="8" marR="0" rtl="0" algn="l">
              <a:lnSpc>
                <a:spcPct val="100000"/>
              </a:lnSpc>
              <a:spcBef>
                <a:spcPts val="0"/>
              </a:spcBef>
              <a:spcAft>
                <a:spcPts val="0"/>
              </a:spcAft>
              <a:buClr>
                <a:srgbClr val="FFFFFF"/>
              </a:buClr>
              <a:buSzPts val="2800"/>
              <a:buFont typeface="Helvetica Neue"/>
              <a:buNone/>
              <a:defRPr b="1" i="0" sz="2800" u="none" cap="none" strike="noStrike">
                <a:solidFill>
                  <a:srgbClr val="FFFFFF"/>
                </a:solidFill>
                <a:latin typeface="Helvetica Neue"/>
                <a:ea typeface="Helvetica Neue"/>
                <a:cs typeface="Helvetica Neue"/>
                <a:sym typeface="Helvetica Neue"/>
              </a:defRPr>
            </a:lvl9pPr>
          </a:lstStyle>
          <a:p/>
        </p:txBody>
      </p:sp>
      <p:sp>
        <p:nvSpPr>
          <p:cNvPr id="706" name="Google Shape;706;p72"/>
          <p:cNvSpPr txBox="1"/>
          <p:nvPr>
            <p:ph idx="1" type="body"/>
          </p:nvPr>
        </p:nvSpPr>
        <p:spPr>
          <a:xfrm>
            <a:off x="457200" y="1200150"/>
            <a:ext cx="8229600" cy="39432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15000"/>
              </a:lnSpc>
              <a:spcBef>
                <a:spcPts val="0"/>
              </a:spcBef>
              <a:spcAft>
                <a:spcPts val="0"/>
              </a:spcAft>
              <a:buClr>
                <a:srgbClr val="FFFFFF"/>
              </a:buClr>
              <a:buSzPts val="1800"/>
              <a:buFont typeface="Helvetica Neue"/>
              <a:buChar char="●"/>
              <a:defRPr b="1" i="0" sz="1800" u="none" cap="none" strike="noStrike">
                <a:solidFill>
                  <a:srgbClr val="FFFFFF"/>
                </a:solidFill>
                <a:latin typeface="Helvetica Neue"/>
                <a:ea typeface="Helvetica Neue"/>
                <a:cs typeface="Helvetica Neue"/>
                <a:sym typeface="Helvetica Neue"/>
              </a:defRPr>
            </a:lvl1pPr>
            <a:lvl2pPr indent="-342900" lvl="1" marL="914400" marR="0" rtl="0" algn="l">
              <a:lnSpc>
                <a:spcPct val="115000"/>
              </a:lnSpc>
              <a:spcBef>
                <a:spcPts val="0"/>
              </a:spcBef>
              <a:spcAft>
                <a:spcPts val="0"/>
              </a:spcAft>
              <a:buClr>
                <a:srgbClr val="FFFFFF"/>
              </a:buClr>
              <a:buSzPts val="1800"/>
              <a:buFont typeface="Helvetica Neue"/>
              <a:buChar char="○"/>
              <a:defRPr b="1" i="0" sz="1800" u="none" cap="none" strike="noStrike">
                <a:solidFill>
                  <a:srgbClr val="FFFFFF"/>
                </a:solidFill>
                <a:latin typeface="Helvetica Neue"/>
                <a:ea typeface="Helvetica Neue"/>
                <a:cs typeface="Helvetica Neue"/>
                <a:sym typeface="Helvetica Neue"/>
              </a:defRPr>
            </a:lvl2pPr>
            <a:lvl3pPr indent="-342900" lvl="2" marL="1371600" marR="0" rtl="0" algn="l">
              <a:lnSpc>
                <a:spcPct val="115000"/>
              </a:lnSpc>
              <a:spcBef>
                <a:spcPts val="0"/>
              </a:spcBef>
              <a:spcAft>
                <a:spcPts val="0"/>
              </a:spcAft>
              <a:buClr>
                <a:srgbClr val="FFFFFF"/>
              </a:buClr>
              <a:buSzPts val="1800"/>
              <a:buFont typeface="Helvetica Neue"/>
              <a:buChar char="■"/>
              <a:defRPr b="1" i="0" sz="1800" u="none" cap="none" strike="noStrike">
                <a:solidFill>
                  <a:srgbClr val="FFFFFF"/>
                </a:solidFill>
                <a:latin typeface="Helvetica Neue"/>
                <a:ea typeface="Helvetica Neue"/>
                <a:cs typeface="Helvetica Neue"/>
                <a:sym typeface="Helvetica Neue"/>
              </a:defRPr>
            </a:lvl3pPr>
            <a:lvl4pPr indent="-342900" lvl="3" marL="1828800" marR="0" rtl="0" algn="l">
              <a:lnSpc>
                <a:spcPct val="115000"/>
              </a:lnSpc>
              <a:spcBef>
                <a:spcPts val="0"/>
              </a:spcBef>
              <a:spcAft>
                <a:spcPts val="0"/>
              </a:spcAft>
              <a:buClr>
                <a:srgbClr val="FFFFFF"/>
              </a:buClr>
              <a:buSzPts val="1800"/>
              <a:buFont typeface="Helvetica Neue"/>
              <a:buChar char="●"/>
              <a:defRPr b="1" i="0" sz="1800" u="none" cap="none" strike="noStrike">
                <a:solidFill>
                  <a:srgbClr val="FFFFFF"/>
                </a:solidFill>
                <a:latin typeface="Helvetica Neue"/>
                <a:ea typeface="Helvetica Neue"/>
                <a:cs typeface="Helvetica Neue"/>
                <a:sym typeface="Helvetica Neue"/>
              </a:defRPr>
            </a:lvl4pPr>
            <a:lvl5pPr indent="-342900" lvl="4" marL="2286000" marR="0" rtl="0" algn="l">
              <a:lnSpc>
                <a:spcPct val="115000"/>
              </a:lnSpc>
              <a:spcBef>
                <a:spcPts val="0"/>
              </a:spcBef>
              <a:spcAft>
                <a:spcPts val="0"/>
              </a:spcAft>
              <a:buClr>
                <a:srgbClr val="FFFFFF"/>
              </a:buClr>
              <a:buSzPts val="1800"/>
              <a:buFont typeface="Helvetica Neue"/>
              <a:buChar char="○"/>
              <a:defRPr b="1" i="0" sz="1800" u="none" cap="none" strike="noStrike">
                <a:solidFill>
                  <a:srgbClr val="FFFFFF"/>
                </a:solidFill>
                <a:latin typeface="Helvetica Neue"/>
                <a:ea typeface="Helvetica Neue"/>
                <a:cs typeface="Helvetica Neue"/>
                <a:sym typeface="Helvetica Neue"/>
              </a:defRPr>
            </a:lvl5pPr>
            <a:lvl6pPr indent="-342900" lvl="5" marL="2743200" marR="0" rtl="0" algn="l">
              <a:lnSpc>
                <a:spcPct val="115000"/>
              </a:lnSpc>
              <a:spcBef>
                <a:spcPts val="0"/>
              </a:spcBef>
              <a:spcAft>
                <a:spcPts val="0"/>
              </a:spcAft>
              <a:buClr>
                <a:srgbClr val="FFFFFF"/>
              </a:buClr>
              <a:buSzPts val="1800"/>
              <a:buFont typeface="Helvetica Neue"/>
              <a:buChar char="■"/>
              <a:defRPr b="1" i="0" sz="1800" u="none" cap="none" strike="noStrike">
                <a:solidFill>
                  <a:srgbClr val="FFFFFF"/>
                </a:solidFill>
                <a:latin typeface="Helvetica Neue"/>
                <a:ea typeface="Helvetica Neue"/>
                <a:cs typeface="Helvetica Neue"/>
                <a:sym typeface="Helvetica Neue"/>
              </a:defRPr>
            </a:lvl6pPr>
            <a:lvl7pPr indent="-342900" lvl="6" marL="3200400" marR="0" rtl="0" algn="l">
              <a:lnSpc>
                <a:spcPct val="115000"/>
              </a:lnSpc>
              <a:spcBef>
                <a:spcPts val="0"/>
              </a:spcBef>
              <a:spcAft>
                <a:spcPts val="0"/>
              </a:spcAft>
              <a:buClr>
                <a:srgbClr val="FFFFFF"/>
              </a:buClr>
              <a:buSzPts val="1800"/>
              <a:buFont typeface="Helvetica Neue"/>
              <a:buChar char="●"/>
              <a:defRPr b="1" i="0" sz="1800" u="none" cap="none" strike="noStrike">
                <a:solidFill>
                  <a:srgbClr val="FFFFFF"/>
                </a:solidFill>
                <a:latin typeface="Helvetica Neue"/>
                <a:ea typeface="Helvetica Neue"/>
                <a:cs typeface="Helvetica Neue"/>
                <a:sym typeface="Helvetica Neue"/>
              </a:defRPr>
            </a:lvl7pPr>
            <a:lvl8pPr indent="-342900" lvl="7" marL="3657600" marR="0" rtl="0" algn="l">
              <a:lnSpc>
                <a:spcPct val="115000"/>
              </a:lnSpc>
              <a:spcBef>
                <a:spcPts val="0"/>
              </a:spcBef>
              <a:spcAft>
                <a:spcPts val="0"/>
              </a:spcAft>
              <a:buClr>
                <a:srgbClr val="FFFFFF"/>
              </a:buClr>
              <a:buSzPts val="1800"/>
              <a:buFont typeface="Helvetica Neue"/>
              <a:buChar char="○"/>
              <a:defRPr b="1" i="0" sz="1800" u="none" cap="none" strike="noStrike">
                <a:solidFill>
                  <a:srgbClr val="FFFFFF"/>
                </a:solidFill>
                <a:latin typeface="Helvetica Neue"/>
                <a:ea typeface="Helvetica Neue"/>
                <a:cs typeface="Helvetica Neue"/>
                <a:sym typeface="Helvetica Neue"/>
              </a:defRPr>
            </a:lvl8pPr>
            <a:lvl9pPr indent="-342900" lvl="8" marL="4114800" marR="0" rtl="0" algn="l">
              <a:lnSpc>
                <a:spcPct val="115000"/>
              </a:lnSpc>
              <a:spcBef>
                <a:spcPts val="0"/>
              </a:spcBef>
              <a:spcAft>
                <a:spcPts val="0"/>
              </a:spcAft>
              <a:buClr>
                <a:srgbClr val="FFFFFF"/>
              </a:buClr>
              <a:buSzPts val="1800"/>
              <a:buFont typeface="Helvetica Neue"/>
              <a:buChar char="■"/>
              <a:defRPr b="1" i="0" sz="1800" u="none" cap="none" strike="noStrike">
                <a:solidFill>
                  <a:srgbClr val="FFFFFF"/>
                </a:solidFill>
                <a:latin typeface="Helvetica Neue"/>
                <a:ea typeface="Helvetica Neue"/>
                <a:cs typeface="Helvetica Neue"/>
                <a:sym typeface="Helvetica Neue"/>
              </a:defRPr>
            </a:lvl9pPr>
          </a:lstStyle>
          <a:p/>
        </p:txBody>
      </p:sp>
      <p:sp>
        <p:nvSpPr>
          <p:cNvPr id="707" name="Google Shape;707;p72"/>
          <p:cNvSpPr txBox="1"/>
          <p:nvPr>
            <p:ph idx="12" type="sldNum"/>
          </p:nvPr>
        </p:nvSpPr>
        <p:spPr>
          <a:xfrm>
            <a:off x="8695814" y="4694773"/>
            <a:ext cx="325500" cy="330600"/>
          </a:xfrm>
          <a:prstGeom prst="rect">
            <a:avLst/>
          </a:prstGeom>
          <a:noFill/>
          <a:ln>
            <a:noFill/>
          </a:ln>
        </p:spPr>
        <p:txBody>
          <a:bodyPr anchorCtr="0" anchor="ctr" bIns="91425" lIns="91425" spcFirstLastPara="1" rIns="91425" wrap="square" tIns="91425">
            <a:normAutofit lnSpcReduction="10000"/>
          </a:bodyPr>
          <a:lstStyle>
            <a:lvl1pPr indent="0" lvl="0" marL="0" marR="0" rtl="0" algn="r">
              <a:lnSpc>
                <a:spcPct val="100000"/>
              </a:lnSpc>
              <a:spcBef>
                <a:spcPts val="0"/>
              </a:spcBef>
              <a:spcAft>
                <a:spcPts val="0"/>
              </a:spcAft>
              <a:buClr>
                <a:srgbClr val="ADADAD"/>
              </a:buClr>
              <a:buSzPts val="1000"/>
              <a:buFont typeface="Helvetica Neue"/>
              <a:buNone/>
              <a:defRPr b="0" i="0" sz="1000" u="none" cap="none" strike="noStrike">
                <a:solidFill>
                  <a:srgbClr val="ADADAD"/>
                </a:solidFill>
                <a:latin typeface="Helvetica Neue"/>
                <a:ea typeface="Helvetica Neue"/>
                <a:cs typeface="Helvetica Neue"/>
                <a:sym typeface="Helvetica Neue"/>
              </a:defRPr>
            </a:lvl1pPr>
            <a:lvl2pPr indent="0" lvl="1" marL="0" marR="0" rtl="0" algn="r">
              <a:lnSpc>
                <a:spcPct val="100000"/>
              </a:lnSpc>
              <a:spcBef>
                <a:spcPts val="0"/>
              </a:spcBef>
              <a:spcAft>
                <a:spcPts val="0"/>
              </a:spcAft>
              <a:buClr>
                <a:srgbClr val="ADADAD"/>
              </a:buClr>
              <a:buSzPts val="1000"/>
              <a:buFont typeface="Helvetica Neue"/>
              <a:buNone/>
              <a:defRPr b="0" i="0" sz="1000" u="none" cap="none" strike="noStrike">
                <a:solidFill>
                  <a:srgbClr val="ADADAD"/>
                </a:solidFill>
                <a:latin typeface="Helvetica Neue"/>
                <a:ea typeface="Helvetica Neue"/>
                <a:cs typeface="Helvetica Neue"/>
                <a:sym typeface="Helvetica Neue"/>
              </a:defRPr>
            </a:lvl2pPr>
            <a:lvl3pPr indent="0" lvl="2" marL="0" marR="0" rtl="0" algn="r">
              <a:lnSpc>
                <a:spcPct val="100000"/>
              </a:lnSpc>
              <a:spcBef>
                <a:spcPts val="0"/>
              </a:spcBef>
              <a:spcAft>
                <a:spcPts val="0"/>
              </a:spcAft>
              <a:buClr>
                <a:srgbClr val="ADADAD"/>
              </a:buClr>
              <a:buSzPts val="1000"/>
              <a:buFont typeface="Helvetica Neue"/>
              <a:buNone/>
              <a:defRPr b="0" i="0" sz="1000" u="none" cap="none" strike="noStrike">
                <a:solidFill>
                  <a:srgbClr val="ADADAD"/>
                </a:solidFill>
                <a:latin typeface="Helvetica Neue"/>
                <a:ea typeface="Helvetica Neue"/>
                <a:cs typeface="Helvetica Neue"/>
                <a:sym typeface="Helvetica Neue"/>
              </a:defRPr>
            </a:lvl3pPr>
            <a:lvl4pPr indent="0" lvl="3" marL="0" marR="0" rtl="0" algn="r">
              <a:lnSpc>
                <a:spcPct val="100000"/>
              </a:lnSpc>
              <a:spcBef>
                <a:spcPts val="0"/>
              </a:spcBef>
              <a:spcAft>
                <a:spcPts val="0"/>
              </a:spcAft>
              <a:buClr>
                <a:srgbClr val="ADADAD"/>
              </a:buClr>
              <a:buSzPts val="1000"/>
              <a:buFont typeface="Helvetica Neue"/>
              <a:buNone/>
              <a:defRPr b="0" i="0" sz="1000" u="none" cap="none" strike="noStrike">
                <a:solidFill>
                  <a:srgbClr val="ADADAD"/>
                </a:solidFill>
                <a:latin typeface="Helvetica Neue"/>
                <a:ea typeface="Helvetica Neue"/>
                <a:cs typeface="Helvetica Neue"/>
                <a:sym typeface="Helvetica Neue"/>
              </a:defRPr>
            </a:lvl4pPr>
            <a:lvl5pPr indent="0" lvl="4" marL="0" marR="0" rtl="0" algn="r">
              <a:lnSpc>
                <a:spcPct val="100000"/>
              </a:lnSpc>
              <a:spcBef>
                <a:spcPts val="0"/>
              </a:spcBef>
              <a:spcAft>
                <a:spcPts val="0"/>
              </a:spcAft>
              <a:buClr>
                <a:srgbClr val="ADADAD"/>
              </a:buClr>
              <a:buSzPts val="1000"/>
              <a:buFont typeface="Helvetica Neue"/>
              <a:buNone/>
              <a:defRPr b="0" i="0" sz="1000" u="none" cap="none" strike="noStrike">
                <a:solidFill>
                  <a:srgbClr val="ADADAD"/>
                </a:solidFill>
                <a:latin typeface="Helvetica Neue"/>
                <a:ea typeface="Helvetica Neue"/>
                <a:cs typeface="Helvetica Neue"/>
                <a:sym typeface="Helvetica Neue"/>
              </a:defRPr>
            </a:lvl5pPr>
            <a:lvl6pPr indent="0" lvl="5" marL="0" marR="0" rtl="0" algn="r">
              <a:lnSpc>
                <a:spcPct val="100000"/>
              </a:lnSpc>
              <a:spcBef>
                <a:spcPts val="0"/>
              </a:spcBef>
              <a:spcAft>
                <a:spcPts val="0"/>
              </a:spcAft>
              <a:buClr>
                <a:srgbClr val="ADADAD"/>
              </a:buClr>
              <a:buSzPts val="1000"/>
              <a:buFont typeface="Helvetica Neue"/>
              <a:buNone/>
              <a:defRPr b="0" i="0" sz="1000" u="none" cap="none" strike="noStrike">
                <a:solidFill>
                  <a:srgbClr val="ADADAD"/>
                </a:solidFill>
                <a:latin typeface="Helvetica Neue"/>
                <a:ea typeface="Helvetica Neue"/>
                <a:cs typeface="Helvetica Neue"/>
                <a:sym typeface="Helvetica Neue"/>
              </a:defRPr>
            </a:lvl6pPr>
            <a:lvl7pPr indent="0" lvl="6" marL="0" marR="0" rtl="0" algn="r">
              <a:lnSpc>
                <a:spcPct val="100000"/>
              </a:lnSpc>
              <a:spcBef>
                <a:spcPts val="0"/>
              </a:spcBef>
              <a:spcAft>
                <a:spcPts val="0"/>
              </a:spcAft>
              <a:buClr>
                <a:srgbClr val="ADADAD"/>
              </a:buClr>
              <a:buSzPts val="1000"/>
              <a:buFont typeface="Helvetica Neue"/>
              <a:buNone/>
              <a:defRPr b="0" i="0" sz="1000" u="none" cap="none" strike="noStrike">
                <a:solidFill>
                  <a:srgbClr val="ADADAD"/>
                </a:solidFill>
                <a:latin typeface="Helvetica Neue"/>
                <a:ea typeface="Helvetica Neue"/>
                <a:cs typeface="Helvetica Neue"/>
                <a:sym typeface="Helvetica Neue"/>
              </a:defRPr>
            </a:lvl7pPr>
            <a:lvl8pPr indent="0" lvl="7" marL="0" marR="0" rtl="0" algn="r">
              <a:lnSpc>
                <a:spcPct val="100000"/>
              </a:lnSpc>
              <a:spcBef>
                <a:spcPts val="0"/>
              </a:spcBef>
              <a:spcAft>
                <a:spcPts val="0"/>
              </a:spcAft>
              <a:buClr>
                <a:srgbClr val="ADADAD"/>
              </a:buClr>
              <a:buSzPts val="1000"/>
              <a:buFont typeface="Helvetica Neue"/>
              <a:buNone/>
              <a:defRPr b="0" i="0" sz="1000" u="none" cap="none" strike="noStrike">
                <a:solidFill>
                  <a:srgbClr val="ADADAD"/>
                </a:solidFill>
                <a:latin typeface="Helvetica Neue"/>
                <a:ea typeface="Helvetica Neue"/>
                <a:cs typeface="Helvetica Neue"/>
                <a:sym typeface="Helvetica Neue"/>
              </a:defRPr>
            </a:lvl8pPr>
            <a:lvl9pPr indent="0" lvl="8" marL="0" marR="0" rtl="0" algn="r">
              <a:lnSpc>
                <a:spcPct val="100000"/>
              </a:lnSpc>
              <a:spcBef>
                <a:spcPts val="0"/>
              </a:spcBef>
              <a:spcAft>
                <a:spcPts val="0"/>
              </a:spcAft>
              <a:buClr>
                <a:srgbClr val="ADADAD"/>
              </a:buClr>
              <a:buSzPts val="1000"/>
              <a:buFont typeface="Helvetica Neue"/>
              <a:buNone/>
              <a:defRPr b="0" i="0" sz="1000" u="none" cap="none" strike="noStrike">
                <a:solidFill>
                  <a:srgbClr val="ADADAD"/>
                </a:solidFill>
                <a:latin typeface="Helvetica Neue"/>
                <a:ea typeface="Helvetica Neue"/>
                <a:cs typeface="Helvetica Neue"/>
                <a:sym typeface="Helvetica Neue"/>
              </a:defRPr>
            </a:lvl9pPr>
          </a:lstStyle>
          <a:p>
            <a:pPr indent="0" lvl="0" marL="0" rtl="0" algn="r">
              <a:spcBef>
                <a:spcPts val="0"/>
              </a:spcBef>
              <a:spcAft>
                <a:spcPts val="0"/>
              </a:spcAft>
              <a:buNone/>
            </a:pPr>
            <a:fld id="{00000000-1234-1234-1234-123412341234}" type="slidenum">
              <a:rPr lang="en"/>
              <a:t>‹#›</a:t>
            </a:fld>
            <a:endParaRPr sz="500">
              <a:solidFill>
                <a:srgbClr val="000000"/>
              </a:solidFill>
              <a:latin typeface="Arial"/>
              <a:ea typeface="Arial"/>
              <a:cs typeface="Arial"/>
              <a:sym typeface="Arial"/>
            </a:endParaRPr>
          </a:p>
        </p:txBody>
      </p:sp>
    </p:spTree>
  </p:cSld>
  <p:clrMap accent1="accent1" accent2="accent2" accent3="accent3" accent4="accent4" accent5="accent5" accent6="accent6" bg1="lt1" bg2="dk2" tx1="dk1" tx2="lt2" folHlink="folHlink" hlink="hlink"/>
  <p:sldLayoutIdLst>
    <p:sldLayoutId id="2147483717" r:id="rId2"/>
    <p:sldLayoutId id="2147483718" r:id="rId3"/>
    <p:sldLayoutId id="2147483719" r:id="rId4"/>
    <p:sldLayoutId id="2147483720" r:id="rId5"/>
    <p:sldLayoutId id="2147483721" r:id="rId6"/>
    <p:sldLayoutId id="2147483722" r:id="rId7"/>
    <p:sldLayoutId id="2147483723" r:id="rId8"/>
    <p:sldLayoutId id="2147483724" r:id="rId9"/>
    <p:sldLayoutId id="2147483725" r:id="rId10"/>
    <p:sldLayoutId id="2147483726" r:id="rId11"/>
    <p:sldLayoutId id="2147483727" r:id="rId12"/>
    <p:sldLayoutId id="2147483728" r:id="rId13"/>
    <p:sldLayoutId id="2147483729" r:id="rId14"/>
    <p:sldLayoutId id="2147483730" r:id="rId15"/>
    <p:sldLayoutId id="2147483731" r:id="rId16"/>
    <p:sldLayoutId id="2147483732" r:id="rId17"/>
    <p:sldLayoutId id="2147483733" r:id="rId18"/>
    <p:sldLayoutId id="2147483734" r:id="rId19"/>
    <p:sldLayoutId id="2147483735" r:id="rId20"/>
    <p:sldLayoutId id="2147483736" r:id="rId21"/>
    <p:sldLayoutId id="2147483737" r:id="rId22"/>
    <p:sldLayoutId id="2147483738" r:id="rId23"/>
    <p:sldLayoutId id="2147483739" r:id="rId24"/>
    <p:sldLayoutId id="2147483740" r:id="rId25"/>
    <p:sldLayoutId id="2147483741" r:id="rId26"/>
    <p:sldLayoutId id="2147483742" r:id="rId27"/>
    <p:sldLayoutId id="2147483743" r:id="rId28"/>
    <p:sldLayoutId id="2147483744" r:id="rId29"/>
    <p:sldLayoutId id="2147483745" r:id="rId30"/>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1.xml"/><Relationship Id="rId3" Type="http://schemas.openxmlformats.org/officeDocument/2006/relationships/image" Target="../media/image6.jp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12.xml"/><Relationship Id="rId3" Type="http://schemas.openxmlformats.org/officeDocument/2006/relationships/image" Target="../media/image16.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13.xml"/><Relationship Id="rId3" Type="http://schemas.openxmlformats.org/officeDocument/2006/relationships/image" Target="../media/image25.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14.xml"/><Relationship Id="rId3" Type="http://schemas.openxmlformats.org/officeDocument/2006/relationships/image" Target="../media/image6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15.xml"/><Relationship Id="rId3" Type="http://schemas.openxmlformats.org/officeDocument/2006/relationships/image" Target="../media/image67.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16.xml"/><Relationship Id="rId3" Type="http://schemas.openxmlformats.org/officeDocument/2006/relationships/image" Target="../media/image68.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22.xml"/><Relationship Id="rId3" Type="http://schemas.openxmlformats.org/officeDocument/2006/relationships/image" Target="../media/image69.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23.xml"/><Relationship Id="rId3" Type="http://schemas.openxmlformats.org/officeDocument/2006/relationships/image" Target="../media/image70.png"/><Relationship Id="rId4" Type="http://schemas.openxmlformats.org/officeDocument/2006/relationships/image" Target="../media/image72.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24.xml"/><Relationship Id="rId3" Type="http://schemas.openxmlformats.org/officeDocument/2006/relationships/image" Target="../media/image74.png"/></Relationships>
</file>

<file path=ppt/slides/slide1.xml><?xml version="1.0" encoding="utf-8"?>
<p:sld xmlns:a="http://schemas.openxmlformats.org/drawingml/2006/main" xmlns:p="http://schemas.openxmlformats.org/presentationml/2006/main" xmlns:r="http://schemas.openxmlformats.org/officeDocument/2006/relationships" showMasterSp="0">
  <p:cSld>
    <p:bg>
      <p:bgPr>
        <a:solidFill>
          <a:srgbClr val="000000"/>
        </a:solidFill>
        <a:effectLst/>
      </p:bgPr>
    </p:bg>
    <p:spTree>
      <p:nvGrpSpPr>
        <p:cNvPr id="1" name=""/>
        <p:cNvGrpSpPr/>
        <p:nvPr/>
      </p:nvGrpSpPr>
      <p:grpSpPr/>
      <p:pic>
        <p:nvPicPr>
          <p:cNvPr id="2" name="Picture 1" descr="w1-title-art.jpg"/>
          <p:cNvPicPr>
            <a:picLocks noChangeAspect="1"/>
          </p:cNvPicPr>
          <p:nvPr/>
        </p:nvPicPr>
        <p:blipFill>
          <a:blip r:embed="rId3"/>
          <a:stretch>
            <a:fillRect/>
          </a:stretch>
        </p:blipFill>
        <p:spPr>
          <a:xfrm>
            <a:off x="0" y="0"/>
            <a:ext cx="9144000" cy="5143500"/>
          </a:xfrm>
          <a:prstGeom prst="rect">
            <a:avLst/>
          </a:prstGeom>
        </p:spPr>
      </p:pic>
      <p:sp>
        <p:nvSpPr>
          <p:cNvPr id="3" name="text:Build night 1"/>
          <p:cNvSpPr txBox="1"/>
          <p:nvPr/>
        </p:nvSpPr>
        <p:spPr>
          <a:xfrm>
            <a:off x="5257800" y="685800"/>
            <a:ext cx="3657600" cy="548640"/>
          </a:xfrm>
          <a:prstGeom prst="rect">
            <a:avLst/>
          </a:prstGeom>
          <a:noFill/>
        </p:spPr>
        <p:txBody>
          <a:bodyPr wrap="square" lIns="9144" rIns="9144" tIns="0" bIns="0">
            <a:spAutoFit/>
          </a:bodyPr>
          <a:lstStyle/>
          <a:p>
            <a:pPr>
              <a:lnSpc>
                <a:spcPct val="106000"/>
              </a:lnSpc>
              <a:spcAft>
                <a:spcPts val="400"/>
              </a:spcAft>
              <a:defRPr sz="3000" b="0">
                <a:solidFill>
                  <a:srgbClr val="B3A5FF"/>
                </a:solidFill>
                <a:latin typeface="Helvetica Neue"/>
              </a:defRPr>
            </a:pPr>
            <a:r>
              <a:t>Build night 1</a:t>
            </a:r>
          </a:p>
        </p:txBody>
      </p:sp>
      <p:sp>
        <p:nvSpPr>
          <p:cNvPr id="4" name="text:Data Collection and Risk Hook"/>
          <p:cNvSpPr txBox="1"/>
          <p:nvPr/>
        </p:nvSpPr>
        <p:spPr>
          <a:xfrm>
            <a:off x="5257800" y="1417320"/>
            <a:ext cx="3566160" cy="1097280"/>
          </a:xfrm>
          <a:prstGeom prst="rect">
            <a:avLst/>
          </a:prstGeom>
          <a:noFill/>
        </p:spPr>
        <p:txBody>
          <a:bodyPr wrap="square" lIns="9144" rIns="9144" tIns="0" bIns="0">
            <a:spAutoFit/>
          </a:bodyPr>
          <a:lstStyle/>
          <a:p>
            <a:pPr>
              <a:lnSpc>
                <a:spcPct val="106000"/>
              </a:lnSpc>
              <a:spcAft>
                <a:spcPts val="400"/>
              </a:spcAft>
              <a:defRPr sz="2200" b="0">
                <a:solidFill>
                  <a:srgbClr val="F2F5F8"/>
                </a:solidFill>
                <a:latin typeface="Helvetica Neue"/>
              </a:defRPr>
            </a:pPr>
            <a:r>
              <a:t>Data Collection</a:t>
            </a:r>
          </a:p>
          <a:p>
            <a:pPr>
              <a:lnSpc>
                <a:spcPct val="106000"/>
              </a:lnSpc>
              <a:spcAft>
                <a:spcPts val="400"/>
              </a:spcAft>
              <a:defRPr sz="2200" b="0">
                <a:solidFill>
                  <a:srgbClr val="F2F5F8"/>
                </a:solidFill>
                <a:latin typeface="Helvetica Neue"/>
              </a:defRPr>
            </a:pPr>
            <a:r>
              <a:t>and Risk Hook</a:t>
            </a:r>
          </a:p>
        </p:txBody>
      </p:sp>
      <p:sp>
        <p:nvSpPr>
          <p:cNvPr id="5" name="text:What a trading agent needs to see, a"/>
          <p:cNvSpPr txBox="1"/>
          <p:nvPr/>
        </p:nvSpPr>
        <p:spPr>
          <a:xfrm>
            <a:off x="5257800" y="2514600"/>
            <a:ext cx="3383280" cy="731520"/>
          </a:xfrm>
          <a:prstGeom prst="rect">
            <a:avLst/>
          </a:prstGeom>
          <a:noFill/>
        </p:spPr>
        <p:txBody>
          <a:bodyPr wrap="square" lIns="9144" rIns="9144" tIns="0" bIns="0">
            <a:spAutoFit/>
          </a:bodyPr>
          <a:lstStyle/>
          <a:p>
            <a:pPr>
              <a:lnSpc>
                <a:spcPct val="106000"/>
              </a:lnSpc>
              <a:spcAft>
                <a:spcPts val="400"/>
              </a:spcAft>
              <a:defRPr sz="1200" b="0">
                <a:solidFill>
                  <a:srgbClr val="B3A5FF"/>
                </a:solidFill>
                <a:latin typeface="Helvetica Neue"/>
              </a:defRPr>
            </a:pPr>
            <a:r>
              <a:t>What a trading agent needs to see, and the code that can say no.</a:t>
            </a:r>
          </a:p>
        </p:txBody>
      </p:sp>
      <p:sp>
        <p:nvSpPr>
          <p:cNvPr id="6" name="text:Travis Sim"/>
          <p:cNvSpPr txBox="1"/>
          <p:nvPr/>
        </p:nvSpPr>
        <p:spPr>
          <a:xfrm>
            <a:off x="5257800" y="4114800"/>
            <a:ext cx="3474720" cy="182880"/>
          </a:xfrm>
          <a:prstGeom prst="rect">
            <a:avLst/>
          </a:prstGeom>
          <a:noFill/>
        </p:spPr>
        <p:txBody>
          <a:bodyPr wrap="square" lIns="9144" rIns="9144" tIns="0" bIns="0">
            <a:spAutoFit/>
          </a:bodyPr>
          <a:lstStyle/>
          <a:p>
            <a:pPr>
              <a:lnSpc>
                <a:spcPct val="106000"/>
              </a:lnSpc>
              <a:spcAft>
                <a:spcPts val="400"/>
              </a:spcAft>
              <a:defRPr sz="900" b="0">
                <a:solidFill>
                  <a:srgbClr val="F2F5F8"/>
                </a:solidFill>
                <a:latin typeface="Helvetica Neue"/>
              </a:defRPr>
            </a:pPr>
            <a:r>
              <a:t>Travis Sim</a:t>
            </a:r>
          </a:p>
        </p:txBody>
      </p:sp>
      <p:sp>
        <p:nvSpPr>
          <p:cNvPr id="7" name="text:NUS · Singapore"/>
          <p:cNvSpPr txBox="1"/>
          <p:nvPr/>
        </p:nvSpPr>
        <p:spPr>
          <a:xfrm>
            <a:off x="5257800" y="4315968"/>
            <a:ext cx="3474720" cy="182880"/>
          </a:xfrm>
          <a:prstGeom prst="rect">
            <a:avLst/>
          </a:prstGeom>
          <a:noFill/>
        </p:spPr>
        <p:txBody>
          <a:bodyPr wrap="square" lIns="9144" rIns="9144" tIns="0" bIns="0">
            <a:spAutoFit/>
          </a:bodyPr>
          <a:lstStyle/>
          <a:p>
            <a:pPr>
              <a:lnSpc>
                <a:spcPct val="106000"/>
              </a:lnSpc>
              <a:spcAft>
                <a:spcPts val="400"/>
              </a:spcAft>
              <a:defRPr sz="900" b="0">
                <a:solidFill>
                  <a:srgbClr val="9A9AA2"/>
                </a:solidFill>
                <a:latin typeface="Helvetica Neue"/>
              </a:defRPr>
            </a:pPr>
            <a:r>
              <a:t>NUS · Singapore</a:t>
            </a:r>
          </a:p>
        </p:txBody>
      </p:sp>
      <p:sp>
        <p:nvSpPr>
          <p:cNvPr id="8" name="text:Thu 22 Oct 2026 · COM3/COM4"/>
          <p:cNvSpPr txBox="1"/>
          <p:nvPr/>
        </p:nvSpPr>
        <p:spPr>
          <a:xfrm>
            <a:off x="5257800" y="4517136"/>
            <a:ext cx="3474720" cy="182880"/>
          </a:xfrm>
          <a:prstGeom prst="rect">
            <a:avLst/>
          </a:prstGeom>
          <a:noFill/>
        </p:spPr>
        <p:txBody>
          <a:bodyPr wrap="square" lIns="9144" rIns="9144" tIns="0" bIns="0">
            <a:spAutoFit/>
          </a:bodyPr>
          <a:lstStyle/>
          <a:p>
            <a:pPr>
              <a:lnSpc>
                <a:spcPct val="106000"/>
              </a:lnSpc>
              <a:spcAft>
                <a:spcPts val="400"/>
              </a:spcAft>
              <a:defRPr sz="900" b="0">
                <a:solidFill>
                  <a:srgbClr val="9A9AA2"/>
                </a:solidFill>
                <a:latin typeface="Helvetica Neue"/>
              </a:defRPr>
            </a:pPr>
            <a:r>
              <a:t>Thu 22 Oct 2026 · COM3/COM4</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showMasterSp="0">
  <p:cSld>
    <p:bg>
      <p:bgPr>
        <a:solidFill>
          <a:srgbClr val="000000"/>
        </a:solidFill>
        <a:effectLst/>
      </p:bgPr>
    </p:bg>
    <p:spTree>
      <p:nvGrpSpPr>
        <p:cNvPr id="1" name=""/>
        <p:cNvGrpSpPr/>
        <p:nvPr/>
      </p:nvGrpSpPr>
      <p:grpSpPr/>
      <p:sp>
        <p:nvSpPr>
          <p:cNvPr id="2" name="text:Where we are"/>
          <p:cNvSpPr txBox="1"/>
          <p:nvPr/>
        </p:nvSpPr>
        <p:spPr>
          <a:xfrm>
            <a:off x="457200" y="457200"/>
            <a:ext cx="8229600" cy="548640"/>
          </a:xfrm>
          <a:prstGeom prst="rect">
            <a:avLst/>
          </a:prstGeom>
          <a:noFill/>
        </p:spPr>
        <p:txBody>
          <a:bodyPr wrap="square" lIns="9144" rIns="9144" tIns="0" bIns="0">
            <a:spAutoFit/>
          </a:bodyPr>
          <a:lstStyle/>
          <a:p>
            <a:pPr>
              <a:lnSpc>
                <a:spcPct val="106000"/>
              </a:lnSpc>
              <a:spcAft>
                <a:spcPts val="400"/>
              </a:spcAft>
              <a:defRPr sz="3400" b="0">
                <a:solidFill>
                  <a:srgbClr val="F2F5F8"/>
                </a:solidFill>
                <a:latin typeface="Helvetica Neue"/>
              </a:defRPr>
            </a:pPr>
            <a:r>
              <a:t>Where we are</a:t>
            </a:r>
          </a:p>
        </p:txBody>
      </p:sp>
      <p:sp>
        <p:nvSpPr>
          <p:cNvPr id="3" name="text:Tonight's question: which data would"/>
          <p:cNvSpPr txBox="1"/>
          <p:nvPr/>
        </p:nvSpPr>
        <p:spPr>
          <a:xfrm>
            <a:off x="475488" y="1051560"/>
            <a:ext cx="8138160" cy="274320"/>
          </a:xfrm>
          <a:prstGeom prst="rect">
            <a:avLst/>
          </a:prstGeom>
          <a:noFill/>
        </p:spPr>
        <p:txBody>
          <a:bodyPr wrap="square" lIns="9144" rIns="9144" tIns="0" bIns="0">
            <a:spAutoFit/>
          </a:bodyPr>
          <a:lstStyle/>
          <a:p>
            <a:pPr>
              <a:lnSpc>
                <a:spcPct val="106000"/>
              </a:lnSpc>
              <a:spcAft>
                <a:spcPts val="400"/>
              </a:spcAft>
              <a:defRPr sz="1500" b="0">
                <a:solidFill>
                  <a:srgbClr val="B3A5FF"/>
                </a:solidFill>
                <a:latin typeface="Helvetica Neue"/>
              </a:defRPr>
            </a:pPr>
            <a:r>
              <a:t>Tonight's question: which data would hurt your agent most if it went stale?</a:t>
            </a:r>
          </a:p>
        </p:txBody>
      </p:sp>
      <p:sp>
        <p:nvSpPr>
          <p:cNvPr id="4" name="text:2"/>
          <p:cNvSpPr txBox="1"/>
          <p:nvPr/>
        </p:nvSpPr>
        <p:spPr>
          <a:xfrm>
            <a:off x="8503920" y="4800600"/>
            <a:ext cx="365760" cy="164592"/>
          </a:xfrm>
          <a:prstGeom prst="rect">
            <a:avLst/>
          </a:prstGeom>
          <a:noFill/>
        </p:spPr>
        <p:txBody>
          <a:bodyPr wrap="square" lIns="9144" rIns="9144" tIns="0" bIns="0">
            <a:spAutoFit/>
          </a:bodyPr>
          <a:lstStyle/>
          <a:p>
            <a:pPr algn="r">
              <a:lnSpc>
                <a:spcPct val="106000"/>
              </a:lnSpc>
              <a:spcAft>
                <a:spcPts val="400"/>
              </a:spcAft>
              <a:defRPr sz="800" b="0">
                <a:solidFill>
                  <a:srgbClr val="9A9AA2"/>
                </a:solidFill>
                <a:latin typeface="Helvetica Neue"/>
              </a:defRPr>
            </a:pPr>
            <a:r>
              <a:t>2</a:t>
            </a:r>
          </a:p>
        </p:txBody>
      </p:sp>
      <p:sp>
        <p:nvSpPr>
          <p:cNvPr id="5" name="Rounded Rectangle 4"/>
          <p:cNvSpPr/>
          <p:nvPr/>
        </p:nvSpPr>
        <p:spPr>
          <a:xfrm>
            <a:off x="548640" y="1783080"/>
            <a:ext cx="2560320" cy="2331720"/>
          </a:xfrm>
          <a:prstGeom prst="roundRect">
            <a:avLst>
              <a:gd name="adj" fmla="val 5490"/>
            </a:avLst>
          </a:prstGeom>
          <a:noFill/>
          <a:ln w="10160">
            <a:solidFill>
              <a:srgbClr val="3DDC9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749808" y="1892807"/>
            <a:ext cx="619963" cy="219456"/>
          </a:xfrm>
          <a:prstGeom prst="roundRect">
            <a:avLst>
              <a:gd name="adj" fmla="val 50000"/>
            </a:avLst>
          </a:prstGeom>
          <a:solidFill>
            <a:srgbClr val="3DDC97"/>
          </a:solidFill>
          <a:ln w="10160">
            <a:solidFill>
              <a:srgbClr val="3DDC9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DONE"/>
          <p:cNvSpPr txBox="1"/>
          <p:nvPr/>
        </p:nvSpPr>
        <p:spPr>
          <a:xfrm>
            <a:off x="749808" y="1911095"/>
            <a:ext cx="619963" cy="201168"/>
          </a:xfrm>
          <a:prstGeom prst="rect">
            <a:avLst/>
          </a:prstGeom>
          <a:noFill/>
        </p:spPr>
        <p:txBody>
          <a:bodyPr wrap="square" lIns="9144" rIns="9144" tIns="0" bIns="0" anchor="ctr">
            <a:spAutoFit/>
          </a:bodyPr>
          <a:lstStyle/>
          <a:p>
            <a:pPr algn="ctr">
              <a:lnSpc>
                <a:spcPct val="106000"/>
              </a:lnSpc>
              <a:spcAft>
                <a:spcPts val="400"/>
              </a:spcAft>
              <a:defRPr sz="900" b="0">
                <a:solidFill>
                  <a:srgbClr val="000000"/>
                </a:solidFill>
                <a:latin typeface="Helvetica Neue"/>
              </a:defRPr>
            </a:pPr>
            <a:r>
              <a:t>DONE</a:t>
            </a:r>
          </a:p>
        </p:txBody>
      </p:sp>
      <p:sp>
        <p:nvSpPr>
          <p:cNvPr id="8" name="text:Workshop 1"/>
          <p:cNvSpPr txBox="1"/>
          <p:nvPr/>
        </p:nvSpPr>
        <p:spPr>
          <a:xfrm>
            <a:off x="749808" y="2331720"/>
            <a:ext cx="2194560" cy="365760"/>
          </a:xfrm>
          <a:prstGeom prst="rect">
            <a:avLst/>
          </a:prstGeom>
          <a:noFill/>
        </p:spPr>
        <p:txBody>
          <a:bodyPr wrap="square" lIns="9144" rIns="9144" tIns="0" bIns="0">
            <a:spAutoFit/>
          </a:bodyPr>
          <a:lstStyle/>
          <a:p>
            <a:pPr>
              <a:lnSpc>
                <a:spcPct val="106000"/>
              </a:lnSpc>
              <a:spcAft>
                <a:spcPts val="400"/>
              </a:spcAft>
              <a:defRPr sz="2000" b="0">
                <a:solidFill>
                  <a:srgbClr val="F2F5F8"/>
                </a:solidFill>
                <a:latin typeface="Helvetica Neue"/>
              </a:defRPr>
            </a:pPr>
            <a:r>
              <a:t>Workshop 1</a:t>
            </a:r>
          </a:p>
        </p:txBody>
      </p:sp>
      <p:sp>
        <p:nvSpPr>
          <p:cNvPr id="9" name="text:Tue 13 Oct"/>
          <p:cNvSpPr txBox="1"/>
          <p:nvPr/>
        </p:nvSpPr>
        <p:spPr>
          <a:xfrm>
            <a:off x="749808" y="2743200"/>
            <a:ext cx="2194560" cy="228600"/>
          </a:xfrm>
          <a:prstGeom prst="rect">
            <a:avLst/>
          </a:prstGeom>
          <a:noFill/>
        </p:spPr>
        <p:txBody>
          <a:bodyPr wrap="square" lIns="9144" rIns="9144" tIns="0" bIns="0">
            <a:spAutoFit/>
          </a:bodyPr>
          <a:lstStyle/>
          <a:p>
            <a:pPr>
              <a:lnSpc>
                <a:spcPct val="106000"/>
              </a:lnSpc>
              <a:spcAft>
                <a:spcPts val="400"/>
              </a:spcAft>
              <a:defRPr sz="1300" b="0">
                <a:solidFill>
                  <a:srgbClr val="3DDC97"/>
                </a:solidFill>
                <a:latin typeface="Helvetica Neue"/>
              </a:defRPr>
            </a:pPr>
            <a:r>
              <a:t>Tue 13 Oct</a:t>
            </a:r>
          </a:p>
        </p:txBody>
      </p:sp>
      <p:sp>
        <p:nvSpPr>
          <p:cNvPr id="10" name="text:Picked a trading bot and built a fir"/>
          <p:cNvSpPr txBox="1"/>
          <p:nvPr/>
        </p:nvSpPr>
        <p:spPr>
          <a:xfrm>
            <a:off x="749808" y="3108960"/>
            <a:ext cx="2194560" cy="731520"/>
          </a:xfrm>
          <a:prstGeom prst="rect">
            <a:avLst/>
          </a:prstGeom>
          <a:noFill/>
        </p:spPr>
        <p:txBody>
          <a:bodyPr wrap="square" lIns="9144" rIns="9144" tIns="0" bIns="0">
            <a:spAutoFit/>
          </a:bodyPr>
          <a:lstStyle/>
          <a:p>
            <a:pPr>
              <a:lnSpc>
                <a:spcPct val="106000"/>
              </a:lnSpc>
              <a:spcAft>
                <a:spcPts val="400"/>
              </a:spcAft>
              <a:defRPr sz="1200" b="0">
                <a:solidFill>
                  <a:srgbClr val="9A9AA2"/>
                </a:solidFill>
                <a:latin typeface="Helvetica Neue"/>
              </a:defRPr>
            </a:pPr>
            <a:r>
              <a:t>Picked a trading bot and built a first one</a:t>
            </a:r>
          </a:p>
        </p:txBody>
      </p:sp>
      <p:cxnSp>
        <p:nvCxnSpPr>
          <p:cNvPr id="11" name="Connector 10"/>
          <p:cNvCxnSpPr/>
          <p:nvPr/>
        </p:nvCxnSpPr>
        <p:spPr>
          <a:xfrm>
            <a:off x="3136392" y="2852928"/>
            <a:ext cx="173736" cy="0"/>
          </a:xfrm>
          <a:prstGeom prst="line">
            <a:avLst/>
          </a:prstGeom>
          <a:ln w="10160">
            <a:solidFill>
              <a:srgbClr val="666666"/>
            </a:solidFill>
            <a:tailEnd type="triangle" w="med" len="med"/>
          </a:ln>
        </p:spPr>
        <p:style>
          <a:lnRef idx="2">
            <a:schemeClr val="accent1"/>
          </a:lnRef>
          <a:fillRef idx="0">
            <a:schemeClr val="accent1"/>
          </a:fillRef>
          <a:effectRef idx="1">
            <a:schemeClr val="accent1"/>
          </a:effectRef>
          <a:fontRef idx="minor">
            <a:schemeClr val="tx1"/>
          </a:fontRef>
        </p:style>
      </p:cxnSp>
      <p:sp>
        <p:nvSpPr>
          <p:cNvPr id="12" name="Rounded Rectangle 11"/>
          <p:cNvSpPr/>
          <p:nvPr/>
        </p:nvSpPr>
        <p:spPr>
          <a:xfrm>
            <a:off x="3337560" y="1783080"/>
            <a:ext cx="2560320" cy="2331720"/>
          </a:xfrm>
          <a:prstGeom prst="roundRect">
            <a:avLst>
              <a:gd name="adj" fmla="val 5490"/>
            </a:avLst>
          </a:prstGeom>
          <a:solidFill>
            <a:srgbClr val="100821"/>
          </a:solidFill>
          <a:ln w="15240">
            <a:solidFill>
              <a:srgbClr val="B3A5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3538728" y="1892807"/>
            <a:ext cx="879195" cy="219456"/>
          </a:xfrm>
          <a:prstGeom prst="roundRect">
            <a:avLst>
              <a:gd name="adj" fmla="val 50000"/>
            </a:avLst>
          </a:prstGeom>
          <a:solidFill>
            <a:srgbClr val="B3A5FF"/>
          </a:solidFill>
          <a:ln w="10160">
            <a:solidFill>
              <a:srgbClr val="B3A5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TONIGHT"/>
          <p:cNvSpPr txBox="1"/>
          <p:nvPr/>
        </p:nvSpPr>
        <p:spPr>
          <a:xfrm>
            <a:off x="3538728" y="1911095"/>
            <a:ext cx="879195" cy="201168"/>
          </a:xfrm>
          <a:prstGeom prst="rect">
            <a:avLst/>
          </a:prstGeom>
          <a:noFill/>
        </p:spPr>
        <p:txBody>
          <a:bodyPr wrap="square" lIns="9144" rIns="9144" tIns="0" bIns="0" anchor="ctr">
            <a:spAutoFit/>
          </a:bodyPr>
          <a:lstStyle/>
          <a:p>
            <a:pPr algn="ctr">
              <a:lnSpc>
                <a:spcPct val="106000"/>
              </a:lnSpc>
              <a:spcAft>
                <a:spcPts val="400"/>
              </a:spcAft>
              <a:defRPr sz="900" b="0">
                <a:solidFill>
                  <a:srgbClr val="000000"/>
                </a:solidFill>
                <a:latin typeface="Helvetica Neue"/>
              </a:defRPr>
            </a:pPr>
            <a:r>
              <a:t>TONIGHT</a:t>
            </a:r>
          </a:p>
        </p:txBody>
      </p:sp>
      <p:sp>
        <p:nvSpPr>
          <p:cNvPr id="15" name="text:Build night 1"/>
          <p:cNvSpPr txBox="1"/>
          <p:nvPr/>
        </p:nvSpPr>
        <p:spPr>
          <a:xfrm>
            <a:off x="3538728" y="2331720"/>
            <a:ext cx="2194560" cy="365760"/>
          </a:xfrm>
          <a:prstGeom prst="rect">
            <a:avLst/>
          </a:prstGeom>
          <a:noFill/>
        </p:spPr>
        <p:txBody>
          <a:bodyPr wrap="square" lIns="9144" rIns="9144" tIns="0" bIns="0">
            <a:spAutoFit/>
          </a:bodyPr>
          <a:lstStyle/>
          <a:p>
            <a:pPr>
              <a:lnSpc>
                <a:spcPct val="106000"/>
              </a:lnSpc>
              <a:spcAft>
                <a:spcPts val="400"/>
              </a:spcAft>
              <a:defRPr sz="2000" b="0">
                <a:solidFill>
                  <a:srgbClr val="F2F5F8"/>
                </a:solidFill>
                <a:latin typeface="Helvetica Neue"/>
              </a:defRPr>
            </a:pPr>
            <a:r>
              <a:t>Build night 1</a:t>
            </a:r>
          </a:p>
        </p:txBody>
      </p:sp>
      <p:sp>
        <p:nvSpPr>
          <p:cNvPr id="16" name="text:Thu 22 Oct"/>
          <p:cNvSpPr txBox="1"/>
          <p:nvPr/>
        </p:nvSpPr>
        <p:spPr>
          <a:xfrm>
            <a:off x="3538728" y="2743200"/>
            <a:ext cx="2194560" cy="228600"/>
          </a:xfrm>
          <a:prstGeom prst="rect">
            <a:avLst/>
          </a:prstGeom>
          <a:noFill/>
        </p:spPr>
        <p:txBody>
          <a:bodyPr wrap="square" lIns="9144" rIns="9144" tIns="0" bIns="0">
            <a:spAutoFit/>
          </a:bodyPr>
          <a:lstStyle/>
          <a:p>
            <a:pPr>
              <a:lnSpc>
                <a:spcPct val="106000"/>
              </a:lnSpc>
              <a:spcAft>
                <a:spcPts val="400"/>
              </a:spcAft>
              <a:defRPr sz="1300" b="0">
                <a:solidFill>
                  <a:srgbClr val="B3A5FF"/>
                </a:solidFill>
                <a:latin typeface="Helvetica Neue"/>
              </a:defRPr>
            </a:pPr>
            <a:r>
              <a:t>Thu 22 Oct</a:t>
            </a:r>
          </a:p>
        </p:txBody>
      </p:sp>
      <p:sp>
        <p:nvSpPr>
          <p:cNvPr id="17" name="text:Data collection and the risk hook"/>
          <p:cNvSpPr txBox="1"/>
          <p:nvPr/>
        </p:nvSpPr>
        <p:spPr>
          <a:xfrm>
            <a:off x="3538728" y="3108960"/>
            <a:ext cx="2194560" cy="731520"/>
          </a:xfrm>
          <a:prstGeom prst="rect">
            <a:avLst/>
          </a:prstGeom>
          <a:noFill/>
        </p:spPr>
        <p:txBody>
          <a:bodyPr wrap="square" lIns="9144" rIns="9144" tIns="0" bIns="0">
            <a:spAutoFit/>
          </a:bodyPr>
          <a:lstStyle/>
          <a:p>
            <a:pPr>
              <a:lnSpc>
                <a:spcPct val="106000"/>
              </a:lnSpc>
              <a:spcAft>
                <a:spcPts val="400"/>
              </a:spcAft>
              <a:defRPr sz="1200" b="0">
                <a:solidFill>
                  <a:srgbClr val="9A9AA2"/>
                </a:solidFill>
                <a:latin typeface="Helvetica Neue"/>
              </a:defRPr>
            </a:pPr>
            <a:r>
              <a:t>Data collection and the risk hook</a:t>
            </a:r>
          </a:p>
        </p:txBody>
      </p:sp>
      <p:cxnSp>
        <p:nvCxnSpPr>
          <p:cNvPr id="18" name="Connector 17"/>
          <p:cNvCxnSpPr/>
          <p:nvPr/>
        </p:nvCxnSpPr>
        <p:spPr>
          <a:xfrm>
            <a:off x="5925312" y="2852928"/>
            <a:ext cx="173736" cy="0"/>
          </a:xfrm>
          <a:prstGeom prst="line">
            <a:avLst/>
          </a:prstGeom>
          <a:ln w="10160">
            <a:solidFill>
              <a:srgbClr val="666666"/>
            </a:solidFill>
            <a:tailEnd type="triangle" w="med" len="med"/>
          </a:ln>
        </p:spPr>
        <p:style>
          <a:lnRef idx="2">
            <a:schemeClr val="accent1"/>
          </a:lnRef>
          <a:fillRef idx="0">
            <a:schemeClr val="accent1"/>
          </a:fillRef>
          <a:effectRef idx="1">
            <a:schemeClr val="accent1"/>
          </a:effectRef>
          <a:fontRef idx="minor">
            <a:schemeClr val="tx1"/>
          </a:fontRef>
        </p:style>
      </p:cxnSp>
      <p:sp>
        <p:nvSpPr>
          <p:cNvPr id="19" name="Rounded Rectangle 18"/>
          <p:cNvSpPr/>
          <p:nvPr/>
        </p:nvSpPr>
        <p:spPr>
          <a:xfrm>
            <a:off x="6126480" y="1783080"/>
            <a:ext cx="2560320" cy="2331720"/>
          </a:xfrm>
          <a:prstGeom prst="roundRect">
            <a:avLst>
              <a:gd name="adj" fmla="val 5490"/>
            </a:avLst>
          </a:prstGeom>
          <a:noFill/>
          <a:ln w="10160">
            <a:solidFill>
              <a:srgbClr val="9A9AA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6327648" y="1892807"/>
            <a:ext cx="619963" cy="219456"/>
          </a:xfrm>
          <a:prstGeom prst="roundRect">
            <a:avLst>
              <a:gd name="adj" fmla="val 50000"/>
            </a:avLst>
          </a:prstGeom>
          <a:noFill/>
          <a:ln w="10160">
            <a:solidFill>
              <a:srgbClr val="9A9AA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NEXT"/>
          <p:cNvSpPr txBox="1"/>
          <p:nvPr/>
        </p:nvSpPr>
        <p:spPr>
          <a:xfrm>
            <a:off x="6327648" y="1911095"/>
            <a:ext cx="619963" cy="201168"/>
          </a:xfrm>
          <a:prstGeom prst="rect">
            <a:avLst/>
          </a:prstGeom>
          <a:noFill/>
        </p:spPr>
        <p:txBody>
          <a:bodyPr wrap="square" lIns="9144" rIns="9144" tIns="0" bIns="0" anchor="ctr">
            <a:spAutoFit/>
          </a:bodyPr>
          <a:lstStyle/>
          <a:p>
            <a:pPr algn="ctr">
              <a:lnSpc>
                <a:spcPct val="106000"/>
              </a:lnSpc>
              <a:spcAft>
                <a:spcPts val="400"/>
              </a:spcAft>
              <a:defRPr sz="900" b="0">
                <a:solidFill>
                  <a:srgbClr val="9A9AA2"/>
                </a:solidFill>
                <a:latin typeface="Helvetica Neue"/>
              </a:defRPr>
            </a:pPr>
            <a:r>
              <a:t>NEXT</a:t>
            </a:r>
          </a:p>
        </p:txBody>
      </p:sp>
      <p:sp>
        <p:nvSpPr>
          <p:cNvPr id="22" name="text:Build night 2"/>
          <p:cNvSpPr txBox="1"/>
          <p:nvPr/>
        </p:nvSpPr>
        <p:spPr>
          <a:xfrm>
            <a:off x="6327648" y="2331720"/>
            <a:ext cx="2194560" cy="365760"/>
          </a:xfrm>
          <a:prstGeom prst="rect">
            <a:avLst/>
          </a:prstGeom>
          <a:noFill/>
        </p:spPr>
        <p:txBody>
          <a:bodyPr wrap="square" lIns="9144" rIns="9144" tIns="0" bIns="0">
            <a:spAutoFit/>
          </a:bodyPr>
          <a:lstStyle/>
          <a:p>
            <a:pPr>
              <a:lnSpc>
                <a:spcPct val="106000"/>
              </a:lnSpc>
              <a:spcAft>
                <a:spcPts val="400"/>
              </a:spcAft>
              <a:defRPr sz="2000" b="0">
                <a:solidFill>
                  <a:srgbClr val="F2F5F8"/>
                </a:solidFill>
                <a:latin typeface="Helvetica Neue"/>
              </a:defRPr>
            </a:pPr>
            <a:r>
              <a:t>Build night 2</a:t>
            </a:r>
          </a:p>
        </p:txBody>
      </p:sp>
      <p:sp>
        <p:nvSpPr>
          <p:cNvPr id="23" name="text:Thu 29 Oct"/>
          <p:cNvSpPr txBox="1"/>
          <p:nvPr/>
        </p:nvSpPr>
        <p:spPr>
          <a:xfrm>
            <a:off x="6327648" y="2743200"/>
            <a:ext cx="2194560" cy="228600"/>
          </a:xfrm>
          <a:prstGeom prst="rect">
            <a:avLst/>
          </a:prstGeom>
          <a:noFill/>
        </p:spPr>
        <p:txBody>
          <a:bodyPr wrap="square" lIns="9144" rIns="9144" tIns="0" bIns="0">
            <a:spAutoFit/>
          </a:bodyPr>
          <a:lstStyle/>
          <a:p>
            <a:pPr>
              <a:lnSpc>
                <a:spcPct val="106000"/>
              </a:lnSpc>
              <a:spcAft>
                <a:spcPts val="400"/>
              </a:spcAft>
              <a:defRPr sz="1300" b="0">
                <a:solidFill>
                  <a:srgbClr val="9A9AA2"/>
                </a:solidFill>
                <a:latin typeface="Helvetica Neue"/>
              </a:defRPr>
            </a:pPr>
            <a:r>
              <a:t>Thu 29 Oct</a:t>
            </a:r>
          </a:p>
        </p:txBody>
      </p:sp>
      <p:sp>
        <p:nvSpPr>
          <p:cNvPr id="24" name="text:Data bars and change alerts"/>
          <p:cNvSpPr txBox="1"/>
          <p:nvPr/>
        </p:nvSpPr>
        <p:spPr>
          <a:xfrm>
            <a:off x="6327648" y="3108960"/>
            <a:ext cx="2194560" cy="731520"/>
          </a:xfrm>
          <a:prstGeom prst="rect">
            <a:avLst/>
          </a:prstGeom>
          <a:noFill/>
        </p:spPr>
        <p:txBody>
          <a:bodyPr wrap="square" lIns="9144" rIns="9144" tIns="0" bIns="0">
            <a:spAutoFit/>
          </a:bodyPr>
          <a:lstStyle/>
          <a:p>
            <a:pPr>
              <a:lnSpc>
                <a:spcPct val="106000"/>
              </a:lnSpc>
              <a:spcAft>
                <a:spcPts val="400"/>
              </a:spcAft>
              <a:defRPr sz="1200" b="0">
                <a:solidFill>
                  <a:srgbClr val="9A9AA2"/>
                </a:solidFill>
                <a:latin typeface="Helvetica Neue"/>
              </a:defRPr>
            </a:pPr>
            <a:r>
              <a:t>Data bars and change alerts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showMasterSp="0">
  <p:cSld>
    <p:bg>
      <p:bgPr>
        <a:solidFill>
          <a:srgbClr val="000000"/>
        </a:solidFill>
        <a:effectLst/>
      </p:bgPr>
    </p:bg>
    <p:spTree>
      <p:nvGrpSpPr>
        <p:cNvPr id="1" name=""/>
        <p:cNvGrpSpPr/>
        <p:nvPr/>
      </p:nvGrpSpPr>
      <p:grpSpPr/>
      <p:sp>
        <p:nvSpPr>
          <p:cNvPr id="2" name="text:Tonight"/>
          <p:cNvSpPr txBox="1"/>
          <p:nvPr/>
        </p:nvSpPr>
        <p:spPr>
          <a:xfrm>
            <a:off x="457200" y="457200"/>
            <a:ext cx="8229600" cy="548640"/>
          </a:xfrm>
          <a:prstGeom prst="rect">
            <a:avLst/>
          </a:prstGeom>
          <a:noFill/>
        </p:spPr>
        <p:txBody>
          <a:bodyPr wrap="square" lIns="9144" rIns="9144" tIns="0" bIns="0">
            <a:spAutoFit/>
          </a:bodyPr>
          <a:lstStyle/>
          <a:p>
            <a:pPr>
              <a:lnSpc>
                <a:spcPct val="106000"/>
              </a:lnSpc>
              <a:spcAft>
                <a:spcPts val="400"/>
              </a:spcAft>
              <a:defRPr sz="3400" b="0">
                <a:solidFill>
                  <a:srgbClr val="F2F5F8"/>
                </a:solidFill>
                <a:latin typeface="Helvetica Neue"/>
              </a:defRPr>
            </a:pPr>
            <a:r>
              <a:t>Tonight</a:t>
            </a:r>
          </a:p>
        </p:txBody>
      </p:sp>
      <p:sp>
        <p:nvSpPr>
          <p:cNvPr id="3" name="text:18:00 to 20:00, mostly hands on."/>
          <p:cNvSpPr txBox="1"/>
          <p:nvPr/>
        </p:nvSpPr>
        <p:spPr>
          <a:xfrm>
            <a:off x="475488" y="1051560"/>
            <a:ext cx="8138160" cy="274320"/>
          </a:xfrm>
          <a:prstGeom prst="rect">
            <a:avLst/>
          </a:prstGeom>
          <a:noFill/>
        </p:spPr>
        <p:txBody>
          <a:bodyPr wrap="square" lIns="9144" rIns="9144" tIns="0" bIns="0">
            <a:spAutoFit/>
          </a:bodyPr>
          <a:lstStyle/>
          <a:p>
            <a:pPr>
              <a:lnSpc>
                <a:spcPct val="106000"/>
              </a:lnSpc>
              <a:spcAft>
                <a:spcPts val="400"/>
              </a:spcAft>
              <a:defRPr sz="1500" b="0">
                <a:solidFill>
                  <a:srgbClr val="B3A5FF"/>
                </a:solidFill>
                <a:latin typeface="Helvetica Neue"/>
              </a:defRPr>
            </a:pPr>
            <a:r>
              <a:t>18:00 to 20:00, mostly hands on.</a:t>
            </a:r>
          </a:p>
        </p:txBody>
      </p:sp>
      <p:sp>
        <p:nvSpPr>
          <p:cNvPr id="4" name="text:3"/>
          <p:cNvSpPr txBox="1"/>
          <p:nvPr/>
        </p:nvSpPr>
        <p:spPr>
          <a:xfrm>
            <a:off x="8503920" y="4800600"/>
            <a:ext cx="365760" cy="164592"/>
          </a:xfrm>
          <a:prstGeom prst="rect">
            <a:avLst/>
          </a:prstGeom>
          <a:noFill/>
        </p:spPr>
        <p:txBody>
          <a:bodyPr wrap="square" lIns="9144" rIns="9144" tIns="0" bIns="0">
            <a:spAutoFit/>
          </a:bodyPr>
          <a:lstStyle/>
          <a:p>
            <a:pPr algn="r">
              <a:lnSpc>
                <a:spcPct val="106000"/>
              </a:lnSpc>
              <a:spcAft>
                <a:spcPts val="400"/>
              </a:spcAft>
              <a:defRPr sz="800" b="0">
                <a:solidFill>
                  <a:srgbClr val="9A9AA2"/>
                </a:solidFill>
                <a:latin typeface="Helvetica Neue"/>
              </a:defRPr>
            </a:pPr>
            <a:r>
              <a:t>3</a:t>
            </a:r>
          </a:p>
        </p:txBody>
      </p:sp>
      <p:sp>
        <p:nvSpPr>
          <p:cNvPr id="5" name="Rounded Rectangle 4"/>
          <p:cNvSpPr/>
          <p:nvPr/>
        </p:nvSpPr>
        <p:spPr>
          <a:xfrm>
            <a:off x="548640" y="1600200"/>
            <a:ext cx="2560320" cy="1371600"/>
          </a:xfrm>
          <a:prstGeom prst="roundRect">
            <a:avLst>
              <a:gd name="adj" fmla="val 9333"/>
            </a:avLst>
          </a:prstGeom>
          <a:noFill/>
          <a:ln w="10160">
            <a:solidFill>
              <a:srgbClr val="66666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18:00"/>
          <p:cNvSpPr txBox="1"/>
          <p:nvPr/>
        </p:nvSpPr>
        <p:spPr>
          <a:xfrm>
            <a:off x="731520" y="1755648"/>
            <a:ext cx="1371600" cy="365760"/>
          </a:xfrm>
          <a:prstGeom prst="rect">
            <a:avLst/>
          </a:prstGeom>
          <a:noFill/>
        </p:spPr>
        <p:txBody>
          <a:bodyPr wrap="square" lIns="9144" rIns="9144" tIns="0" bIns="0">
            <a:spAutoFit/>
          </a:bodyPr>
          <a:lstStyle/>
          <a:p>
            <a:pPr>
              <a:lnSpc>
                <a:spcPct val="106000"/>
              </a:lnSpc>
              <a:spcAft>
                <a:spcPts val="400"/>
              </a:spcAft>
              <a:defRPr sz="2400" b="0">
                <a:solidFill>
                  <a:srgbClr val="3DDC97"/>
                </a:solidFill>
                <a:latin typeface="Helvetica Neue"/>
              </a:defRPr>
            </a:pPr>
            <a:r>
              <a:t>18:00</a:t>
            </a:r>
          </a:p>
        </p:txBody>
      </p:sp>
      <p:sp>
        <p:nvSpPr>
          <p:cNvPr id="7" name="text:10 min"/>
          <p:cNvSpPr txBox="1"/>
          <p:nvPr/>
        </p:nvSpPr>
        <p:spPr>
          <a:xfrm>
            <a:off x="2011680" y="1819656"/>
            <a:ext cx="914400" cy="228600"/>
          </a:xfrm>
          <a:prstGeom prst="rect">
            <a:avLst/>
          </a:prstGeom>
          <a:noFill/>
        </p:spPr>
        <p:txBody>
          <a:bodyPr wrap="square" lIns="9144" rIns="9144" tIns="0" bIns="0">
            <a:spAutoFit/>
          </a:bodyPr>
          <a:lstStyle/>
          <a:p>
            <a:pPr algn="r">
              <a:lnSpc>
                <a:spcPct val="106000"/>
              </a:lnSpc>
              <a:spcAft>
                <a:spcPts val="400"/>
              </a:spcAft>
              <a:defRPr sz="1000" b="0">
                <a:solidFill>
                  <a:srgbClr val="9A9AA2"/>
                </a:solidFill>
                <a:latin typeface="Helvetica Neue"/>
              </a:defRPr>
            </a:pPr>
            <a:r>
              <a:t>10 min</a:t>
            </a:r>
          </a:p>
        </p:txBody>
      </p:sp>
      <p:sp>
        <p:nvSpPr>
          <p:cNvPr id="8" name="text:Progress circle"/>
          <p:cNvSpPr txBox="1"/>
          <p:nvPr/>
        </p:nvSpPr>
        <p:spPr>
          <a:xfrm>
            <a:off x="731520" y="2258568"/>
            <a:ext cx="2240280" cy="274320"/>
          </a:xfrm>
          <a:prstGeom prst="rect">
            <a:avLst/>
          </a:prstGeom>
          <a:noFill/>
        </p:spPr>
        <p:txBody>
          <a:bodyPr wrap="square" lIns="9144" rIns="9144" tIns="0" bIns="0">
            <a:spAutoFit/>
          </a:bodyPr>
          <a:lstStyle/>
          <a:p>
            <a:pPr>
              <a:lnSpc>
                <a:spcPct val="106000"/>
              </a:lnSpc>
              <a:spcAft>
                <a:spcPts val="400"/>
              </a:spcAft>
              <a:defRPr sz="1600" b="0">
                <a:solidFill>
                  <a:srgbClr val="F2F5F8"/>
                </a:solidFill>
                <a:latin typeface="Helvetica Neue"/>
              </a:defRPr>
            </a:pPr>
            <a:r>
              <a:t>Progress circle</a:t>
            </a:r>
          </a:p>
        </p:txBody>
      </p:sp>
      <p:sp>
        <p:nvSpPr>
          <p:cNvPr id="9" name="text:last result and tonight's question"/>
          <p:cNvSpPr txBox="1"/>
          <p:nvPr/>
        </p:nvSpPr>
        <p:spPr>
          <a:xfrm>
            <a:off x="731520" y="2560320"/>
            <a:ext cx="2240280" cy="365760"/>
          </a:xfrm>
          <a:prstGeom prst="rect">
            <a:avLst/>
          </a:prstGeom>
          <a:noFill/>
        </p:spPr>
        <p:txBody>
          <a:bodyPr wrap="square" lIns="9144" rIns="9144" tIns="0" bIns="0">
            <a:spAutoFit/>
          </a:bodyPr>
          <a:lstStyle/>
          <a:p>
            <a:pPr>
              <a:lnSpc>
                <a:spcPct val="106000"/>
              </a:lnSpc>
              <a:spcAft>
                <a:spcPts val="400"/>
              </a:spcAft>
              <a:defRPr sz="1050" b="0">
                <a:solidFill>
                  <a:srgbClr val="9A9AA2"/>
                </a:solidFill>
                <a:latin typeface="Helvetica Neue"/>
              </a:defRPr>
            </a:pPr>
            <a:r>
              <a:t>last result and tonight's question</a:t>
            </a:r>
          </a:p>
        </p:txBody>
      </p:sp>
      <p:sp>
        <p:nvSpPr>
          <p:cNvPr id="10" name="Rounded Rectangle 9"/>
          <p:cNvSpPr/>
          <p:nvPr/>
        </p:nvSpPr>
        <p:spPr>
          <a:xfrm>
            <a:off x="3337560" y="1600200"/>
            <a:ext cx="2560320" cy="1371600"/>
          </a:xfrm>
          <a:prstGeom prst="roundRect">
            <a:avLst>
              <a:gd name="adj" fmla="val 9333"/>
            </a:avLst>
          </a:prstGeom>
          <a:noFill/>
          <a:ln w="10160">
            <a:solidFill>
              <a:srgbClr val="66666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18:10"/>
          <p:cNvSpPr txBox="1"/>
          <p:nvPr/>
        </p:nvSpPr>
        <p:spPr>
          <a:xfrm>
            <a:off x="3520440" y="1755648"/>
            <a:ext cx="1371600" cy="365760"/>
          </a:xfrm>
          <a:prstGeom prst="rect">
            <a:avLst/>
          </a:prstGeom>
          <a:noFill/>
        </p:spPr>
        <p:txBody>
          <a:bodyPr wrap="square" lIns="9144" rIns="9144" tIns="0" bIns="0">
            <a:spAutoFit/>
          </a:bodyPr>
          <a:lstStyle/>
          <a:p>
            <a:pPr>
              <a:lnSpc>
                <a:spcPct val="106000"/>
              </a:lnSpc>
              <a:spcAft>
                <a:spcPts val="400"/>
              </a:spcAft>
              <a:defRPr sz="2400" b="0">
                <a:solidFill>
                  <a:srgbClr val="3DDC97"/>
                </a:solidFill>
                <a:latin typeface="Helvetica Neue"/>
              </a:defRPr>
            </a:pPr>
            <a:r>
              <a:t>18:10</a:t>
            </a:r>
          </a:p>
        </p:txBody>
      </p:sp>
      <p:sp>
        <p:nvSpPr>
          <p:cNvPr id="12" name="text:10 min"/>
          <p:cNvSpPr txBox="1"/>
          <p:nvPr/>
        </p:nvSpPr>
        <p:spPr>
          <a:xfrm>
            <a:off x="4800600" y="1819656"/>
            <a:ext cx="914400" cy="228600"/>
          </a:xfrm>
          <a:prstGeom prst="rect">
            <a:avLst/>
          </a:prstGeom>
          <a:noFill/>
        </p:spPr>
        <p:txBody>
          <a:bodyPr wrap="square" lIns="9144" rIns="9144" tIns="0" bIns="0">
            <a:spAutoFit/>
          </a:bodyPr>
          <a:lstStyle/>
          <a:p>
            <a:pPr algn="r">
              <a:lnSpc>
                <a:spcPct val="106000"/>
              </a:lnSpc>
              <a:spcAft>
                <a:spcPts val="400"/>
              </a:spcAft>
              <a:defRPr sz="1000" b="0">
                <a:solidFill>
                  <a:srgbClr val="9A9AA2"/>
                </a:solidFill>
                <a:latin typeface="Helvetica Neue"/>
              </a:defRPr>
            </a:pPr>
            <a:r>
              <a:t>10 min</a:t>
            </a:r>
          </a:p>
        </p:txBody>
      </p:sp>
      <p:sp>
        <p:nvSpPr>
          <p:cNvPr id="13" name="text:Mini-talk"/>
          <p:cNvSpPr txBox="1"/>
          <p:nvPr/>
        </p:nvSpPr>
        <p:spPr>
          <a:xfrm>
            <a:off x="3520440" y="2258568"/>
            <a:ext cx="2240280" cy="274320"/>
          </a:xfrm>
          <a:prstGeom prst="rect">
            <a:avLst/>
          </a:prstGeom>
          <a:noFill/>
        </p:spPr>
        <p:txBody>
          <a:bodyPr wrap="square" lIns="9144" rIns="9144" tIns="0" bIns="0">
            <a:spAutoFit/>
          </a:bodyPr>
          <a:lstStyle/>
          <a:p>
            <a:pPr>
              <a:lnSpc>
                <a:spcPct val="106000"/>
              </a:lnSpc>
              <a:spcAft>
                <a:spcPts val="400"/>
              </a:spcAft>
              <a:defRPr sz="1600" b="0">
                <a:solidFill>
                  <a:srgbClr val="F2F5F8"/>
                </a:solidFill>
                <a:latin typeface="Helvetica Neue"/>
              </a:defRPr>
            </a:pPr>
            <a:r>
              <a:t>Mini-talk</a:t>
            </a:r>
          </a:p>
        </p:txBody>
      </p:sp>
      <p:sp>
        <p:nvSpPr>
          <p:cNvPr id="14" name="text:four kinds of data, the risk hook"/>
          <p:cNvSpPr txBox="1"/>
          <p:nvPr/>
        </p:nvSpPr>
        <p:spPr>
          <a:xfrm>
            <a:off x="3520440" y="2560320"/>
            <a:ext cx="2240280" cy="365760"/>
          </a:xfrm>
          <a:prstGeom prst="rect">
            <a:avLst/>
          </a:prstGeom>
          <a:noFill/>
        </p:spPr>
        <p:txBody>
          <a:bodyPr wrap="square" lIns="9144" rIns="9144" tIns="0" bIns="0">
            <a:spAutoFit/>
          </a:bodyPr>
          <a:lstStyle/>
          <a:p>
            <a:pPr>
              <a:lnSpc>
                <a:spcPct val="106000"/>
              </a:lnSpc>
              <a:spcAft>
                <a:spcPts val="400"/>
              </a:spcAft>
              <a:defRPr sz="1050" b="0">
                <a:solidFill>
                  <a:srgbClr val="9A9AA2"/>
                </a:solidFill>
                <a:latin typeface="Helvetica Neue"/>
              </a:defRPr>
            </a:pPr>
            <a:r>
              <a:t>four kinds of data, the risk hook</a:t>
            </a:r>
          </a:p>
        </p:txBody>
      </p:sp>
      <p:sp>
        <p:nvSpPr>
          <p:cNvPr id="15" name="Rounded Rectangle 14"/>
          <p:cNvSpPr/>
          <p:nvPr/>
        </p:nvSpPr>
        <p:spPr>
          <a:xfrm>
            <a:off x="6126479" y="1600200"/>
            <a:ext cx="2560320" cy="1371600"/>
          </a:xfrm>
          <a:prstGeom prst="roundRect">
            <a:avLst>
              <a:gd name="adj" fmla="val 9333"/>
            </a:avLst>
          </a:prstGeom>
          <a:noFill/>
          <a:ln w="10160">
            <a:solidFill>
              <a:srgbClr val="66666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18:20"/>
          <p:cNvSpPr txBox="1"/>
          <p:nvPr/>
        </p:nvSpPr>
        <p:spPr>
          <a:xfrm>
            <a:off x="6309359" y="1755648"/>
            <a:ext cx="1371600" cy="365760"/>
          </a:xfrm>
          <a:prstGeom prst="rect">
            <a:avLst/>
          </a:prstGeom>
          <a:noFill/>
        </p:spPr>
        <p:txBody>
          <a:bodyPr wrap="square" lIns="9144" rIns="9144" tIns="0" bIns="0">
            <a:spAutoFit/>
          </a:bodyPr>
          <a:lstStyle/>
          <a:p>
            <a:pPr>
              <a:lnSpc>
                <a:spcPct val="106000"/>
              </a:lnSpc>
              <a:spcAft>
                <a:spcPts val="400"/>
              </a:spcAft>
              <a:defRPr sz="2400" b="0">
                <a:solidFill>
                  <a:srgbClr val="3DDC97"/>
                </a:solidFill>
                <a:latin typeface="Helvetica Neue"/>
              </a:defRPr>
            </a:pPr>
            <a:r>
              <a:t>18:20</a:t>
            </a:r>
          </a:p>
        </p:txBody>
      </p:sp>
      <p:sp>
        <p:nvSpPr>
          <p:cNvPr id="17" name="text:20 min"/>
          <p:cNvSpPr txBox="1"/>
          <p:nvPr/>
        </p:nvSpPr>
        <p:spPr>
          <a:xfrm>
            <a:off x="7589519" y="1819656"/>
            <a:ext cx="914400" cy="228600"/>
          </a:xfrm>
          <a:prstGeom prst="rect">
            <a:avLst/>
          </a:prstGeom>
          <a:noFill/>
        </p:spPr>
        <p:txBody>
          <a:bodyPr wrap="square" lIns="9144" rIns="9144" tIns="0" bIns="0">
            <a:spAutoFit/>
          </a:bodyPr>
          <a:lstStyle/>
          <a:p>
            <a:pPr algn="r">
              <a:lnSpc>
                <a:spcPct val="106000"/>
              </a:lnSpc>
              <a:spcAft>
                <a:spcPts val="400"/>
              </a:spcAft>
              <a:defRPr sz="1000" b="0">
                <a:solidFill>
                  <a:srgbClr val="9A9AA2"/>
                </a:solidFill>
                <a:latin typeface="Helvetica Neue"/>
              </a:defRPr>
            </a:pPr>
            <a:r>
              <a:t>20 min</a:t>
            </a:r>
          </a:p>
        </p:txBody>
      </p:sp>
      <p:sp>
        <p:nvSpPr>
          <p:cNvPr id="18" name="text:Demo tour"/>
          <p:cNvSpPr txBox="1"/>
          <p:nvPr/>
        </p:nvSpPr>
        <p:spPr>
          <a:xfrm>
            <a:off x="6309359" y="2258568"/>
            <a:ext cx="2240280" cy="274320"/>
          </a:xfrm>
          <a:prstGeom prst="rect">
            <a:avLst/>
          </a:prstGeom>
          <a:noFill/>
        </p:spPr>
        <p:txBody>
          <a:bodyPr wrap="square" lIns="9144" rIns="9144" tIns="0" bIns="0">
            <a:spAutoFit/>
          </a:bodyPr>
          <a:lstStyle/>
          <a:p>
            <a:pPr>
              <a:lnSpc>
                <a:spcPct val="106000"/>
              </a:lnSpc>
              <a:spcAft>
                <a:spcPts val="400"/>
              </a:spcAft>
              <a:defRPr sz="1600" b="0">
                <a:solidFill>
                  <a:srgbClr val="F2F5F8"/>
                </a:solidFill>
                <a:latin typeface="Helvetica Neue"/>
              </a:defRPr>
            </a:pPr>
            <a:r>
              <a:t>Demo tour</a:t>
            </a:r>
          </a:p>
        </p:txBody>
      </p:sp>
      <p:sp>
        <p:nvSpPr>
          <p:cNvPr id="19" name="text:you predict, then we run it"/>
          <p:cNvSpPr txBox="1"/>
          <p:nvPr/>
        </p:nvSpPr>
        <p:spPr>
          <a:xfrm>
            <a:off x="6309359" y="2560320"/>
            <a:ext cx="2240280" cy="365760"/>
          </a:xfrm>
          <a:prstGeom prst="rect">
            <a:avLst/>
          </a:prstGeom>
          <a:noFill/>
        </p:spPr>
        <p:txBody>
          <a:bodyPr wrap="square" lIns="9144" rIns="9144" tIns="0" bIns="0">
            <a:spAutoFit/>
          </a:bodyPr>
          <a:lstStyle/>
          <a:p>
            <a:pPr>
              <a:lnSpc>
                <a:spcPct val="106000"/>
              </a:lnSpc>
              <a:spcAft>
                <a:spcPts val="400"/>
              </a:spcAft>
              <a:defRPr sz="1050" b="0">
                <a:solidFill>
                  <a:srgbClr val="9A9AA2"/>
                </a:solidFill>
                <a:latin typeface="Helvetica Neue"/>
              </a:defRPr>
            </a:pPr>
            <a:r>
              <a:t>you predict, then we run it</a:t>
            </a:r>
          </a:p>
        </p:txBody>
      </p:sp>
      <p:sp>
        <p:nvSpPr>
          <p:cNvPr id="20" name="Rounded Rectangle 19"/>
          <p:cNvSpPr/>
          <p:nvPr/>
        </p:nvSpPr>
        <p:spPr>
          <a:xfrm>
            <a:off x="548640" y="3154680"/>
            <a:ext cx="2560320" cy="1371600"/>
          </a:xfrm>
          <a:prstGeom prst="roundRect">
            <a:avLst>
              <a:gd name="adj" fmla="val 9333"/>
            </a:avLst>
          </a:prstGeom>
          <a:noFill/>
          <a:ln w="10160">
            <a:solidFill>
              <a:srgbClr val="66666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18:40"/>
          <p:cNvSpPr txBox="1"/>
          <p:nvPr/>
        </p:nvSpPr>
        <p:spPr>
          <a:xfrm>
            <a:off x="731520" y="3310128"/>
            <a:ext cx="1371600" cy="365760"/>
          </a:xfrm>
          <a:prstGeom prst="rect">
            <a:avLst/>
          </a:prstGeom>
          <a:noFill/>
        </p:spPr>
        <p:txBody>
          <a:bodyPr wrap="square" lIns="9144" rIns="9144" tIns="0" bIns="0">
            <a:spAutoFit/>
          </a:bodyPr>
          <a:lstStyle/>
          <a:p>
            <a:pPr>
              <a:lnSpc>
                <a:spcPct val="106000"/>
              </a:lnSpc>
              <a:spcAft>
                <a:spcPts val="400"/>
              </a:spcAft>
              <a:defRPr sz="2400" b="0">
                <a:solidFill>
                  <a:srgbClr val="3DDC97"/>
                </a:solidFill>
                <a:latin typeface="Helvetica Neue"/>
              </a:defRPr>
            </a:pPr>
            <a:r>
              <a:t>18:40</a:t>
            </a:r>
          </a:p>
        </p:txBody>
      </p:sp>
      <p:sp>
        <p:nvSpPr>
          <p:cNvPr id="22" name="text:20 min"/>
          <p:cNvSpPr txBox="1"/>
          <p:nvPr/>
        </p:nvSpPr>
        <p:spPr>
          <a:xfrm>
            <a:off x="2011680" y="3374136"/>
            <a:ext cx="914400" cy="228600"/>
          </a:xfrm>
          <a:prstGeom prst="rect">
            <a:avLst/>
          </a:prstGeom>
          <a:noFill/>
        </p:spPr>
        <p:txBody>
          <a:bodyPr wrap="square" lIns="9144" rIns="9144" tIns="0" bIns="0">
            <a:spAutoFit/>
          </a:bodyPr>
          <a:lstStyle/>
          <a:p>
            <a:pPr algn="r">
              <a:lnSpc>
                <a:spcPct val="106000"/>
              </a:lnSpc>
              <a:spcAft>
                <a:spcPts val="400"/>
              </a:spcAft>
              <a:defRPr sz="1000" b="0">
                <a:solidFill>
                  <a:srgbClr val="9A9AA2"/>
                </a:solidFill>
                <a:latin typeface="Helvetica Neue"/>
              </a:defRPr>
            </a:pPr>
            <a:r>
              <a:t>20 min</a:t>
            </a:r>
          </a:p>
        </p:txBody>
      </p:sp>
      <p:sp>
        <p:nvSpPr>
          <p:cNvPr id="23" name="text:Guided mission"/>
          <p:cNvSpPr txBox="1"/>
          <p:nvPr/>
        </p:nvSpPr>
        <p:spPr>
          <a:xfrm>
            <a:off x="731520" y="3813048"/>
            <a:ext cx="2240280" cy="274320"/>
          </a:xfrm>
          <a:prstGeom prst="rect">
            <a:avLst/>
          </a:prstGeom>
          <a:noFill/>
        </p:spPr>
        <p:txBody>
          <a:bodyPr wrap="square" lIns="9144" rIns="9144" tIns="0" bIns="0">
            <a:spAutoFit/>
          </a:bodyPr>
          <a:lstStyle/>
          <a:p>
            <a:pPr>
              <a:lnSpc>
                <a:spcPct val="106000"/>
              </a:lnSpc>
              <a:spcAft>
                <a:spcPts val="400"/>
              </a:spcAft>
              <a:defRPr sz="1600" b="0">
                <a:solidFill>
                  <a:srgbClr val="F2F5F8"/>
                </a:solidFill>
                <a:latin typeface="Helvetica Neue"/>
              </a:defRPr>
            </a:pPr>
            <a:r>
              <a:t>Guided mission</a:t>
            </a:r>
          </a:p>
        </p:txBody>
      </p:sp>
      <p:sp>
        <p:nvSpPr>
          <p:cNvPr id="24" name="text:run it, change one thing, chart it"/>
          <p:cNvSpPr txBox="1"/>
          <p:nvPr/>
        </p:nvSpPr>
        <p:spPr>
          <a:xfrm>
            <a:off x="731520" y="4114800"/>
            <a:ext cx="2240280" cy="365760"/>
          </a:xfrm>
          <a:prstGeom prst="rect">
            <a:avLst/>
          </a:prstGeom>
          <a:noFill/>
        </p:spPr>
        <p:txBody>
          <a:bodyPr wrap="square" lIns="9144" rIns="9144" tIns="0" bIns="0">
            <a:spAutoFit/>
          </a:bodyPr>
          <a:lstStyle/>
          <a:p>
            <a:pPr>
              <a:lnSpc>
                <a:spcPct val="106000"/>
              </a:lnSpc>
              <a:spcAft>
                <a:spcPts val="400"/>
              </a:spcAft>
              <a:defRPr sz="1050" b="0">
                <a:solidFill>
                  <a:srgbClr val="9A9AA2"/>
                </a:solidFill>
                <a:latin typeface="Helvetica Neue"/>
              </a:defRPr>
            </a:pPr>
            <a:r>
              <a:t>run it, change one thing, chart it</a:t>
            </a:r>
          </a:p>
        </p:txBody>
      </p:sp>
      <p:sp>
        <p:nvSpPr>
          <p:cNvPr id="25" name="Rounded Rectangle 24"/>
          <p:cNvSpPr/>
          <p:nvPr/>
        </p:nvSpPr>
        <p:spPr>
          <a:xfrm>
            <a:off x="3337560" y="3154680"/>
            <a:ext cx="2560320" cy="1371600"/>
          </a:xfrm>
          <a:prstGeom prst="roundRect">
            <a:avLst>
              <a:gd name="adj" fmla="val 9333"/>
            </a:avLst>
          </a:prstGeom>
          <a:solidFill>
            <a:srgbClr val="100821"/>
          </a:solidFill>
          <a:ln w="15240">
            <a:solidFill>
              <a:srgbClr val="B3A5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19:00"/>
          <p:cNvSpPr txBox="1"/>
          <p:nvPr/>
        </p:nvSpPr>
        <p:spPr>
          <a:xfrm>
            <a:off x="3520440" y="3310128"/>
            <a:ext cx="1371600" cy="365760"/>
          </a:xfrm>
          <a:prstGeom prst="rect">
            <a:avLst/>
          </a:prstGeom>
          <a:noFill/>
        </p:spPr>
        <p:txBody>
          <a:bodyPr wrap="square" lIns="9144" rIns="9144" tIns="0" bIns="0">
            <a:spAutoFit/>
          </a:bodyPr>
          <a:lstStyle/>
          <a:p>
            <a:pPr>
              <a:lnSpc>
                <a:spcPct val="106000"/>
              </a:lnSpc>
              <a:spcAft>
                <a:spcPts val="400"/>
              </a:spcAft>
              <a:defRPr sz="2400" b="0">
                <a:solidFill>
                  <a:srgbClr val="3DDC97"/>
                </a:solidFill>
                <a:latin typeface="Helvetica Neue"/>
              </a:defRPr>
            </a:pPr>
            <a:r>
              <a:t>19:00</a:t>
            </a:r>
          </a:p>
        </p:txBody>
      </p:sp>
      <p:sp>
        <p:nvSpPr>
          <p:cNvPr id="27" name="text:50 min"/>
          <p:cNvSpPr txBox="1"/>
          <p:nvPr/>
        </p:nvSpPr>
        <p:spPr>
          <a:xfrm>
            <a:off x="4800600" y="3374136"/>
            <a:ext cx="914400" cy="228600"/>
          </a:xfrm>
          <a:prstGeom prst="rect">
            <a:avLst/>
          </a:prstGeom>
          <a:noFill/>
        </p:spPr>
        <p:txBody>
          <a:bodyPr wrap="square" lIns="9144" rIns="9144" tIns="0" bIns="0">
            <a:spAutoFit/>
          </a:bodyPr>
          <a:lstStyle/>
          <a:p>
            <a:pPr algn="r">
              <a:lnSpc>
                <a:spcPct val="106000"/>
              </a:lnSpc>
              <a:spcAft>
                <a:spcPts val="400"/>
              </a:spcAft>
              <a:defRPr sz="1000" b="0">
                <a:solidFill>
                  <a:srgbClr val="9A9AA2"/>
                </a:solidFill>
                <a:latin typeface="Helvetica Neue"/>
              </a:defRPr>
            </a:pPr>
            <a:r>
              <a:t>50 min</a:t>
            </a:r>
          </a:p>
        </p:txBody>
      </p:sp>
      <p:sp>
        <p:nvSpPr>
          <p:cNvPr id="28" name="text:Free build"/>
          <p:cNvSpPr txBox="1"/>
          <p:nvPr/>
        </p:nvSpPr>
        <p:spPr>
          <a:xfrm>
            <a:off x="3520440" y="3813048"/>
            <a:ext cx="2240280" cy="274320"/>
          </a:xfrm>
          <a:prstGeom prst="rect">
            <a:avLst/>
          </a:prstGeom>
          <a:noFill/>
        </p:spPr>
        <p:txBody>
          <a:bodyPr wrap="square" lIns="9144" rIns="9144" tIns="0" bIns="0">
            <a:spAutoFit/>
          </a:bodyPr>
          <a:lstStyle/>
          <a:p>
            <a:pPr>
              <a:lnSpc>
                <a:spcPct val="106000"/>
              </a:lnSpc>
              <a:spcAft>
                <a:spcPts val="400"/>
              </a:spcAft>
              <a:defRPr sz="1600" b="0">
                <a:solidFill>
                  <a:srgbClr val="F2F5F8"/>
                </a:solidFill>
                <a:latin typeface="Helvetica Neue"/>
              </a:defRPr>
            </a:pPr>
            <a:r>
              <a:t>Free build</a:t>
            </a:r>
          </a:p>
        </p:txBody>
      </p:sp>
      <p:sp>
        <p:nvSpPr>
          <p:cNvPr id="29" name="text:your own project"/>
          <p:cNvSpPr txBox="1"/>
          <p:nvPr/>
        </p:nvSpPr>
        <p:spPr>
          <a:xfrm>
            <a:off x="3520440" y="4114800"/>
            <a:ext cx="2240280" cy="365760"/>
          </a:xfrm>
          <a:prstGeom prst="rect">
            <a:avLst/>
          </a:prstGeom>
          <a:noFill/>
        </p:spPr>
        <p:txBody>
          <a:bodyPr wrap="square" lIns="9144" rIns="9144" tIns="0" bIns="0">
            <a:spAutoFit/>
          </a:bodyPr>
          <a:lstStyle/>
          <a:p>
            <a:pPr>
              <a:lnSpc>
                <a:spcPct val="106000"/>
              </a:lnSpc>
              <a:spcAft>
                <a:spcPts val="400"/>
              </a:spcAft>
              <a:defRPr sz="1050" b="0">
                <a:solidFill>
                  <a:srgbClr val="9A9AA2"/>
                </a:solidFill>
                <a:latin typeface="Helvetica Neue"/>
              </a:defRPr>
            </a:pPr>
            <a:r>
              <a:t>your own project</a:t>
            </a:r>
          </a:p>
        </p:txBody>
      </p:sp>
      <p:sp>
        <p:nvSpPr>
          <p:cNvPr id="30" name="Rounded Rectangle 29"/>
          <p:cNvSpPr/>
          <p:nvPr/>
        </p:nvSpPr>
        <p:spPr>
          <a:xfrm>
            <a:off x="6126479" y="3154680"/>
            <a:ext cx="2560320" cy="1371600"/>
          </a:xfrm>
          <a:prstGeom prst="roundRect">
            <a:avLst>
              <a:gd name="adj" fmla="val 9333"/>
            </a:avLst>
          </a:prstGeom>
          <a:noFill/>
          <a:ln w="10160">
            <a:solidFill>
              <a:srgbClr val="66666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19:50"/>
          <p:cNvSpPr txBox="1"/>
          <p:nvPr/>
        </p:nvSpPr>
        <p:spPr>
          <a:xfrm>
            <a:off x="6309359" y="3310128"/>
            <a:ext cx="1371600" cy="365760"/>
          </a:xfrm>
          <a:prstGeom prst="rect">
            <a:avLst/>
          </a:prstGeom>
          <a:noFill/>
        </p:spPr>
        <p:txBody>
          <a:bodyPr wrap="square" lIns="9144" rIns="9144" tIns="0" bIns="0">
            <a:spAutoFit/>
          </a:bodyPr>
          <a:lstStyle/>
          <a:p>
            <a:pPr>
              <a:lnSpc>
                <a:spcPct val="106000"/>
              </a:lnSpc>
              <a:spcAft>
                <a:spcPts val="400"/>
              </a:spcAft>
              <a:defRPr sz="2400" b="0">
                <a:solidFill>
                  <a:srgbClr val="3DDC97"/>
                </a:solidFill>
                <a:latin typeface="Helvetica Neue"/>
              </a:defRPr>
            </a:pPr>
            <a:r>
              <a:t>19:50</a:t>
            </a:r>
          </a:p>
        </p:txBody>
      </p:sp>
      <p:sp>
        <p:nvSpPr>
          <p:cNvPr id="32" name="text:10 min"/>
          <p:cNvSpPr txBox="1"/>
          <p:nvPr/>
        </p:nvSpPr>
        <p:spPr>
          <a:xfrm>
            <a:off x="7589519" y="3374136"/>
            <a:ext cx="914400" cy="228600"/>
          </a:xfrm>
          <a:prstGeom prst="rect">
            <a:avLst/>
          </a:prstGeom>
          <a:noFill/>
        </p:spPr>
        <p:txBody>
          <a:bodyPr wrap="square" lIns="9144" rIns="9144" tIns="0" bIns="0">
            <a:spAutoFit/>
          </a:bodyPr>
          <a:lstStyle/>
          <a:p>
            <a:pPr algn="r">
              <a:lnSpc>
                <a:spcPct val="106000"/>
              </a:lnSpc>
              <a:spcAft>
                <a:spcPts val="400"/>
              </a:spcAft>
              <a:defRPr sz="1000" b="0">
                <a:solidFill>
                  <a:srgbClr val="9A9AA2"/>
                </a:solidFill>
                <a:latin typeface="Helvetica Neue"/>
              </a:defRPr>
            </a:pPr>
            <a:r>
              <a:t>10 min</a:t>
            </a:r>
          </a:p>
        </p:txBody>
      </p:sp>
      <p:sp>
        <p:nvSpPr>
          <p:cNvPr id="33" name="text:Show and tell"/>
          <p:cNvSpPr txBox="1"/>
          <p:nvPr/>
        </p:nvSpPr>
        <p:spPr>
          <a:xfrm>
            <a:off x="6309359" y="3813048"/>
            <a:ext cx="2240280" cy="274320"/>
          </a:xfrm>
          <a:prstGeom prst="rect">
            <a:avLst/>
          </a:prstGeom>
          <a:noFill/>
        </p:spPr>
        <p:txBody>
          <a:bodyPr wrap="square" lIns="9144" rIns="9144" tIns="0" bIns="0">
            <a:spAutoFit/>
          </a:bodyPr>
          <a:lstStyle/>
          <a:p>
            <a:pPr>
              <a:lnSpc>
                <a:spcPct val="106000"/>
              </a:lnSpc>
              <a:spcAft>
                <a:spcPts val="400"/>
              </a:spcAft>
              <a:defRPr sz="1600" b="0">
                <a:solidFill>
                  <a:srgbClr val="F2F5F8"/>
                </a:solidFill>
                <a:latin typeface="Helvetica Neue"/>
              </a:defRPr>
            </a:pPr>
            <a:r>
              <a:t>Show and tell</a:t>
            </a:r>
          </a:p>
        </p:txBody>
      </p:sp>
      <p:sp>
        <p:nvSpPr>
          <p:cNvPr id="34" name="text:push, one line on next step"/>
          <p:cNvSpPr txBox="1"/>
          <p:nvPr/>
        </p:nvSpPr>
        <p:spPr>
          <a:xfrm>
            <a:off x="6309359" y="4114800"/>
            <a:ext cx="2240280" cy="365760"/>
          </a:xfrm>
          <a:prstGeom prst="rect">
            <a:avLst/>
          </a:prstGeom>
          <a:noFill/>
        </p:spPr>
        <p:txBody>
          <a:bodyPr wrap="square" lIns="9144" rIns="9144" tIns="0" bIns="0">
            <a:spAutoFit/>
          </a:bodyPr>
          <a:lstStyle/>
          <a:p>
            <a:pPr>
              <a:lnSpc>
                <a:spcPct val="106000"/>
              </a:lnSpc>
              <a:spcAft>
                <a:spcPts val="400"/>
              </a:spcAft>
              <a:defRPr sz="1050" b="0">
                <a:solidFill>
                  <a:srgbClr val="9A9AA2"/>
                </a:solidFill>
                <a:latin typeface="Helvetica Neue"/>
              </a:defRPr>
            </a:pPr>
            <a:r>
              <a:t>push, one line on next step</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showMasterSp="0">
  <p:cSld>
    <p:bg>
      <p:bgPr>
        <a:solidFill>
          <a:srgbClr val="000000"/>
        </a:solidFill>
        <a:effectLst/>
      </p:bgPr>
    </p:bg>
    <p:spTree>
      <p:nvGrpSpPr>
        <p:cNvPr id="1" name=""/>
        <p:cNvGrpSpPr/>
        <p:nvPr/>
      </p:nvGrpSpPr>
      <p:grpSpPr/>
      <p:sp>
        <p:nvSpPr>
          <p:cNvPr id="2" name="text:A smart agent with bad data"/>
          <p:cNvSpPr txBox="1"/>
          <p:nvPr/>
        </p:nvSpPr>
        <p:spPr>
          <a:xfrm>
            <a:off x="457200" y="457200"/>
            <a:ext cx="8229600" cy="548640"/>
          </a:xfrm>
          <a:prstGeom prst="rect">
            <a:avLst/>
          </a:prstGeom>
          <a:noFill/>
        </p:spPr>
        <p:txBody>
          <a:bodyPr wrap="square" lIns="9144" rIns="9144" tIns="0" bIns="0">
            <a:spAutoFit/>
          </a:bodyPr>
          <a:lstStyle/>
          <a:p>
            <a:pPr>
              <a:lnSpc>
                <a:spcPct val="106000"/>
              </a:lnSpc>
              <a:spcAft>
                <a:spcPts val="400"/>
              </a:spcAft>
              <a:defRPr sz="3400" b="0">
                <a:solidFill>
                  <a:srgbClr val="F2F5F8"/>
                </a:solidFill>
                <a:latin typeface="Helvetica Neue"/>
              </a:defRPr>
            </a:pPr>
            <a:r>
              <a:t>A smart agent with bad data</a:t>
            </a:r>
          </a:p>
        </p:txBody>
      </p:sp>
      <p:sp>
        <p:nvSpPr>
          <p:cNvPr id="3" name="text:The agent is the same in both cards."/>
          <p:cNvSpPr txBox="1"/>
          <p:nvPr/>
        </p:nvSpPr>
        <p:spPr>
          <a:xfrm>
            <a:off x="475488" y="1051560"/>
            <a:ext cx="8138160" cy="274320"/>
          </a:xfrm>
          <a:prstGeom prst="rect">
            <a:avLst/>
          </a:prstGeom>
          <a:noFill/>
        </p:spPr>
        <p:txBody>
          <a:bodyPr wrap="square" lIns="9144" rIns="9144" tIns="0" bIns="0">
            <a:spAutoFit/>
          </a:bodyPr>
          <a:lstStyle/>
          <a:p>
            <a:pPr>
              <a:lnSpc>
                <a:spcPct val="106000"/>
              </a:lnSpc>
              <a:spcAft>
                <a:spcPts val="400"/>
              </a:spcAft>
              <a:defRPr sz="1500" b="0">
                <a:solidFill>
                  <a:srgbClr val="B3A5FF"/>
                </a:solidFill>
                <a:latin typeface="Helvetica Neue"/>
              </a:defRPr>
            </a:pPr>
            <a:r>
              <a:t>The agent is the same in both cards. Only the input changed.</a:t>
            </a:r>
          </a:p>
        </p:txBody>
      </p:sp>
      <p:sp>
        <p:nvSpPr>
          <p:cNvPr id="4" name="text:4"/>
          <p:cNvSpPr txBox="1"/>
          <p:nvPr/>
        </p:nvSpPr>
        <p:spPr>
          <a:xfrm>
            <a:off x="8503920" y="4800600"/>
            <a:ext cx="365760" cy="164592"/>
          </a:xfrm>
          <a:prstGeom prst="rect">
            <a:avLst/>
          </a:prstGeom>
          <a:noFill/>
        </p:spPr>
        <p:txBody>
          <a:bodyPr wrap="square" lIns="9144" rIns="9144" tIns="0" bIns="0">
            <a:spAutoFit/>
          </a:bodyPr>
          <a:lstStyle/>
          <a:p>
            <a:pPr algn="r">
              <a:lnSpc>
                <a:spcPct val="106000"/>
              </a:lnSpc>
              <a:spcAft>
                <a:spcPts val="400"/>
              </a:spcAft>
              <a:defRPr sz="800" b="0">
                <a:solidFill>
                  <a:srgbClr val="9A9AA2"/>
                </a:solidFill>
                <a:latin typeface="Helvetica Neue"/>
              </a:defRPr>
            </a:pPr>
            <a:r>
              <a:t>4</a:t>
            </a:r>
          </a:p>
        </p:txBody>
      </p:sp>
      <p:sp>
        <p:nvSpPr>
          <p:cNvPr id="5" name="Rounded Rectangle 4"/>
          <p:cNvSpPr/>
          <p:nvPr/>
        </p:nvSpPr>
        <p:spPr>
          <a:xfrm>
            <a:off x="548640" y="1554480"/>
            <a:ext cx="3886200" cy="3017520"/>
          </a:xfrm>
          <a:prstGeom prst="roundRect">
            <a:avLst>
              <a:gd name="adj" fmla="val 4242"/>
            </a:avLst>
          </a:prstGeom>
          <a:noFill/>
          <a:ln w="15240">
            <a:solidFill>
              <a:srgbClr val="3DDC9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FRESH INPUT"/>
          <p:cNvSpPr txBox="1"/>
          <p:nvPr/>
        </p:nvSpPr>
        <p:spPr>
          <a:xfrm>
            <a:off x="777240" y="1737360"/>
            <a:ext cx="3474720" cy="228600"/>
          </a:xfrm>
          <a:prstGeom prst="rect">
            <a:avLst/>
          </a:prstGeom>
          <a:noFill/>
        </p:spPr>
        <p:txBody>
          <a:bodyPr wrap="square" lIns="9144" rIns="9144" tIns="0" bIns="0">
            <a:spAutoFit/>
          </a:bodyPr>
          <a:lstStyle/>
          <a:p>
            <a:pPr>
              <a:lnSpc>
                <a:spcPct val="106000"/>
              </a:lnSpc>
              <a:spcAft>
                <a:spcPts val="400"/>
              </a:spcAft>
              <a:defRPr sz="1000" b="0">
                <a:solidFill>
                  <a:srgbClr val="3DDC97"/>
                </a:solidFill>
                <a:latin typeface="Helvetica Neue"/>
              </a:defRPr>
            </a:pPr>
            <a:r>
              <a:t>FRESH INPUT</a:t>
            </a:r>
          </a:p>
        </p:txBody>
      </p:sp>
      <p:sp>
        <p:nvSpPr>
          <p:cNvPr id="7" name="text:Price read 1 second ago"/>
          <p:cNvSpPr txBox="1"/>
          <p:nvPr/>
        </p:nvSpPr>
        <p:spPr>
          <a:xfrm>
            <a:off x="777240" y="2011680"/>
            <a:ext cx="3520440" cy="320040"/>
          </a:xfrm>
          <a:prstGeom prst="rect">
            <a:avLst/>
          </a:prstGeom>
          <a:noFill/>
        </p:spPr>
        <p:txBody>
          <a:bodyPr wrap="square" lIns="9144" rIns="9144" tIns="0" bIns="0">
            <a:spAutoFit/>
          </a:bodyPr>
          <a:lstStyle/>
          <a:p>
            <a:pPr>
              <a:lnSpc>
                <a:spcPct val="106000"/>
              </a:lnSpc>
              <a:spcAft>
                <a:spcPts val="400"/>
              </a:spcAft>
              <a:defRPr sz="1700" b="0">
                <a:solidFill>
                  <a:srgbClr val="F2F5F8"/>
                </a:solidFill>
                <a:latin typeface="Helvetica Neue"/>
              </a:defRPr>
            </a:pPr>
            <a:r>
              <a:t>Price read 1 second ago</a:t>
            </a:r>
          </a:p>
        </p:txBody>
      </p:sp>
      <p:sp>
        <p:nvSpPr>
          <p:cNvPr id="8" name="text:106.60"/>
          <p:cNvSpPr txBox="1"/>
          <p:nvPr/>
        </p:nvSpPr>
        <p:spPr>
          <a:xfrm>
            <a:off x="777240" y="2468880"/>
            <a:ext cx="2743200" cy="640080"/>
          </a:xfrm>
          <a:prstGeom prst="rect">
            <a:avLst/>
          </a:prstGeom>
          <a:noFill/>
        </p:spPr>
        <p:txBody>
          <a:bodyPr wrap="square" lIns="9144" rIns="9144" tIns="0" bIns="0">
            <a:spAutoFit/>
          </a:bodyPr>
          <a:lstStyle/>
          <a:p>
            <a:pPr>
              <a:lnSpc>
                <a:spcPct val="106000"/>
              </a:lnSpc>
              <a:spcAft>
                <a:spcPts val="400"/>
              </a:spcAft>
              <a:defRPr sz="4000" b="0">
                <a:solidFill>
                  <a:srgbClr val="F2F5F8"/>
                </a:solidFill>
                <a:latin typeface="Helvetica Neue"/>
              </a:defRPr>
            </a:pPr>
            <a:r>
              <a:t>106.60</a:t>
            </a:r>
          </a:p>
        </p:txBody>
      </p:sp>
      <p:sp>
        <p:nvSpPr>
          <p:cNvPr id="9" name="text:USD per SOL"/>
          <p:cNvSpPr txBox="1"/>
          <p:nvPr/>
        </p:nvSpPr>
        <p:spPr>
          <a:xfrm>
            <a:off x="777240" y="3154680"/>
            <a:ext cx="2743200" cy="182880"/>
          </a:xfrm>
          <a:prstGeom prst="rect">
            <a:avLst/>
          </a:prstGeom>
          <a:noFill/>
        </p:spPr>
        <p:txBody>
          <a:bodyPr wrap="square" lIns="9144" rIns="9144" tIns="0" bIns="0">
            <a:spAutoFit/>
          </a:bodyPr>
          <a:lstStyle/>
          <a:p>
            <a:pPr>
              <a:lnSpc>
                <a:spcPct val="106000"/>
              </a:lnSpc>
              <a:spcAft>
                <a:spcPts val="400"/>
              </a:spcAft>
              <a:defRPr sz="1000" b="0">
                <a:solidFill>
                  <a:srgbClr val="9A9AA2"/>
                </a:solidFill>
                <a:latin typeface="Helvetica Neue"/>
              </a:defRPr>
            </a:pPr>
            <a:r>
              <a:t>USD per SOL</a:t>
            </a:r>
          </a:p>
        </p:txBody>
      </p:sp>
      <p:sp>
        <p:nvSpPr>
          <p:cNvPr id="10" name="Rounded Rectangle 9"/>
          <p:cNvSpPr/>
          <p:nvPr/>
        </p:nvSpPr>
        <p:spPr>
          <a:xfrm>
            <a:off x="777240" y="3474720"/>
            <a:ext cx="3520440" cy="502920"/>
          </a:xfrm>
          <a:prstGeom prst="roundRect">
            <a:avLst>
              <a:gd name="adj" fmla="val 25454"/>
            </a:avLst>
          </a:prstGeom>
          <a:solidFill>
            <a:srgbClr val="100821"/>
          </a:solidFill>
          <a:ln w="10160">
            <a:solidFill>
              <a:srgbClr val="66666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Agent: &quot;Buy a small size.&quot;"/>
          <p:cNvSpPr txBox="1"/>
          <p:nvPr/>
        </p:nvSpPr>
        <p:spPr>
          <a:xfrm>
            <a:off x="914400" y="3474720"/>
            <a:ext cx="3291840" cy="502920"/>
          </a:xfrm>
          <a:prstGeom prst="rect">
            <a:avLst/>
          </a:prstGeom>
          <a:noFill/>
        </p:spPr>
        <p:txBody>
          <a:bodyPr wrap="square" lIns="9144" rIns="9144" tIns="0" bIns="0" anchor="ctr">
            <a:spAutoFit/>
          </a:bodyPr>
          <a:lstStyle/>
          <a:p>
            <a:pPr>
              <a:lnSpc>
                <a:spcPct val="106000"/>
              </a:lnSpc>
              <a:spcAft>
                <a:spcPts val="400"/>
              </a:spcAft>
              <a:defRPr sz="1400" b="0">
                <a:solidFill>
                  <a:srgbClr val="B3A5FF"/>
                </a:solidFill>
                <a:latin typeface="Helvetica Neue"/>
              </a:defRPr>
            </a:pPr>
            <a:r>
              <a:t>Agent: "Buy a small size."</a:t>
            </a:r>
          </a:p>
        </p:txBody>
      </p:sp>
      <p:sp>
        <p:nvSpPr>
          <p:cNvPr id="12" name="text:A sensible answer."/>
          <p:cNvSpPr txBox="1"/>
          <p:nvPr/>
        </p:nvSpPr>
        <p:spPr>
          <a:xfrm>
            <a:off x="777240" y="4114800"/>
            <a:ext cx="3520440" cy="274320"/>
          </a:xfrm>
          <a:prstGeom prst="rect">
            <a:avLst/>
          </a:prstGeom>
          <a:noFill/>
        </p:spPr>
        <p:txBody>
          <a:bodyPr wrap="square" lIns="9144" rIns="9144" tIns="0" bIns="0">
            <a:spAutoFit/>
          </a:bodyPr>
          <a:lstStyle/>
          <a:p>
            <a:pPr>
              <a:lnSpc>
                <a:spcPct val="106000"/>
              </a:lnSpc>
              <a:spcAft>
                <a:spcPts val="400"/>
              </a:spcAft>
              <a:defRPr sz="1300" b="0">
                <a:solidFill>
                  <a:srgbClr val="3DDC97"/>
                </a:solidFill>
                <a:latin typeface="Helvetica Neue"/>
              </a:defRPr>
            </a:pPr>
            <a:r>
              <a:t>A sensible answer.</a:t>
            </a:r>
          </a:p>
        </p:txBody>
      </p:sp>
      <p:sp>
        <p:nvSpPr>
          <p:cNvPr id="13" name="Rounded Rectangle 12"/>
          <p:cNvSpPr/>
          <p:nvPr/>
        </p:nvSpPr>
        <p:spPr>
          <a:xfrm>
            <a:off x="4709160" y="1554480"/>
            <a:ext cx="3886200" cy="3017520"/>
          </a:xfrm>
          <a:prstGeom prst="roundRect">
            <a:avLst>
              <a:gd name="adj" fmla="val 4242"/>
            </a:avLst>
          </a:prstGeom>
          <a:noFill/>
          <a:ln w="15240">
            <a:solidFill>
              <a:srgbClr val="FD51F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ONE BAD INPUT"/>
          <p:cNvSpPr txBox="1"/>
          <p:nvPr/>
        </p:nvSpPr>
        <p:spPr>
          <a:xfrm>
            <a:off x="4937760" y="1737360"/>
            <a:ext cx="3474720" cy="228600"/>
          </a:xfrm>
          <a:prstGeom prst="rect">
            <a:avLst/>
          </a:prstGeom>
          <a:noFill/>
        </p:spPr>
        <p:txBody>
          <a:bodyPr wrap="square" lIns="9144" rIns="9144" tIns="0" bIns="0">
            <a:spAutoFit/>
          </a:bodyPr>
          <a:lstStyle/>
          <a:p>
            <a:pPr>
              <a:lnSpc>
                <a:spcPct val="106000"/>
              </a:lnSpc>
              <a:spcAft>
                <a:spcPts val="400"/>
              </a:spcAft>
              <a:defRPr sz="1000" b="0">
                <a:solidFill>
                  <a:srgbClr val="FD51FC"/>
                </a:solidFill>
                <a:latin typeface="Helvetica Neue"/>
              </a:defRPr>
            </a:pPr>
            <a:r>
              <a:t>ONE BAD INPUT</a:t>
            </a:r>
          </a:p>
        </p:txBody>
      </p:sp>
      <p:sp>
        <p:nvSpPr>
          <p:cNvPr id="15" name="text:Price read 4 minutes ago"/>
          <p:cNvSpPr txBox="1"/>
          <p:nvPr/>
        </p:nvSpPr>
        <p:spPr>
          <a:xfrm>
            <a:off x="4937760" y="2011680"/>
            <a:ext cx="3520440" cy="320040"/>
          </a:xfrm>
          <a:prstGeom prst="rect">
            <a:avLst/>
          </a:prstGeom>
          <a:noFill/>
        </p:spPr>
        <p:txBody>
          <a:bodyPr wrap="square" lIns="9144" rIns="9144" tIns="0" bIns="0">
            <a:spAutoFit/>
          </a:bodyPr>
          <a:lstStyle/>
          <a:p>
            <a:pPr>
              <a:lnSpc>
                <a:spcPct val="106000"/>
              </a:lnSpc>
              <a:spcAft>
                <a:spcPts val="400"/>
              </a:spcAft>
              <a:defRPr sz="1700" b="0">
                <a:solidFill>
                  <a:srgbClr val="F2F5F8"/>
                </a:solidFill>
                <a:latin typeface="Helvetica Neue"/>
              </a:defRPr>
            </a:pPr>
            <a:r>
              <a:t>Price read 4 minutes ago</a:t>
            </a:r>
          </a:p>
        </p:txBody>
      </p:sp>
      <p:sp>
        <p:nvSpPr>
          <p:cNvPr id="16" name="text:106.60"/>
          <p:cNvSpPr txBox="1"/>
          <p:nvPr/>
        </p:nvSpPr>
        <p:spPr>
          <a:xfrm>
            <a:off x="4937760" y="2468880"/>
            <a:ext cx="2743200" cy="640080"/>
          </a:xfrm>
          <a:prstGeom prst="rect">
            <a:avLst/>
          </a:prstGeom>
          <a:noFill/>
        </p:spPr>
        <p:txBody>
          <a:bodyPr wrap="square" lIns="9144" rIns="9144" tIns="0" bIns="0">
            <a:spAutoFit/>
          </a:bodyPr>
          <a:lstStyle/>
          <a:p>
            <a:pPr>
              <a:lnSpc>
                <a:spcPct val="106000"/>
              </a:lnSpc>
              <a:spcAft>
                <a:spcPts val="400"/>
              </a:spcAft>
              <a:defRPr sz="4000" b="0">
                <a:solidFill>
                  <a:srgbClr val="F2F5F8"/>
                </a:solidFill>
                <a:latin typeface="Helvetica Neue"/>
              </a:defRPr>
            </a:pPr>
            <a:r>
              <a:t>106.60</a:t>
            </a:r>
          </a:p>
        </p:txBody>
      </p:sp>
      <p:sp>
        <p:nvSpPr>
          <p:cNvPr id="17" name="text:USD per SOL"/>
          <p:cNvSpPr txBox="1"/>
          <p:nvPr/>
        </p:nvSpPr>
        <p:spPr>
          <a:xfrm>
            <a:off x="4937760" y="3154680"/>
            <a:ext cx="2743200" cy="182880"/>
          </a:xfrm>
          <a:prstGeom prst="rect">
            <a:avLst/>
          </a:prstGeom>
          <a:noFill/>
        </p:spPr>
        <p:txBody>
          <a:bodyPr wrap="square" lIns="9144" rIns="9144" tIns="0" bIns="0">
            <a:spAutoFit/>
          </a:bodyPr>
          <a:lstStyle/>
          <a:p>
            <a:pPr>
              <a:lnSpc>
                <a:spcPct val="106000"/>
              </a:lnSpc>
              <a:spcAft>
                <a:spcPts val="400"/>
              </a:spcAft>
              <a:defRPr sz="1000" b="0">
                <a:solidFill>
                  <a:srgbClr val="9A9AA2"/>
                </a:solidFill>
                <a:latin typeface="Helvetica Neue"/>
              </a:defRPr>
            </a:pPr>
            <a:r>
              <a:t>USD per SOL</a:t>
            </a:r>
          </a:p>
        </p:txBody>
      </p:sp>
      <p:sp>
        <p:nvSpPr>
          <p:cNvPr id="18" name="Rounded Rectangle 17"/>
          <p:cNvSpPr/>
          <p:nvPr/>
        </p:nvSpPr>
        <p:spPr>
          <a:xfrm>
            <a:off x="4937760" y="3474720"/>
            <a:ext cx="3520440" cy="502920"/>
          </a:xfrm>
          <a:prstGeom prst="roundRect">
            <a:avLst>
              <a:gd name="adj" fmla="val 25454"/>
            </a:avLst>
          </a:prstGeom>
          <a:solidFill>
            <a:srgbClr val="100821"/>
          </a:solidFill>
          <a:ln w="10160">
            <a:solidFill>
              <a:srgbClr val="66666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Agent: &quot;Buy a small size.&quot;"/>
          <p:cNvSpPr txBox="1"/>
          <p:nvPr/>
        </p:nvSpPr>
        <p:spPr>
          <a:xfrm>
            <a:off x="5074920" y="3474720"/>
            <a:ext cx="3291840" cy="502920"/>
          </a:xfrm>
          <a:prstGeom prst="rect">
            <a:avLst/>
          </a:prstGeom>
          <a:noFill/>
        </p:spPr>
        <p:txBody>
          <a:bodyPr wrap="square" lIns="9144" rIns="9144" tIns="0" bIns="0" anchor="ctr">
            <a:spAutoFit/>
          </a:bodyPr>
          <a:lstStyle/>
          <a:p>
            <a:pPr>
              <a:lnSpc>
                <a:spcPct val="106000"/>
              </a:lnSpc>
              <a:spcAft>
                <a:spcPts val="400"/>
              </a:spcAft>
              <a:defRPr sz="1400" b="0">
                <a:solidFill>
                  <a:srgbClr val="B3A5FF"/>
                </a:solidFill>
                <a:latin typeface="Helvetica Neue"/>
              </a:defRPr>
            </a:pPr>
            <a:r>
              <a:t>Agent: "Buy a small size."</a:t>
            </a:r>
          </a:p>
        </p:txBody>
      </p:sp>
      <p:sp>
        <p:nvSpPr>
          <p:cNvPr id="20" name="text:Same confident answer, now wrong."/>
          <p:cNvSpPr txBox="1"/>
          <p:nvPr/>
        </p:nvSpPr>
        <p:spPr>
          <a:xfrm>
            <a:off x="4937760" y="4114800"/>
            <a:ext cx="3520440" cy="274320"/>
          </a:xfrm>
          <a:prstGeom prst="rect">
            <a:avLst/>
          </a:prstGeom>
          <a:noFill/>
        </p:spPr>
        <p:txBody>
          <a:bodyPr wrap="square" lIns="9144" rIns="9144" tIns="0" bIns="0">
            <a:spAutoFit/>
          </a:bodyPr>
          <a:lstStyle/>
          <a:p>
            <a:pPr>
              <a:lnSpc>
                <a:spcPct val="106000"/>
              </a:lnSpc>
              <a:spcAft>
                <a:spcPts val="400"/>
              </a:spcAft>
              <a:defRPr sz="1300" b="0">
                <a:solidFill>
                  <a:srgbClr val="FD51FC"/>
                </a:solidFill>
                <a:latin typeface="Helvetica Neue"/>
              </a:defRPr>
            </a:pPr>
            <a:r>
              <a:t>Same confident answer, now wrong.</a:t>
            </a:r>
          </a:p>
        </p:txBody>
      </p:sp>
      <p:sp>
        <p:nvSpPr>
          <p:cNvPr id="21" name="text:Illustrative"/>
          <p:cNvSpPr txBox="1"/>
          <p:nvPr/>
        </p:nvSpPr>
        <p:spPr>
          <a:xfrm>
            <a:off x="502920" y="4727448"/>
            <a:ext cx="7772400" cy="292608"/>
          </a:xfrm>
          <a:prstGeom prst="rect">
            <a:avLst/>
          </a:prstGeom>
          <a:noFill/>
        </p:spPr>
        <p:txBody>
          <a:bodyPr wrap="square" lIns="9144" rIns="9144" tIns="0" bIns="0">
            <a:spAutoFit/>
          </a:bodyPr>
          <a:lstStyle/>
          <a:p>
            <a:pPr>
              <a:lnSpc>
                <a:spcPct val="106000"/>
              </a:lnSpc>
              <a:spcAft>
                <a:spcPts val="400"/>
              </a:spcAft>
              <a:defRPr sz="800" b="0">
                <a:solidFill>
                  <a:srgbClr val="9A9AA2"/>
                </a:solidFill>
                <a:latin typeface="Helvetica Neue"/>
              </a:defRPr>
            </a:pPr>
            <a:r>
              <a:t>Illustrative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showMasterSp="0">
  <p:cSld>
    <p:bg>
      <p:bgPr>
        <a:solidFill>
          <a:srgbClr val="000000"/>
        </a:solidFill>
        <a:effectLst/>
      </p:bgPr>
    </p:bg>
    <p:spTree>
      <p:nvGrpSpPr>
        <p:cNvPr id="1" name=""/>
        <p:cNvGrpSpPr/>
        <p:nvPr/>
      </p:nvGrpSpPr>
      <p:grpSpPr/>
      <p:sp>
        <p:nvSpPr>
          <p:cNvPr id="2" name="text:Four kinds of data"/>
          <p:cNvSpPr txBox="1"/>
          <p:nvPr/>
        </p:nvSpPr>
        <p:spPr>
          <a:xfrm>
            <a:off x="457200" y="457200"/>
            <a:ext cx="8229600" cy="548640"/>
          </a:xfrm>
          <a:prstGeom prst="rect">
            <a:avLst/>
          </a:prstGeom>
          <a:noFill/>
        </p:spPr>
        <p:txBody>
          <a:bodyPr wrap="square" lIns="9144" rIns="9144" tIns="0" bIns="0">
            <a:spAutoFit/>
          </a:bodyPr>
          <a:lstStyle/>
          <a:p>
            <a:pPr>
              <a:lnSpc>
                <a:spcPct val="106000"/>
              </a:lnSpc>
              <a:spcAft>
                <a:spcPts val="400"/>
              </a:spcAft>
              <a:defRPr sz="3400" b="0">
                <a:solidFill>
                  <a:srgbClr val="F2F5F8"/>
                </a:solidFill>
                <a:latin typeface="Helvetica Neue"/>
              </a:defRPr>
            </a:pPr>
            <a:r>
              <a:t>Four kinds of data</a:t>
            </a:r>
          </a:p>
        </p:txBody>
      </p:sp>
      <p:sp>
        <p:nvSpPr>
          <p:cNvPr id="3" name="text:Every agent decision reads some mix "/>
          <p:cNvSpPr txBox="1"/>
          <p:nvPr/>
        </p:nvSpPr>
        <p:spPr>
          <a:xfrm>
            <a:off x="475488" y="1051560"/>
            <a:ext cx="8138160" cy="274320"/>
          </a:xfrm>
          <a:prstGeom prst="rect">
            <a:avLst/>
          </a:prstGeom>
          <a:noFill/>
        </p:spPr>
        <p:txBody>
          <a:bodyPr wrap="square" lIns="9144" rIns="9144" tIns="0" bIns="0">
            <a:spAutoFit/>
          </a:bodyPr>
          <a:lstStyle/>
          <a:p>
            <a:pPr>
              <a:lnSpc>
                <a:spcPct val="106000"/>
              </a:lnSpc>
              <a:spcAft>
                <a:spcPts val="400"/>
              </a:spcAft>
              <a:defRPr sz="1500" b="0">
                <a:solidFill>
                  <a:srgbClr val="B3A5FF"/>
                </a:solidFill>
                <a:latin typeface="Helvetica Neue"/>
              </a:defRPr>
            </a:pPr>
            <a:r>
              <a:t>Every agent decision reads some mix of these.</a:t>
            </a:r>
          </a:p>
        </p:txBody>
      </p:sp>
      <p:sp>
        <p:nvSpPr>
          <p:cNvPr id="4" name="text:5"/>
          <p:cNvSpPr txBox="1"/>
          <p:nvPr/>
        </p:nvSpPr>
        <p:spPr>
          <a:xfrm>
            <a:off x="8503920" y="4800600"/>
            <a:ext cx="365760" cy="164592"/>
          </a:xfrm>
          <a:prstGeom prst="rect">
            <a:avLst/>
          </a:prstGeom>
          <a:noFill/>
        </p:spPr>
        <p:txBody>
          <a:bodyPr wrap="square" lIns="9144" rIns="9144" tIns="0" bIns="0">
            <a:spAutoFit/>
          </a:bodyPr>
          <a:lstStyle/>
          <a:p>
            <a:pPr algn="r">
              <a:lnSpc>
                <a:spcPct val="106000"/>
              </a:lnSpc>
              <a:spcAft>
                <a:spcPts val="400"/>
              </a:spcAft>
              <a:defRPr sz="800" b="0">
                <a:solidFill>
                  <a:srgbClr val="9A9AA2"/>
                </a:solidFill>
                <a:latin typeface="Helvetica Neue"/>
              </a:defRPr>
            </a:pPr>
            <a:r>
              <a:t>5</a:t>
            </a:r>
          </a:p>
        </p:txBody>
      </p:sp>
      <p:sp>
        <p:nvSpPr>
          <p:cNvPr id="5" name="Rounded Rectangle 4"/>
          <p:cNvSpPr/>
          <p:nvPr/>
        </p:nvSpPr>
        <p:spPr>
          <a:xfrm>
            <a:off x="548640" y="2350008"/>
            <a:ext cx="3200400" cy="603504"/>
          </a:xfrm>
          <a:prstGeom prst="roundRect">
            <a:avLst>
              <a:gd name="adj" fmla="val 21212"/>
            </a:avLst>
          </a:prstGeom>
          <a:noFill/>
          <a:ln w="10160">
            <a:solidFill>
              <a:srgbClr val="1F1F24"/>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548640" y="3099815"/>
            <a:ext cx="3200400" cy="603504"/>
          </a:xfrm>
          <a:prstGeom prst="roundRect">
            <a:avLst>
              <a:gd name="adj" fmla="val 21212"/>
            </a:avLst>
          </a:prstGeom>
          <a:noFill/>
          <a:ln w="10160">
            <a:solidFill>
              <a:srgbClr val="1F1F24"/>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548640" y="3849624"/>
            <a:ext cx="3200400" cy="603504"/>
          </a:xfrm>
          <a:prstGeom prst="roundRect">
            <a:avLst>
              <a:gd name="adj" fmla="val 21212"/>
            </a:avLst>
          </a:prstGeom>
          <a:noFill/>
          <a:ln w="10160">
            <a:solidFill>
              <a:srgbClr val="1F1F24"/>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548640" y="1600200"/>
            <a:ext cx="3200400" cy="603504"/>
          </a:xfrm>
          <a:prstGeom prst="roundRect">
            <a:avLst>
              <a:gd name="adj" fmla="val 21212"/>
            </a:avLst>
          </a:prstGeom>
          <a:solidFill>
            <a:srgbClr val="100821"/>
          </a:solidFill>
          <a:ln w="15240">
            <a:solidFill>
              <a:srgbClr val="B3A5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1"/>
          <p:cNvSpPr txBox="1"/>
          <p:nvPr/>
        </p:nvSpPr>
        <p:spPr>
          <a:xfrm>
            <a:off x="713232" y="1600200"/>
            <a:ext cx="274320" cy="603504"/>
          </a:xfrm>
          <a:prstGeom prst="rect">
            <a:avLst/>
          </a:prstGeom>
          <a:noFill/>
        </p:spPr>
        <p:txBody>
          <a:bodyPr wrap="square" lIns="9144" rIns="9144" tIns="0" bIns="0" anchor="ctr">
            <a:spAutoFit/>
          </a:bodyPr>
          <a:lstStyle/>
          <a:p>
            <a:pPr>
              <a:lnSpc>
                <a:spcPct val="106000"/>
              </a:lnSpc>
              <a:spcAft>
                <a:spcPts val="400"/>
              </a:spcAft>
              <a:defRPr sz="2000" b="0">
                <a:solidFill>
                  <a:srgbClr val="3DDC97"/>
                </a:solidFill>
                <a:latin typeface="Helvetica Neue"/>
              </a:defRPr>
            </a:pPr>
            <a:r>
              <a:t>1</a:t>
            </a:r>
          </a:p>
        </p:txBody>
      </p:sp>
      <p:sp>
        <p:nvSpPr>
          <p:cNvPr id="10" name="text:Venue price"/>
          <p:cNvSpPr txBox="1"/>
          <p:nvPr/>
        </p:nvSpPr>
        <p:spPr>
          <a:xfrm>
            <a:off x="1097280" y="1673352"/>
            <a:ext cx="2560320" cy="274320"/>
          </a:xfrm>
          <a:prstGeom prst="rect">
            <a:avLst/>
          </a:prstGeom>
          <a:noFill/>
        </p:spPr>
        <p:txBody>
          <a:bodyPr wrap="square" lIns="9144" rIns="9144" tIns="0" bIns="0">
            <a:spAutoFit/>
          </a:bodyPr>
          <a:lstStyle/>
          <a:p>
            <a:pPr>
              <a:lnSpc>
                <a:spcPct val="106000"/>
              </a:lnSpc>
              <a:spcAft>
                <a:spcPts val="400"/>
              </a:spcAft>
              <a:defRPr sz="1500" b="0">
                <a:solidFill>
                  <a:srgbClr val="F2F5F8"/>
                </a:solidFill>
                <a:latin typeface="Helvetica Neue"/>
              </a:defRPr>
            </a:pPr>
            <a:r>
              <a:t>Venue price</a:t>
            </a:r>
          </a:p>
        </p:txBody>
      </p:sp>
      <p:sp>
        <p:nvSpPr>
          <p:cNvPr id="11" name="text:jupiterQuote"/>
          <p:cNvSpPr txBox="1"/>
          <p:nvPr/>
        </p:nvSpPr>
        <p:spPr>
          <a:xfrm>
            <a:off x="1097280" y="1947672"/>
            <a:ext cx="2560320" cy="182880"/>
          </a:xfrm>
          <a:prstGeom prst="rect">
            <a:avLst/>
          </a:prstGeom>
          <a:noFill/>
        </p:spPr>
        <p:txBody>
          <a:bodyPr wrap="square" lIns="9144" rIns="9144" tIns="0" bIns="0">
            <a:spAutoFit/>
          </a:bodyPr>
          <a:lstStyle/>
          <a:p>
            <a:pPr>
              <a:lnSpc>
                <a:spcPct val="106000"/>
              </a:lnSpc>
              <a:spcAft>
                <a:spcPts val="400"/>
              </a:spcAft>
              <a:defRPr sz="900" b="0">
                <a:solidFill>
                  <a:srgbClr val="9A9AA2"/>
                </a:solidFill>
                <a:latin typeface="Menlo"/>
              </a:defRPr>
            </a:pPr>
            <a:r>
              <a:t>jupiterQuote</a:t>
            </a:r>
          </a:p>
        </p:txBody>
      </p:sp>
      <p:sp>
        <p:nvSpPr>
          <p:cNvPr id="12" name="text:DATA FAMILY 1 OF 4"/>
          <p:cNvSpPr txBox="1"/>
          <p:nvPr/>
        </p:nvSpPr>
        <p:spPr>
          <a:xfrm>
            <a:off x="4160520" y="1600200"/>
            <a:ext cx="3657600" cy="182880"/>
          </a:xfrm>
          <a:prstGeom prst="rect">
            <a:avLst/>
          </a:prstGeom>
          <a:noFill/>
        </p:spPr>
        <p:txBody>
          <a:bodyPr wrap="square" lIns="9144" rIns="9144" tIns="0" bIns="0">
            <a:spAutoFit/>
          </a:bodyPr>
          <a:lstStyle/>
          <a:p>
            <a:pPr>
              <a:lnSpc>
                <a:spcPct val="106000"/>
              </a:lnSpc>
              <a:spcAft>
                <a:spcPts val="400"/>
              </a:spcAft>
              <a:defRPr sz="1000" b="0">
                <a:solidFill>
                  <a:srgbClr val="B3A5FF"/>
                </a:solidFill>
                <a:latin typeface="Helvetica Neue"/>
              </a:defRPr>
            </a:pPr>
            <a:r>
              <a:t>DATA FAMILY 1 OF 4</a:t>
            </a:r>
          </a:p>
        </p:txBody>
      </p:sp>
      <p:sp>
        <p:nvSpPr>
          <p:cNvPr id="13" name="text:Venue price"/>
          <p:cNvSpPr txBox="1"/>
          <p:nvPr/>
        </p:nvSpPr>
        <p:spPr>
          <a:xfrm>
            <a:off x="4160520" y="1828800"/>
            <a:ext cx="4480560" cy="457200"/>
          </a:xfrm>
          <a:prstGeom prst="rect">
            <a:avLst/>
          </a:prstGeom>
          <a:noFill/>
        </p:spPr>
        <p:txBody>
          <a:bodyPr wrap="square" lIns="9144" rIns="9144" tIns="0" bIns="0">
            <a:spAutoFit/>
          </a:bodyPr>
          <a:lstStyle/>
          <a:p>
            <a:pPr>
              <a:lnSpc>
                <a:spcPct val="106000"/>
              </a:lnSpc>
              <a:spcAft>
                <a:spcPts val="400"/>
              </a:spcAft>
              <a:defRPr sz="3000" b="0">
                <a:solidFill>
                  <a:srgbClr val="F2F5F8"/>
                </a:solidFill>
                <a:latin typeface="Helvetica Neue"/>
              </a:defRPr>
            </a:pPr>
            <a:r>
              <a:t>Venue price</a:t>
            </a:r>
          </a:p>
        </p:txBody>
      </p:sp>
      <p:sp>
        <p:nvSpPr>
          <p:cNvPr id="14" name="text:What you can actually trade at, righ"/>
          <p:cNvSpPr txBox="1"/>
          <p:nvPr/>
        </p:nvSpPr>
        <p:spPr>
          <a:xfrm>
            <a:off x="4160520" y="2377440"/>
            <a:ext cx="4480560" cy="548640"/>
          </a:xfrm>
          <a:prstGeom prst="rect">
            <a:avLst/>
          </a:prstGeom>
          <a:noFill/>
        </p:spPr>
        <p:txBody>
          <a:bodyPr wrap="square" lIns="9144" rIns="9144" tIns="0" bIns="0">
            <a:spAutoFit/>
          </a:bodyPr>
          <a:lstStyle/>
          <a:p>
            <a:pPr>
              <a:lnSpc>
                <a:spcPct val="106000"/>
              </a:lnSpc>
              <a:spcAft>
                <a:spcPts val="400"/>
              </a:spcAft>
              <a:defRPr sz="1500" b="0">
                <a:solidFill>
                  <a:srgbClr val="B3A5FF"/>
                </a:solidFill>
                <a:latin typeface="Helvetica Neue"/>
              </a:defRPr>
            </a:pPr>
            <a:r>
              <a:t>What you can actually trade at, right now.</a:t>
            </a:r>
          </a:p>
        </p:txBody>
      </p:sp>
      <p:sp>
        <p:nvSpPr>
          <p:cNvPr id="15" name="Rounded Rectangle 14"/>
          <p:cNvSpPr/>
          <p:nvPr/>
        </p:nvSpPr>
        <p:spPr>
          <a:xfrm>
            <a:off x="4160520" y="3063240"/>
            <a:ext cx="2194560" cy="1371600"/>
          </a:xfrm>
          <a:prstGeom prst="roundRect">
            <a:avLst>
              <a:gd name="adj" fmla="val 9333"/>
            </a:avLst>
          </a:prstGeom>
          <a:noFill/>
          <a:ln w="10160">
            <a:solidFill>
              <a:srgbClr val="66666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ON SOLANA"/>
          <p:cNvSpPr txBox="1"/>
          <p:nvPr/>
        </p:nvSpPr>
        <p:spPr>
          <a:xfrm>
            <a:off x="4325112" y="3200400"/>
            <a:ext cx="1828800" cy="182880"/>
          </a:xfrm>
          <a:prstGeom prst="rect">
            <a:avLst/>
          </a:prstGeom>
          <a:noFill/>
        </p:spPr>
        <p:txBody>
          <a:bodyPr wrap="square" lIns="9144" rIns="9144" tIns="0" bIns="0">
            <a:spAutoFit/>
          </a:bodyPr>
          <a:lstStyle/>
          <a:p>
            <a:pPr>
              <a:lnSpc>
                <a:spcPct val="106000"/>
              </a:lnSpc>
              <a:spcAft>
                <a:spcPts val="400"/>
              </a:spcAft>
              <a:defRPr sz="900" b="0">
                <a:solidFill>
                  <a:srgbClr val="3DDC97"/>
                </a:solidFill>
                <a:latin typeface="Helvetica Neue"/>
              </a:defRPr>
            </a:pPr>
            <a:r>
              <a:t>ON SOLANA</a:t>
            </a:r>
          </a:p>
        </p:txBody>
      </p:sp>
      <p:sp>
        <p:nvSpPr>
          <p:cNvPr id="17" name="text:A Jupiter quote: sell 1 SOL, get N U"/>
          <p:cNvSpPr txBox="1"/>
          <p:nvPr/>
        </p:nvSpPr>
        <p:spPr>
          <a:xfrm>
            <a:off x="4325112" y="3456432"/>
            <a:ext cx="1901952" cy="914400"/>
          </a:xfrm>
          <a:prstGeom prst="rect">
            <a:avLst/>
          </a:prstGeom>
          <a:noFill/>
        </p:spPr>
        <p:txBody>
          <a:bodyPr wrap="square" lIns="9144" rIns="9144" tIns="0" bIns="0">
            <a:spAutoFit/>
          </a:bodyPr>
          <a:lstStyle/>
          <a:p>
            <a:pPr>
              <a:lnSpc>
                <a:spcPct val="106000"/>
              </a:lnSpc>
              <a:spcAft>
                <a:spcPts val="400"/>
              </a:spcAft>
              <a:defRPr sz="1150" b="0">
                <a:solidFill>
                  <a:srgbClr val="9A9AA2"/>
                </a:solidFill>
                <a:latin typeface="Helvetica Neue"/>
              </a:defRPr>
            </a:pPr>
            <a:r>
              <a:t>A Jupiter quote: sell 1 SOL, get N USDC, routed across the pools.</a:t>
            </a:r>
          </a:p>
        </p:txBody>
      </p:sp>
      <p:sp>
        <p:nvSpPr>
          <p:cNvPr id="18" name="Rounded Rectangle 17"/>
          <p:cNvSpPr/>
          <p:nvPr/>
        </p:nvSpPr>
        <p:spPr>
          <a:xfrm>
            <a:off x="6492240" y="3063240"/>
            <a:ext cx="2194560" cy="1371600"/>
          </a:xfrm>
          <a:prstGeom prst="roundRect">
            <a:avLst>
              <a:gd name="adj" fmla="val 9333"/>
            </a:avLst>
          </a:prstGeom>
          <a:noFill/>
          <a:ln w="10160">
            <a:solidFill>
              <a:srgbClr val="FD51F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HOW IT GOES BAD"/>
          <p:cNvSpPr txBox="1"/>
          <p:nvPr/>
        </p:nvSpPr>
        <p:spPr>
          <a:xfrm>
            <a:off x="6656831" y="3200400"/>
            <a:ext cx="1828800" cy="182880"/>
          </a:xfrm>
          <a:prstGeom prst="rect">
            <a:avLst/>
          </a:prstGeom>
          <a:noFill/>
        </p:spPr>
        <p:txBody>
          <a:bodyPr wrap="square" lIns="9144" rIns="9144" tIns="0" bIns="0">
            <a:spAutoFit/>
          </a:bodyPr>
          <a:lstStyle/>
          <a:p>
            <a:pPr>
              <a:lnSpc>
                <a:spcPct val="106000"/>
              </a:lnSpc>
              <a:spcAft>
                <a:spcPts val="400"/>
              </a:spcAft>
              <a:defRPr sz="900" b="0">
                <a:solidFill>
                  <a:srgbClr val="FD51FC"/>
                </a:solidFill>
                <a:latin typeface="Helvetica Neue"/>
              </a:defRPr>
            </a:pPr>
            <a:r>
              <a:t>HOW IT GOES BAD</a:t>
            </a:r>
          </a:p>
        </p:txBody>
      </p:sp>
      <p:sp>
        <p:nvSpPr>
          <p:cNvPr id="20" name="text:Moves every second. One venue's pric"/>
          <p:cNvSpPr txBox="1"/>
          <p:nvPr/>
        </p:nvSpPr>
        <p:spPr>
          <a:xfrm>
            <a:off x="6656831" y="3456432"/>
            <a:ext cx="1901952" cy="914400"/>
          </a:xfrm>
          <a:prstGeom prst="rect">
            <a:avLst/>
          </a:prstGeom>
          <a:noFill/>
        </p:spPr>
        <p:txBody>
          <a:bodyPr wrap="square" lIns="9144" rIns="9144" tIns="0" bIns="0">
            <a:spAutoFit/>
          </a:bodyPr>
          <a:lstStyle/>
          <a:p>
            <a:pPr>
              <a:lnSpc>
                <a:spcPct val="106000"/>
              </a:lnSpc>
              <a:spcAft>
                <a:spcPts val="400"/>
              </a:spcAft>
              <a:defRPr sz="1150" b="0">
                <a:solidFill>
                  <a:srgbClr val="9A9AA2"/>
                </a:solidFill>
                <a:latin typeface="Helvetica Neue"/>
              </a:defRPr>
            </a:pPr>
            <a:r>
              <a:t>Moves every second. One venue's price is not the market.</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showMasterSp="0">
  <p:cSld>
    <p:bg>
      <p:bgPr>
        <a:solidFill>
          <a:srgbClr val="000000"/>
        </a:solidFill>
        <a:effectLst/>
      </p:bgPr>
    </p:bg>
    <p:spTree>
      <p:nvGrpSpPr>
        <p:cNvPr id="1" name=""/>
        <p:cNvGrpSpPr/>
        <p:nvPr/>
      </p:nvGrpSpPr>
      <p:grpSpPr/>
      <p:sp>
        <p:nvSpPr>
          <p:cNvPr id="2" name="text:Four kinds of data"/>
          <p:cNvSpPr txBox="1"/>
          <p:nvPr/>
        </p:nvSpPr>
        <p:spPr>
          <a:xfrm>
            <a:off x="457200" y="457200"/>
            <a:ext cx="8229600" cy="548640"/>
          </a:xfrm>
          <a:prstGeom prst="rect">
            <a:avLst/>
          </a:prstGeom>
          <a:noFill/>
        </p:spPr>
        <p:txBody>
          <a:bodyPr wrap="square" lIns="9144" rIns="9144" tIns="0" bIns="0">
            <a:spAutoFit/>
          </a:bodyPr>
          <a:lstStyle/>
          <a:p>
            <a:pPr>
              <a:lnSpc>
                <a:spcPct val="106000"/>
              </a:lnSpc>
              <a:spcAft>
                <a:spcPts val="400"/>
              </a:spcAft>
              <a:defRPr sz="3400" b="0">
                <a:solidFill>
                  <a:srgbClr val="F2F5F8"/>
                </a:solidFill>
                <a:latin typeface="Helvetica Neue"/>
              </a:defRPr>
            </a:pPr>
            <a:r>
              <a:t>Four kinds of data</a:t>
            </a:r>
          </a:p>
        </p:txBody>
      </p:sp>
      <p:sp>
        <p:nvSpPr>
          <p:cNvPr id="3" name="text:Every agent decision reads some mix "/>
          <p:cNvSpPr txBox="1"/>
          <p:nvPr/>
        </p:nvSpPr>
        <p:spPr>
          <a:xfrm>
            <a:off x="475488" y="1051560"/>
            <a:ext cx="8138160" cy="274320"/>
          </a:xfrm>
          <a:prstGeom prst="rect">
            <a:avLst/>
          </a:prstGeom>
          <a:noFill/>
        </p:spPr>
        <p:txBody>
          <a:bodyPr wrap="square" lIns="9144" rIns="9144" tIns="0" bIns="0">
            <a:spAutoFit/>
          </a:bodyPr>
          <a:lstStyle/>
          <a:p>
            <a:pPr>
              <a:lnSpc>
                <a:spcPct val="106000"/>
              </a:lnSpc>
              <a:spcAft>
                <a:spcPts val="400"/>
              </a:spcAft>
              <a:defRPr sz="1500" b="0">
                <a:solidFill>
                  <a:srgbClr val="B3A5FF"/>
                </a:solidFill>
                <a:latin typeface="Helvetica Neue"/>
              </a:defRPr>
            </a:pPr>
            <a:r>
              <a:t>Every agent decision reads some mix of these.</a:t>
            </a:r>
          </a:p>
        </p:txBody>
      </p:sp>
      <p:sp>
        <p:nvSpPr>
          <p:cNvPr id="4" name="text:6"/>
          <p:cNvSpPr txBox="1"/>
          <p:nvPr/>
        </p:nvSpPr>
        <p:spPr>
          <a:xfrm>
            <a:off x="8503920" y="4800600"/>
            <a:ext cx="365760" cy="164592"/>
          </a:xfrm>
          <a:prstGeom prst="rect">
            <a:avLst/>
          </a:prstGeom>
          <a:noFill/>
        </p:spPr>
        <p:txBody>
          <a:bodyPr wrap="square" lIns="9144" rIns="9144" tIns="0" bIns="0">
            <a:spAutoFit/>
          </a:bodyPr>
          <a:lstStyle/>
          <a:p>
            <a:pPr algn="r">
              <a:lnSpc>
                <a:spcPct val="106000"/>
              </a:lnSpc>
              <a:spcAft>
                <a:spcPts val="400"/>
              </a:spcAft>
              <a:defRPr sz="800" b="0">
                <a:solidFill>
                  <a:srgbClr val="9A9AA2"/>
                </a:solidFill>
                <a:latin typeface="Helvetica Neue"/>
              </a:defRPr>
            </a:pPr>
            <a:r>
              <a:t>6</a:t>
            </a:r>
          </a:p>
        </p:txBody>
      </p:sp>
      <p:sp>
        <p:nvSpPr>
          <p:cNvPr id="5" name="Rounded Rectangle 4"/>
          <p:cNvSpPr/>
          <p:nvPr/>
        </p:nvSpPr>
        <p:spPr>
          <a:xfrm>
            <a:off x="548640" y="3099815"/>
            <a:ext cx="3200400" cy="603504"/>
          </a:xfrm>
          <a:prstGeom prst="roundRect">
            <a:avLst>
              <a:gd name="adj" fmla="val 21212"/>
            </a:avLst>
          </a:prstGeom>
          <a:noFill/>
          <a:ln w="10160">
            <a:solidFill>
              <a:srgbClr val="1F1F24"/>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548640" y="3849624"/>
            <a:ext cx="3200400" cy="603504"/>
          </a:xfrm>
          <a:prstGeom prst="roundRect">
            <a:avLst>
              <a:gd name="adj" fmla="val 21212"/>
            </a:avLst>
          </a:prstGeom>
          <a:noFill/>
          <a:ln w="10160">
            <a:solidFill>
              <a:srgbClr val="1F1F24"/>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548640" y="1600200"/>
            <a:ext cx="3200400" cy="603504"/>
          </a:xfrm>
          <a:prstGeom prst="roundRect">
            <a:avLst>
              <a:gd name="adj" fmla="val 21212"/>
            </a:avLst>
          </a:prstGeom>
          <a:noFill/>
          <a:ln w="10160">
            <a:solidFill>
              <a:srgbClr val="66666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1"/>
          <p:cNvSpPr txBox="1"/>
          <p:nvPr/>
        </p:nvSpPr>
        <p:spPr>
          <a:xfrm>
            <a:off x="713232" y="1600200"/>
            <a:ext cx="274320" cy="603504"/>
          </a:xfrm>
          <a:prstGeom prst="rect">
            <a:avLst/>
          </a:prstGeom>
          <a:noFill/>
        </p:spPr>
        <p:txBody>
          <a:bodyPr wrap="square" lIns="9144" rIns="9144" tIns="0" bIns="0" anchor="ctr">
            <a:spAutoFit/>
          </a:bodyPr>
          <a:lstStyle/>
          <a:p>
            <a:pPr>
              <a:lnSpc>
                <a:spcPct val="106000"/>
              </a:lnSpc>
              <a:spcAft>
                <a:spcPts val="400"/>
              </a:spcAft>
              <a:defRPr sz="2000" b="0">
                <a:solidFill>
                  <a:srgbClr val="9A9AA2"/>
                </a:solidFill>
                <a:latin typeface="Helvetica Neue"/>
              </a:defRPr>
            </a:pPr>
            <a:r>
              <a:t>1</a:t>
            </a:r>
          </a:p>
        </p:txBody>
      </p:sp>
      <p:sp>
        <p:nvSpPr>
          <p:cNvPr id="9" name="text:Venue price"/>
          <p:cNvSpPr txBox="1"/>
          <p:nvPr/>
        </p:nvSpPr>
        <p:spPr>
          <a:xfrm>
            <a:off x="1097280" y="1673352"/>
            <a:ext cx="2560320" cy="274320"/>
          </a:xfrm>
          <a:prstGeom prst="rect">
            <a:avLst/>
          </a:prstGeom>
          <a:noFill/>
        </p:spPr>
        <p:txBody>
          <a:bodyPr wrap="square" lIns="9144" rIns="9144" tIns="0" bIns="0">
            <a:spAutoFit/>
          </a:bodyPr>
          <a:lstStyle/>
          <a:p>
            <a:pPr>
              <a:lnSpc>
                <a:spcPct val="106000"/>
              </a:lnSpc>
              <a:spcAft>
                <a:spcPts val="400"/>
              </a:spcAft>
              <a:defRPr sz="1500" b="0">
                <a:solidFill>
                  <a:srgbClr val="9A9AA2"/>
                </a:solidFill>
                <a:latin typeface="Helvetica Neue"/>
              </a:defRPr>
            </a:pPr>
            <a:r>
              <a:t>Venue price</a:t>
            </a:r>
          </a:p>
        </p:txBody>
      </p:sp>
      <p:sp>
        <p:nvSpPr>
          <p:cNvPr id="10" name="text:jupiterQuote"/>
          <p:cNvSpPr txBox="1"/>
          <p:nvPr/>
        </p:nvSpPr>
        <p:spPr>
          <a:xfrm>
            <a:off x="1097280" y="1947672"/>
            <a:ext cx="2560320" cy="182880"/>
          </a:xfrm>
          <a:prstGeom prst="rect">
            <a:avLst/>
          </a:prstGeom>
          <a:noFill/>
        </p:spPr>
        <p:txBody>
          <a:bodyPr wrap="square" lIns="9144" rIns="9144" tIns="0" bIns="0">
            <a:spAutoFit/>
          </a:bodyPr>
          <a:lstStyle/>
          <a:p>
            <a:pPr>
              <a:lnSpc>
                <a:spcPct val="106000"/>
              </a:lnSpc>
              <a:spcAft>
                <a:spcPts val="400"/>
              </a:spcAft>
              <a:defRPr sz="900" b="0">
                <a:solidFill>
                  <a:srgbClr val="9A9AA2"/>
                </a:solidFill>
                <a:latin typeface="Menlo"/>
              </a:defRPr>
            </a:pPr>
            <a:r>
              <a:t>jupiterQuote</a:t>
            </a:r>
          </a:p>
        </p:txBody>
      </p:sp>
      <p:sp>
        <p:nvSpPr>
          <p:cNvPr id="11" name="Rounded Rectangle 10"/>
          <p:cNvSpPr/>
          <p:nvPr/>
        </p:nvSpPr>
        <p:spPr>
          <a:xfrm>
            <a:off x="548640" y="2350008"/>
            <a:ext cx="3200400" cy="603504"/>
          </a:xfrm>
          <a:prstGeom prst="roundRect">
            <a:avLst>
              <a:gd name="adj" fmla="val 21212"/>
            </a:avLst>
          </a:prstGeom>
          <a:solidFill>
            <a:srgbClr val="100821"/>
          </a:solidFill>
          <a:ln w="15240">
            <a:solidFill>
              <a:srgbClr val="B3A5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2"/>
          <p:cNvSpPr txBox="1"/>
          <p:nvPr/>
        </p:nvSpPr>
        <p:spPr>
          <a:xfrm>
            <a:off x="713232" y="2350008"/>
            <a:ext cx="274320" cy="603504"/>
          </a:xfrm>
          <a:prstGeom prst="rect">
            <a:avLst/>
          </a:prstGeom>
          <a:noFill/>
        </p:spPr>
        <p:txBody>
          <a:bodyPr wrap="square" lIns="9144" rIns="9144" tIns="0" bIns="0" anchor="ctr">
            <a:spAutoFit/>
          </a:bodyPr>
          <a:lstStyle/>
          <a:p>
            <a:pPr>
              <a:lnSpc>
                <a:spcPct val="106000"/>
              </a:lnSpc>
              <a:spcAft>
                <a:spcPts val="400"/>
              </a:spcAft>
              <a:defRPr sz="2000" b="0">
                <a:solidFill>
                  <a:srgbClr val="3DDC97"/>
                </a:solidFill>
                <a:latin typeface="Helvetica Neue"/>
              </a:defRPr>
            </a:pPr>
            <a:r>
              <a:t>2</a:t>
            </a:r>
          </a:p>
        </p:txBody>
      </p:sp>
      <p:sp>
        <p:nvSpPr>
          <p:cNvPr id="13" name="text:Oracle price"/>
          <p:cNvSpPr txBox="1"/>
          <p:nvPr/>
        </p:nvSpPr>
        <p:spPr>
          <a:xfrm>
            <a:off x="1097280" y="2423160"/>
            <a:ext cx="2560320" cy="274320"/>
          </a:xfrm>
          <a:prstGeom prst="rect">
            <a:avLst/>
          </a:prstGeom>
          <a:noFill/>
        </p:spPr>
        <p:txBody>
          <a:bodyPr wrap="square" lIns="9144" rIns="9144" tIns="0" bIns="0">
            <a:spAutoFit/>
          </a:bodyPr>
          <a:lstStyle/>
          <a:p>
            <a:pPr>
              <a:lnSpc>
                <a:spcPct val="106000"/>
              </a:lnSpc>
              <a:spcAft>
                <a:spcPts val="400"/>
              </a:spcAft>
              <a:defRPr sz="1500" b="0">
                <a:solidFill>
                  <a:srgbClr val="F2F5F8"/>
                </a:solidFill>
                <a:latin typeface="Helvetica Neue"/>
              </a:defRPr>
            </a:pPr>
            <a:r>
              <a:t>Oracle price</a:t>
            </a:r>
          </a:p>
        </p:txBody>
      </p:sp>
      <p:sp>
        <p:nvSpPr>
          <p:cNvPr id="14" name="text:pythOnChain"/>
          <p:cNvSpPr txBox="1"/>
          <p:nvPr/>
        </p:nvSpPr>
        <p:spPr>
          <a:xfrm>
            <a:off x="1097280" y="2697479"/>
            <a:ext cx="2560320" cy="182880"/>
          </a:xfrm>
          <a:prstGeom prst="rect">
            <a:avLst/>
          </a:prstGeom>
          <a:noFill/>
        </p:spPr>
        <p:txBody>
          <a:bodyPr wrap="square" lIns="9144" rIns="9144" tIns="0" bIns="0">
            <a:spAutoFit/>
          </a:bodyPr>
          <a:lstStyle/>
          <a:p>
            <a:pPr>
              <a:lnSpc>
                <a:spcPct val="106000"/>
              </a:lnSpc>
              <a:spcAft>
                <a:spcPts val="400"/>
              </a:spcAft>
              <a:defRPr sz="900" b="0">
                <a:solidFill>
                  <a:srgbClr val="9A9AA2"/>
                </a:solidFill>
                <a:latin typeface="Menlo"/>
              </a:defRPr>
            </a:pPr>
            <a:r>
              <a:t>pythOnChain</a:t>
            </a:r>
          </a:p>
        </p:txBody>
      </p:sp>
      <p:sp>
        <p:nvSpPr>
          <p:cNvPr id="15" name="text:DATA FAMILY 2 OF 4"/>
          <p:cNvSpPr txBox="1"/>
          <p:nvPr/>
        </p:nvSpPr>
        <p:spPr>
          <a:xfrm>
            <a:off x="4160520" y="1600200"/>
            <a:ext cx="3657600" cy="182880"/>
          </a:xfrm>
          <a:prstGeom prst="rect">
            <a:avLst/>
          </a:prstGeom>
          <a:noFill/>
        </p:spPr>
        <p:txBody>
          <a:bodyPr wrap="square" lIns="9144" rIns="9144" tIns="0" bIns="0">
            <a:spAutoFit/>
          </a:bodyPr>
          <a:lstStyle/>
          <a:p>
            <a:pPr>
              <a:lnSpc>
                <a:spcPct val="106000"/>
              </a:lnSpc>
              <a:spcAft>
                <a:spcPts val="400"/>
              </a:spcAft>
              <a:defRPr sz="1000" b="0">
                <a:solidFill>
                  <a:srgbClr val="B3A5FF"/>
                </a:solidFill>
                <a:latin typeface="Helvetica Neue"/>
              </a:defRPr>
            </a:pPr>
            <a:r>
              <a:t>DATA FAMILY 2 OF 4</a:t>
            </a:r>
          </a:p>
        </p:txBody>
      </p:sp>
      <p:sp>
        <p:nvSpPr>
          <p:cNvPr id="16" name="text:Oracle price"/>
          <p:cNvSpPr txBox="1"/>
          <p:nvPr/>
        </p:nvSpPr>
        <p:spPr>
          <a:xfrm>
            <a:off x="4160520" y="1828800"/>
            <a:ext cx="4480560" cy="457200"/>
          </a:xfrm>
          <a:prstGeom prst="rect">
            <a:avLst/>
          </a:prstGeom>
          <a:noFill/>
        </p:spPr>
        <p:txBody>
          <a:bodyPr wrap="square" lIns="9144" rIns="9144" tIns="0" bIns="0">
            <a:spAutoFit/>
          </a:bodyPr>
          <a:lstStyle/>
          <a:p>
            <a:pPr>
              <a:lnSpc>
                <a:spcPct val="106000"/>
              </a:lnSpc>
              <a:spcAft>
                <a:spcPts val="400"/>
              </a:spcAft>
              <a:defRPr sz="3000" b="0">
                <a:solidFill>
                  <a:srgbClr val="F2F5F8"/>
                </a:solidFill>
                <a:latin typeface="Helvetica Neue"/>
              </a:defRPr>
            </a:pPr>
            <a:r>
              <a:t>Oracle price</a:t>
            </a:r>
          </a:p>
        </p:txBody>
      </p:sp>
      <p:sp>
        <p:nvSpPr>
          <p:cNvPr id="17" name="text:A reference price that lives on chai"/>
          <p:cNvSpPr txBox="1"/>
          <p:nvPr/>
        </p:nvSpPr>
        <p:spPr>
          <a:xfrm>
            <a:off x="4160520" y="2377440"/>
            <a:ext cx="4480560" cy="548640"/>
          </a:xfrm>
          <a:prstGeom prst="rect">
            <a:avLst/>
          </a:prstGeom>
          <a:noFill/>
        </p:spPr>
        <p:txBody>
          <a:bodyPr wrap="square" lIns="9144" rIns="9144" tIns="0" bIns="0">
            <a:spAutoFit/>
          </a:bodyPr>
          <a:lstStyle/>
          <a:p>
            <a:pPr>
              <a:lnSpc>
                <a:spcPct val="106000"/>
              </a:lnSpc>
              <a:spcAft>
                <a:spcPts val="400"/>
              </a:spcAft>
              <a:defRPr sz="1500" b="0">
                <a:solidFill>
                  <a:srgbClr val="B3A5FF"/>
                </a:solidFill>
                <a:latin typeface="Helvetica Neue"/>
              </a:defRPr>
            </a:pPr>
            <a:r>
              <a:t>A reference price that lives on chain.</a:t>
            </a:r>
          </a:p>
        </p:txBody>
      </p:sp>
      <p:sp>
        <p:nvSpPr>
          <p:cNvPr id="18" name="Rounded Rectangle 17"/>
          <p:cNvSpPr/>
          <p:nvPr/>
        </p:nvSpPr>
        <p:spPr>
          <a:xfrm>
            <a:off x="4160520" y="3063240"/>
            <a:ext cx="2194560" cy="1371600"/>
          </a:xfrm>
          <a:prstGeom prst="roundRect">
            <a:avLst>
              <a:gd name="adj" fmla="val 9333"/>
            </a:avLst>
          </a:prstGeom>
          <a:noFill/>
          <a:ln w="10160">
            <a:solidFill>
              <a:srgbClr val="66666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ON SOLANA"/>
          <p:cNvSpPr txBox="1"/>
          <p:nvPr/>
        </p:nvSpPr>
        <p:spPr>
          <a:xfrm>
            <a:off x="4325112" y="3200400"/>
            <a:ext cx="1828800" cy="182880"/>
          </a:xfrm>
          <a:prstGeom prst="rect">
            <a:avLst/>
          </a:prstGeom>
          <a:noFill/>
        </p:spPr>
        <p:txBody>
          <a:bodyPr wrap="square" lIns="9144" rIns="9144" tIns="0" bIns="0">
            <a:spAutoFit/>
          </a:bodyPr>
          <a:lstStyle/>
          <a:p>
            <a:pPr>
              <a:lnSpc>
                <a:spcPct val="106000"/>
              </a:lnSpc>
              <a:spcAft>
                <a:spcPts val="400"/>
              </a:spcAft>
              <a:defRPr sz="900" b="0">
                <a:solidFill>
                  <a:srgbClr val="3DDC97"/>
                </a:solidFill>
                <a:latin typeface="Helvetica Neue"/>
              </a:defRPr>
            </a:pPr>
            <a:r>
              <a:t>ON SOLANA</a:t>
            </a:r>
          </a:p>
        </p:txBody>
      </p:sp>
      <p:sp>
        <p:nvSpPr>
          <p:cNvPr id="20" name="text:A Pyth price account: price, confide"/>
          <p:cNvSpPr txBox="1"/>
          <p:nvPr/>
        </p:nvSpPr>
        <p:spPr>
          <a:xfrm>
            <a:off x="4325112" y="3456432"/>
            <a:ext cx="1901952" cy="914400"/>
          </a:xfrm>
          <a:prstGeom prst="rect">
            <a:avLst/>
          </a:prstGeom>
          <a:noFill/>
        </p:spPr>
        <p:txBody>
          <a:bodyPr wrap="square" lIns="9144" rIns="9144" tIns="0" bIns="0">
            <a:spAutoFit/>
          </a:bodyPr>
          <a:lstStyle/>
          <a:p>
            <a:pPr>
              <a:lnSpc>
                <a:spcPct val="106000"/>
              </a:lnSpc>
              <a:spcAft>
                <a:spcPts val="400"/>
              </a:spcAft>
              <a:defRPr sz="1150" b="0">
                <a:solidFill>
                  <a:srgbClr val="9A9AA2"/>
                </a:solidFill>
                <a:latin typeface="Helvetica Neue"/>
              </a:defRPr>
            </a:pPr>
            <a:r>
              <a:t>A Pyth price account: price, confidence band, publish time.</a:t>
            </a:r>
          </a:p>
        </p:txBody>
      </p:sp>
      <p:sp>
        <p:nvSpPr>
          <p:cNvPr id="21" name="Rounded Rectangle 20"/>
          <p:cNvSpPr/>
          <p:nvPr/>
        </p:nvSpPr>
        <p:spPr>
          <a:xfrm>
            <a:off x="6492240" y="3063240"/>
            <a:ext cx="2194560" cy="1371600"/>
          </a:xfrm>
          <a:prstGeom prst="roundRect">
            <a:avLst>
              <a:gd name="adj" fmla="val 9333"/>
            </a:avLst>
          </a:prstGeom>
          <a:noFill/>
          <a:ln w="10160">
            <a:solidFill>
              <a:srgbClr val="FD51F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HOW IT GOES BAD"/>
          <p:cNvSpPr txBox="1"/>
          <p:nvPr/>
        </p:nvSpPr>
        <p:spPr>
          <a:xfrm>
            <a:off x="6656831" y="3200400"/>
            <a:ext cx="1828800" cy="182880"/>
          </a:xfrm>
          <a:prstGeom prst="rect">
            <a:avLst/>
          </a:prstGeom>
          <a:noFill/>
        </p:spPr>
        <p:txBody>
          <a:bodyPr wrap="square" lIns="9144" rIns="9144" tIns="0" bIns="0">
            <a:spAutoFit/>
          </a:bodyPr>
          <a:lstStyle/>
          <a:p>
            <a:pPr>
              <a:lnSpc>
                <a:spcPct val="106000"/>
              </a:lnSpc>
              <a:spcAft>
                <a:spcPts val="400"/>
              </a:spcAft>
              <a:defRPr sz="900" b="0">
                <a:solidFill>
                  <a:srgbClr val="FD51FC"/>
                </a:solidFill>
                <a:latin typeface="Helvetica Neue"/>
              </a:defRPr>
            </a:pPr>
            <a:r>
              <a:t>HOW IT GOES BAD</a:t>
            </a:r>
          </a:p>
        </p:txBody>
      </p:sp>
      <p:sp>
        <p:nvSpPr>
          <p:cNvPr id="23" name="text:Can be old, or wide. Check its age a"/>
          <p:cNvSpPr txBox="1"/>
          <p:nvPr/>
        </p:nvSpPr>
        <p:spPr>
          <a:xfrm>
            <a:off x="6656831" y="3456432"/>
            <a:ext cx="1901952" cy="914400"/>
          </a:xfrm>
          <a:prstGeom prst="rect">
            <a:avLst/>
          </a:prstGeom>
          <a:noFill/>
        </p:spPr>
        <p:txBody>
          <a:bodyPr wrap="square" lIns="9144" rIns="9144" tIns="0" bIns="0">
            <a:spAutoFit/>
          </a:bodyPr>
          <a:lstStyle/>
          <a:p>
            <a:pPr>
              <a:lnSpc>
                <a:spcPct val="106000"/>
              </a:lnSpc>
              <a:spcAft>
                <a:spcPts val="400"/>
              </a:spcAft>
              <a:defRPr sz="1150" b="0">
                <a:solidFill>
                  <a:srgbClr val="9A9AA2"/>
                </a:solidFill>
                <a:latin typeface="Helvetica Neue"/>
              </a:defRPr>
            </a:pPr>
            <a:r>
              <a:t>Can be old, or wide. Check its age and confidence before you trust it.</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showMasterSp="0">
  <p:cSld>
    <p:bg>
      <p:bgPr>
        <a:solidFill>
          <a:srgbClr val="000000"/>
        </a:solidFill>
        <a:effectLst/>
      </p:bgPr>
    </p:bg>
    <p:spTree>
      <p:nvGrpSpPr>
        <p:cNvPr id="1" name=""/>
        <p:cNvGrpSpPr/>
        <p:nvPr/>
      </p:nvGrpSpPr>
      <p:grpSpPr/>
      <p:sp>
        <p:nvSpPr>
          <p:cNvPr id="2" name="text:Four kinds of data"/>
          <p:cNvSpPr txBox="1"/>
          <p:nvPr/>
        </p:nvSpPr>
        <p:spPr>
          <a:xfrm>
            <a:off x="457200" y="457200"/>
            <a:ext cx="8229600" cy="548640"/>
          </a:xfrm>
          <a:prstGeom prst="rect">
            <a:avLst/>
          </a:prstGeom>
          <a:noFill/>
        </p:spPr>
        <p:txBody>
          <a:bodyPr wrap="square" lIns="9144" rIns="9144" tIns="0" bIns="0">
            <a:spAutoFit/>
          </a:bodyPr>
          <a:lstStyle/>
          <a:p>
            <a:pPr>
              <a:lnSpc>
                <a:spcPct val="106000"/>
              </a:lnSpc>
              <a:spcAft>
                <a:spcPts val="400"/>
              </a:spcAft>
              <a:defRPr sz="3400" b="0">
                <a:solidFill>
                  <a:srgbClr val="F2F5F8"/>
                </a:solidFill>
                <a:latin typeface="Helvetica Neue"/>
              </a:defRPr>
            </a:pPr>
            <a:r>
              <a:t>Four kinds of data</a:t>
            </a:r>
          </a:p>
        </p:txBody>
      </p:sp>
      <p:sp>
        <p:nvSpPr>
          <p:cNvPr id="3" name="text:Every agent decision reads some mix "/>
          <p:cNvSpPr txBox="1"/>
          <p:nvPr/>
        </p:nvSpPr>
        <p:spPr>
          <a:xfrm>
            <a:off x="475488" y="1051560"/>
            <a:ext cx="8138160" cy="274320"/>
          </a:xfrm>
          <a:prstGeom prst="rect">
            <a:avLst/>
          </a:prstGeom>
          <a:noFill/>
        </p:spPr>
        <p:txBody>
          <a:bodyPr wrap="square" lIns="9144" rIns="9144" tIns="0" bIns="0">
            <a:spAutoFit/>
          </a:bodyPr>
          <a:lstStyle/>
          <a:p>
            <a:pPr>
              <a:lnSpc>
                <a:spcPct val="106000"/>
              </a:lnSpc>
              <a:spcAft>
                <a:spcPts val="400"/>
              </a:spcAft>
              <a:defRPr sz="1500" b="0">
                <a:solidFill>
                  <a:srgbClr val="B3A5FF"/>
                </a:solidFill>
                <a:latin typeface="Helvetica Neue"/>
              </a:defRPr>
            </a:pPr>
            <a:r>
              <a:t>Every agent decision reads some mix of these.</a:t>
            </a:r>
          </a:p>
        </p:txBody>
      </p:sp>
      <p:sp>
        <p:nvSpPr>
          <p:cNvPr id="4" name="text:7"/>
          <p:cNvSpPr txBox="1"/>
          <p:nvPr/>
        </p:nvSpPr>
        <p:spPr>
          <a:xfrm>
            <a:off x="8503920" y="4800600"/>
            <a:ext cx="365760" cy="164592"/>
          </a:xfrm>
          <a:prstGeom prst="rect">
            <a:avLst/>
          </a:prstGeom>
          <a:noFill/>
        </p:spPr>
        <p:txBody>
          <a:bodyPr wrap="square" lIns="9144" rIns="9144" tIns="0" bIns="0">
            <a:spAutoFit/>
          </a:bodyPr>
          <a:lstStyle/>
          <a:p>
            <a:pPr algn="r">
              <a:lnSpc>
                <a:spcPct val="106000"/>
              </a:lnSpc>
              <a:spcAft>
                <a:spcPts val="400"/>
              </a:spcAft>
              <a:defRPr sz="800" b="0">
                <a:solidFill>
                  <a:srgbClr val="9A9AA2"/>
                </a:solidFill>
                <a:latin typeface="Helvetica Neue"/>
              </a:defRPr>
            </a:pPr>
            <a:r>
              <a:t>7</a:t>
            </a:r>
          </a:p>
        </p:txBody>
      </p:sp>
      <p:sp>
        <p:nvSpPr>
          <p:cNvPr id="5" name="Rounded Rectangle 4"/>
          <p:cNvSpPr/>
          <p:nvPr/>
        </p:nvSpPr>
        <p:spPr>
          <a:xfrm>
            <a:off x="548640" y="3849624"/>
            <a:ext cx="3200400" cy="603504"/>
          </a:xfrm>
          <a:prstGeom prst="roundRect">
            <a:avLst>
              <a:gd name="adj" fmla="val 21212"/>
            </a:avLst>
          </a:prstGeom>
          <a:noFill/>
          <a:ln w="10160">
            <a:solidFill>
              <a:srgbClr val="1F1F24"/>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548640" y="1600200"/>
            <a:ext cx="3200400" cy="603504"/>
          </a:xfrm>
          <a:prstGeom prst="roundRect">
            <a:avLst>
              <a:gd name="adj" fmla="val 21212"/>
            </a:avLst>
          </a:prstGeom>
          <a:noFill/>
          <a:ln w="10160">
            <a:solidFill>
              <a:srgbClr val="66666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1"/>
          <p:cNvSpPr txBox="1"/>
          <p:nvPr/>
        </p:nvSpPr>
        <p:spPr>
          <a:xfrm>
            <a:off x="713232" y="1600200"/>
            <a:ext cx="274320" cy="603504"/>
          </a:xfrm>
          <a:prstGeom prst="rect">
            <a:avLst/>
          </a:prstGeom>
          <a:noFill/>
        </p:spPr>
        <p:txBody>
          <a:bodyPr wrap="square" lIns="9144" rIns="9144" tIns="0" bIns="0" anchor="ctr">
            <a:spAutoFit/>
          </a:bodyPr>
          <a:lstStyle/>
          <a:p>
            <a:pPr>
              <a:lnSpc>
                <a:spcPct val="106000"/>
              </a:lnSpc>
              <a:spcAft>
                <a:spcPts val="400"/>
              </a:spcAft>
              <a:defRPr sz="2000" b="0">
                <a:solidFill>
                  <a:srgbClr val="9A9AA2"/>
                </a:solidFill>
                <a:latin typeface="Helvetica Neue"/>
              </a:defRPr>
            </a:pPr>
            <a:r>
              <a:t>1</a:t>
            </a:r>
          </a:p>
        </p:txBody>
      </p:sp>
      <p:sp>
        <p:nvSpPr>
          <p:cNvPr id="8" name="text:Venue price"/>
          <p:cNvSpPr txBox="1"/>
          <p:nvPr/>
        </p:nvSpPr>
        <p:spPr>
          <a:xfrm>
            <a:off x="1097280" y="1673352"/>
            <a:ext cx="2560320" cy="274320"/>
          </a:xfrm>
          <a:prstGeom prst="rect">
            <a:avLst/>
          </a:prstGeom>
          <a:noFill/>
        </p:spPr>
        <p:txBody>
          <a:bodyPr wrap="square" lIns="9144" rIns="9144" tIns="0" bIns="0">
            <a:spAutoFit/>
          </a:bodyPr>
          <a:lstStyle/>
          <a:p>
            <a:pPr>
              <a:lnSpc>
                <a:spcPct val="106000"/>
              </a:lnSpc>
              <a:spcAft>
                <a:spcPts val="400"/>
              </a:spcAft>
              <a:defRPr sz="1500" b="0">
                <a:solidFill>
                  <a:srgbClr val="9A9AA2"/>
                </a:solidFill>
                <a:latin typeface="Helvetica Neue"/>
              </a:defRPr>
            </a:pPr>
            <a:r>
              <a:t>Venue price</a:t>
            </a:r>
          </a:p>
        </p:txBody>
      </p:sp>
      <p:sp>
        <p:nvSpPr>
          <p:cNvPr id="9" name="text:jupiterQuote"/>
          <p:cNvSpPr txBox="1"/>
          <p:nvPr/>
        </p:nvSpPr>
        <p:spPr>
          <a:xfrm>
            <a:off x="1097280" y="1947672"/>
            <a:ext cx="2560320" cy="182880"/>
          </a:xfrm>
          <a:prstGeom prst="rect">
            <a:avLst/>
          </a:prstGeom>
          <a:noFill/>
        </p:spPr>
        <p:txBody>
          <a:bodyPr wrap="square" lIns="9144" rIns="9144" tIns="0" bIns="0">
            <a:spAutoFit/>
          </a:bodyPr>
          <a:lstStyle/>
          <a:p>
            <a:pPr>
              <a:lnSpc>
                <a:spcPct val="106000"/>
              </a:lnSpc>
              <a:spcAft>
                <a:spcPts val="400"/>
              </a:spcAft>
              <a:defRPr sz="900" b="0">
                <a:solidFill>
                  <a:srgbClr val="9A9AA2"/>
                </a:solidFill>
                <a:latin typeface="Menlo"/>
              </a:defRPr>
            </a:pPr>
            <a:r>
              <a:t>jupiterQuote</a:t>
            </a:r>
          </a:p>
        </p:txBody>
      </p:sp>
      <p:sp>
        <p:nvSpPr>
          <p:cNvPr id="10" name="Rounded Rectangle 9"/>
          <p:cNvSpPr/>
          <p:nvPr/>
        </p:nvSpPr>
        <p:spPr>
          <a:xfrm>
            <a:off x="548640" y="2350008"/>
            <a:ext cx="3200400" cy="603504"/>
          </a:xfrm>
          <a:prstGeom prst="roundRect">
            <a:avLst>
              <a:gd name="adj" fmla="val 21212"/>
            </a:avLst>
          </a:prstGeom>
          <a:noFill/>
          <a:ln w="10160">
            <a:solidFill>
              <a:srgbClr val="66666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2"/>
          <p:cNvSpPr txBox="1"/>
          <p:nvPr/>
        </p:nvSpPr>
        <p:spPr>
          <a:xfrm>
            <a:off x="713232" y="2350008"/>
            <a:ext cx="274320" cy="603504"/>
          </a:xfrm>
          <a:prstGeom prst="rect">
            <a:avLst/>
          </a:prstGeom>
          <a:noFill/>
        </p:spPr>
        <p:txBody>
          <a:bodyPr wrap="square" lIns="9144" rIns="9144" tIns="0" bIns="0" anchor="ctr">
            <a:spAutoFit/>
          </a:bodyPr>
          <a:lstStyle/>
          <a:p>
            <a:pPr>
              <a:lnSpc>
                <a:spcPct val="106000"/>
              </a:lnSpc>
              <a:spcAft>
                <a:spcPts val="400"/>
              </a:spcAft>
              <a:defRPr sz="2000" b="0">
                <a:solidFill>
                  <a:srgbClr val="9A9AA2"/>
                </a:solidFill>
                <a:latin typeface="Helvetica Neue"/>
              </a:defRPr>
            </a:pPr>
            <a:r>
              <a:t>2</a:t>
            </a:r>
          </a:p>
        </p:txBody>
      </p:sp>
      <p:sp>
        <p:nvSpPr>
          <p:cNvPr id="12" name="text:Oracle price"/>
          <p:cNvSpPr txBox="1"/>
          <p:nvPr/>
        </p:nvSpPr>
        <p:spPr>
          <a:xfrm>
            <a:off x="1097280" y="2423160"/>
            <a:ext cx="2560320" cy="274320"/>
          </a:xfrm>
          <a:prstGeom prst="rect">
            <a:avLst/>
          </a:prstGeom>
          <a:noFill/>
        </p:spPr>
        <p:txBody>
          <a:bodyPr wrap="square" lIns="9144" rIns="9144" tIns="0" bIns="0">
            <a:spAutoFit/>
          </a:bodyPr>
          <a:lstStyle/>
          <a:p>
            <a:pPr>
              <a:lnSpc>
                <a:spcPct val="106000"/>
              </a:lnSpc>
              <a:spcAft>
                <a:spcPts val="400"/>
              </a:spcAft>
              <a:defRPr sz="1500" b="0">
                <a:solidFill>
                  <a:srgbClr val="9A9AA2"/>
                </a:solidFill>
                <a:latin typeface="Helvetica Neue"/>
              </a:defRPr>
            </a:pPr>
            <a:r>
              <a:t>Oracle price</a:t>
            </a:r>
          </a:p>
        </p:txBody>
      </p:sp>
      <p:sp>
        <p:nvSpPr>
          <p:cNvPr id="13" name="text:pythOnChain"/>
          <p:cNvSpPr txBox="1"/>
          <p:nvPr/>
        </p:nvSpPr>
        <p:spPr>
          <a:xfrm>
            <a:off x="1097280" y="2697479"/>
            <a:ext cx="2560320" cy="182880"/>
          </a:xfrm>
          <a:prstGeom prst="rect">
            <a:avLst/>
          </a:prstGeom>
          <a:noFill/>
        </p:spPr>
        <p:txBody>
          <a:bodyPr wrap="square" lIns="9144" rIns="9144" tIns="0" bIns="0">
            <a:spAutoFit/>
          </a:bodyPr>
          <a:lstStyle/>
          <a:p>
            <a:pPr>
              <a:lnSpc>
                <a:spcPct val="106000"/>
              </a:lnSpc>
              <a:spcAft>
                <a:spcPts val="400"/>
              </a:spcAft>
              <a:defRPr sz="900" b="0">
                <a:solidFill>
                  <a:srgbClr val="9A9AA2"/>
                </a:solidFill>
                <a:latin typeface="Menlo"/>
              </a:defRPr>
            </a:pPr>
            <a:r>
              <a:t>pythOnChain</a:t>
            </a:r>
          </a:p>
        </p:txBody>
      </p:sp>
      <p:sp>
        <p:nvSpPr>
          <p:cNvPr id="14" name="Rounded Rectangle 13"/>
          <p:cNvSpPr/>
          <p:nvPr/>
        </p:nvSpPr>
        <p:spPr>
          <a:xfrm>
            <a:off x="548640" y="3099815"/>
            <a:ext cx="3200400" cy="603504"/>
          </a:xfrm>
          <a:prstGeom prst="roundRect">
            <a:avLst>
              <a:gd name="adj" fmla="val 21212"/>
            </a:avLst>
          </a:prstGeom>
          <a:solidFill>
            <a:srgbClr val="100821"/>
          </a:solidFill>
          <a:ln w="15240">
            <a:solidFill>
              <a:srgbClr val="B3A5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3"/>
          <p:cNvSpPr txBox="1"/>
          <p:nvPr/>
        </p:nvSpPr>
        <p:spPr>
          <a:xfrm>
            <a:off x="713232" y="3099815"/>
            <a:ext cx="274320" cy="603504"/>
          </a:xfrm>
          <a:prstGeom prst="rect">
            <a:avLst/>
          </a:prstGeom>
          <a:noFill/>
        </p:spPr>
        <p:txBody>
          <a:bodyPr wrap="square" lIns="9144" rIns="9144" tIns="0" bIns="0" anchor="ctr">
            <a:spAutoFit/>
          </a:bodyPr>
          <a:lstStyle/>
          <a:p>
            <a:pPr>
              <a:lnSpc>
                <a:spcPct val="106000"/>
              </a:lnSpc>
              <a:spcAft>
                <a:spcPts val="400"/>
              </a:spcAft>
              <a:defRPr sz="2000" b="0">
                <a:solidFill>
                  <a:srgbClr val="3DDC97"/>
                </a:solidFill>
                <a:latin typeface="Helvetica Neue"/>
              </a:defRPr>
            </a:pPr>
            <a:r>
              <a:t>3</a:t>
            </a:r>
          </a:p>
        </p:txBody>
      </p:sp>
      <p:sp>
        <p:nvSpPr>
          <p:cNvPr id="16" name="text:Ordering"/>
          <p:cNvSpPr txBox="1"/>
          <p:nvPr/>
        </p:nvSpPr>
        <p:spPr>
          <a:xfrm>
            <a:off x="1097280" y="3172968"/>
            <a:ext cx="2560320" cy="274320"/>
          </a:xfrm>
          <a:prstGeom prst="rect">
            <a:avLst/>
          </a:prstGeom>
          <a:noFill/>
        </p:spPr>
        <p:txBody>
          <a:bodyPr wrap="square" lIns="9144" rIns="9144" tIns="0" bIns="0">
            <a:spAutoFit/>
          </a:bodyPr>
          <a:lstStyle/>
          <a:p>
            <a:pPr>
              <a:lnSpc>
                <a:spcPct val="106000"/>
              </a:lnSpc>
              <a:spcAft>
                <a:spcPts val="400"/>
              </a:spcAft>
              <a:defRPr sz="1500" b="0">
                <a:solidFill>
                  <a:srgbClr val="F2F5F8"/>
                </a:solidFill>
                <a:latin typeface="Helvetica Neue"/>
              </a:defRPr>
            </a:pPr>
            <a:r>
              <a:t>Ordering</a:t>
            </a:r>
          </a:p>
        </p:txBody>
      </p:sp>
      <p:sp>
        <p:nvSpPr>
          <p:cNvPr id="17" name="text:slot numbers"/>
          <p:cNvSpPr txBox="1"/>
          <p:nvPr/>
        </p:nvSpPr>
        <p:spPr>
          <a:xfrm>
            <a:off x="1097280" y="3447287"/>
            <a:ext cx="2560320" cy="182880"/>
          </a:xfrm>
          <a:prstGeom prst="rect">
            <a:avLst/>
          </a:prstGeom>
          <a:noFill/>
        </p:spPr>
        <p:txBody>
          <a:bodyPr wrap="square" lIns="9144" rIns="9144" tIns="0" bIns="0">
            <a:spAutoFit/>
          </a:bodyPr>
          <a:lstStyle/>
          <a:p>
            <a:pPr>
              <a:lnSpc>
                <a:spcPct val="106000"/>
              </a:lnSpc>
              <a:spcAft>
                <a:spcPts val="400"/>
              </a:spcAft>
              <a:defRPr sz="900" b="0">
                <a:solidFill>
                  <a:srgbClr val="9A9AA2"/>
                </a:solidFill>
                <a:latin typeface="Menlo"/>
              </a:defRPr>
            </a:pPr>
            <a:r>
              <a:t>slot numbers</a:t>
            </a:r>
          </a:p>
        </p:txBody>
      </p:sp>
      <p:sp>
        <p:nvSpPr>
          <p:cNvPr id="18" name="text:DATA FAMILY 3 OF 4"/>
          <p:cNvSpPr txBox="1"/>
          <p:nvPr/>
        </p:nvSpPr>
        <p:spPr>
          <a:xfrm>
            <a:off x="4160520" y="1600200"/>
            <a:ext cx="3657600" cy="182880"/>
          </a:xfrm>
          <a:prstGeom prst="rect">
            <a:avLst/>
          </a:prstGeom>
          <a:noFill/>
        </p:spPr>
        <p:txBody>
          <a:bodyPr wrap="square" lIns="9144" rIns="9144" tIns="0" bIns="0">
            <a:spAutoFit/>
          </a:bodyPr>
          <a:lstStyle/>
          <a:p>
            <a:pPr>
              <a:lnSpc>
                <a:spcPct val="106000"/>
              </a:lnSpc>
              <a:spcAft>
                <a:spcPts val="400"/>
              </a:spcAft>
              <a:defRPr sz="1000" b="0">
                <a:solidFill>
                  <a:srgbClr val="B3A5FF"/>
                </a:solidFill>
                <a:latin typeface="Helvetica Neue"/>
              </a:defRPr>
            </a:pPr>
            <a:r>
              <a:t>DATA FAMILY 3 OF 4</a:t>
            </a:r>
          </a:p>
        </p:txBody>
      </p:sp>
      <p:sp>
        <p:nvSpPr>
          <p:cNvPr id="19" name="text:Ordering"/>
          <p:cNvSpPr txBox="1"/>
          <p:nvPr/>
        </p:nvSpPr>
        <p:spPr>
          <a:xfrm>
            <a:off x="4160520" y="1828800"/>
            <a:ext cx="4480560" cy="457200"/>
          </a:xfrm>
          <a:prstGeom prst="rect">
            <a:avLst/>
          </a:prstGeom>
          <a:noFill/>
        </p:spPr>
        <p:txBody>
          <a:bodyPr wrap="square" lIns="9144" rIns="9144" tIns="0" bIns="0">
            <a:spAutoFit/>
          </a:bodyPr>
          <a:lstStyle/>
          <a:p>
            <a:pPr>
              <a:lnSpc>
                <a:spcPct val="106000"/>
              </a:lnSpc>
              <a:spcAft>
                <a:spcPts val="400"/>
              </a:spcAft>
              <a:defRPr sz="3000" b="0">
                <a:solidFill>
                  <a:srgbClr val="F2F5F8"/>
                </a:solidFill>
                <a:latin typeface="Helvetica Neue"/>
              </a:defRPr>
            </a:pPr>
            <a:r>
              <a:t>Ordering</a:t>
            </a:r>
          </a:p>
        </p:txBody>
      </p:sp>
      <p:sp>
        <p:nvSpPr>
          <p:cNvPr id="20" name="text:What happened in which slot."/>
          <p:cNvSpPr txBox="1"/>
          <p:nvPr/>
        </p:nvSpPr>
        <p:spPr>
          <a:xfrm>
            <a:off x="4160520" y="2377440"/>
            <a:ext cx="4480560" cy="548640"/>
          </a:xfrm>
          <a:prstGeom prst="rect">
            <a:avLst/>
          </a:prstGeom>
          <a:noFill/>
        </p:spPr>
        <p:txBody>
          <a:bodyPr wrap="square" lIns="9144" rIns="9144" tIns="0" bIns="0">
            <a:spAutoFit/>
          </a:bodyPr>
          <a:lstStyle/>
          <a:p>
            <a:pPr>
              <a:lnSpc>
                <a:spcPct val="106000"/>
              </a:lnSpc>
              <a:spcAft>
                <a:spcPts val="400"/>
              </a:spcAft>
              <a:defRPr sz="1500" b="0">
                <a:solidFill>
                  <a:srgbClr val="B3A5FF"/>
                </a:solidFill>
                <a:latin typeface="Helvetica Neue"/>
              </a:defRPr>
            </a:pPr>
            <a:r>
              <a:t>What happened in which slot.</a:t>
            </a:r>
          </a:p>
        </p:txBody>
      </p:sp>
      <p:sp>
        <p:nvSpPr>
          <p:cNvPr id="21" name="Rounded Rectangle 20"/>
          <p:cNvSpPr/>
          <p:nvPr/>
        </p:nvSpPr>
        <p:spPr>
          <a:xfrm>
            <a:off x="4160520" y="3063240"/>
            <a:ext cx="2194560" cy="1371600"/>
          </a:xfrm>
          <a:prstGeom prst="roundRect">
            <a:avLst>
              <a:gd name="adj" fmla="val 9333"/>
            </a:avLst>
          </a:prstGeom>
          <a:noFill/>
          <a:ln w="10160">
            <a:solidFill>
              <a:srgbClr val="66666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ON SOLANA"/>
          <p:cNvSpPr txBox="1"/>
          <p:nvPr/>
        </p:nvSpPr>
        <p:spPr>
          <a:xfrm>
            <a:off x="4325112" y="3200400"/>
            <a:ext cx="1828800" cy="182880"/>
          </a:xfrm>
          <a:prstGeom prst="rect">
            <a:avLst/>
          </a:prstGeom>
          <a:noFill/>
        </p:spPr>
        <p:txBody>
          <a:bodyPr wrap="square" lIns="9144" rIns="9144" tIns="0" bIns="0">
            <a:spAutoFit/>
          </a:bodyPr>
          <a:lstStyle/>
          <a:p>
            <a:pPr>
              <a:lnSpc>
                <a:spcPct val="106000"/>
              </a:lnSpc>
              <a:spcAft>
                <a:spcPts val="400"/>
              </a:spcAft>
              <a:defRPr sz="900" b="0">
                <a:solidFill>
                  <a:srgbClr val="3DDC97"/>
                </a:solidFill>
                <a:latin typeface="Helvetica Neue"/>
              </a:defRPr>
            </a:pPr>
            <a:r>
              <a:t>ON SOLANA</a:t>
            </a:r>
          </a:p>
        </p:txBody>
      </p:sp>
      <p:sp>
        <p:nvSpPr>
          <p:cNvPr id="23" name="text:A slot is the chain's clock, about 0"/>
          <p:cNvSpPr txBox="1"/>
          <p:nvPr/>
        </p:nvSpPr>
        <p:spPr>
          <a:xfrm>
            <a:off x="4325112" y="3456432"/>
            <a:ext cx="1901952" cy="914400"/>
          </a:xfrm>
          <a:prstGeom prst="rect">
            <a:avLst/>
          </a:prstGeom>
          <a:noFill/>
        </p:spPr>
        <p:txBody>
          <a:bodyPr wrap="square" lIns="9144" rIns="9144" tIns="0" bIns="0">
            <a:spAutoFit/>
          </a:bodyPr>
          <a:lstStyle/>
          <a:p>
            <a:pPr>
              <a:lnSpc>
                <a:spcPct val="106000"/>
              </a:lnSpc>
              <a:spcAft>
                <a:spcPts val="400"/>
              </a:spcAft>
              <a:defRPr sz="1150" b="0">
                <a:solidFill>
                  <a:srgbClr val="9A9AA2"/>
                </a:solidFill>
                <a:latin typeface="Helvetica Neue"/>
              </a:defRPr>
            </a:pPr>
            <a:r>
              <a:t>A slot is the chain's clock, about 0.4 seconds. Compare postedSlot with currentSlot.</a:t>
            </a:r>
          </a:p>
        </p:txBody>
      </p:sp>
      <p:sp>
        <p:nvSpPr>
          <p:cNvPr id="24" name="Rounded Rectangle 23"/>
          <p:cNvSpPr/>
          <p:nvPr/>
        </p:nvSpPr>
        <p:spPr>
          <a:xfrm>
            <a:off x="6492240" y="3063240"/>
            <a:ext cx="2194560" cy="1371600"/>
          </a:xfrm>
          <a:prstGeom prst="roundRect">
            <a:avLst>
              <a:gd name="adj" fmla="val 9333"/>
            </a:avLst>
          </a:prstGeom>
          <a:noFill/>
          <a:ln w="10160">
            <a:solidFill>
              <a:srgbClr val="FD51F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HOW IT GOES BAD"/>
          <p:cNvSpPr txBox="1"/>
          <p:nvPr/>
        </p:nvSpPr>
        <p:spPr>
          <a:xfrm>
            <a:off x="6656831" y="3200400"/>
            <a:ext cx="1828800" cy="182880"/>
          </a:xfrm>
          <a:prstGeom prst="rect">
            <a:avLst/>
          </a:prstGeom>
          <a:noFill/>
        </p:spPr>
        <p:txBody>
          <a:bodyPr wrap="square" lIns="9144" rIns="9144" tIns="0" bIns="0">
            <a:spAutoFit/>
          </a:bodyPr>
          <a:lstStyle/>
          <a:p>
            <a:pPr>
              <a:lnSpc>
                <a:spcPct val="106000"/>
              </a:lnSpc>
              <a:spcAft>
                <a:spcPts val="400"/>
              </a:spcAft>
              <a:defRPr sz="900" b="0">
                <a:solidFill>
                  <a:srgbClr val="FD51FC"/>
                </a:solidFill>
                <a:latin typeface="Helvetica Neue"/>
              </a:defRPr>
            </a:pPr>
            <a:r>
              <a:t>HOW IT GOES BAD</a:t>
            </a:r>
          </a:p>
        </p:txBody>
      </p:sp>
      <p:sp>
        <p:nvSpPr>
          <p:cNvPr id="26" name="text:Two prices from different slots are "/>
          <p:cNvSpPr txBox="1"/>
          <p:nvPr/>
        </p:nvSpPr>
        <p:spPr>
          <a:xfrm>
            <a:off x="6656831" y="3456432"/>
            <a:ext cx="1901952" cy="914400"/>
          </a:xfrm>
          <a:prstGeom prst="rect">
            <a:avLst/>
          </a:prstGeom>
          <a:noFill/>
        </p:spPr>
        <p:txBody>
          <a:bodyPr wrap="square" lIns="9144" rIns="9144" tIns="0" bIns="0">
            <a:spAutoFit/>
          </a:bodyPr>
          <a:lstStyle/>
          <a:p>
            <a:pPr>
              <a:lnSpc>
                <a:spcPct val="106000"/>
              </a:lnSpc>
              <a:spcAft>
                <a:spcPts val="400"/>
              </a:spcAft>
              <a:defRPr sz="1150" b="0">
                <a:solidFill>
                  <a:srgbClr val="9A9AA2"/>
                </a:solidFill>
                <a:latin typeface="Helvetica Neue"/>
              </a:defRPr>
            </a:pPr>
            <a:r>
              <a:t>Two prices from different slots are not from the same moment.</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showMasterSp="0">
  <p:cSld>
    <p:bg>
      <p:bgPr>
        <a:solidFill>
          <a:srgbClr val="000000"/>
        </a:solidFill>
        <a:effectLst/>
      </p:bgPr>
    </p:bg>
    <p:spTree>
      <p:nvGrpSpPr>
        <p:cNvPr id="1" name=""/>
        <p:cNvGrpSpPr/>
        <p:nvPr/>
      </p:nvGrpSpPr>
      <p:grpSpPr/>
      <p:sp>
        <p:nvSpPr>
          <p:cNvPr id="2" name="text:Four kinds of data"/>
          <p:cNvSpPr txBox="1"/>
          <p:nvPr/>
        </p:nvSpPr>
        <p:spPr>
          <a:xfrm>
            <a:off x="457200" y="457200"/>
            <a:ext cx="8229600" cy="548640"/>
          </a:xfrm>
          <a:prstGeom prst="rect">
            <a:avLst/>
          </a:prstGeom>
          <a:noFill/>
        </p:spPr>
        <p:txBody>
          <a:bodyPr wrap="square" lIns="9144" rIns="9144" tIns="0" bIns="0">
            <a:spAutoFit/>
          </a:bodyPr>
          <a:lstStyle/>
          <a:p>
            <a:pPr>
              <a:lnSpc>
                <a:spcPct val="106000"/>
              </a:lnSpc>
              <a:spcAft>
                <a:spcPts val="400"/>
              </a:spcAft>
              <a:defRPr sz="3400" b="0">
                <a:solidFill>
                  <a:srgbClr val="F2F5F8"/>
                </a:solidFill>
                <a:latin typeface="Helvetica Neue"/>
              </a:defRPr>
            </a:pPr>
            <a:r>
              <a:t>Four kinds of data</a:t>
            </a:r>
          </a:p>
        </p:txBody>
      </p:sp>
      <p:sp>
        <p:nvSpPr>
          <p:cNvPr id="3" name="text:Every agent decision reads some mix "/>
          <p:cNvSpPr txBox="1"/>
          <p:nvPr/>
        </p:nvSpPr>
        <p:spPr>
          <a:xfrm>
            <a:off x="475488" y="1051560"/>
            <a:ext cx="8138160" cy="274320"/>
          </a:xfrm>
          <a:prstGeom prst="rect">
            <a:avLst/>
          </a:prstGeom>
          <a:noFill/>
        </p:spPr>
        <p:txBody>
          <a:bodyPr wrap="square" lIns="9144" rIns="9144" tIns="0" bIns="0">
            <a:spAutoFit/>
          </a:bodyPr>
          <a:lstStyle/>
          <a:p>
            <a:pPr>
              <a:lnSpc>
                <a:spcPct val="106000"/>
              </a:lnSpc>
              <a:spcAft>
                <a:spcPts val="400"/>
              </a:spcAft>
              <a:defRPr sz="1500" b="0">
                <a:solidFill>
                  <a:srgbClr val="B3A5FF"/>
                </a:solidFill>
                <a:latin typeface="Helvetica Neue"/>
              </a:defRPr>
            </a:pPr>
            <a:r>
              <a:t>Every agent decision reads some mix of these.</a:t>
            </a:r>
          </a:p>
        </p:txBody>
      </p:sp>
      <p:sp>
        <p:nvSpPr>
          <p:cNvPr id="4" name="text:8"/>
          <p:cNvSpPr txBox="1"/>
          <p:nvPr/>
        </p:nvSpPr>
        <p:spPr>
          <a:xfrm>
            <a:off x="8503920" y="4800600"/>
            <a:ext cx="365760" cy="164592"/>
          </a:xfrm>
          <a:prstGeom prst="rect">
            <a:avLst/>
          </a:prstGeom>
          <a:noFill/>
        </p:spPr>
        <p:txBody>
          <a:bodyPr wrap="square" lIns="9144" rIns="9144" tIns="0" bIns="0">
            <a:spAutoFit/>
          </a:bodyPr>
          <a:lstStyle/>
          <a:p>
            <a:pPr algn="r">
              <a:lnSpc>
                <a:spcPct val="106000"/>
              </a:lnSpc>
              <a:spcAft>
                <a:spcPts val="400"/>
              </a:spcAft>
              <a:defRPr sz="800" b="0">
                <a:solidFill>
                  <a:srgbClr val="9A9AA2"/>
                </a:solidFill>
                <a:latin typeface="Helvetica Neue"/>
              </a:defRPr>
            </a:pPr>
            <a:r>
              <a:t>8</a:t>
            </a:r>
          </a:p>
        </p:txBody>
      </p:sp>
      <p:sp>
        <p:nvSpPr>
          <p:cNvPr id="5" name="Rounded Rectangle 4"/>
          <p:cNvSpPr/>
          <p:nvPr/>
        </p:nvSpPr>
        <p:spPr>
          <a:xfrm>
            <a:off x="548640" y="1600200"/>
            <a:ext cx="3200400" cy="603504"/>
          </a:xfrm>
          <a:prstGeom prst="roundRect">
            <a:avLst>
              <a:gd name="adj" fmla="val 21212"/>
            </a:avLst>
          </a:prstGeom>
          <a:noFill/>
          <a:ln w="10160">
            <a:solidFill>
              <a:srgbClr val="66666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1"/>
          <p:cNvSpPr txBox="1"/>
          <p:nvPr/>
        </p:nvSpPr>
        <p:spPr>
          <a:xfrm>
            <a:off x="713232" y="1600200"/>
            <a:ext cx="274320" cy="603504"/>
          </a:xfrm>
          <a:prstGeom prst="rect">
            <a:avLst/>
          </a:prstGeom>
          <a:noFill/>
        </p:spPr>
        <p:txBody>
          <a:bodyPr wrap="square" lIns="9144" rIns="9144" tIns="0" bIns="0" anchor="ctr">
            <a:spAutoFit/>
          </a:bodyPr>
          <a:lstStyle/>
          <a:p>
            <a:pPr>
              <a:lnSpc>
                <a:spcPct val="106000"/>
              </a:lnSpc>
              <a:spcAft>
                <a:spcPts val="400"/>
              </a:spcAft>
              <a:defRPr sz="2000" b="0">
                <a:solidFill>
                  <a:srgbClr val="9A9AA2"/>
                </a:solidFill>
                <a:latin typeface="Helvetica Neue"/>
              </a:defRPr>
            </a:pPr>
            <a:r>
              <a:t>1</a:t>
            </a:r>
          </a:p>
        </p:txBody>
      </p:sp>
      <p:sp>
        <p:nvSpPr>
          <p:cNvPr id="7" name="text:Venue price"/>
          <p:cNvSpPr txBox="1"/>
          <p:nvPr/>
        </p:nvSpPr>
        <p:spPr>
          <a:xfrm>
            <a:off x="1097280" y="1673352"/>
            <a:ext cx="2560320" cy="274320"/>
          </a:xfrm>
          <a:prstGeom prst="rect">
            <a:avLst/>
          </a:prstGeom>
          <a:noFill/>
        </p:spPr>
        <p:txBody>
          <a:bodyPr wrap="square" lIns="9144" rIns="9144" tIns="0" bIns="0">
            <a:spAutoFit/>
          </a:bodyPr>
          <a:lstStyle/>
          <a:p>
            <a:pPr>
              <a:lnSpc>
                <a:spcPct val="106000"/>
              </a:lnSpc>
              <a:spcAft>
                <a:spcPts val="400"/>
              </a:spcAft>
              <a:defRPr sz="1500" b="0">
                <a:solidFill>
                  <a:srgbClr val="9A9AA2"/>
                </a:solidFill>
                <a:latin typeface="Helvetica Neue"/>
              </a:defRPr>
            </a:pPr>
            <a:r>
              <a:t>Venue price</a:t>
            </a:r>
          </a:p>
        </p:txBody>
      </p:sp>
      <p:sp>
        <p:nvSpPr>
          <p:cNvPr id="8" name="text:jupiterQuote"/>
          <p:cNvSpPr txBox="1"/>
          <p:nvPr/>
        </p:nvSpPr>
        <p:spPr>
          <a:xfrm>
            <a:off x="1097280" y="1947672"/>
            <a:ext cx="2560320" cy="182880"/>
          </a:xfrm>
          <a:prstGeom prst="rect">
            <a:avLst/>
          </a:prstGeom>
          <a:noFill/>
        </p:spPr>
        <p:txBody>
          <a:bodyPr wrap="square" lIns="9144" rIns="9144" tIns="0" bIns="0">
            <a:spAutoFit/>
          </a:bodyPr>
          <a:lstStyle/>
          <a:p>
            <a:pPr>
              <a:lnSpc>
                <a:spcPct val="106000"/>
              </a:lnSpc>
              <a:spcAft>
                <a:spcPts val="400"/>
              </a:spcAft>
              <a:defRPr sz="900" b="0">
                <a:solidFill>
                  <a:srgbClr val="9A9AA2"/>
                </a:solidFill>
                <a:latin typeface="Menlo"/>
              </a:defRPr>
            </a:pPr>
            <a:r>
              <a:t>jupiterQuote</a:t>
            </a:r>
          </a:p>
        </p:txBody>
      </p:sp>
      <p:sp>
        <p:nvSpPr>
          <p:cNvPr id="9" name="Rounded Rectangle 8"/>
          <p:cNvSpPr/>
          <p:nvPr/>
        </p:nvSpPr>
        <p:spPr>
          <a:xfrm>
            <a:off x="548640" y="2350008"/>
            <a:ext cx="3200400" cy="603504"/>
          </a:xfrm>
          <a:prstGeom prst="roundRect">
            <a:avLst>
              <a:gd name="adj" fmla="val 21212"/>
            </a:avLst>
          </a:prstGeom>
          <a:noFill/>
          <a:ln w="10160">
            <a:solidFill>
              <a:srgbClr val="66666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2"/>
          <p:cNvSpPr txBox="1"/>
          <p:nvPr/>
        </p:nvSpPr>
        <p:spPr>
          <a:xfrm>
            <a:off x="713232" y="2350008"/>
            <a:ext cx="274320" cy="603504"/>
          </a:xfrm>
          <a:prstGeom prst="rect">
            <a:avLst/>
          </a:prstGeom>
          <a:noFill/>
        </p:spPr>
        <p:txBody>
          <a:bodyPr wrap="square" lIns="9144" rIns="9144" tIns="0" bIns="0" anchor="ctr">
            <a:spAutoFit/>
          </a:bodyPr>
          <a:lstStyle/>
          <a:p>
            <a:pPr>
              <a:lnSpc>
                <a:spcPct val="106000"/>
              </a:lnSpc>
              <a:spcAft>
                <a:spcPts val="400"/>
              </a:spcAft>
              <a:defRPr sz="2000" b="0">
                <a:solidFill>
                  <a:srgbClr val="9A9AA2"/>
                </a:solidFill>
                <a:latin typeface="Helvetica Neue"/>
              </a:defRPr>
            </a:pPr>
            <a:r>
              <a:t>2</a:t>
            </a:r>
          </a:p>
        </p:txBody>
      </p:sp>
      <p:sp>
        <p:nvSpPr>
          <p:cNvPr id="11" name="text:Oracle price"/>
          <p:cNvSpPr txBox="1"/>
          <p:nvPr/>
        </p:nvSpPr>
        <p:spPr>
          <a:xfrm>
            <a:off x="1097280" y="2423160"/>
            <a:ext cx="2560320" cy="274320"/>
          </a:xfrm>
          <a:prstGeom prst="rect">
            <a:avLst/>
          </a:prstGeom>
          <a:noFill/>
        </p:spPr>
        <p:txBody>
          <a:bodyPr wrap="square" lIns="9144" rIns="9144" tIns="0" bIns="0">
            <a:spAutoFit/>
          </a:bodyPr>
          <a:lstStyle/>
          <a:p>
            <a:pPr>
              <a:lnSpc>
                <a:spcPct val="106000"/>
              </a:lnSpc>
              <a:spcAft>
                <a:spcPts val="400"/>
              </a:spcAft>
              <a:defRPr sz="1500" b="0">
                <a:solidFill>
                  <a:srgbClr val="9A9AA2"/>
                </a:solidFill>
                <a:latin typeface="Helvetica Neue"/>
              </a:defRPr>
            </a:pPr>
            <a:r>
              <a:t>Oracle price</a:t>
            </a:r>
          </a:p>
        </p:txBody>
      </p:sp>
      <p:sp>
        <p:nvSpPr>
          <p:cNvPr id="12" name="text:pythOnChain"/>
          <p:cNvSpPr txBox="1"/>
          <p:nvPr/>
        </p:nvSpPr>
        <p:spPr>
          <a:xfrm>
            <a:off x="1097280" y="2697479"/>
            <a:ext cx="2560320" cy="182880"/>
          </a:xfrm>
          <a:prstGeom prst="rect">
            <a:avLst/>
          </a:prstGeom>
          <a:noFill/>
        </p:spPr>
        <p:txBody>
          <a:bodyPr wrap="square" lIns="9144" rIns="9144" tIns="0" bIns="0">
            <a:spAutoFit/>
          </a:bodyPr>
          <a:lstStyle/>
          <a:p>
            <a:pPr>
              <a:lnSpc>
                <a:spcPct val="106000"/>
              </a:lnSpc>
              <a:spcAft>
                <a:spcPts val="400"/>
              </a:spcAft>
              <a:defRPr sz="900" b="0">
                <a:solidFill>
                  <a:srgbClr val="9A9AA2"/>
                </a:solidFill>
                <a:latin typeface="Menlo"/>
              </a:defRPr>
            </a:pPr>
            <a:r>
              <a:t>pythOnChain</a:t>
            </a:r>
          </a:p>
        </p:txBody>
      </p:sp>
      <p:sp>
        <p:nvSpPr>
          <p:cNvPr id="13" name="Rounded Rectangle 12"/>
          <p:cNvSpPr/>
          <p:nvPr/>
        </p:nvSpPr>
        <p:spPr>
          <a:xfrm>
            <a:off x="548640" y="3099815"/>
            <a:ext cx="3200400" cy="603504"/>
          </a:xfrm>
          <a:prstGeom prst="roundRect">
            <a:avLst>
              <a:gd name="adj" fmla="val 21212"/>
            </a:avLst>
          </a:prstGeom>
          <a:noFill/>
          <a:ln w="10160">
            <a:solidFill>
              <a:srgbClr val="66666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3"/>
          <p:cNvSpPr txBox="1"/>
          <p:nvPr/>
        </p:nvSpPr>
        <p:spPr>
          <a:xfrm>
            <a:off x="713232" y="3099815"/>
            <a:ext cx="274320" cy="603504"/>
          </a:xfrm>
          <a:prstGeom prst="rect">
            <a:avLst/>
          </a:prstGeom>
          <a:noFill/>
        </p:spPr>
        <p:txBody>
          <a:bodyPr wrap="square" lIns="9144" rIns="9144" tIns="0" bIns="0" anchor="ctr">
            <a:spAutoFit/>
          </a:bodyPr>
          <a:lstStyle/>
          <a:p>
            <a:pPr>
              <a:lnSpc>
                <a:spcPct val="106000"/>
              </a:lnSpc>
              <a:spcAft>
                <a:spcPts val="400"/>
              </a:spcAft>
              <a:defRPr sz="2000" b="0">
                <a:solidFill>
                  <a:srgbClr val="9A9AA2"/>
                </a:solidFill>
                <a:latin typeface="Helvetica Neue"/>
              </a:defRPr>
            </a:pPr>
            <a:r>
              <a:t>3</a:t>
            </a:r>
          </a:p>
        </p:txBody>
      </p:sp>
      <p:sp>
        <p:nvSpPr>
          <p:cNvPr id="15" name="text:Ordering"/>
          <p:cNvSpPr txBox="1"/>
          <p:nvPr/>
        </p:nvSpPr>
        <p:spPr>
          <a:xfrm>
            <a:off x="1097280" y="3172968"/>
            <a:ext cx="2560320" cy="274320"/>
          </a:xfrm>
          <a:prstGeom prst="rect">
            <a:avLst/>
          </a:prstGeom>
          <a:noFill/>
        </p:spPr>
        <p:txBody>
          <a:bodyPr wrap="square" lIns="9144" rIns="9144" tIns="0" bIns="0">
            <a:spAutoFit/>
          </a:bodyPr>
          <a:lstStyle/>
          <a:p>
            <a:pPr>
              <a:lnSpc>
                <a:spcPct val="106000"/>
              </a:lnSpc>
              <a:spcAft>
                <a:spcPts val="400"/>
              </a:spcAft>
              <a:defRPr sz="1500" b="0">
                <a:solidFill>
                  <a:srgbClr val="9A9AA2"/>
                </a:solidFill>
                <a:latin typeface="Helvetica Neue"/>
              </a:defRPr>
            </a:pPr>
            <a:r>
              <a:t>Ordering</a:t>
            </a:r>
          </a:p>
        </p:txBody>
      </p:sp>
      <p:sp>
        <p:nvSpPr>
          <p:cNvPr id="16" name="text:slot numbers"/>
          <p:cNvSpPr txBox="1"/>
          <p:nvPr/>
        </p:nvSpPr>
        <p:spPr>
          <a:xfrm>
            <a:off x="1097280" y="3447287"/>
            <a:ext cx="2560320" cy="182880"/>
          </a:xfrm>
          <a:prstGeom prst="rect">
            <a:avLst/>
          </a:prstGeom>
          <a:noFill/>
        </p:spPr>
        <p:txBody>
          <a:bodyPr wrap="square" lIns="9144" rIns="9144" tIns="0" bIns="0">
            <a:spAutoFit/>
          </a:bodyPr>
          <a:lstStyle/>
          <a:p>
            <a:pPr>
              <a:lnSpc>
                <a:spcPct val="106000"/>
              </a:lnSpc>
              <a:spcAft>
                <a:spcPts val="400"/>
              </a:spcAft>
              <a:defRPr sz="900" b="0">
                <a:solidFill>
                  <a:srgbClr val="9A9AA2"/>
                </a:solidFill>
                <a:latin typeface="Menlo"/>
              </a:defRPr>
            </a:pPr>
            <a:r>
              <a:t>slot numbers</a:t>
            </a:r>
          </a:p>
        </p:txBody>
      </p:sp>
      <p:sp>
        <p:nvSpPr>
          <p:cNvPr id="17" name="Rounded Rectangle 16"/>
          <p:cNvSpPr/>
          <p:nvPr/>
        </p:nvSpPr>
        <p:spPr>
          <a:xfrm>
            <a:off x="548640" y="3849624"/>
            <a:ext cx="3200400" cy="603504"/>
          </a:xfrm>
          <a:prstGeom prst="roundRect">
            <a:avLst>
              <a:gd name="adj" fmla="val 21212"/>
            </a:avLst>
          </a:prstGeom>
          <a:solidFill>
            <a:srgbClr val="100821"/>
          </a:solidFill>
          <a:ln w="15240">
            <a:solidFill>
              <a:srgbClr val="B3A5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4"/>
          <p:cNvSpPr txBox="1"/>
          <p:nvPr/>
        </p:nvSpPr>
        <p:spPr>
          <a:xfrm>
            <a:off x="713232" y="3849624"/>
            <a:ext cx="274320" cy="603504"/>
          </a:xfrm>
          <a:prstGeom prst="rect">
            <a:avLst/>
          </a:prstGeom>
          <a:noFill/>
        </p:spPr>
        <p:txBody>
          <a:bodyPr wrap="square" lIns="9144" rIns="9144" tIns="0" bIns="0" anchor="ctr">
            <a:spAutoFit/>
          </a:bodyPr>
          <a:lstStyle/>
          <a:p>
            <a:pPr>
              <a:lnSpc>
                <a:spcPct val="106000"/>
              </a:lnSpc>
              <a:spcAft>
                <a:spcPts val="400"/>
              </a:spcAft>
              <a:defRPr sz="2000" b="0">
                <a:solidFill>
                  <a:srgbClr val="3DDC97"/>
                </a:solidFill>
                <a:latin typeface="Helvetica Neue"/>
              </a:defRPr>
            </a:pPr>
            <a:r>
              <a:t>4</a:t>
            </a:r>
          </a:p>
        </p:txBody>
      </p:sp>
      <p:sp>
        <p:nvSpPr>
          <p:cNvPr id="19" name="text:Inventory"/>
          <p:cNvSpPr txBox="1"/>
          <p:nvPr/>
        </p:nvSpPr>
        <p:spPr>
          <a:xfrm>
            <a:off x="1097280" y="3922776"/>
            <a:ext cx="2560320" cy="274320"/>
          </a:xfrm>
          <a:prstGeom prst="rect">
            <a:avLst/>
          </a:prstGeom>
          <a:noFill/>
        </p:spPr>
        <p:txBody>
          <a:bodyPr wrap="square" lIns="9144" rIns="9144" tIns="0" bIns="0">
            <a:spAutoFit/>
          </a:bodyPr>
          <a:lstStyle/>
          <a:p>
            <a:pPr>
              <a:lnSpc>
                <a:spcPct val="106000"/>
              </a:lnSpc>
              <a:spcAft>
                <a:spcPts val="400"/>
              </a:spcAft>
              <a:defRPr sz="1500" b="0">
                <a:solidFill>
                  <a:srgbClr val="F2F5F8"/>
                </a:solidFill>
                <a:latin typeface="Helvetica Neue"/>
              </a:defRPr>
            </a:pPr>
            <a:r>
              <a:t>Inventory</a:t>
            </a:r>
          </a:p>
        </p:txBody>
      </p:sp>
      <p:sp>
        <p:nvSpPr>
          <p:cNvPr id="20" name="text:balances"/>
          <p:cNvSpPr txBox="1"/>
          <p:nvPr/>
        </p:nvSpPr>
        <p:spPr>
          <a:xfrm>
            <a:off x="1097280" y="4197096"/>
            <a:ext cx="2560320" cy="182880"/>
          </a:xfrm>
          <a:prstGeom prst="rect">
            <a:avLst/>
          </a:prstGeom>
          <a:noFill/>
        </p:spPr>
        <p:txBody>
          <a:bodyPr wrap="square" lIns="9144" rIns="9144" tIns="0" bIns="0">
            <a:spAutoFit/>
          </a:bodyPr>
          <a:lstStyle/>
          <a:p>
            <a:pPr>
              <a:lnSpc>
                <a:spcPct val="106000"/>
              </a:lnSpc>
              <a:spcAft>
                <a:spcPts val="400"/>
              </a:spcAft>
              <a:defRPr sz="900" b="0">
                <a:solidFill>
                  <a:srgbClr val="9A9AA2"/>
                </a:solidFill>
                <a:latin typeface="Menlo"/>
              </a:defRPr>
            </a:pPr>
            <a:r>
              <a:t>balances</a:t>
            </a:r>
          </a:p>
        </p:txBody>
      </p:sp>
      <p:sp>
        <p:nvSpPr>
          <p:cNvPr id="21" name="text:DATA FAMILY 4 OF 4"/>
          <p:cNvSpPr txBox="1"/>
          <p:nvPr/>
        </p:nvSpPr>
        <p:spPr>
          <a:xfrm>
            <a:off x="4160520" y="1600200"/>
            <a:ext cx="3657600" cy="182880"/>
          </a:xfrm>
          <a:prstGeom prst="rect">
            <a:avLst/>
          </a:prstGeom>
          <a:noFill/>
        </p:spPr>
        <p:txBody>
          <a:bodyPr wrap="square" lIns="9144" rIns="9144" tIns="0" bIns="0">
            <a:spAutoFit/>
          </a:bodyPr>
          <a:lstStyle/>
          <a:p>
            <a:pPr>
              <a:lnSpc>
                <a:spcPct val="106000"/>
              </a:lnSpc>
              <a:spcAft>
                <a:spcPts val="400"/>
              </a:spcAft>
              <a:defRPr sz="1000" b="0">
                <a:solidFill>
                  <a:srgbClr val="B3A5FF"/>
                </a:solidFill>
                <a:latin typeface="Helvetica Neue"/>
              </a:defRPr>
            </a:pPr>
            <a:r>
              <a:t>DATA FAMILY 4 OF 4</a:t>
            </a:r>
          </a:p>
        </p:txBody>
      </p:sp>
      <p:sp>
        <p:nvSpPr>
          <p:cNvPr id="22" name="text:Inventory"/>
          <p:cNvSpPr txBox="1"/>
          <p:nvPr/>
        </p:nvSpPr>
        <p:spPr>
          <a:xfrm>
            <a:off x="4160520" y="1828800"/>
            <a:ext cx="4480560" cy="457200"/>
          </a:xfrm>
          <a:prstGeom prst="rect">
            <a:avLst/>
          </a:prstGeom>
          <a:noFill/>
        </p:spPr>
        <p:txBody>
          <a:bodyPr wrap="square" lIns="9144" rIns="9144" tIns="0" bIns="0">
            <a:spAutoFit/>
          </a:bodyPr>
          <a:lstStyle/>
          <a:p>
            <a:pPr>
              <a:lnSpc>
                <a:spcPct val="106000"/>
              </a:lnSpc>
              <a:spcAft>
                <a:spcPts val="400"/>
              </a:spcAft>
              <a:defRPr sz="3000" b="0">
                <a:solidFill>
                  <a:srgbClr val="F2F5F8"/>
                </a:solidFill>
                <a:latin typeface="Helvetica Neue"/>
              </a:defRPr>
            </a:pPr>
            <a:r>
              <a:t>Inventory</a:t>
            </a:r>
          </a:p>
        </p:txBody>
      </p:sp>
      <p:sp>
        <p:nvSpPr>
          <p:cNvPr id="23" name="text:What you hold right now."/>
          <p:cNvSpPr txBox="1"/>
          <p:nvPr/>
        </p:nvSpPr>
        <p:spPr>
          <a:xfrm>
            <a:off x="4160520" y="2377440"/>
            <a:ext cx="4480560" cy="548640"/>
          </a:xfrm>
          <a:prstGeom prst="rect">
            <a:avLst/>
          </a:prstGeom>
          <a:noFill/>
        </p:spPr>
        <p:txBody>
          <a:bodyPr wrap="square" lIns="9144" rIns="9144" tIns="0" bIns="0">
            <a:spAutoFit/>
          </a:bodyPr>
          <a:lstStyle/>
          <a:p>
            <a:pPr>
              <a:lnSpc>
                <a:spcPct val="106000"/>
              </a:lnSpc>
              <a:spcAft>
                <a:spcPts val="400"/>
              </a:spcAft>
              <a:defRPr sz="1500" b="0">
                <a:solidFill>
                  <a:srgbClr val="B3A5FF"/>
                </a:solidFill>
                <a:latin typeface="Helvetica Neue"/>
              </a:defRPr>
            </a:pPr>
            <a:r>
              <a:t>What you hold right now.</a:t>
            </a:r>
          </a:p>
        </p:txBody>
      </p:sp>
      <p:sp>
        <p:nvSpPr>
          <p:cNvPr id="24" name="Rounded Rectangle 23"/>
          <p:cNvSpPr/>
          <p:nvPr/>
        </p:nvSpPr>
        <p:spPr>
          <a:xfrm>
            <a:off x="4160520" y="3063240"/>
            <a:ext cx="2194560" cy="1371600"/>
          </a:xfrm>
          <a:prstGeom prst="roundRect">
            <a:avLst>
              <a:gd name="adj" fmla="val 9333"/>
            </a:avLst>
          </a:prstGeom>
          <a:noFill/>
          <a:ln w="10160">
            <a:solidFill>
              <a:srgbClr val="66666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ON SOLANA"/>
          <p:cNvSpPr txBox="1"/>
          <p:nvPr/>
        </p:nvSpPr>
        <p:spPr>
          <a:xfrm>
            <a:off x="4325112" y="3200400"/>
            <a:ext cx="1828800" cy="182880"/>
          </a:xfrm>
          <a:prstGeom prst="rect">
            <a:avLst/>
          </a:prstGeom>
          <a:noFill/>
        </p:spPr>
        <p:txBody>
          <a:bodyPr wrap="square" lIns="9144" rIns="9144" tIns="0" bIns="0">
            <a:spAutoFit/>
          </a:bodyPr>
          <a:lstStyle/>
          <a:p>
            <a:pPr>
              <a:lnSpc>
                <a:spcPct val="106000"/>
              </a:lnSpc>
              <a:spcAft>
                <a:spcPts val="400"/>
              </a:spcAft>
              <a:defRPr sz="900" b="0">
                <a:solidFill>
                  <a:srgbClr val="3DDC97"/>
                </a:solidFill>
                <a:latin typeface="Helvetica Neue"/>
              </a:defRPr>
            </a:pPr>
            <a:r>
              <a:t>ON SOLANA</a:t>
            </a:r>
          </a:p>
        </p:txBody>
      </p:sp>
      <p:sp>
        <p:nvSpPr>
          <p:cNvPr id="26" name="text:Token balances. SOL is counted in la"/>
          <p:cNvSpPr txBox="1"/>
          <p:nvPr/>
        </p:nvSpPr>
        <p:spPr>
          <a:xfrm>
            <a:off x="4325112" y="3456432"/>
            <a:ext cx="1901952" cy="914400"/>
          </a:xfrm>
          <a:prstGeom prst="rect">
            <a:avLst/>
          </a:prstGeom>
          <a:noFill/>
        </p:spPr>
        <p:txBody>
          <a:bodyPr wrap="square" lIns="9144" rIns="9144" tIns="0" bIns="0">
            <a:spAutoFit/>
          </a:bodyPr>
          <a:lstStyle/>
          <a:p>
            <a:pPr>
              <a:lnSpc>
                <a:spcPct val="106000"/>
              </a:lnSpc>
              <a:spcAft>
                <a:spcPts val="400"/>
              </a:spcAft>
              <a:defRPr sz="1150" b="0">
                <a:solidFill>
                  <a:srgbClr val="9A9AA2"/>
                </a:solidFill>
                <a:latin typeface="Helvetica Neue"/>
              </a:defRPr>
            </a:pPr>
            <a:r>
              <a:t>Token balances. SOL is counted in lamports: 1 SOL is 1,000,000,000 lamports.</a:t>
            </a:r>
          </a:p>
        </p:txBody>
      </p:sp>
      <p:sp>
        <p:nvSpPr>
          <p:cNvPr id="27" name="Rounded Rectangle 26"/>
          <p:cNvSpPr/>
          <p:nvPr/>
        </p:nvSpPr>
        <p:spPr>
          <a:xfrm>
            <a:off x="6492240" y="3063240"/>
            <a:ext cx="2194560" cy="1371600"/>
          </a:xfrm>
          <a:prstGeom prst="roundRect">
            <a:avLst>
              <a:gd name="adj" fmla="val 9333"/>
            </a:avLst>
          </a:prstGeom>
          <a:noFill/>
          <a:ln w="10160">
            <a:solidFill>
              <a:srgbClr val="FD51F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HOW IT GOES BAD"/>
          <p:cNvSpPr txBox="1"/>
          <p:nvPr/>
        </p:nvSpPr>
        <p:spPr>
          <a:xfrm>
            <a:off x="6656831" y="3200400"/>
            <a:ext cx="1828800" cy="182880"/>
          </a:xfrm>
          <a:prstGeom prst="rect">
            <a:avLst/>
          </a:prstGeom>
          <a:noFill/>
        </p:spPr>
        <p:txBody>
          <a:bodyPr wrap="square" lIns="9144" rIns="9144" tIns="0" bIns="0">
            <a:spAutoFit/>
          </a:bodyPr>
          <a:lstStyle/>
          <a:p>
            <a:pPr>
              <a:lnSpc>
                <a:spcPct val="106000"/>
              </a:lnSpc>
              <a:spcAft>
                <a:spcPts val="400"/>
              </a:spcAft>
              <a:defRPr sz="900" b="0">
                <a:solidFill>
                  <a:srgbClr val="FD51FC"/>
                </a:solidFill>
                <a:latin typeface="Helvetica Neue"/>
              </a:defRPr>
            </a:pPr>
            <a:r>
              <a:t>HOW IT GOES BAD</a:t>
            </a:r>
          </a:p>
        </p:txBody>
      </p:sp>
      <p:sp>
        <p:nvSpPr>
          <p:cNvPr id="29" name="text:Wrong unit or an old balance, and yo"/>
          <p:cNvSpPr txBox="1"/>
          <p:nvPr/>
        </p:nvSpPr>
        <p:spPr>
          <a:xfrm>
            <a:off x="6656831" y="3456432"/>
            <a:ext cx="1901952" cy="914400"/>
          </a:xfrm>
          <a:prstGeom prst="rect">
            <a:avLst/>
          </a:prstGeom>
          <a:noFill/>
        </p:spPr>
        <p:txBody>
          <a:bodyPr wrap="square" lIns="9144" rIns="9144" tIns="0" bIns="0">
            <a:spAutoFit/>
          </a:bodyPr>
          <a:lstStyle/>
          <a:p>
            <a:pPr>
              <a:lnSpc>
                <a:spcPct val="106000"/>
              </a:lnSpc>
              <a:spcAft>
                <a:spcPts val="400"/>
              </a:spcAft>
              <a:defRPr sz="1150" b="0">
                <a:solidFill>
                  <a:srgbClr val="9A9AA2"/>
                </a:solidFill>
                <a:latin typeface="Helvetica Neue"/>
              </a:defRPr>
            </a:pPr>
            <a:r>
              <a:t>Wrong unit or an old balance, and your size is wildly off.</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showMasterSp="0">
  <p:cSld>
    <p:bg>
      <p:bgPr>
        <a:solidFill>
          <a:srgbClr val="000000"/>
        </a:solidFill>
        <a:effectLst/>
      </p:bgPr>
    </p:bg>
    <p:spTree>
      <p:nvGrpSpPr>
        <p:cNvPr id="1" name=""/>
        <p:cNvGrpSpPr/>
        <p:nvPr/>
      </p:nvGrpSpPr>
      <p:grpSpPr/>
      <p:sp>
        <p:nvSpPr>
          <p:cNvPr id="2" name="text:The risk hook"/>
          <p:cNvSpPr txBox="1"/>
          <p:nvPr/>
        </p:nvSpPr>
        <p:spPr>
          <a:xfrm>
            <a:off x="457200" y="457200"/>
            <a:ext cx="8229600" cy="548640"/>
          </a:xfrm>
          <a:prstGeom prst="rect">
            <a:avLst/>
          </a:prstGeom>
          <a:noFill/>
        </p:spPr>
        <p:txBody>
          <a:bodyPr wrap="square" lIns="9144" rIns="9144" tIns="0" bIns="0">
            <a:spAutoFit/>
          </a:bodyPr>
          <a:lstStyle/>
          <a:p>
            <a:pPr>
              <a:lnSpc>
                <a:spcPct val="106000"/>
              </a:lnSpc>
              <a:spcAft>
                <a:spcPts val="400"/>
              </a:spcAft>
              <a:defRPr sz="3400" b="0">
                <a:solidFill>
                  <a:srgbClr val="F2F5F8"/>
                </a:solidFill>
                <a:latin typeface="Helvetica Neue"/>
              </a:defRPr>
            </a:pPr>
            <a:r>
              <a:t>The risk hook</a:t>
            </a:r>
          </a:p>
        </p:txBody>
      </p:sp>
      <p:sp>
        <p:nvSpPr>
          <p:cNvPr id="3" name="text:Plain code between the idea and the "/>
          <p:cNvSpPr txBox="1"/>
          <p:nvPr/>
        </p:nvSpPr>
        <p:spPr>
          <a:xfrm>
            <a:off x="475488" y="1051560"/>
            <a:ext cx="8138160" cy="274320"/>
          </a:xfrm>
          <a:prstGeom prst="rect">
            <a:avLst/>
          </a:prstGeom>
          <a:noFill/>
        </p:spPr>
        <p:txBody>
          <a:bodyPr wrap="square" lIns="9144" rIns="9144" tIns="0" bIns="0">
            <a:spAutoFit/>
          </a:bodyPr>
          <a:lstStyle/>
          <a:p>
            <a:pPr>
              <a:lnSpc>
                <a:spcPct val="106000"/>
              </a:lnSpc>
              <a:spcAft>
                <a:spcPts val="400"/>
              </a:spcAft>
              <a:defRPr sz="1500" b="0">
                <a:solidFill>
                  <a:srgbClr val="B3A5FF"/>
                </a:solidFill>
                <a:latin typeface="Helvetica Neue"/>
              </a:defRPr>
            </a:pPr>
            <a:r>
              <a:t>Plain code between the idea and the action. It can say no, and say why.</a:t>
            </a:r>
          </a:p>
        </p:txBody>
      </p:sp>
      <p:sp>
        <p:nvSpPr>
          <p:cNvPr id="4" name="text:9"/>
          <p:cNvSpPr txBox="1"/>
          <p:nvPr/>
        </p:nvSpPr>
        <p:spPr>
          <a:xfrm>
            <a:off x="8503920" y="4800600"/>
            <a:ext cx="365760" cy="164592"/>
          </a:xfrm>
          <a:prstGeom prst="rect">
            <a:avLst/>
          </a:prstGeom>
          <a:noFill/>
        </p:spPr>
        <p:txBody>
          <a:bodyPr wrap="square" lIns="9144" rIns="9144" tIns="0" bIns="0">
            <a:spAutoFit/>
          </a:bodyPr>
          <a:lstStyle/>
          <a:p>
            <a:pPr algn="r">
              <a:lnSpc>
                <a:spcPct val="106000"/>
              </a:lnSpc>
              <a:spcAft>
                <a:spcPts val="400"/>
              </a:spcAft>
              <a:defRPr sz="800" b="0">
                <a:solidFill>
                  <a:srgbClr val="9A9AA2"/>
                </a:solidFill>
                <a:latin typeface="Helvetica Neue"/>
              </a:defRPr>
            </a:pPr>
            <a:r>
              <a:t>9</a:t>
            </a:r>
          </a:p>
        </p:txBody>
      </p:sp>
      <p:sp>
        <p:nvSpPr>
          <p:cNvPr id="5" name="Rounded Rectangle 4"/>
          <p:cNvSpPr/>
          <p:nvPr/>
        </p:nvSpPr>
        <p:spPr>
          <a:xfrm>
            <a:off x="548640" y="1554480"/>
            <a:ext cx="2194560" cy="914400"/>
          </a:xfrm>
          <a:prstGeom prst="roundRect">
            <a:avLst>
              <a:gd name="adj" fmla="val 14000"/>
            </a:avLst>
          </a:prstGeom>
          <a:noFill/>
          <a:ln w="10160">
            <a:solidFill>
              <a:srgbClr val="66666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Agent idea"/>
          <p:cNvSpPr txBox="1"/>
          <p:nvPr/>
        </p:nvSpPr>
        <p:spPr>
          <a:xfrm>
            <a:off x="548640" y="1664208"/>
            <a:ext cx="2194560" cy="320040"/>
          </a:xfrm>
          <a:prstGeom prst="rect">
            <a:avLst/>
          </a:prstGeom>
          <a:noFill/>
        </p:spPr>
        <p:txBody>
          <a:bodyPr wrap="square" lIns="9144" rIns="9144" tIns="0" bIns="0">
            <a:spAutoFit/>
          </a:bodyPr>
          <a:lstStyle/>
          <a:p>
            <a:pPr algn="ctr">
              <a:lnSpc>
                <a:spcPct val="106000"/>
              </a:lnSpc>
              <a:spcAft>
                <a:spcPts val="400"/>
              </a:spcAft>
              <a:defRPr sz="1700" b="0">
                <a:solidFill>
                  <a:srgbClr val="F2F5F8"/>
                </a:solidFill>
                <a:latin typeface="Helvetica Neue"/>
              </a:defRPr>
            </a:pPr>
            <a:r>
              <a:t>Agent idea</a:t>
            </a:r>
          </a:p>
        </p:txBody>
      </p:sp>
      <p:sp>
        <p:nvSpPr>
          <p:cNvPr id="7" name="text:&quot;Buy 5,000 USD of SOL&quot;"/>
          <p:cNvSpPr txBox="1"/>
          <p:nvPr/>
        </p:nvSpPr>
        <p:spPr>
          <a:xfrm>
            <a:off x="640080" y="2084831"/>
            <a:ext cx="2011680" cy="274320"/>
          </a:xfrm>
          <a:prstGeom prst="rect">
            <a:avLst/>
          </a:prstGeom>
          <a:noFill/>
        </p:spPr>
        <p:txBody>
          <a:bodyPr wrap="square" lIns="9144" rIns="9144" tIns="0" bIns="0">
            <a:spAutoFit/>
          </a:bodyPr>
          <a:lstStyle/>
          <a:p>
            <a:pPr algn="ctr">
              <a:lnSpc>
                <a:spcPct val="106000"/>
              </a:lnSpc>
              <a:spcAft>
                <a:spcPts val="400"/>
              </a:spcAft>
              <a:defRPr sz="1050" b="0">
                <a:solidFill>
                  <a:srgbClr val="9A9AA2"/>
                </a:solidFill>
                <a:latin typeface="Helvetica Neue"/>
              </a:defRPr>
            </a:pPr>
            <a:r>
              <a:t>"Buy 5,000 USD of SOL"</a:t>
            </a:r>
          </a:p>
        </p:txBody>
      </p:sp>
      <p:sp>
        <p:nvSpPr>
          <p:cNvPr id="8" name="Rounded Rectangle 7"/>
          <p:cNvSpPr/>
          <p:nvPr/>
        </p:nvSpPr>
        <p:spPr>
          <a:xfrm>
            <a:off x="3474720" y="1554480"/>
            <a:ext cx="2194560" cy="914400"/>
          </a:xfrm>
          <a:prstGeom prst="roundRect">
            <a:avLst>
              <a:gd name="adj" fmla="val 14000"/>
            </a:avLst>
          </a:prstGeom>
          <a:solidFill>
            <a:srgbClr val="100821"/>
          </a:solidFill>
          <a:ln w="20320">
            <a:solidFill>
              <a:srgbClr val="B3A5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Risk hook"/>
          <p:cNvSpPr txBox="1"/>
          <p:nvPr/>
        </p:nvSpPr>
        <p:spPr>
          <a:xfrm>
            <a:off x="3474720" y="1664208"/>
            <a:ext cx="2194560" cy="320040"/>
          </a:xfrm>
          <a:prstGeom prst="rect">
            <a:avLst/>
          </a:prstGeom>
          <a:noFill/>
        </p:spPr>
        <p:txBody>
          <a:bodyPr wrap="square" lIns="9144" rIns="9144" tIns="0" bIns="0">
            <a:spAutoFit/>
          </a:bodyPr>
          <a:lstStyle/>
          <a:p>
            <a:pPr algn="ctr">
              <a:lnSpc>
                <a:spcPct val="106000"/>
              </a:lnSpc>
              <a:spcAft>
                <a:spcPts val="400"/>
              </a:spcAft>
              <a:defRPr sz="1700" b="0">
                <a:solidFill>
                  <a:srgbClr val="B3A5FF"/>
                </a:solidFill>
                <a:latin typeface="Helvetica Neue"/>
              </a:defRPr>
            </a:pPr>
            <a:r>
              <a:t>Risk hook</a:t>
            </a:r>
          </a:p>
        </p:txBody>
      </p:sp>
      <p:sp>
        <p:nvSpPr>
          <p:cNvPr id="10" name="text:checkOrder()"/>
          <p:cNvSpPr txBox="1"/>
          <p:nvPr/>
        </p:nvSpPr>
        <p:spPr>
          <a:xfrm>
            <a:off x="3566160" y="2084831"/>
            <a:ext cx="2011680" cy="274320"/>
          </a:xfrm>
          <a:prstGeom prst="rect">
            <a:avLst/>
          </a:prstGeom>
          <a:noFill/>
        </p:spPr>
        <p:txBody>
          <a:bodyPr wrap="square" lIns="9144" rIns="9144" tIns="0" bIns="0">
            <a:spAutoFit/>
          </a:bodyPr>
          <a:lstStyle/>
          <a:p>
            <a:pPr algn="ctr">
              <a:lnSpc>
                <a:spcPct val="106000"/>
              </a:lnSpc>
              <a:spcAft>
                <a:spcPts val="400"/>
              </a:spcAft>
              <a:defRPr sz="1050" b="0">
                <a:solidFill>
                  <a:srgbClr val="9A9AA2"/>
                </a:solidFill>
                <a:latin typeface="Menlo"/>
              </a:defRPr>
            </a:pPr>
            <a:r>
              <a:t>checkOrder()</a:t>
            </a:r>
          </a:p>
        </p:txBody>
      </p:sp>
      <p:sp>
        <p:nvSpPr>
          <p:cNvPr id="11" name="Rounded Rectangle 10"/>
          <p:cNvSpPr/>
          <p:nvPr/>
        </p:nvSpPr>
        <p:spPr>
          <a:xfrm>
            <a:off x="6400800" y="1554480"/>
            <a:ext cx="2194560" cy="914400"/>
          </a:xfrm>
          <a:prstGeom prst="roundRect">
            <a:avLst>
              <a:gd name="adj" fmla="val 14000"/>
            </a:avLst>
          </a:prstGeom>
          <a:noFill/>
          <a:ln w="10160">
            <a:solidFill>
              <a:srgbClr val="66666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Action"/>
          <p:cNvSpPr txBox="1"/>
          <p:nvPr/>
        </p:nvSpPr>
        <p:spPr>
          <a:xfrm>
            <a:off x="6400800" y="1664208"/>
            <a:ext cx="2194560" cy="320040"/>
          </a:xfrm>
          <a:prstGeom prst="rect">
            <a:avLst/>
          </a:prstGeom>
          <a:noFill/>
        </p:spPr>
        <p:txBody>
          <a:bodyPr wrap="square" lIns="9144" rIns="9144" tIns="0" bIns="0">
            <a:spAutoFit/>
          </a:bodyPr>
          <a:lstStyle/>
          <a:p>
            <a:pPr algn="ctr">
              <a:lnSpc>
                <a:spcPct val="106000"/>
              </a:lnSpc>
              <a:spcAft>
                <a:spcPts val="400"/>
              </a:spcAft>
              <a:defRPr sz="1700" b="0">
                <a:solidFill>
                  <a:srgbClr val="F2F5F8"/>
                </a:solidFill>
                <a:latin typeface="Helvetica Neue"/>
              </a:defRPr>
            </a:pPr>
            <a:r>
              <a:t>Action</a:t>
            </a:r>
          </a:p>
        </p:txBody>
      </p:sp>
      <p:sp>
        <p:nvSpPr>
          <p:cNvPr id="13" name="text:devnet only"/>
          <p:cNvSpPr txBox="1"/>
          <p:nvPr/>
        </p:nvSpPr>
        <p:spPr>
          <a:xfrm>
            <a:off x="6492240" y="2084831"/>
            <a:ext cx="2011680" cy="274320"/>
          </a:xfrm>
          <a:prstGeom prst="rect">
            <a:avLst/>
          </a:prstGeom>
          <a:noFill/>
        </p:spPr>
        <p:txBody>
          <a:bodyPr wrap="square" lIns="9144" rIns="9144" tIns="0" bIns="0">
            <a:spAutoFit/>
          </a:bodyPr>
          <a:lstStyle/>
          <a:p>
            <a:pPr algn="ctr">
              <a:lnSpc>
                <a:spcPct val="106000"/>
              </a:lnSpc>
              <a:spcAft>
                <a:spcPts val="400"/>
              </a:spcAft>
              <a:defRPr sz="1050" b="0">
                <a:solidFill>
                  <a:srgbClr val="9A9AA2"/>
                </a:solidFill>
                <a:latin typeface="Helvetica Neue"/>
              </a:defRPr>
            </a:pPr>
            <a:r>
              <a:t>devnet only</a:t>
            </a:r>
          </a:p>
        </p:txBody>
      </p:sp>
      <p:cxnSp>
        <p:nvCxnSpPr>
          <p:cNvPr id="14" name="Connector 13"/>
          <p:cNvCxnSpPr/>
          <p:nvPr/>
        </p:nvCxnSpPr>
        <p:spPr>
          <a:xfrm>
            <a:off x="2779776" y="2011680"/>
            <a:ext cx="658368" cy="0"/>
          </a:xfrm>
          <a:prstGeom prst="line">
            <a:avLst/>
          </a:prstGeom>
          <a:ln w="10160">
            <a:solidFill>
              <a:srgbClr val="9A9AA2"/>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5705856" y="2011680"/>
            <a:ext cx="658368" cy="0"/>
          </a:xfrm>
          <a:prstGeom prst="line">
            <a:avLst/>
          </a:prstGeom>
          <a:ln w="10160">
            <a:solidFill>
              <a:srgbClr val="3DDC97"/>
            </a:solidFill>
            <a:tailEnd type="triangle" w="med" len="med"/>
          </a:ln>
        </p:spPr>
        <p:style>
          <a:lnRef idx="2">
            <a:schemeClr val="accent1"/>
          </a:lnRef>
          <a:fillRef idx="0">
            <a:schemeClr val="accent1"/>
          </a:fillRef>
          <a:effectRef idx="1">
            <a:schemeClr val="accent1"/>
          </a:effectRef>
          <a:fontRef idx="minor">
            <a:schemeClr val="tx1"/>
          </a:fontRef>
        </p:style>
      </p:cxnSp>
      <p:sp>
        <p:nvSpPr>
          <p:cNvPr id="16" name="text:ok"/>
          <p:cNvSpPr txBox="1"/>
          <p:nvPr/>
        </p:nvSpPr>
        <p:spPr>
          <a:xfrm>
            <a:off x="5852160" y="1764792"/>
            <a:ext cx="365760" cy="182880"/>
          </a:xfrm>
          <a:prstGeom prst="rect">
            <a:avLst/>
          </a:prstGeom>
          <a:noFill/>
        </p:spPr>
        <p:txBody>
          <a:bodyPr wrap="square" lIns="9144" rIns="9144" tIns="0" bIns="0">
            <a:spAutoFit/>
          </a:bodyPr>
          <a:lstStyle/>
          <a:p>
            <a:pPr algn="ctr">
              <a:lnSpc>
                <a:spcPct val="106000"/>
              </a:lnSpc>
              <a:spcAft>
                <a:spcPts val="400"/>
              </a:spcAft>
              <a:defRPr sz="1000" b="0">
                <a:solidFill>
                  <a:srgbClr val="3DDC97"/>
                </a:solidFill>
                <a:latin typeface="Helvetica Neue"/>
              </a:defRPr>
            </a:pPr>
            <a:r>
              <a:t>ok</a:t>
            </a:r>
          </a:p>
        </p:txBody>
      </p:sp>
      <p:cxnSp>
        <p:nvCxnSpPr>
          <p:cNvPr id="17" name="Connector 16"/>
          <p:cNvCxnSpPr/>
          <p:nvPr/>
        </p:nvCxnSpPr>
        <p:spPr>
          <a:xfrm>
            <a:off x="4572000" y="2505456"/>
            <a:ext cx="0" cy="329184"/>
          </a:xfrm>
          <a:prstGeom prst="line">
            <a:avLst/>
          </a:prstGeom>
          <a:ln w="10160">
            <a:solidFill>
              <a:srgbClr val="FD51FC"/>
            </a:solidFill>
            <a:tailEnd type="triangle" w="med" len="med"/>
          </a:ln>
        </p:spPr>
        <p:style>
          <a:lnRef idx="2">
            <a:schemeClr val="accent1"/>
          </a:lnRef>
          <a:fillRef idx="0">
            <a:schemeClr val="accent1"/>
          </a:fillRef>
          <a:effectRef idx="1">
            <a:schemeClr val="accent1"/>
          </a:effectRef>
          <a:fontRef idx="minor">
            <a:schemeClr val="tx1"/>
          </a:fontRef>
        </p:style>
      </p:cxnSp>
      <p:sp>
        <p:nvSpPr>
          <p:cNvPr id="18" name="text:no, with the rule and the reason"/>
          <p:cNvSpPr txBox="1"/>
          <p:nvPr/>
        </p:nvSpPr>
        <p:spPr>
          <a:xfrm>
            <a:off x="4681728" y="2560320"/>
            <a:ext cx="2926080" cy="182880"/>
          </a:xfrm>
          <a:prstGeom prst="rect">
            <a:avLst/>
          </a:prstGeom>
          <a:noFill/>
        </p:spPr>
        <p:txBody>
          <a:bodyPr wrap="square" lIns="9144" rIns="9144" tIns="0" bIns="0">
            <a:spAutoFit/>
          </a:bodyPr>
          <a:lstStyle/>
          <a:p>
            <a:pPr>
              <a:lnSpc>
                <a:spcPct val="106000"/>
              </a:lnSpc>
              <a:spcAft>
                <a:spcPts val="400"/>
              </a:spcAft>
              <a:defRPr sz="1000" b="0">
                <a:solidFill>
                  <a:srgbClr val="FD51FC"/>
                </a:solidFill>
                <a:latin typeface="Helvetica Neue"/>
              </a:defRPr>
            </a:pPr>
            <a:r>
              <a:t>no, with the rule and the reason</a:t>
            </a:r>
          </a:p>
        </p:txBody>
      </p:sp>
      <p:sp>
        <p:nvSpPr>
          <p:cNvPr id="19" name="text:THE FOUR RULES IN THE SAMPLE CODE"/>
          <p:cNvSpPr txBox="1"/>
          <p:nvPr/>
        </p:nvSpPr>
        <p:spPr>
          <a:xfrm>
            <a:off x="548640" y="2944368"/>
            <a:ext cx="4572000" cy="182880"/>
          </a:xfrm>
          <a:prstGeom prst="rect">
            <a:avLst/>
          </a:prstGeom>
          <a:noFill/>
        </p:spPr>
        <p:txBody>
          <a:bodyPr wrap="square" lIns="9144" rIns="9144" tIns="0" bIns="0">
            <a:spAutoFit/>
          </a:bodyPr>
          <a:lstStyle/>
          <a:p>
            <a:pPr>
              <a:lnSpc>
                <a:spcPct val="106000"/>
              </a:lnSpc>
              <a:spcAft>
                <a:spcPts val="400"/>
              </a:spcAft>
              <a:defRPr sz="900" b="0">
                <a:solidFill>
                  <a:srgbClr val="B3A5FF"/>
                </a:solidFill>
                <a:latin typeface="Helvetica Neue"/>
              </a:defRPr>
            </a:pPr>
            <a:r>
              <a:t>THE FOUR RULES IN THE SAMPLE CODE</a:t>
            </a:r>
          </a:p>
        </p:txBody>
      </p:sp>
      <p:sp>
        <p:nvSpPr>
          <p:cNvPr id="20" name="Rounded Rectangle 19"/>
          <p:cNvSpPr/>
          <p:nvPr/>
        </p:nvSpPr>
        <p:spPr>
          <a:xfrm>
            <a:off x="548640" y="3246120"/>
            <a:ext cx="1920240" cy="1234440"/>
          </a:xfrm>
          <a:prstGeom prst="roundRect">
            <a:avLst>
              <a:gd name="adj" fmla="val 10370"/>
            </a:avLst>
          </a:prstGeom>
          <a:noFill/>
          <a:ln w="10160">
            <a:solidFill>
              <a:srgbClr val="66666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1,000 USD"/>
          <p:cNvSpPr txBox="1"/>
          <p:nvPr/>
        </p:nvSpPr>
        <p:spPr>
          <a:xfrm>
            <a:off x="685800" y="3383280"/>
            <a:ext cx="1691640" cy="502920"/>
          </a:xfrm>
          <a:prstGeom prst="rect">
            <a:avLst/>
          </a:prstGeom>
          <a:noFill/>
        </p:spPr>
        <p:txBody>
          <a:bodyPr wrap="square" lIns="9144" rIns="9144" tIns="0" bIns="0" anchor="ctr">
            <a:spAutoFit/>
          </a:bodyPr>
          <a:lstStyle/>
          <a:p>
            <a:pPr>
              <a:lnSpc>
                <a:spcPct val="106000"/>
              </a:lnSpc>
              <a:spcAft>
                <a:spcPts val="400"/>
              </a:spcAft>
              <a:defRPr sz="2200" b="0">
                <a:solidFill>
                  <a:srgbClr val="3DDC97"/>
                </a:solidFill>
                <a:latin typeface="Helvetica Neue"/>
              </a:defRPr>
            </a:pPr>
            <a:r>
              <a:t>1,000 USD</a:t>
            </a:r>
          </a:p>
        </p:txBody>
      </p:sp>
      <p:sp>
        <p:nvSpPr>
          <p:cNvPr id="22" name="text:max notional"/>
          <p:cNvSpPr txBox="1"/>
          <p:nvPr/>
        </p:nvSpPr>
        <p:spPr>
          <a:xfrm>
            <a:off x="685800" y="4023360"/>
            <a:ext cx="1691640" cy="274320"/>
          </a:xfrm>
          <a:prstGeom prst="rect">
            <a:avLst/>
          </a:prstGeom>
          <a:noFill/>
        </p:spPr>
        <p:txBody>
          <a:bodyPr wrap="square" lIns="9144" rIns="9144" tIns="0" bIns="0">
            <a:spAutoFit/>
          </a:bodyPr>
          <a:lstStyle/>
          <a:p>
            <a:pPr>
              <a:lnSpc>
                <a:spcPct val="106000"/>
              </a:lnSpc>
              <a:spcAft>
                <a:spcPts val="400"/>
              </a:spcAft>
              <a:defRPr sz="1100" b="0">
                <a:solidFill>
                  <a:srgbClr val="9A9AA2"/>
                </a:solidFill>
                <a:latin typeface="Helvetica Neue"/>
              </a:defRPr>
            </a:pPr>
            <a:r>
              <a:t>max notional</a:t>
            </a:r>
          </a:p>
        </p:txBody>
      </p:sp>
      <p:sp>
        <p:nvSpPr>
          <p:cNvPr id="23" name="Rounded Rectangle 22"/>
          <p:cNvSpPr/>
          <p:nvPr/>
        </p:nvSpPr>
        <p:spPr>
          <a:xfrm>
            <a:off x="2624328" y="3246120"/>
            <a:ext cx="1920240" cy="1234440"/>
          </a:xfrm>
          <a:prstGeom prst="roundRect">
            <a:avLst>
              <a:gd name="adj" fmla="val 10370"/>
            </a:avLst>
          </a:prstGeom>
          <a:noFill/>
          <a:ln w="10160">
            <a:solidFill>
              <a:srgbClr val="66666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50 bps"/>
          <p:cNvSpPr txBox="1"/>
          <p:nvPr/>
        </p:nvSpPr>
        <p:spPr>
          <a:xfrm>
            <a:off x="2761488" y="3383280"/>
            <a:ext cx="1691640" cy="502920"/>
          </a:xfrm>
          <a:prstGeom prst="rect">
            <a:avLst/>
          </a:prstGeom>
          <a:noFill/>
        </p:spPr>
        <p:txBody>
          <a:bodyPr wrap="square" lIns="9144" rIns="9144" tIns="0" bIns="0" anchor="ctr">
            <a:spAutoFit/>
          </a:bodyPr>
          <a:lstStyle/>
          <a:p>
            <a:pPr>
              <a:lnSpc>
                <a:spcPct val="106000"/>
              </a:lnSpc>
              <a:spcAft>
                <a:spcPts val="400"/>
              </a:spcAft>
              <a:defRPr sz="2200" b="0">
                <a:solidFill>
                  <a:srgbClr val="3DDC97"/>
                </a:solidFill>
                <a:latin typeface="Helvetica Neue"/>
              </a:defRPr>
            </a:pPr>
            <a:r>
              <a:t>50 bps</a:t>
            </a:r>
          </a:p>
        </p:txBody>
      </p:sp>
      <p:sp>
        <p:nvSpPr>
          <p:cNvPr id="25" name="text:max oracle gap"/>
          <p:cNvSpPr txBox="1"/>
          <p:nvPr/>
        </p:nvSpPr>
        <p:spPr>
          <a:xfrm>
            <a:off x="2761488" y="4023360"/>
            <a:ext cx="1691640" cy="274320"/>
          </a:xfrm>
          <a:prstGeom prst="rect">
            <a:avLst/>
          </a:prstGeom>
          <a:noFill/>
        </p:spPr>
        <p:txBody>
          <a:bodyPr wrap="square" lIns="9144" rIns="9144" tIns="0" bIns="0">
            <a:spAutoFit/>
          </a:bodyPr>
          <a:lstStyle/>
          <a:p>
            <a:pPr>
              <a:lnSpc>
                <a:spcPct val="106000"/>
              </a:lnSpc>
              <a:spcAft>
                <a:spcPts val="400"/>
              </a:spcAft>
              <a:defRPr sz="1100" b="0">
                <a:solidFill>
                  <a:srgbClr val="9A9AA2"/>
                </a:solidFill>
                <a:latin typeface="Helvetica Neue"/>
              </a:defRPr>
            </a:pPr>
            <a:r>
              <a:t>max oracle gap</a:t>
            </a:r>
          </a:p>
        </p:txBody>
      </p:sp>
      <p:sp>
        <p:nvSpPr>
          <p:cNvPr id="26" name="Rounded Rectangle 25"/>
          <p:cNvSpPr/>
          <p:nvPr/>
        </p:nvSpPr>
        <p:spPr>
          <a:xfrm>
            <a:off x="4700016" y="3246120"/>
            <a:ext cx="1920240" cy="1234440"/>
          </a:xfrm>
          <a:prstGeom prst="roundRect">
            <a:avLst>
              <a:gd name="adj" fmla="val 10370"/>
            </a:avLst>
          </a:prstGeom>
          <a:noFill/>
          <a:ln w="10160">
            <a:solidFill>
              <a:srgbClr val="66666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60 seconds"/>
          <p:cNvSpPr txBox="1"/>
          <p:nvPr/>
        </p:nvSpPr>
        <p:spPr>
          <a:xfrm>
            <a:off x="4837176" y="3383280"/>
            <a:ext cx="1691640" cy="502920"/>
          </a:xfrm>
          <a:prstGeom prst="rect">
            <a:avLst/>
          </a:prstGeom>
          <a:noFill/>
        </p:spPr>
        <p:txBody>
          <a:bodyPr wrap="square" lIns="9144" rIns="9144" tIns="0" bIns="0" anchor="ctr">
            <a:spAutoFit/>
          </a:bodyPr>
          <a:lstStyle/>
          <a:p>
            <a:pPr>
              <a:lnSpc>
                <a:spcPct val="106000"/>
              </a:lnSpc>
              <a:spcAft>
                <a:spcPts val="400"/>
              </a:spcAft>
              <a:defRPr sz="2200" b="0">
                <a:solidFill>
                  <a:srgbClr val="3DDC97"/>
                </a:solidFill>
                <a:latin typeface="Helvetica Neue"/>
              </a:defRPr>
            </a:pPr>
            <a:r>
              <a:t>60 seconds</a:t>
            </a:r>
          </a:p>
        </p:txBody>
      </p:sp>
      <p:sp>
        <p:nvSpPr>
          <p:cNvPr id="28" name="text:max oracle age"/>
          <p:cNvSpPr txBox="1"/>
          <p:nvPr/>
        </p:nvSpPr>
        <p:spPr>
          <a:xfrm>
            <a:off x="4837176" y="4023360"/>
            <a:ext cx="1691640" cy="274320"/>
          </a:xfrm>
          <a:prstGeom prst="rect">
            <a:avLst/>
          </a:prstGeom>
          <a:noFill/>
        </p:spPr>
        <p:txBody>
          <a:bodyPr wrap="square" lIns="9144" rIns="9144" tIns="0" bIns="0">
            <a:spAutoFit/>
          </a:bodyPr>
          <a:lstStyle/>
          <a:p>
            <a:pPr>
              <a:lnSpc>
                <a:spcPct val="106000"/>
              </a:lnSpc>
              <a:spcAft>
                <a:spcPts val="400"/>
              </a:spcAft>
              <a:defRPr sz="1100" b="0">
                <a:solidFill>
                  <a:srgbClr val="9A9AA2"/>
                </a:solidFill>
                <a:latin typeface="Helvetica Neue"/>
              </a:defRPr>
            </a:pPr>
            <a:r>
              <a:t>max oracle age</a:t>
            </a:r>
          </a:p>
        </p:txBody>
      </p:sp>
      <p:sp>
        <p:nvSpPr>
          <p:cNvPr id="29" name="Rounded Rectangle 28"/>
          <p:cNvSpPr/>
          <p:nvPr/>
        </p:nvSpPr>
        <p:spPr>
          <a:xfrm>
            <a:off x="6775704" y="3246120"/>
            <a:ext cx="1920240" cy="1234440"/>
          </a:xfrm>
          <a:prstGeom prst="roundRect">
            <a:avLst>
              <a:gd name="adj" fmla="val 10370"/>
            </a:avLst>
          </a:prstGeom>
          <a:noFill/>
          <a:ln w="10160">
            <a:solidFill>
              <a:srgbClr val="66666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sizes make sense"/>
          <p:cNvSpPr txBox="1"/>
          <p:nvPr/>
        </p:nvSpPr>
        <p:spPr>
          <a:xfrm>
            <a:off x="6912864" y="3383280"/>
            <a:ext cx="1691640" cy="502920"/>
          </a:xfrm>
          <a:prstGeom prst="rect">
            <a:avLst/>
          </a:prstGeom>
          <a:noFill/>
        </p:spPr>
        <p:txBody>
          <a:bodyPr wrap="square" lIns="9144" rIns="9144" tIns="0" bIns="0" anchor="ctr">
            <a:spAutoFit/>
          </a:bodyPr>
          <a:lstStyle/>
          <a:p>
            <a:pPr>
              <a:lnSpc>
                <a:spcPct val="106000"/>
              </a:lnSpc>
              <a:spcAft>
                <a:spcPts val="400"/>
              </a:spcAft>
              <a:defRPr sz="1600" b="0">
                <a:solidFill>
                  <a:srgbClr val="3DDC97"/>
                </a:solidFill>
                <a:latin typeface="Helvetica Neue"/>
              </a:defRPr>
            </a:pPr>
            <a:r>
              <a:t>sizes make sense</a:t>
            </a:r>
          </a:p>
        </p:txBody>
      </p:sp>
      <p:sp>
        <p:nvSpPr>
          <p:cNvPr id="31" name="text:unit sanity"/>
          <p:cNvSpPr txBox="1"/>
          <p:nvPr/>
        </p:nvSpPr>
        <p:spPr>
          <a:xfrm>
            <a:off x="6912864" y="4023360"/>
            <a:ext cx="1691640" cy="274320"/>
          </a:xfrm>
          <a:prstGeom prst="rect">
            <a:avLst/>
          </a:prstGeom>
          <a:noFill/>
        </p:spPr>
        <p:txBody>
          <a:bodyPr wrap="square" lIns="9144" rIns="9144" tIns="0" bIns="0">
            <a:spAutoFit/>
          </a:bodyPr>
          <a:lstStyle/>
          <a:p>
            <a:pPr>
              <a:lnSpc>
                <a:spcPct val="106000"/>
              </a:lnSpc>
              <a:spcAft>
                <a:spcPts val="400"/>
              </a:spcAft>
              <a:defRPr sz="1100" b="0">
                <a:solidFill>
                  <a:srgbClr val="9A9AA2"/>
                </a:solidFill>
                <a:latin typeface="Helvetica Neue"/>
              </a:defRPr>
            </a:pPr>
            <a:r>
              <a:t>unit sanity</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showMasterSp="0">
  <p:cSld>
    <p:bg>
      <p:bgPr>
        <a:solidFill>
          <a:srgbClr val="000000"/>
        </a:solidFill>
        <a:effectLst/>
      </p:bgPr>
    </p:bg>
    <p:spTree>
      <p:nvGrpSpPr>
        <p:cNvPr id="1" name=""/>
        <p:cNvGrpSpPr/>
        <p:nvPr/>
      </p:nvGrpSpPr>
      <p:grpSpPr/>
      <p:sp>
        <p:nvSpPr>
          <p:cNvPr id="2" name="text:Real numbers"/>
          <p:cNvSpPr txBox="1"/>
          <p:nvPr/>
        </p:nvSpPr>
        <p:spPr>
          <a:xfrm>
            <a:off x="457200" y="457200"/>
            <a:ext cx="8229600" cy="548640"/>
          </a:xfrm>
          <a:prstGeom prst="rect">
            <a:avLst/>
          </a:prstGeom>
          <a:noFill/>
        </p:spPr>
        <p:txBody>
          <a:bodyPr wrap="square" lIns="9144" rIns="9144" tIns="0" bIns="0">
            <a:spAutoFit/>
          </a:bodyPr>
          <a:lstStyle/>
          <a:p>
            <a:pPr>
              <a:lnSpc>
                <a:spcPct val="106000"/>
              </a:lnSpc>
              <a:spcAft>
                <a:spcPts val="400"/>
              </a:spcAft>
              <a:defRPr sz="3400" b="0">
                <a:solidFill>
                  <a:srgbClr val="F2F5F8"/>
                </a:solidFill>
                <a:latin typeface="Helvetica Neue"/>
              </a:defRPr>
            </a:pPr>
            <a:r>
              <a:t>Real numbers</a:t>
            </a:r>
          </a:p>
        </p:txBody>
      </p:sp>
      <p:sp>
        <p:nvSpPr>
          <p:cNvPr id="3" name="text:SOL/USDC from three places, same mom"/>
          <p:cNvSpPr txBox="1"/>
          <p:nvPr/>
        </p:nvSpPr>
        <p:spPr>
          <a:xfrm>
            <a:off x="475488" y="1051560"/>
            <a:ext cx="8138160" cy="274320"/>
          </a:xfrm>
          <a:prstGeom prst="rect">
            <a:avLst/>
          </a:prstGeom>
          <a:noFill/>
        </p:spPr>
        <p:txBody>
          <a:bodyPr wrap="square" lIns="9144" rIns="9144" tIns="0" bIns="0">
            <a:spAutoFit/>
          </a:bodyPr>
          <a:lstStyle/>
          <a:p>
            <a:pPr>
              <a:lnSpc>
                <a:spcPct val="106000"/>
              </a:lnSpc>
              <a:spcAft>
                <a:spcPts val="400"/>
              </a:spcAft>
              <a:defRPr sz="1500" b="0">
                <a:solidFill>
                  <a:srgbClr val="B3A5FF"/>
                </a:solidFill>
                <a:latin typeface="Helvetica Neue"/>
              </a:defRPr>
            </a:pPr>
            <a:r>
              <a:t>SOL/USDC from three places, same moment.</a:t>
            </a:r>
          </a:p>
        </p:txBody>
      </p:sp>
      <p:sp>
        <p:nvSpPr>
          <p:cNvPr id="4" name="text:10"/>
          <p:cNvSpPr txBox="1"/>
          <p:nvPr/>
        </p:nvSpPr>
        <p:spPr>
          <a:xfrm>
            <a:off x="8503920" y="4800600"/>
            <a:ext cx="365760" cy="164592"/>
          </a:xfrm>
          <a:prstGeom prst="rect">
            <a:avLst/>
          </a:prstGeom>
          <a:noFill/>
        </p:spPr>
        <p:txBody>
          <a:bodyPr wrap="square" lIns="9144" rIns="9144" tIns="0" bIns="0">
            <a:spAutoFit/>
          </a:bodyPr>
          <a:lstStyle/>
          <a:p>
            <a:pPr algn="r">
              <a:lnSpc>
                <a:spcPct val="106000"/>
              </a:lnSpc>
              <a:spcAft>
                <a:spcPts val="400"/>
              </a:spcAft>
              <a:defRPr sz="800" b="0">
                <a:solidFill>
                  <a:srgbClr val="9A9AA2"/>
                </a:solidFill>
                <a:latin typeface="Helvetica Neue"/>
              </a:defRPr>
            </a:pPr>
            <a:r>
              <a:t>10</a:t>
            </a:r>
          </a:p>
        </p:txBody>
      </p:sp>
      <p:sp>
        <p:nvSpPr>
          <p:cNvPr id="5" name="Rounded Rectangle 4"/>
          <p:cNvSpPr/>
          <p:nvPr/>
        </p:nvSpPr>
        <p:spPr>
          <a:xfrm>
            <a:off x="548640" y="1508760"/>
            <a:ext cx="2560320" cy="1600200"/>
          </a:xfrm>
          <a:prstGeom prst="roundRect">
            <a:avLst>
              <a:gd name="adj" fmla="val 8000"/>
            </a:avLst>
          </a:prstGeom>
          <a:noFill/>
          <a:ln w="10160">
            <a:solidFill>
              <a:srgbClr val="66666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JUPITER QUOTE"/>
          <p:cNvSpPr txBox="1"/>
          <p:nvPr/>
        </p:nvSpPr>
        <p:spPr>
          <a:xfrm>
            <a:off x="731520" y="1645920"/>
            <a:ext cx="2194560" cy="182880"/>
          </a:xfrm>
          <a:prstGeom prst="rect">
            <a:avLst/>
          </a:prstGeom>
          <a:noFill/>
        </p:spPr>
        <p:txBody>
          <a:bodyPr wrap="square" lIns="9144" rIns="9144" tIns="0" bIns="0">
            <a:spAutoFit/>
          </a:bodyPr>
          <a:lstStyle/>
          <a:p>
            <a:pPr>
              <a:lnSpc>
                <a:spcPct val="106000"/>
              </a:lnSpc>
              <a:spcAft>
                <a:spcPts val="400"/>
              </a:spcAft>
              <a:defRPr sz="900" b="0">
                <a:solidFill>
                  <a:srgbClr val="B3A5FF"/>
                </a:solidFill>
                <a:latin typeface="Helvetica Neue"/>
              </a:defRPr>
            </a:pPr>
            <a:r>
              <a:t>JUPITER QUOTE</a:t>
            </a:r>
          </a:p>
        </p:txBody>
      </p:sp>
      <p:sp>
        <p:nvSpPr>
          <p:cNvPr id="7" name="text:108.62"/>
          <p:cNvSpPr txBox="1"/>
          <p:nvPr/>
        </p:nvSpPr>
        <p:spPr>
          <a:xfrm>
            <a:off x="731520" y="1901952"/>
            <a:ext cx="2194560" cy="594360"/>
          </a:xfrm>
          <a:prstGeom prst="rect">
            <a:avLst/>
          </a:prstGeom>
          <a:noFill/>
        </p:spPr>
        <p:txBody>
          <a:bodyPr wrap="square" lIns="9144" rIns="9144" tIns="0" bIns="0">
            <a:spAutoFit/>
          </a:bodyPr>
          <a:lstStyle/>
          <a:p>
            <a:pPr>
              <a:lnSpc>
                <a:spcPct val="106000"/>
              </a:lnSpc>
              <a:spcAft>
                <a:spcPts val="400"/>
              </a:spcAft>
              <a:defRPr sz="3800" b="0">
                <a:solidFill>
                  <a:srgbClr val="F2F5F8"/>
                </a:solidFill>
                <a:latin typeface="Helvetica Neue"/>
              </a:defRPr>
            </a:pPr>
            <a:r>
              <a:t>108.62</a:t>
            </a:r>
          </a:p>
        </p:txBody>
      </p:sp>
      <p:sp>
        <p:nvSpPr>
          <p:cNvPr id="8" name="text:USD per SOL"/>
          <p:cNvSpPr txBox="1"/>
          <p:nvPr/>
        </p:nvSpPr>
        <p:spPr>
          <a:xfrm>
            <a:off x="731520" y="2542032"/>
            <a:ext cx="2194560" cy="182880"/>
          </a:xfrm>
          <a:prstGeom prst="rect">
            <a:avLst/>
          </a:prstGeom>
          <a:noFill/>
        </p:spPr>
        <p:txBody>
          <a:bodyPr wrap="square" lIns="9144" rIns="9144" tIns="0" bIns="0">
            <a:spAutoFit/>
          </a:bodyPr>
          <a:lstStyle/>
          <a:p>
            <a:pPr>
              <a:lnSpc>
                <a:spcPct val="106000"/>
              </a:lnSpc>
              <a:spcAft>
                <a:spcPts val="400"/>
              </a:spcAft>
              <a:defRPr sz="1000" b="0">
                <a:solidFill>
                  <a:srgbClr val="9A9AA2"/>
                </a:solidFill>
                <a:latin typeface="Helvetica Neue"/>
              </a:defRPr>
            </a:pPr>
            <a:r>
              <a:t>USD per SOL</a:t>
            </a:r>
          </a:p>
        </p:txBody>
      </p:sp>
      <p:sp>
        <p:nvSpPr>
          <p:cNvPr id="9" name="text:sell 1 SOL, get USDC"/>
          <p:cNvSpPr txBox="1"/>
          <p:nvPr/>
        </p:nvSpPr>
        <p:spPr>
          <a:xfrm>
            <a:off x="731520" y="2761488"/>
            <a:ext cx="2240280" cy="320040"/>
          </a:xfrm>
          <a:prstGeom prst="rect">
            <a:avLst/>
          </a:prstGeom>
          <a:noFill/>
        </p:spPr>
        <p:txBody>
          <a:bodyPr wrap="square" lIns="9144" rIns="9144" tIns="0" bIns="0">
            <a:spAutoFit/>
          </a:bodyPr>
          <a:lstStyle/>
          <a:p>
            <a:pPr>
              <a:lnSpc>
                <a:spcPct val="106000"/>
              </a:lnSpc>
              <a:spcAft>
                <a:spcPts val="400"/>
              </a:spcAft>
              <a:defRPr sz="950" b="0">
                <a:solidFill>
                  <a:srgbClr val="9A9AA2"/>
                </a:solidFill>
                <a:latin typeface="Helvetica Neue"/>
              </a:defRPr>
            </a:pPr>
            <a:r>
              <a:t>sell 1 SOL, get USDC</a:t>
            </a:r>
          </a:p>
        </p:txBody>
      </p:sp>
      <p:sp>
        <p:nvSpPr>
          <p:cNvPr id="10" name="Rounded Rectangle 9"/>
          <p:cNvSpPr/>
          <p:nvPr/>
        </p:nvSpPr>
        <p:spPr>
          <a:xfrm>
            <a:off x="3337560" y="1508760"/>
            <a:ext cx="2560320" cy="1600200"/>
          </a:xfrm>
          <a:prstGeom prst="roundRect">
            <a:avLst>
              <a:gd name="adj" fmla="val 8000"/>
            </a:avLst>
          </a:prstGeom>
          <a:noFill/>
          <a:ln w="10160">
            <a:solidFill>
              <a:srgbClr val="66666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PYTH ORACLE"/>
          <p:cNvSpPr txBox="1"/>
          <p:nvPr/>
        </p:nvSpPr>
        <p:spPr>
          <a:xfrm>
            <a:off x="3520440" y="1645920"/>
            <a:ext cx="2194560" cy="182880"/>
          </a:xfrm>
          <a:prstGeom prst="rect">
            <a:avLst/>
          </a:prstGeom>
          <a:noFill/>
        </p:spPr>
        <p:txBody>
          <a:bodyPr wrap="square" lIns="9144" rIns="9144" tIns="0" bIns="0">
            <a:spAutoFit/>
          </a:bodyPr>
          <a:lstStyle/>
          <a:p>
            <a:pPr>
              <a:lnSpc>
                <a:spcPct val="106000"/>
              </a:lnSpc>
              <a:spcAft>
                <a:spcPts val="400"/>
              </a:spcAft>
              <a:defRPr sz="900" b="0">
                <a:solidFill>
                  <a:srgbClr val="B3A5FF"/>
                </a:solidFill>
                <a:latin typeface="Helvetica Neue"/>
              </a:defRPr>
            </a:pPr>
            <a:r>
              <a:t>PYTH ORACLE</a:t>
            </a:r>
          </a:p>
        </p:txBody>
      </p:sp>
      <p:sp>
        <p:nvSpPr>
          <p:cNvPr id="12" name="text:108.61"/>
          <p:cNvSpPr txBox="1"/>
          <p:nvPr/>
        </p:nvSpPr>
        <p:spPr>
          <a:xfrm>
            <a:off x="3520440" y="1901952"/>
            <a:ext cx="2194560" cy="594360"/>
          </a:xfrm>
          <a:prstGeom prst="rect">
            <a:avLst/>
          </a:prstGeom>
          <a:noFill/>
        </p:spPr>
        <p:txBody>
          <a:bodyPr wrap="square" lIns="9144" rIns="9144" tIns="0" bIns="0">
            <a:spAutoFit/>
          </a:bodyPr>
          <a:lstStyle/>
          <a:p>
            <a:pPr>
              <a:lnSpc>
                <a:spcPct val="106000"/>
              </a:lnSpc>
              <a:spcAft>
                <a:spcPts val="400"/>
              </a:spcAft>
              <a:defRPr sz="3800" b="0">
                <a:solidFill>
                  <a:srgbClr val="F2F5F8"/>
                </a:solidFill>
                <a:latin typeface="Helvetica Neue"/>
              </a:defRPr>
            </a:pPr>
            <a:r>
              <a:t>108.61</a:t>
            </a:r>
          </a:p>
        </p:txBody>
      </p:sp>
      <p:sp>
        <p:nvSpPr>
          <p:cNvPr id="13" name="text:USD per SOL"/>
          <p:cNvSpPr txBox="1"/>
          <p:nvPr/>
        </p:nvSpPr>
        <p:spPr>
          <a:xfrm>
            <a:off x="3520440" y="2542032"/>
            <a:ext cx="2194560" cy="182880"/>
          </a:xfrm>
          <a:prstGeom prst="rect">
            <a:avLst/>
          </a:prstGeom>
          <a:noFill/>
        </p:spPr>
        <p:txBody>
          <a:bodyPr wrap="square" lIns="9144" rIns="9144" tIns="0" bIns="0">
            <a:spAutoFit/>
          </a:bodyPr>
          <a:lstStyle/>
          <a:p>
            <a:pPr>
              <a:lnSpc>
                <a:spcPct val="106000"/>
              </a:lnSpc>
              <a:spcAft>
                <a:spcPts val="400"/>
              </a:spcAft>
              <a:defRPr sz="1000" b="0">
                <a:solidFill>
                  <a:srgbClr val="9A9AA2"/>
                </a:solidFill>
                <a:latin typeface="Helvetica Neue"/>
              </a:defRPr>
            </a:pPr>
            <a:r>
              <a:t>USD per SOL</a:t>
            </a:r>
          </a:p>
        </p:txBody>
      </p:sp>
      <p:sp>
        <p:nvSpPr>
          <p:cNvPr id="14" name="text:+/- 2.7 bps confidence, 0 slots old"/>
          <p:cNvSpPr txBox="1"/>
          <p:nvPr/>
        </p:nvSpPr>
        <p:spPr>
          <a:xfrm>
            <a:off x="3520440" y="2761488"/>
            <a:ext cx="2240280" cy="320040"/>
          </a:xfrm>
          <a:prstGeom prst="rect">
            <a:avLst/>
          </a:prstGeom>
          <a:noFill/>
        </p:spPr>
        <p:txBody>
          <a:bodyPr wrap="square" lIns="9144" rIns="9144" tIns="0" bIns="0">
            <a:spAutoFit/>
          </a:bodyPr>
          <a:lstStyle/>
          <a:p>
            <a:pPr>
              <a:lnSpc>
                <a:spcPct val="106000"/>
              </a:lnSpc>
              <a:spcAft>
                <a:spcPts val="400"/>
              </a:spcAft>
              <a:defRPr sz="950" b="0">
                <a:solidFill>
                  <a:srgbClr val="9A9AA2"/>
                </a:solidFill>
                <a:latin typeface="Helvetica Neue"/>
              </a:defRPr>
            </a:pPr>
            <a:r>
              <a:t>+/- 2.7 bps confidence, 0 slots old</a:t>
            </a:r>
          </a:p>
        </p:txBody>
      </p:sp>
      <p:sp>
        <p:nvSpPr>
          <p:cNvPr id="15" name="Rounded Rectangle 14"/>
          <p:cNvSpPr/>
          <p:nvPr/>
        </p:nvSpPr>
        <p:spPr>
          <a:xfrm>
            <a:off x="6126479" y="1508760"/>
            <a:ext cx="2560320" cy="1600200"/>
          </a:xfrm>
          <a:prstGeom prst="roundRect">
            <a:avLst>
              <a:gd name="adj" fmla="val 8000"/>
            </a:avLst>
          </a:prstGeom>
          <a:noFill/>
          <a:ln w="10160">
            <a:solidFill>
              <a:srgbClr val="66666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ORCA SOL/USDC POOL"/>
          <p:cNvSpPr txBox="1"/>
          <p:nvPr/>
        </p:nvSpPr>
        <p:spPr>
          <a:xfrm>
            <a:off x="6309359" y="1645920"/>
            <a:ext cx="2194560" cy="182880"/>
          </a:xfrm>
          <a:prstGeom prst="rect">
            <a:avLst/>
          </a:prstGeom>
          <a:noFill/>
        </p:spPr>
        <p:txBody>
          <a:bodyPr wrap="square" lIns="9144" rIns="9144" tIns="0" bIns="0">
            <a:spAutoFit/>
          </a:bodyPr>
          <a:lstStyle/>
          <a:p>
            <a:pPr>
              <a:lnSpc>
                <a:spcPct val="106000"/>
              </a:lnSpc>
              <a:spcAft>
                <a:spcPts val="400"/>
              </a:spcAft>
              <a:defRPr sz="900" b="0">
                <a:solidFill>
                  <a:srgbClr val="B3A5FF"/>
                </a:solidFill>
                <a:latin typeface="Helvetica Neue"/>
              </a:defRPr>
            </a:pPr>
            <a:r>
              <a:t>ORCA SOL/USDC POOL</a:t>
            </a:r>
          </a:p>
        </p:txBody>
      </p:sp>
      <p:sp>
        <p:nvSpPr>
          <p:cNvPr id="17" name="text:108.59"/>
          <p:cNvSpPr txBox="1"/>
          <p:nvPr/>
        </p:nvSpPr>
        <p:spPr>
          <a:xfrm>
            <a:off x="6309359" y="1901952"/>
            <a:ext cx="2194560" cy="594360"/>
          </a:xfrm>
          <a:prstGeom prst="rect">
            <a:avLst/>
          </a:prstGeom>
          <a:noFill/>
        </p:spPr>
        <p:txBody>
          <a:bodyPr wrap="square" lIns="9144" rIns="9144" tIns="0" bIns="0">
            <a:spAutoFit/>
          </a:bodyPr>
          <a:lstStyle/>
          <a:p>
            <a:pPr>
              <a:lnSpc>
                <a:spcPct val="106000"/>
              </a:lnSpc>
              <a:spcAft>
                <a:spcPts val="400"/>
              </a:spcAft>
              <a:defRPr sz="3800" b="0">
                <a:solidFill>
                  <a:srgbClr val="F2F5F8"/>
                </a:solidFill>
                <a:latin typeface="Helvetica Neue"/>
              </a:defRPr>
            </a:pPr>
            <a:r>
              <a:t>108.59</a:t>
            </a:r>
          </a:p>
        </p:txBody>
      </p:sp>
      <p:sp>
        <p:nvSpPr>
          <p:cNvPr id="18" name="text:USD per SOL"/>
          <p:cNvSpPr txBox="1"/>
          <p:nvPr/>
        </p:nvSpPr>
        <p:spPr>
          <a:xfrm>
            <a:off x="6309359" y="2542032"/>
            <a:ext cx="2194560" cy="182880"/>
          </a:xfrm>
          <a:prstGeom prst="rect">
            <a:avLst/>
          </a:prstGeom>
          <a:noFill/>
        </p:spPr>
        <p:txBody>
          <a:bodyPr wrap="square" lIns="9144" rIns="9144" tIns="0" bIns="0">
            <a:spAutoFit/>
          </a:bodyPr>
          <a:lstStyle/>
          <a:p>
            <a:pPr>
              <a:lnSpc>
                <a:spcPct val="106000"/>
              </a:lnSpc>
              <a:spcAft>
                <a:spcPts val="400"/>
              </a:spcAft>
              <a:defRPr sz="1000" b="0">
                <a:solidFill>
                  <a:srgbClr val="9A9AA2"/>
                </a:solidFill>
                <a:latin typeface="Helvetica Neue"/>
              </a:defRPr>
            </a:pPr>
            <a:r>
              <a:t>USD per SOL</a:t>
            </a:r>
          </a:p>
        </p:txBody>
      </p:sp>
      <p:sp>
        <p:nvSpPr>
          <p:cNvPr id="19" name="text:pool price from its state"/>
          <p:cNvSpPr txBox="1"/>
          <p:nvPr/>
        </p:nvSpPr>
        <p:spPr>
          <a:xfrm>
            <a:off x="6309359" y="2761488"/>
            <a:ext cx="2240280" cy="320040"/>
          </a:xfrm>
          <a:prstGeom prst="rect">
            <a:avLst/>
          </a:prstGeom>
          <a:noFill/>
        </p:spPr>
        <p:txBody>
          <a:bodyPr wrap="square" lIns="9144" rIns="9144" tIns="0" bIns="0">
            <a:spAutoFit/>
          </a:bodyPr>
          <a:lstStyle/>
          <a:p>
            <a:pPr>
              <a:lnSpc>
                <a:spcPct val="106000"/>
              </a:lnSpc>
              <a:spcAft>
                <a:spcPts val="400"/>
              </a:spcAft>
              <a:defRPr sz="950" b="0">
                <a:solidFill>
                  <a:srgbClr val="9A9AA2"/>
                </a:solidFill>
                <a:latin typeface="Helvetica Neue"/>
              </a:defRPr>
            </a:pPr>
            <a:r>
              <a:t>pool price from its state</a:t>
            </a:r>
          </a:p>
        </p:txBody>
      </p:sp>
      <p:sp>
        <p:nvSpPr>
          <p:cNvPr id="20" name="Rounded Rectangle 19"/>
          <p:cNvSpPr/>
          <p:nvPr/>
        </p:nvSpPr>
        <p:spPr>
          <a:xfrm>
            <a:off x="548640" y="3246120"/>
            <a:ext cx="2560320" cy="731520"/>
          </a:xfrm>
          <a:prstGeom prst="roundRect">
            <a:avLst>
              <a:gd name="adj" fmla="val 17500"/>
            </a:avLst>
          </a:prstGeom>
          <a:noFill/>
          <a:ln w="10160">
            <a:solidFill>
              <a:srgbClr val="3DDC9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1.8 bps"/>
          <p:cNvSpPr txBox="1"/>
          <p:nvPr/>
        </p:nvSpPr>
        <p:spPr>
          <a:xfrm>
            <a:off x="731520" y="3310128"/>
            <a:ext cx="1188720" cy="457200"/>
          </a:xfrm>
          <a:prstGeom prst="rect">
            <a:avLst/>
          </a:prstGeom>
          <a:noFill/>
        </p:spPr>
        <p:txBody>
          <a:bodyPr wrap="square" lIns="9144" rIns="9144" tIns="0" bIns="0" anchor="ctr">
            <a:spAutoFit/>
          </a:bodyPr>
          <a:lstStyle/>
          <a:p>
            <a:pPr>
              <a:lnSpc>
                <a:spcPct val="106000"/>
              </a:lnSpc>
              <a:spcAft>
                <a:spcPts val="400"/>
              </a:spcAft>
              <a:defRPr sz="2000" b="0">
                <a:solidFill>
                  <a:srgbClr val="3DDC97"/>
                </a:solidFill>
                <a:latin typeface="Helvetica Neue"/>
              </a:defRPr>
            </a:pPr>
            <a:r>
              <a:t>+1.8 bps</a:t>
            </a:r>
          </a:p>
        </p:txBody>
      </p:sp>
      <p:sp>
        <p:nvSpPr>
          <p:cNvPr id="22" name="text:Jupiter vs Pyth"/>
          <p:cNvSpPr txBox="1"/>
          <p:nvPr/>
        </p:nvSpPr>
        <p:spPr>
          <a:xfrm>
            <a:off x="1920240" y="3310128"/>
            <a:ext cx="1097280" cy="457200"/>
          </a:xfrm>
          <a:prstGeom prst="rect">
            <a:avLst/>
          </a:prstGeom>
          <a:noFill/>
        </p:spPr>
        <p:txBody>
          <a:bodyPr wrap="square" lIns="9144" rIns="9144" tIns="0" bIns="0" anchor="ctr">
            <a:spAutoFit/>
          </a:bodyPr>
          <a:lstStyle/>
          <a:p>
            <a:pPr>
              <a:lnSpc>
                <a:spcPct val="106000"/>
              </a:lnSpc>
              <a:spcAft>
                <a:spcPts val="400"/>
              </a:spcAft>
              <a:defRPr sz="1100" b="0">
                <a:solidFill>
                  <a:srgbClr val="9A9AA2"/>
                </a:solidFill>
                <a:latin typeface="Helvetica Neue"/>
              </a:defRPr>
            </a:pPr>
            <a:r>
              <a:t>Jupiter vs Pyth</a:t>
            </a:r>
          </a:p>
        </p:txBody>
      </p:sp>
      <p:sp>
        <p:nvSpPr>
          <p:cNvPr id="23" name="Rounded Rectangle 22"/>
          <p:cNvSpPr/>
          <p:nvPr/>
        </p:nvSpPr>
        <p:spPr>
          <a:xfrm>
            <a:off x="3337560" y="3246120"/>
            <a:ext cx="2560320" cy="731520"/>
          </a:xfrm>
          <a:prstGeom prst="roundRect">
            <a:avLst>
              <a:gd name="adj" fmla="val 17500"/>
            </a:avLst>
          </a:prstGeom>
          <a:noFill/>
          <a:ln w="10160">
            <a:solidFill>
              <a:srgbClr val="3DDC9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1.7 bps"/>
          <p:cNvSpPr txBox="1"/>
          <p:nvPr/>
        </p:nvSpPr>
        <p:spPr>
          <a:xfrm>
            <a:off x="3520440" y="3310128"/>
            <a:ext cx="1188720" cy="457200"/>
          </a:xfrm>
          <a:prstGeom prst="rect">
            <a:avLst/>
          </a:prstGeom>
          <a:noFill/>
        </p:spPr>
        <p:txBody>
          <a:bodyPr wrap="square" lIns="9144" rIns="9144" tIns="0" bIns="0" anchor="ctr">
            <a:spAutoFit/>
          </a:bodyPr>
          <a:lstStyle/>
          <a:p>
            <a:pPr>
              <a:lnSpc>
                <a:spcPct val="106000"/>
              </a:lnSpc>
              <a:spcAft>
                <a:spcPts val="400"/>
              </a:spcAft>
              <a:defRPr sz="2000" b="0">
                <a:solidFill>
                  <a:srgbClr val="3DDC97"/>
                </a:solidFill>
                <a:latin typeface="Helvetica Neue"/>
              </a:defRPr>
            </a:pPr>
            <a:r>
              <a:t>-1.7 bps</a:t>
            </a:r>
          </a:p>
        </p:txBody>
      </p:sp>
      <p:sp>
        <p:nvSpPr>
          <p:cNvPr id="25" name="text:Orca vs Pyth"/>
          <p:cNvSpPr txBox="1"/>
          <p:nvPr/>
        </p:nvSpPr>
        <p:spPr>
          <a:xfrm>
            <a:off x="4709160" y="3310128"/>
            <a:ext cx="1097280" cy="457200"/>
          </a:xfrm>
          <a:prstGeom prst="rect">
            <a:avLst/>
          </a:prstGeom>
          <a:noFill/>
        </p:spPr>
        <p:txBody>
          <a:bodyPr wrap="square" lIns="9144" rIns="9144" tIns="0" bIns="0" anchor="ctr">
            <a:spAutoFit/>
          </a:bodyPr>
          <a:lstStyle/>
          <a:p>
            <a:pPr>
              <a:lnSpc>
                <a:spcPct val="106000"/>
              </a:lnSpc>
              <a:spcAft>
                <a:spcPts val="400"/>
              </a:spcAft>
              <a:defRPr sz="1100" b="0">
                <a:solidFill>
                  <a:srgbClr val="9A9AA2"/>
                </a:solidFill>
                <a:latin typeface="Helvetica Neue"/>
              </a:defRPr>
            </a:pPr>
            <a:r>
              <a:t>Orca vs Pyth</a:t>
            </a:r>
          </a:p>
        </p:txBody>
      </p:sp>
      <p:sp>
        <p:nvSpPr>
          <p:cNvPr id="26" name="Rounded Rectangle 25"/>
          <p:cNvSpPr/>
          <p:nvPr/>
        </p:nvSpPr>
        <p:spPr>
          <a:xfrm>
            <a:off x="6126479" y="3246120"/>
            <a:ext cx="2560320" cy="731520"/>
          </a:xfrm>
          <a:prstGeom prst="roundRect">
            <a:avLst>
              <a:gd name="adj" fmla="val 17500"/>
            </a:avLst>
          </a:prstGeom>
          <a:noFill/>
          <a:ln w="10160">
            <a:solidFill>
              <a:srgbClr val="3DDC9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3.5 bps"/>
          <p:cNvSpPr txBox="1"/>
          <p:nvPr/>
        </p:nvSpPr>
        <p:spPr>
          <a:xfrm>
            <a:off x="6309359" y="3310128"/>
            <a:ext cx="1188720" cy="457200"/>
          </a:xfrm>
          <a:prstGeom prst="rect">
            <a:avLst/>
          </a:prstGeom>
          <a:noFill/>
        </p:spPr>
        <p:txBody>
          <a:bodyPr wrap="square" lIns="9144" rIns="9144" tIns="0" bIns="0" anchor="ctr">
            <a:spAutoFit/>
          </a:bodyPr>
          <a:lstStyle/>
          <a:p>
            <a:pPr>
              <a:lnSpc>
                <a:spcPct val="106000"/>
              </a:lnSpc>
              <a:spcAft>
                <a:spcPts val="400"/>
              </a:spcAft>
              <a:defRPr sz="2000" b="0">
                <a:solidFill>
                  <a:srgbClr val="3DDC97"/>
                </a:solidFill>
                <a:latin typeface="Helvetica Neue"/>
              </a:defRPr>
            </a:pPr>
            <a:r>
              <a:t>+3.5 bps</a:t>
            </a:r>
          </a:p>
        </p:txBody>
      </p:sp>
      <p:sp>
        <p:nvSpPr>
          <p:cNvPr id="28" name="text:Jupiter vs Orca"/>
          <p:cNvSpPr txBox="1"/>
          <p:nvPr/>
        </p:nvSpPr>
        <p:spPr>
          <a:xfrm>
            <a:off x="7498079" y="3310128"/>
            <a:ext cx="1097280" cy="457200"/>
          </a:xfrm>
          <a:prstGeom prst="rect">
            <a:avLst/>
          </a:prstGeom>
          <a:noFill/>
        </p:spPr>
        <p:txBody>
          <a:bodyPr wrap="square" lIns="9144" rIns="9144" tIns="0" bIns="0" anchor="ctr">
            <a:spAutoFit/>
          </a:bodyPr>
          <a:lstStyle/>
          <a:p>
            <a:pPr>
              <a:lnSpc>
                <a:spcPct val="106000"/>
              </a:lnSpc>
              <a:spcAft>
                <a:spcPts val="400"/>
              </a:spcAft>
              <a:defRPr sz="1100" b="0">
                <a:solidFill>
                  <a:srgbClr val="9A9AA2"/>
                </a:solidFill>
                <a:latin typeface="Helvetica Neue"/>
              </a:defRPr>
            </a:pPr>
            <a:r>
              <a:t>Jupiter vs Orca</a:t>
            </a:r>
          </a:p>
        </p:txBody>
      </p:sp>
      <p:sp>
        <p:nvSpPr>
          <p:cNvPr id="29" name="Rounded Rectangle 28"/>
          <p:cNvSpPr/>
          <p:nvPr/>
        </p:nvSpPr>
        <p:spPr>
          <a:xfrm>
            <a:off x="548640" y="4114800"/>
            <a:ext cx="8092440" cy="475488"/>
          </a:xfrm>
          <a:prstGeom prst="roundRect">
            <a:avLst>
              <a:gd name="adj" fmla="val 26923"/>
            </a:avLst>
          </a:prstGeom>
          <a:solidFill>
            <a:srgbClr val="100821"/>
          </a:solidFill>
          <a:ln w="10160">
            <a:solidFill>
              <a:srgbClr val="B3A5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Reads use public mainnet data; every"/>
          <p:cNvSpPr txBox="1"/>
          <p:nvPr/>
        </p:nvSpPr>
        <p:spPr>
          <a:xfrm>
            <a:off x="713232" y="4114800"/>
            <a:ext cx="7818120" cy="475488"/>
          </a:xfrm>
          <a:prstGeom prst="rect">
            <a:avLst/>
          </a:prstGeom>
          <a:noFill/>
        </p:spPr>
        <p:txBody>
          <a:bodyPr wrap="square" lIns="9144" rIns="9144" tIns="0" bIns="0" anchor="ctr">
            <a:spAutoFit/>
          </a:bodyPr>
          <a:lstStyle/>
          <a:p>
            <a:pPr>
              <a:lnSpc>
                <a:spcPct val="106000"/>
              </a:lnSpc>
              <a:spcAft>
                <a:spcPts val="400"/>
              </a:spcAft>
              <a:defRPr sz="1100" b="0">
                <a:solidFill>
                  <a:srgbClr val="F2F5F8"/>
                </a:solidFill>
                <a:latin typeface="Helvetica Neue"/>
              </a:defRPr>
            </a:pPr>
            <a:r>
              <a:t>Reads use public mainnet data; every write is devnet only; no real funds, no seed phrases.</a:t>
            </a:r>
          </a:p>
        </p:txBody>
      </p:sp>
      <p:sp>
        <p:nvSpPr>
          <p:cNvPr id="31" name="text:Source: recorded snapshot (code/reco"/>
          <p:cNvSpPr txBox="1"/>
          <p:nvPr/>
        </p:nvSpPr>
        <p:spPr>
          <a:xfrm>
            <a:off x="502920" y="4727448"/>
            <a:ext cx="7772400" cy="292608"/>
          </a:xfrm>
          <a:prstGeom prst="rect">
            <a:avLst/>
          </a:prstGeom>
          <a:noFill/>
        </p:spPr>
        <p:txBody>
          <a:bodyPr wrap="square" lIns="9144" rIns="9144" tIns="0" bIns="0">
            <a:spAutoFit/>
          </a:bodyPr>
          <a:lstStyle/>
          <a:p>
            <a:pPr>
              <a:lnSpc>
                <a:spcPct val="106000"/>
              </a:lnSpc>
              <a:spcAft>
                <a:spcPts val="400"/>
              </a:spcAft>
              <a:defRPr sz="800" b="0">
                <a:solidFill>
                  <a:srgbClr val="9A9AA2"/>
                </a:solidFill>
                <a:latin typeface="Helvetica Neue"/>
              </a:defRPr>
            </a:pPr>
            <a:r>
              <a:t>Source: recorded snapshot (code/recorded/snapshot.json), captured 2026-10-21 17:53:59Z. Jupiter quote API, Pyth account and Orca pool read over public mainnet RPC.  A bps is one hundredth of a percent.</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showMasterSp="0">
  <p:cSld>
    <p:bg>
      <p:bgPr>
        <a:solidFill>
          <a:srgbClr val="000000"/>
        </a:solidFill>
        <a:effectLst/>
      </p:bgPr>
    </p:bg>
    <p:spTree>
      <p:nvGrpSpPr>
        <p:cNvPr id="1" name=""/>
        <p:cNvGrpSpPr/>
        <p:nvPr/>
      </p:nvGrpSpPr>
      <p:grpSpPr/>
      <p:sp>
        <p:nvSpPr>
          <p:cNvPr id="2" name="text:A collector is short"/>
          <p:cNvSpPr txBox="1"/>
          <p:nvPr/>
        </p:nvSpPr>
        <p:spPr>
          <a:xfrm>
            <a:off x="457200" y="457200"/>
            <a:ext cx="8229600" cy="548640"/>
          </a:xfrm>
          <a:prstGeom prst="rect">
            <a:avLst/>
          </a:prstGeom>
          <a:noFill/>
        </p:spPr>
        <p:txBody>
          <a:bodyPr wrap="square" lIns="9144" rIns="9144" tIns="0" bIns="0">
            <a:spAutoFit/>
          </a:bodyPr>
          <a:lstStyle/>
          <a:p>
            <a:pPr>
              <a:lnSpc>
                <a:spcPct val="106000"/>
              </a:lnSpc>
              <a:spcAft>
                <a:spcPts val="400"/>
              </a:spcAft>
              <a:defRPr sz="3400" b="0">
                <a:solidFill>
                  <a:srgbClr val="F2F5F8"/>
                </a:solidFill>
                <a:latin typeface="Helvetica Neue"/>
              </a:defRPr>
            </a:pPr>
            <a:r>
              <a:t>A collector is short</a:t>
            </a:r>
          </a:p>
        </p:txBody>
      </p:sp>
      <p:sp>
        <p:nvSpPr>
          <p:cNvPr id="3" name="text:One function, one data family."/>
          <p:cNvSpPr txBox="1"/>
          <p:nvPr/>
        </p:nvSpPr>
        <p:spPr>
          <a:xfrm>
            <a:off x="475488" y="1051560"/>
            <a:ext cx="8138160" cy="274320"/>
          </a:xfrm>
          <a:prstGeom prst="rect">
            <a:avLst/>
          </a:prstGeom>
          <a:noFill/>
        </p:spPr>
        <p:txBody>
          <a:bodyPr wrap="square" lIns="9144" rIns="9144" tIns="0" bIns="0">
            <a:spAutoFit/>
          </a:bodyPr>
          <a:lstStyle/>
          <a:p>
            <a:pPr>
              <a:lnSpc>
                <a:spcPct val="106000"/>
              </a:lnSpc>
              <a:spcAft>
                <a:spcPts val="400"/>
              </a:spcAft>
              <a:defRPr sz="1500" b="0">
                <a:solidFill>
                  <a:srgbClr val="B3A5FF"/>
                </a:solidFill>
                <a:latin typeface="Helvetica Neue"/>
              </a:defRPr>
            </a:pPr>
            <a:r>
              <a:t>One function, one data family.</a:t>
            </a:r>
          </a:p>
        </p:txBody>
      </p:sp>
      <p:sp>
        <p:nvSpPr>
          <p:cNvPr id="4" name="text:11"/>
          <p:cNvSpPr txBox="1"/>
          <p:nvPr/>
        </p:nvSpPr>
        <p:spPr>
          <a:xfrm>
            <a:off x="8503920" y="4800600"/>
            <a:ext cx="365760" cy="164592"/>
          </a:xfrm>
          <a:prstGeom prst="rect">
            <a:avLst/>
          </a:prstGeom>
          <a:noFill/>
        </p:spPr>
        <p:txBody>
          <a:bodyPr wrap="square" lIns="9144" rIns="9144" tIns="0" bIns="0">
            <a:spAutoFit/>
          </a:bodyPr>
          <a:lstStyle/>
          <a:p>
            <a:pPr algn="r">
              <a:lnSpc>
                <a:spcPct val="106000"/>
              </a:lnSpc>
              <a:spcAft>
                <a:spcPts val="400"/>
              </a:spcAft>
              <a:defRPr sz="800" b="0">
                <a:solidFill>
                  <a:srgbClr val="9A9AA2"/>
                </a:solidFill>
                <a:latin typeface="Helvetica Neue"/>
              </a:defRPr>
            </a:pPr>
            <a:r>
              <a:t>11</a:t>
            </a:r>
          </a:p>
        </p:txBody>
      </p:sp>
      <p:sp>
        <p:nvSpPr>
          <p:cNvPr id="5" name="Rounded Rectangle 4"/>
          <p:cNvSpPr/>
          <p:nvPr/>
        </p:nvSpPr>
        <p:spPr>
          <a:xfrm>
            <a:off x="548640" y="1554480"/>
            <a:ext cx="5257800" cy="3017520"/>
          </a:xfrm>
          <a:prstGeom prst="roundRect">
            <a:avLst>
              <a:gd name="adj" fmla="val 4242"/>
            </a:avLst>
          </a:prstGeom>
          <a:solidFill>
            <a:srgbClr val="100821"/>
          </a:solidFill>
          <a:ln w="10160">
            <a:solidFill>
              <a:srgbClr val="66666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src/collectors/jupiter.ts"/>
          <p:cNvSpPr txBox="1"/>
          <p:nvPr/>
        </p:nvSpPr>
        <p:spPr>
          <a:xfrm>
            <a:off x="731520" y="1645920"/>
            <a:ext cx="4846320" cy="182880"/>
          </a:xfrm>
          <a:prstGeom prst="rect">
            <a:avLst/>
          </a:prstGeom>
          <a:noFill/>
        </p:spPr>
        <p:txBody>
          <a:bodyPr wrap="square" lIns="9144" rIns="9144" tIns="0" bIns="0">
            <a:spAutoFit/>
          </a:bodyPr>
          <a:lstStyle/>
          <a:p>
            <a:pPr>
              <a:lnSpc>
                <a:spcPct val="106000"/>
              </a:lnSpc>
              <a:spcAft>
                <a:spcPts val="400"/>
              </a:spcAft>
              <a:defRPr sz="900" b="0">
                <a:solidFill>
                  <a:srgbClr val="B3A5FF"/>
                </a:solidFill>
                <a:latin typeface="Menlo"/>
              </a:defRPr>
            </a:pPr>
            <a:r>
              <a:t>src/collectors/jupiter.ts</a:t>
            </a:r>
          </a:p>
        </p:txBody>
      </p:sp>
      <p:sp>
        <p:nvSpPr>
          <p:cNvPr id="7" name="text:/** USDC has 6 decimals, so outAmoun"/>
          <p:cNvSpPr txBox="1"/>
          <p:nvPr/>
        </p:nvSpPr>
        <p:spPr>
          <a:xfrm>
            <a:off x="731520" y="1920240"/>
            <a:ext cx="4983480" cy="2560320"/>
          </a:xfrm>
          <a:prstGeom prst="rect">
            <a:avLst/>
          </a:prstGeom>
          <a:noFill/>
        </p:spPr>
        <p:txBody>
          <a:bodyPr wrap="square" lIns="9144" rIns="9144" tIns="0" bIns="0">
            <a:spAutoFit/>
          </a:bodyPr>
          <a:lstStyle/>
          <a:p>
            <a:pPr>
              <a:lnSpc>
                <a:spcPct val="100000"/>
              </a:lnSpc>
              <a:spcAft>
                <a:spcPts val="400"/>
              </a:spcAft>
              <a:defRPr sz="800" b="0">
                <a:solidFill>
                  <a:srgbClr val="F2F5F8"/>
                </a:solidFill>
                <a:latin typeface="Menlo"/>
              </a:defRPr>
            </a:pPr>
            <a:r>
              <a:t>/** USDC has 6 decimals, so outAmount / 1e6 is the USD received for 1 SOL. */</a:t>
            </a:r>
          </a:p>
          <a:p>
            <a:pPr>
              <a:lnSpc>
                <a:spcPct val="100000"/>
              </a:lnSpc>
              <a:spcAft>
                <a:spcPts val="400"/>
              </a:spcAft>
              <a:defRPr sz="800" b="0">
                <a:solidFill>
                  <a:srgbClr val="F2F5F8"/>
                </a:solidFill>
                <a:latin typeface="Menlo"/>
              </a:defRPr>
            </a:pPr>
            <a:r>
              <a:t>export function priceFromQuote(quote: { outAmount: string }): number {</a:t>
            </a:r>
          </a:p>
          <a:p>
            <a:pPr>
              <a:lnSpc>
                <a:spcPct val="100000"/>
              </a:lnSpc>
              <a:spcAft>
                <a:spcPts val="400"/>
              </a:spcAft>
              <a:defRPr sz="800" b="0">
                <a:solidFill>
                  <a:srgbClr val="F2F5F8"/>
                </a:solidFill>
                <a:latin typeface="Menlo"/>
              </a:defRPr>
            </a:pPr>
            <a:r>
              <a:t>  return Number(quote.outAmount) / 1e6;</a:t>
            </a:r>
          </a:p>
          <a:p>
            <a:pPr>
              <a:lnSpc>
                <a:spcPct val="100000"/>
              </a:lnSpc>
              <a:spcAft>
                <a:spcPts val="400"/>
              </a:spcAft>
              <a:defRPr sz="800" b="0">
                <a:solidFill>
                  <a:srgbClr val="F2F5F8"/>
                </a:solidFill>
                <a:latin typeface="Menlo"/>
              </a:defRPr>
            </a:pPr>
            <a:r>
              <a:t>}</a:t>
            </a:r>
          </a:p>
          <a:p>
            <a:pPr>
              <a:lnSpc>
                <a:spcPct val="100000"/>
              </a:lnSpc>
              <a:spcAft>
                <a:spcPts val="400"/>
              </a:spcAft>
              <a:defRPr sz="800" b="0">
                <a:solidFill>
                  <a:srgbClr val="F2F5F8"/>
                </a:solidFill>
                <a:latin typeface="Menlo"/>
              </a:defRPr>
            </a:pPr>
            <a:r>
              <a:t>export async function jupiterQuote(): Promise&lt;VenueQuote&gt; {</a:t>
            </a:r>
          </a:p>
          <a:p>
            <a:pPr>
              <a:lnSpc>
                <a:spcPct val="100000"/>
              </a:lnSpc>
              <a:spcAft>
                <a:spcPts val="400"/>
              </a:spcAft>
              <a:defRPr sz="800" b="0">
                <a:solidFill>
                  <a:srgbClr val="F2F5F8"/>
                </a:solidFill>
                <a:latin typeface="Menlo"/>
              </a:defRPr>
            </a:pPr>
            <a:r>
              <a:t>  const quote = (await getJson(JUPITER_URL)) as { outAmount?: string };</a:t>
            </a:r>
          </a:p>
          <a:p>
            <a:pPr>
              <a:lnSpc>
                <a:spcPct val="100000"/>
              </a:lnSpc>
              <a:spcAft>
                <a:spcPts val="400"/>
              </a:spcAft>
              <a:defRPr sz="800" b="0">
                <a:solidFill>
                  <a:srgbClr val="F2F5F8"/>
                </a:solidFill>
                <a:latin typeface="Menlo"/>
              </a:defRPr>
            </a:pPr>
            <a:r>
              <a:t>  if (!quote.outAmount) throw new Error("Jupiter quote had no outAmount");</a:t>
            </a:r>
          </a:p>
          <a:p>
            <a:pPr>
              <a:lnSpc>
                <a:spcPct val="100000"/>
              </a:lnSpc>
              <a:spcAft>
                <a:spcPts val="400"/>
              </a:spcAft>
              <a:defRPr sz="800" b="0">
                <a:solidFill>
                  <a:srgbClr val="F2F5F8"/>
                </a:solidFill>
                <a:latin typeface="Menlo"/>
              </a:defRPr>
            </a:pPr>
            <a:r>
              <a:t>  return {</a:t>
            </a:r>
          </a:p>
          <a:p>
            <a:pPr>
              <a:lnSpc>
                <a:spcPct val="100000"/>
              </a:lnSpc>
              <a:spcAft>
                <a:spcPts val="400"/>
              </a:spcAft>
              <a:defRPr sz="800" b="0">
                <a:solidFill>
                  <a:srgbClr val="F2F5F8"/>
                </a:solidFill>
                <a:latin typeface="Menlo"/>
              </a:defRPr>
            </a:pPr>
            <a:r>
              <a:t>    id: "jupiter",</a:t>
            </a:r>
          </a:p>
          <a:p>
            <a:pPr>
              <a:lnSpc>
                <a:spcPct val="100000"/>
              </a:lnSpc>
              <a:spcAft>
                <a:spcPts val="400"/>
              </a:spcAft>
              <a:defRPr sz="800" b="0">
                <a:solidFill>
                  <a:srgbClr val="F2F5F8"/>
                </a:solidFill>
                <a:latin typeface="Menlo"/>
              </a:defRPr>
            </a:pPr>
            <a:r>
              <a:t>    // ...label, ts, source</a:t>
            </a:r>
          </a:p>
          <a:p>
            <a:pPr>
              <a:lnSpc>
                <a:spcPct val="100000"/>
              </a:lnSpc>
              <a:spcAft>
                <a:spcPts val="400"/>
              </a:spcAft>
              <a:defRPr sz="800" b="0">
                <a:solidFill>
                  <a:srgbClr val="F2F5F8"/>
                </a:solidFill>
                <a:latin typeface="Menlo"/>
              </a:defRPr>
            </a:pPr>
            <a:r>
              <a:t>    price: priceFromQuote({ outAmount: quote.outAmount }),</a:t>
            </a:r>
          </a:p>
          <a:p>
            <a:pPr>
              <a:lnSpc>
                <a:spcPct val="100000"/>
              </a:lnSpc>
              <a:spcAft>
                <a:spcPts val="400"/>
              </a:spcAft>
              <a:defRPr sz="800" b="0">
                <a:solidFill>
                  <a:srgbClr val="F2F5F8"/>
                </a:solidFill>
                <a:latin typeface="Menlo"/>
              </a:defRPr>
            </a:pPr>
            <a:r>
              <a:t>  };</a:t>
            </a:r>
          </a:p>
          <a:p>
            <a:pPr>
              <a:lnSpc>
                <a:spcPct val="100000"/>
              </a:lnSpc>
              <a:spcAft>
                <a:spcPts val="400"/>
              </a:spcAft>
              <a:defRPr sz="800" b="0">
                <a:solidFill>
                  <a:srgbClr val="F2F5F8"/>
                </a:solidFill>
                <a:latin typeface="Menlo"/>
              </a:defRPr>
            </a:pPr>
            <a:r>
              <a:t>}</a:t>
            </a:r>
          </a:p>
        </p:txBody>
      </p:sp>
      <p:sp>
        <p:nvSpPr>
          <p:cNvPr id="8" name="Rounded Rectangle 7"/>
          <p:cNvSpPr/>
          <p:nvPr/>
        </p:nvSpPr>
        <p:spPr>
          <a:xfrm>
            <a:off x="6035040" y="1554480"/>
            <a:ext cx="2606040" cy="914400"/>
          </a:xfrm>
          <a:prstGeom prst="roundRect">
            <a:avLst>
              <a:gd name="adj" fmla="val 14000"/>
            </a:avLst>
          </a:prstGeom>
          <a:noFill/>
          <a:ln w="10160">
            <a:solidFill>
              <a:srgbClr val="66666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1"/>
          <p:cNvSpPr txBox="1"/>
          <p:nvPr/>
        </p:nvSpPr>
        <p:spPr>
          <a:xfrm>
            <a:off x="6199632" y="1645920"/>
            <a:ext cx="274320" cy="365760"/>
          </a:xfrm>
          <a:prstGeom prst="rect">
            <a:avLst/>
          </a:prstGeom>
          <a:noFill/>
        </p:spPr>
        <p:txBody>
          <a:bodyPr wrap="square" lIns="9144" rIns="9144" tIns="0" bIns="0">
            <a:spAutoFit/>
          </a:bodyPr>
          <a:lstStyle/>
          <a:p>
            <a:pPr>
              <a:lnSpc>
                <a:spcPct val="106000"/>
              </a:lnSpc>
              <a:spcAft>
                <a:spcPts val="400"/>
              </a:spcAft>
              <a:defRPr sz="2000" b="0">
                <a:solidFill>
                  <a:srgbClr val="3DDC97"/>
                </a:solidFill>
                <a:latin typeface="Helvetica Neue"/>
              </a:defRPr>
            </a:pPr>
            <a:r>
              <a:t>1</a:t>
            </a:r>
          </a:p>
        </p:txBody>
      </p:sp>
      <p:sp>
        <p:nvSpPr>
          <p:cNvPr id="10" name="text:No key, no account"/>
          <p:cNvSpPr txBox="1"/>
          <p:nvPr/>
        </p:nvSpPr>
        <p:spPr>
          <a:xfrm>
            <a:off x="6537960" y="1664207"/>
            <a:ext cx="2011680" cy="228600"/>
          </a:xfrm>
          <a:prstGeom prst="rect">
            <a:avLst/>
          </a:prstGeom>
          <a:noFill/>
        </p:spPr>
        <p:txBody>
          <a:bodyPr wrap="square" lIns="9144" rIns="9144" tIns="0" bIns="0">
            <a:spAutoFit/>
          </a:bodyPr>
          <a:lstStyle/>
          <a:p>
            <a:pPr>
              <a:lnSpc>
                <a:spcPct val="106000"/>
              </a:lnSpc>
              <a:spcAft>
                <a:spcPts val="400"/>
              </a:spcAft>
              <a:defRPr sz="1200" b="0">
                <a:solidFill>
                  <a:srgbClr val="F2F5F8"/>
                </a:solidFill>
                <a:latin typeface="Helvetica Neue"/>
              </a:defRPr>
            </a:pPr>
            <a:r>
              <a:t>No key, no account</a:t>
            </a:r>
          </a:p>
        </p:txBody>
      </p:sp>
      <p:sp>
        <p:nvSpPr>
          <p:cNvPr id="11" name="text:Public quote API for 1 SOL to USDC."/>
          <p:cNvSpPr txBox="1"/>
          <p:nvPr/>
        </p:nvSpPr>
        <p:spPr>
          <a:xfrm>
            <a:off x="6537960" y="1938528"/>
            <a:ext cx="2011680" cy="457200"/>
          </a:xfrm>
          <a:prstGeom prst="rect">
            <a:avLst/>
          </a:prstGeom>
          <a:noFill/>
        </p:spPr>
        <p:txBody>
          <a:bodyPr wrap="square" lIns="9144" rIns="9144" tIns="0" bIns="0">
            <a:spAutoFit/>
          </a:bodyPr>
          <a:lstStyle/>
          <a:p>
            <a:pPr>
              <a:lnSpc>
                <a:spcPct val="106000"/>
              </a:lnSpc>
              <a:spcAft>
                <a:spcPts val="400"/>
              </a:spcAft>
              <a:defRPr sz="1000" b="0">
                <a:solidFill>
                  <a:srgbClr val="9A9AA2"/>
                </a:solidFill>
                <a:latin typeface="Helvetica Neue"/>
              </a:defRPr>
            </a:pPr>
            <a:r>
              <a:t>Public quote API for 1 SOL to USDC.</a:t>
            </a:r>
          </a:p>
        </p:txBody>
      </p:sp>
      <p:sp>
        <p:nvSpPr>
          <p:cNvPr id="12" name="Rounded Rectangle 11"/>
          <p:cNvSpPr/>
          <p:nvPr/>
        </p:nvSpPr>
        <p:spPr>
          <a:xfrm>
            <a:off x="6035040" y="2578608"/>
            <a:ext cx="2606040" cy="914400"/>
          </a:xfrm>
          <a:prstGeom prst="roundRect">
            <a:avLst>
              <a:gd name="adj" fmla="val 14000"/>
            </a:avLst>
          </a:prstGeom>
          <a:noFill/>
          <a:ln w="10160">
            <a:solidFill>
              <a:srgbClr val="66666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2"/>
          <p:cNvSpPr txBox="1"/>
          <p:nvPr/>
        </p:nvSpPr>
        <p:spPr>
          <a:xfrm>
            <a:off x="6199632" y="2670048"/>
            <a:ext cx="274320" cy="365760"/>
          </a:xfrm>
          <a:prstGeom prst="rect">
            <a:avLst/>
          </a:prstGeom>
          <a:noFill/>
        </p:spPr>
        <p:txBody>
          <a:bodyPr wrap="square" lIns="9144" rIns="9144" tIns="0" bIns="0">
            <a:spAutoFit/>
          </a:bodyPr>
          <a:lstStyle/>
          <a:p>
            <a:pPr>
              <a:lnSpc>
                <a:spcPct val="106000"/>
              </a:lnSpc>
              <a:spcAft>
                <a:spcPts val="400"/>
              </a:spcAft>
              <a:defRPr sz="2000" b="0">
                <a:solidFill>
                  <a:srgbClr val="3DDC97"/>
                </a:solidFill>
                <a:latin typeface="Helvetica Neue"/>
              </a:defRPr>
            </a:pPr>
            <a:r>
              <a:t>2</a:t>
            </a:r>
          </a:p>
        </p:txBody>
      </p:sp>
      <p:sp>
        <p:nvSpPr>
          <p:cNvPr id="14" name="text:Watch the unit"/>
          <p:cNvSpPr txBox="1"/>
          <p:nvPr/>
        </p:nvSpPr>
        <p:spPr>
          <a:xfrm>
            <a:off x="6537960" y="2688336"/>
            <a:ext cx="2011680" cy="228600"/>
          </a:xfrm>
          <a:prstGeom prst="rect">
            <a:avLst/>
          </a:prstGeom>
          <a:noFill/>
        </p:spPr>
        <p:txBody>
          <a:bodyPr wrap="square" lIns="9144" rIns="9144" tIns="0" bIns="0">
            <a:spAutoFit/>
          </a:bodyPr>
          <a:lstStyle/>
          <a:p>
            <a:pPr>
              <a:lnSpc>
                <a:spcPct val="106000"/>
              </a:lnSpc>
              <a:spcAft>
                <a:spcPts val="400"/>
              </a:spcAft>
              <a:defRPr sz="1200" b="0">
                <a:solidFill>
                  <a:srgbClr val="F2F5F8"/>
                </a:solidFill>
                <a:latin typeface="Helvetica Neue"/>
              </a:defRPr>
            </a:pPr>
            <a:r>
              <a:t>Watch the unit</a:t>
            </a:r>
          </a:p>
        </p:txBody>
      </p:sp>
      <p:sp>
        <p:nvSpPr>
          <p:cNvPr id="15" name="text:USDC has 6 decimals: divide by 1e6."/>
          <p:cNvSpPr txBox="1"/>
          <p:nvPr/>
        </p:nvSpPr>
        <p:spPr>
          <a:xfrm>
            <a:off x="6537960" y="2962656"/>
            <a:ext cx="2011680" cy="457200"/>
          </a:xfrm>
          <a:prstGeom prst="rect">
            <a:avLst/>
          </a:prstGeom>
          <a:noFill/>
        </p:spPr>
        <p:txBody>
          <a:bodyPr wrap="square" lIns="9144" rIns="9144" tIns="0" bIns="0">
            <a:spAutoFit/>
          </a:bodyPr>
          <a:lstStyle/>
          <a:p>
            <a:pPr>
              <a:lnSpc>
                <a:spcPct val="106000"/>
              </a:lnSpc>
              <a:spcAft>
                <a:spcPts val="400"/>
              </a:spcAft>
              <a:defRPr sz="1000" b="0">
                <a:solidFill>
                  <a:srgbClr val="9A9AA2"/>
                </a:solidFill>
                <a:latin typeface="Helvetica Neue"/>
              </a:defRPr>
            </a:pPr>
            <a:r>
              <a:t>USDC has 6 decimals: divide by 1e6.</a:t>
            </a:r>
          </a:p>
        </p:txBody>
      </p:sp>
      <p:sp>
        <p:nvSpPr>
          <p:cNvPr id="16" name="Rounded Rectangle 15"/>
          <p:cNvSpPr/>
          <p:nvPr/>
        </p:nvSpPr>
        <p:spPr>
          <a:xfrm>
            <a:off x="6035040" y="3602736"/>
            <a:ext cx="2606040" cy="914400"/>
          </a:xfrm>
          <a:prstGeom prst="roundRect">
            <a:avLst>
              <a:gd name="adj" fmla="val 14000"/>
            </a:avLst>
          </a:prstGeom>
          <a:noFill/>
          <a:ln w="10160">
            <a:solidFill>
              <a:srgbClr val="66666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3"/>
          <p:cNvSpPr txBox="1"/>
          <p:nvPr/>
        </p:nvSpPr>
        <p:spPr>
          <a:xfrm>
            <a:off x="6199632" y="3694176"/>
            <a:ext cx="274320" cy="365760"/>
          </a:xfrm>
          <a:prstGeom prst="rect">
            <a:avLst/>
          </a:prstGeom>
          <a:noFill/>
        </p:spPr>
        <p:txBody>
          <a:bodyPr wrap="square" lIns="9144" rIns="9144" tIns="0" bIns="0">
            <a:spAutoFit/>
          </a:bodyPr>
          <a:lstStyle/>
          <a:p>
            <a:pPr>
              <a:lnSpc>
                <a:spcPct val="106000"/>
              </a:lnSpc>
              <a:spcAft>
                <a:spcPts val="400"/>
              </a:spcAft>
              <a:defRPr sz="2000" b="0">
                <a:solidFill>
                  <a:srgbClr val="3DDC97"/>
                </a:solidFill>
                <a:latin typeface="Helvetica Neue"/>
              </a:defRPr>
            </a:pPr>
            <a:r>
              <a:t>3</a:t>
            </a:r>
          </a:p>
        </p:txBody>
      </p:sp>
      <p:sp>
        <p:nvSpPr>
          <p:cNvPr id="18" name="text:Fail loudly"/>
          <p:cNvSpPr txBox="1"/>
          <p:nvPr/>
        </p:nvSpPr>
        <p:spPr>
          <a:xfrm>
            <a:off x="6537960" y="3712464"/>
            <a:ext cx="2011680" cy="228600"/>
          </a:xfrm>
          <a:prstGeom prst="rect">
            <a:avLst/>
          </a:prstGeom>
          <a:noFill/>
        </p:spPr>
        <p:txBody>
          <a:bodyPr wrap="square" lIns="9144" rIns="9144" tIns="0" bIns="0">
            <a:spAutoFit/>
          </a:bodyPr>
          <a:lstStyle/>
          <a:p>
            <a:pPr>
              <a:lnSpc>
                <a:spcPct val="106000"/>
              </a:lnSpc>
              <a:spcAft>
                <a:spcPts val="400"/>
              </a:spcAft>
              <a:defRPr sz="1200" b="0">
                <a:solidFill>
                  <a:srgbClr val="F2F5F8"/>
                </a:solidFill>
                <a:latin typeface="Helvetica Neue"/>
              </a:defRPr>
            </a:pPr>
            <a:r>
              <a:t>Fail loudly</a:t>
            </a:r>
          </a:p>
        </p:txBody>
      </p:sp>
      <p:sp>
        <p:nvSpPr>
          <p:cNvPr id="19" name="text:No quote means an error, never a mad"/>
          <p:cNvSpPr txBox="1"/>
          <p:nvPr/>
        </p:nvSpPr>
        <p:spPr>
          <a:xfrm>
            <a:off x="6537960" y="3986784"/>
            <a:ext cx="2011680" cy="457200"/>
          </a:xfrm>
          <a:prstGeom prst="rect">
            <a:avLst/>
          </a:prstGeom>
          <a:noFill/>
        </p:spPr>
        <p:txBody>
          <a:bodyPr wrap="square" lIns="9144" rIns="9144" tIns="0" bIns="0">
            <a:spAutoFit/>
          </a:bodyPr>
          <a:lstStyle/>
          <a:p>
            <a:pPr>
              <a:lnSpc>
                <a:spcPct val="106000"/>
              </a:lnSpc>
              <a:spcAft>
                <a:spcPts val="400"/>
              </a:spcAft>
              <a:defRPr sz="1000" b="0">
                <a:solidFill>
                  <a:srgbClr val="9A9AA2"/>
                </a:solidFill>
                <a:latin typeface="Helvetica Neue"/>
              </a:defRPr>
            </a:pPr>
            <a:r>
              <a:t>No quote means an error, never a made-up price.</a:t>
            </a:r>
          </a:p>
        </p:txBody>
      </p:sp>
      <p:sp>
        <p:nvSpPr>
          <p:cNvPr id="20" name="text:Source: demo-repo/code/src/collector"/>
          <p:cNvSpPr txBox="1"/>
          <p:nvPr/>
        </p:nvSpPr>
        <p:spPr>
          <a:xfrm>
            <a:off x="502920" y="4727448"/>
            <a:ext cx="7772400" cy="292608"/>
          </a:xfrm>
          <a:prstGeom prst="rect">
            <a:avLst/>
          </a:prstGeom>
          <a:noFill/>
        </p:spPr>
        <p:txBody>
          <a:bodyPr wrap="square" lIns="9144" rIns="9144" tIns="0" bIns="0">
            <a:spAutoFit/>
          </a:bodyPr>
          <a:lstStyle/>
          <a:p>
            <a:pPr>
              <a:lnSpc>
                <a:spcPct val="106000"/>
              </a:lnSpc>
              <a:spcAft>
                <a:spcPts val="400"/>
              </a:spcAft>
              <a:defRPr sz="800" b="0">
                <a:solidFill>
                  <a:srgbClr val="9A9AA2"/>
                </a:solidFill>
                <a:latin typeface="Helvetica Neue"/>
              </a:defRPr>
            </a:pPr>
            <a:r>
              <a:t>Source: demo-repo/code/src/collectors/jupiter.ts (excerpt, fields elided)</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showMasterSp="0">
  <p:cSld>
    <p:bg>
      <p:bgPr>
        <a:solidFill>
          <a:srgbClr val="000000"/>
        </a:solidFill>
        <a:effectLst/>
      </p:bgPr>
    </p:bg>
    <p:spTree>
      <p:nvGrpSpPr>
        <p:cNvPr id="1" name=""/>
        <p:cNvGrpSpPr/>
        <p:nvPr/>
      </p:nvGrpSpPr>
      <p:grpSpPr/>
      <p:sp>
        <p:nvSpPr>
          <p:cNvPr id="2" name="text:DEMO 1"/>
          <p:cNvSpPr txBox="1"/>
          <p:nvPr/>
        </p:nvSpPr>
        <p:spPr>
          <a:xfrm>
            <a:off x="457200" y="237744"/>
            <a:ext cx="3657600" cy="182880"/>
          </a:xfrm>
          <a:prstGeom prst="rect">
            <a:avLst/>
          </a:prstGeom>
          <a:noFill/>
        </p:spPr>
        <p:txBody>
          <a:bodyPr wrap="square" lIns="9144" rIns="9144" tIns="0" bIns="0">
            <a:spAutoFit/>
          </a:bodyPr>
          <a:lstStyle/>
          <a:p>
            <a:pPr>
              <a:lnSpc>
                <a:spcPct val="106000"/>
              </a:lnSpc>
              <a:spcAft>
                <a:spcPts val="400"/>
              </a:spcAft>
              <a:defRPr sz="1000" b="0">
                <a:solidFill>
                  <a:srgbClr val="B3A5FF"/>
                </a:solidFill>
                <a:latin typeface="Helvetica Neue"/>
              </a:defRPr>
            </a:pPr>
            <a:r>
              <a:t>DEMO 1</a:t>
            </a:r>
          </a:p>
        </p:txBody>
      </p:sp>
      <p:sp>
        <p:nvSpPr>
          <p:cNvPr id="3" name="text:Demo: the price gap"/>
          <p:cNvSpPr txBox="1"/>
          <p:nvPr/>
        </p:nvSpPr>
        <p:spPr>
          <a:xfrm>
            <a:off x="457200" y="457200"/>
            <a:ext cx="8229600" cy="548640"/>
          </a:xfrm>
          <a:prstGeom prst="rect">
            <a:avLst/>
          </a:prstGeom>
          <a:noFill/>
        </p:spPr>
        <p:txBody>
          <a:bodyPr wrap="square" lIns="9144" rIns="9144" tIns="0" bIns="0">
            <a:spAutoFit/>
          </a:bodyPr>
          <a:lstStyle/>
          <a:p>
            <a:pPr>
              <a:lnSpc>
                <a:spcPct val="106000"/>
              </a:lnSpc>
              <a:spcAft>
                <a:spcPts val="400"/>
              </a:spcAft>
              <a:defRPr sz="3400" b="0">
                <a:solidFill>
                  <a:srgbClr val="F2F5F8"/>
                </a:solidFill>
                <a:latin typeface="Helvetica Neue"/>
              </a:defRPr>
            </a:pPr>
            <a:r>
              <a:t>Demo: the price gap</a:t>
            </a:r>
          </a:p>
        </p:txBody>
      </p:sp>
      <p:sp>
        <p:nvSpPr>
          <p:cNvPr id="4" name="text:12"/>
          <p:cNvSpPr txBox="1"/>
          <p:nvPr/>
        </p:nvSpPr>
        <p:spPr>
          <a:xfrm>
            <a:off x="8503920" y="4800600"/>
            <a:ext cx="365760" cy="164592"/>
          </a:xfrm>
          <a:prstGeom prst="rect">
            <a:avLst/>
          </a:prstGeom>
          <a:noFill/>
        </p:spPr>
        <p:txBody>
          <a:bodyPr wrap="square" lIns="9144" rIns="9144" tIns="0" bIns="0">
            <a:spAutoFit/>
          </a:bodyPr>
          <a:lstStyle/>
          <a:p>
            <a:pPr algn="r">
              <a:lnSpc>
                <a:spcPct val="106000"/>
              </a:lnSpc>
              <a:spcAft>
                <a:spcPts val="400"/>
              </a:spcAft>
              <a:defRPr sz="800" b="0">
                <a:solidFill>
                  <a:srgbClr val="9A9AA2"/>
                </a:solidFill>
                <a:latin typeface="Helvetica Neue"/>
              </a:defRPr>
            </a:pPr>
            <a:r>
              <a:t>12</a:t>
            </a:r>
          </a:p>
        </p:txBody>
      </p:sp>
      <p:sp>
        <p:nvSpPr>
          <p:cNvPr id="5" name="Rounded Rectangle 4"/>
          <p:cNvSpPr/>
          <p:nvPr/>
        </p:nvSpPr>
        <p:spPr>
          <a:xfrm>
            <a:off x="548640" y="1188720"/>
            <a:ext cx="3611880" cy="960120"/>
          </a:xfrm>
          <a:prstGeom prst="roundRect">
            <a:avLst>
              <a:gd name="adj" fmla="val 13333"/>
            </a:avLst>
          </a:prstGeom>
          <a:noFill/>
          <a:ln w="10160">
            <a:solidFill>
              <a:srgbClr val="B3A5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PREDICT FIRST"/>
          <p:cNvSpPr txBox="1"/>
          <p:nvPr/>
        </p:nvSpPr>
        <p:spPr>
          <a:xfrm>
            <a:off x="713232" y="1280160"/>
            <a:ext cx="3200400" cy="182880"/>
          </a:xfrm>
          <a:prstGeom prst="rect">
            <a:avLst/>
          </a:prstGeom>
          <a:noFill/>
        </p:spPr>
        <p:txBody>
          <a:bodyPr wrap="square" lIns="9144" rIns="9144" tIns="0" bIns="0">
            <a:spAutoFit/>
          </a:bodyPr>
          <a:lstStyle/>
          <a:p>
            <a:pPr>
              <a:lnSpc>
                <a:spcPct val="106000"/>
              </a:lnSpc>
              <a:spcAft>
                <a:spcPts val="400"/>
              </a:spcAft>
              <a:defRPr sz="900" b="0">
                <a:solidFill>
                  <a:srgbClr val="B3A5FF"/>
                </a:solidFill>
                <a:latin typeface="Helvetica Neue"/>
              </a:defRPr>
            </a:pPr>
            <a:r>
              <a:t>PREDICT FIRST</a:t>
            </a:r>
          </a:p>
        </p:txBody>
      </p:sp>
      <p:sp>
        <p:nvSpPr>
          <p:cNvPr id="7" name="text:Do the three prices agree? By how ma"/>
          <p:cNvSpPr txBox="1"/>
          <p:nvPr/>
        </p:nvSpPr>
        <p:spPr>
          <a:xfrm>
            <a:off x="713232" y="1508760"/>
            <a:ext cx="3337560" cy="594360"/>
          </a:xfrm>
          <a:prstGeom prst="rect">
            <a:avLst/>
          </a:prstGeom>
          <a:noFill/>
        </p:spPr>
        <p:txBody>
          <a:bodyPr wrap="square" lIns="9144" rIns="9144" tIns="0" bIns="0">
            <a:spAutoFit/>
          </a:bodyPr>
          <a:lstStyle/>
          <a:p>
            <a:pPr>
              <a:lnSpc>
                <a:spcPct val="106000"/>
              </a:lnSpc>
              <a:spcAft>
                <a:spcPts val="400"/>
              </a:spcAft>
              <a:defRPr sz="1250" b="0">
                <a:solidFill>
                  <a:srgbClr val="F2F5F8"/>
                </a:solidFill>
                <a:latin typeface="Helvetica Neue"/>
              </a:defRPr>
            </a:pPr>
            <a:r>
              <a:t>Do the three prices agree? By how many bps do they differ?</a:t>
            </a:r>
          </a:p>
        </p:txBody>
      </p:sp>
      <p:sp>
        <p:nvSpPr>
          <p:cNvPr id="8" name="Rounded Rectangle 7"/>
          <p:cNvSpPr/>
          <p:nvPr/>
        </p:nvSpPr>
        <p:spPr>
          <a:xfrm>
            <a:off x="548640" y="2286000"/>
            <a:ext cx="3611880" cy="457200"/>
          </a:xfrm>
          <a:prstGeom prst="roundRect">
            <a:avLst>
              <a:gd name="adj" fmla="val 28000"/>
            </a:avLst>
          </a:prstGeom>
          <a:solidFill>
            <a:srgbClr val="100821"/>
          </a:solidFill>
          <a:ln w="10160">
            <a:solidFill>
              <a:srgbClr val="66666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 npm run demo -- --recorded"/>
          <p:cNvSpPr txBox="1"/>
          <p:nvPr/>
        </p:nvSpPr>
        <p:spPr>
          <a:xfrm>
            <a:off x="713232" y="2286000"/>
            <a:ext cx="3337560" cy="457200"/>
          </a:xfrm>
          <a:prstGeom prst="rect">
            <a:avLst/>
          </a:prstGeom>
          <a:noFill/>
        </p:spPr>
        <p:txBody>
          <a:bodyPr wrap="square" lIns="9144" rIns="9144" tIns="0" bIns="0" anchor="ctr">
            <a:spAutoFit/>
          </a:bodyPr>
          <a:lstStyle/>
          <a:p>
            <a:pPr>
              <a:lnSpc>
                <a:spcPct val="106000"/>
              </a:lnSpc>
              <a:spcAft>
                <a:spcPts val="400"/>
              </a:spcAft>
              <a:defRPr sz="1100" b="0">
                <a:solidFill>
                  <a:srgbClr val="3DDC97"/>
                </a:solidFill>
                <a:latin typeface="Menlo"/>
              </a:defRPr>
            </a:pPr>
            <a:r>
              <a:t>$ npm run demo -- --recorded</a:t>
            </a:r>
          </a:p>
        </p:txBody>
      </p:sp>
      <p:sp>
        <p:nvSpPr>
          <p:cNvPr id="10" name="Rounded Rectangle 9"/>
          <p:cNvSpPr/>
          <p:nvPr/>
        </p:nvSpPr>
        <p:spPr>
          <a:xfrm>
            <a:off x="548640" y="2880360"/>
            <a:ext cx="3611880" cy="1188720"/>
          </a:xfrm>
          <a:prstGeom prst="roundRect">
            <a:avLst>
              <a:gd name="adj" fmla="val 10769"/>
            </a:avLst>
          </a:prstGeom>
          <a:noFill/>
          <a:ln w="10160">
            <a:solidFill>
              <a:srgbClr val="66666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YOU SHOULD SEE"/>
          <p:cNvSpPr txBox="1"/>
          <p:nvPr/>
        </p:nvSpPr>
        <p:spPr>
          <a:xfrm>
            <a:off x="713232" y="2971800"/>
            <a:ext cx="3200400" cy="182880"/>
          </a:xfrm>
          <a:prstGeom prst="rect">
            <a:avLst/>
          </a:prstGeom>
          <a:noFill/>
        </p:spPr>
        <p:txBody>
          <a:bodyPr wrap="square" lIns="9144" rIns="9144" tIns="0" bIns="0">
            <a:spAutoFit/>
          </a:bodyPr>
          <a:lstStyle/>
          <a:p>
            <a:pPr>
              <a:lnSpc>
                <a:spcPct val="106000"/>
              </a:lnSpc>
              <a:spcAft>
                <a:spcPts val="400"/>
              </a:spcAft>
              <a:defRPr sz="900" b="0">
                <a:solidFill>
                  <a:srgbClr val="9A9AA2"/>
                </a:solidFill>
                <a:latin typeface="Helvetica Neue"/>
              </a:defRPr>
            </a:pPr>
            <a:r>
              <a:t>YOU SHOULD SEE</a:t>
            </a:r>
          </a:p>
        </p:txBody>
      </p:sp>
      <p:sp>
        <p:nvSpPr>
          <p:cNvPr id="12" name="Oval 11"/>
          <p:cNvSpPr/>
          <p:nvPr/>
        </p:nvSpPr>
        <p:spPr>
          <a:xfrm>
            <a:off x="731520" y="3337560"/>
            <a:ext cx="91440" cy="91440"/>
          </a:xfrm>
          <a:prstGeom prst="ellipse">
            <a:avLst/>
          </a:prstGeom>
          <a:noFill/>
          <a:ln w="10160">
            <a:solidFill>
              <a:srgbClr val="3DDC9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Jupiter, Pyth and Orca, one line eac"/>
          <p:cNvSpPr txBox="1"/>
          <p:nvPr/>
        </p:nvSpPr>
        <p:spPr>
          <a:xfrm>
            <a:off x="896112" y="3291840"/>
            <a:ext cx="3154680" cy="411480"/>
          </a:xfrm>
          <a:prstGeom prst="rect">
            <a:avLst/>
          </a:prstGeom>
          <a:noFill/>
        </p:spPr>
        <p:txBody>
          <a:bodyPr wrap="square" lIns="9144" rIns="9144" tIns="0" bIns="0">
            <a:spAutoFit/>
          </a:bodyPr>
          <a:lstStyle/>
          <a:p>
            <a:pPr>
              <a:lnSpc>
                <a:spcPct val="106000"/>
              </a:lnSpc>
              <a:spcAft>
                <a:spcPts val="400"/>
              </a:spcAft>
              <a:defRPr sz="1050" b="0">
                <a:solidFill>
                  <a:srgbClr val="F2F5F8"/>
                </a:solidFill>
                <a:latin typeface="Helvetica Neue"/>
              </a:defRPr>
            </a:pPr>
            <a:r>
              <a:t>Jupiter, Pyth and Orca, one line each</a:t>
            </a:r>
          </a:p>
        </p:txBody>
      </p:sp>
      <p:sp>
        <p:nvSpPr>
          <p:cNvPr id="14" name="Oval 13"/>
          <p:cNvSpPr/>
          <p:nvPr/>
        </p:nvSpPr>
        <p:spPr>
          <a:xfrm>
            <a:off x="731520" y="3685032"/>
            <a:ext cx="91440" cy="91440"/>
          </a:xfrm>
          <a:prstGeom prst="ellipse">
            <a:avLst/>
          </a:prstGeom>
          <a:noFill/>
          <a:ln w="10160">
            <a:solidFill>
              <a:srgbClr val="3DDC9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the gap in bps between each pair"/>
          <p:cNvSpPr txBox="1"/>
          <p:nvPr/>
        </p:nvSpPr>
        <p:spPr>
          <a:xfrm>
            <a:off x="896112" y="3639312"/>
            <a:ext cx="3154680" cy="411480"/>
          </a:xfrm>
          <a:prstGeom prst="rect">
            <a:avLst/>
          </a:prstGeom>
          <a:noFill/>
        </p:spPr>
        <p:txBody>
          <a:bodyPr wrap="square" lIns="9144" rIns="9144" tIns="0" bIns="0">
            <a:spAutoFit/>
          </a:bodyPr>
          <a:lstStyle/>
          <a:p>
            <a:pPr>
              <a:lnSpc>
                <a:spcPct val="106000"/>
              </a:lnSpc>
              <a:spcAft>
                <a:spcPts val="400"/>
              </a:spcAft>
              <a:defRPr sz="1050" b="0">
                <a:solidFill>
                  <a:srgbClr val="F2F5F8"/>
                </a:solidFill>
                <a:latin typeface="Helvetica Neue"/>
              </a:defRPr>
            </a:pPr>
            <a:r>
              <a:t>the gap in bps between each pair</a:t>
            </a:r>
          </a:p>
        </p:txBody>
      </p:sp>
      <p:sp>
        <p:nvSpPr>
          <p:cNvPr id="16" name="Rounded Rectangle 15"/>
          <p:cNvSpPr/>
          <p:nvPr/>
        </p:nvSpPr>
        <p:spPr>
          <a:xfrm>
            <a:off x="548640" y="4206240"/>
            <a:ext cx="3611880" cy="411480"/>
          </a:xfrm>
          <a:prstGeom prst="roundRect">
            <a:avLst>
              <a:gd name="adj" fmla="val 31111"/>
            </a:avLst>
          </a:prstGeom>
          <a:noFill/>
          <a:ln w="10160">
            <a:solidFill>
              <a:srgbClr val="3DDC9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Fallback: Recorded data is the defau"/>
          <p:cNvSpPr txBox="1"/>
          <p:nvPr/>
        </p:nvSpPr>
        <p:spPr>
          <a:xfrm>
            <a:off x="713232" y="4206240"/>
            <a:ext cx="3337560" cy="411480"/>
          </a:xfrm>
          <a:prstGeom prst="rect">
            <a:avLst/>
          </a:prstGeom>
          <a:noFill/>
        </p:spPr>
        <p:txBody>
          <a:bodyPr wrap="square" lIns="9144" rIns="9144" tIns="0" bIns="0" anchor="ctr">
            <a:spAutoFit/>
          </a:bodyPr>
          <a:lstStyle/>
          <a:p>
            <a:pPr>
              <a:lnSpc>
                <a:spcPct val="106000"/>
              </a:lnSpc>
              <a:spcAft>
                <a:spcPts val="400"/>
              </a:spcAft>
              <a:defRPr sz="950" b="0">
                <a:solidFill>
                  <a:srgbClr val="F2F5F8"/>
                </a:solidFill>
                <a:latin typeface="Helvetica Neue"/>
              </a:defRPr>
            </a:pPr>
            <a:r>
              <a:t>Fallback: Recorded data is the default. No network needed.</a:t>
            </a:r>
          </a:p>
        </p:txBody>
      </p:sp>
      <p:pic>
        <p:nvPicPr>
          <p:cNvPr id="18" name="Picture 17" descr="02-price-gap.png"/>
          <p:cNvPicPr>
            <a:picLocks noChangeAspect="1"/>
          </p:cNvPicPr>
          <p:nvPr/>
        </p:nvPicPr>
        <p:blipFill>
          <a:blip r:embed="rId3"/>
          <a:stretch>
            <a:fillRect/>
          </a:stretch>
        </p:blipFill>
        <p:spPr>
          <a:xfrm>
            <a:off x="4389120" y="1190720"/>
            <a:ext cx="4251960" cy="2391727"/>
          </a:xfrm>
          <a:prstGeom prst="roundRect">
            <a:avLst>
              <a:gd name="adj" fmla="val 4587"/>
            </a:avLst>
          </a:prstGeom>
        </p:spPr>
      </p:pic>
      <p:sp>
        <p:nvSpPr>
          <p:cNvPr id="19" name="Rounded Rectangle 18"/>
          <p:cNvSpPr/>
          <p:nvPr/>
        </p:nvSpPr>
        <p:spPr>
          <a:xfrm>
            <a:off x="4389120" y="1190720"/>
            <a:ext cx="4251960" cy="2391727"/>
          </a:xfrm>
          <a:prstGeom prst="roundRect">
            <a:avLst>
              <a:gd name="adj" fmla="val 4587"/>
            </a:avLst>
          </a:prstGeom>
          <a:noFill/>
          <a:ln w="10160">
            <a:solidFill>
              <a:srgbClr val="66666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Try it: nus-solana-demos.vercel.app/"/>
          <p:cNvSpPr txBox="1"/>
          <p:nvPr/>
        </p:nvSpPr>
        <p:spPr>
          <a:xfrm>
            <a:off x="4389120" y="3657600"/>
            <a:ext cx="4251960" cy="182880"/>
          </a:xfrm>
          <a:prstGeom prst="rect">
            <a:avLst/>
          </a:prstGeom>
          <a:noFill/>
        </p:spPr>
        <p:txBody>
          <a:bodyPr wrap="square" lIns="9144" rIns="9144" tIns="0" bIns="0">
            <a:spAutoFit/>
          </a:bodyPr>
          <a:lstStyle/>
          <a:p>
            <a:pPr>
              <a:lnSpc>
                <a:spcPct val="106000"/>
              </a:lnSpc>
              <a:spcAft>
                <a:spcPts val="400"/>
              </a:spcAft>
              <a:defRPr sz="750" b="0">
                <a:solidFill>
                  <a:srgbClr val="B3A5FF"/>
                </a:solidFill>
                <a:latin typeface="Menlo"/>
              </a:defRPr>
            </a:pPr>
            <a:r>
              <a:t>Try it: nus-solana-demos.vercel.app/0002/02-price-gap.html</a:t>
            </a:r>
          </a:p>
        </p:txBody>
      </p:sp>
      <p:sp>
        <p:nvSpPr>
          <p:cNvPr id="21" name="text:Live mode: switch it on to watch rea"/>
          <p:cNvSpPr txBox="1"/>
          <p:nvPr/>
        </p:nvSpPr>
        <p:spPr>
          <a:xfrm>
            <a:off x="4389120" y="3877056"/>
            <a:ext cx="4251960" cy="182880"/>
          </a:xfrm>
          <a:prstGeom prst="rect">
            <a:avLst/>
          </a:prstGeom>
          <a:noFill/>
        </p:spPr>
        <p:txBody>
          <a:bodyPr wrap="square" lIns="9144" rIns="9144" tIns="0" bIns="0">
            <a:spAutoFit/>
          </a:bodyPr>
          <a:lstStyle/>
          <a:p>
            <a:pPr>
              <a:lnSpc>
                <a:spcPct val="106000"/>
              </a:lnSpc>
              <a:spcAft>
                <a:spcPts val="400"/>
              </a:spcAft>
              <a:defRPr sz="900" b="0">
                <a:solidFill>
                  <a:srgbClr val="3DDC97"/>
                </a:solidFill>
                <a:latin typeface="Helvetica Neue"/>
              </a:defRPr>
            </a:pPr>
            <a:r>
              <a:t>Live mode: switch it on to watch real Solana data.</a:t>
            </a:r>
          </a:p>
        </p:txBody>
      </p:sp>
      <p:sp>
        <p:nvSpPr>
          <p:cNvPr id="22" name="text:Recorded data. Runs in your browser."/>
          <p:cNvSpPr txBox="1"/>
          <p:nvPr/>
        </p:nvSpPr>
        <p:spPr>
          <a:xfrm>
            <a:off x="4389120" y="4078224"/>
            <a:ext cx="4251960" cy="182880"/>
          </a:xfrm>
          <a:prstGeom prst="rect">
            <a:avLst/>
          </a:prstGeom>
          <a:noFill/>
        </p:spPr>
        <p:txBody>
          <a:bodyPr wrap="square" lIns="9144" rIns="9144" tIns="0" bIns="0">
            <a:spAutoFit/>
          </a:bodyPr>
          <a:lstStyle/>
          <a:p>
            <a:pPr>
              <a:lnSpc>
                <a:spcPct val="106000"/>
              </a:lnSpc>
              <a:spcAft>
                <a:spcPts val="400"/>
              </a:spcAft>
              <a:defRPr sz="900" b="0">
                <a:solidFill>
                  <a:srgbClr val="9A9AA2"/>
                </a:solidFill>
                <a:latin typeface="Helvetica Neue"/>
              </a:defRPr>
            </a:pPr>
            <a:r>
              <a:t>Recorded data. Runs in your browser.</a:t>
            </a:r>
          </a:p>
        </p:txBody>
      </p:sp>
      <p:sp>
        <p:nvSpPr>
          <p:cNvPr id="23" name="text:Source: demo-repo/lab/screenshots (c"/>
          <p:cNvSpPr txBox="1"/>
          <p:nvPr/>
        </p:nvSpPr>
        <p:spPr>
          <a:xfrm>
            <a:off x="502920" y="4727448"/>
            <a:ext cx="7772400" cy="292608"/>
          </a:xfrm>
          <a:prstGeom prst="rect">
            <a:avLst/>
          </a:prstGeom>
          <a:noFill/>
        </p:spPr>
        <p:txBody>
          <a:bodyPr wrap="square" lIns="9144" rIns="9144" tIns="0" bIns="0">
            <a:spAutoFit/>
          </a:bodyPr>
          <a:lstStyle/>
          <a:p>
            <a:pPr>
              <a:lnSpc>
                <a:spcPct val="106000"/>
              </a:lnSpc>
              <a:spcAft>
                <a:spcPts val="400"/>
              </a:spcAft>
              <a:defRPr sz="800" b="0">
                <a:solidFill>
                  <a:srgbClr val="9A9AA2"/>
                </a:solidFill>
                <a:latin typeface="Helvetica Neue"/>
              </a:defRPr>
            </a:pPr>
            <a:r>
              <a:t>Source: demo-repo/lab/screenshots (captured from the Learning Lab demos on recorded data)</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showMasterSp="0">
  <p:cSld>
    <p:bg>
      <p:bgPr>
        <a:solidFill>
          <a:srgbClr val="000000"/>
        </a:solidFill>
        <a:effectLst/>
      </p:bgPr>
    </p:bg>
    <p:spTree>
      <p:nvGrpSpPr>
        <p:cNvPr id="1" name=""/>
        <p:cNvGrpSpPr/>
        <p:nvPr/>
      </p:nvGrpSpPr>
      <p:grpSpPr/>
      <p:sp>
        <p:nvSpPr>
          <p:cNvPr id="2" name="text:DEMO 2"/>
          <p:cNvSpPr txBox="1"/>
          <p:nvPr/>
        </p:nvSpPr>
        <p:spPr>
          <a:xfrm>
            <a:off x="457200" y="237744"/>
            <a:ext cx="3657600" cy="182880"/>
          </a:xfrm>
          <a:prstGeom prst="rect">
            <a:avLst/>
          </a:prstGeom>
          <a:noFill/>
        </p:spPr>
        <p:txBody>
          <a:bodyPr wrap="square" lIns="9144" rIns="9144" tIns="0" bIns="0">
            <a:spAutoFit/>
          </a:bodyPr>
          <a:lstStyle/>
          <a:p>
            <a:pPr>
              <a:lnSpc>
                <a:spcPct val="106000"/>
              </a:lnSpc>
              <a:spcAft>
                <a:spcPts val="400"/>
              </a:spcAft>
              <a:defRPr sz="1000" b="0">
                <a:solidFill>
                  <a:srgbClr val="B3A5FF"/>
                </a:solidFill>
                <a:latin typeface="Helvetica Neue"/>
              </a:defRPr>
            </a:pPr>
            <a:r>
              <a:t>DEMO 2</a:t>
            </a:r>
          </a:p>
        </p:txBody>
      </p:sp>
      <p:sp>
        <p:nvSpPr>
          <p:cNvPr id="3" name="text:Demo: the risk hook"/>
          <p:cNvSpPr txBox="1"/>
          <p:nvPr/>
        </p:nvSpPr>
        <p:spPr>
          <a:xfrm>
            <a:off x="457200" y="457200"/>
            <a:ext cx="8229600" cy="548640"/>
          </a:xfrm>
          <a:prstGeom prst="rect">
            <a:avLst/>
          </a:prstGeom>
          <a:noFill/>
        </p:spPr>
        <p:txBody>
          <a:bodyPr wrap="square" lIns="9144" rIns="9144" tIns="0" bIns="0">
            <a:spAutoFit/>
          </a:bodyPr>
          <a:lstStyle/>
          <a:p>
            <a:pPr>
              <a:lnSpc>
                <a:spcPct val="106000"/>
              </a:lnSpc>
              <a:spcAft>
                <a:spcPts val="400"/>
              </a:spcAft>
              <a:defRPr sz="3400" b="0">
                <a:solidFill>
                  <a:srgbClr val="F2F5F8"/>
                </a:solidFill>
                <a:latin typeface="Helvetica Neue"/>
              </a:defRPr>
            </a:pPr>
            <a:r>
              <a:t>Demo: the risk hook</a:t>
            </a:r>
          </a:p>
        </p:txBody>
      </p:sp>
      <p:sp>
        <p:nvSpPr>
          <p:cNvPr id="4" name="text:13"/>
          <p:cNvSpPr txBox="1"/>
          <p:nvPr/>
        </p:nvSpPr>
        <p:spPr>
          <a:xfrm>
            <a:off x="8503920" y="4800600"/>
            <a:ext cx="365760" cy="164592"/>
          </a:xfrm>
          <a:prstGeom prst="rect">
            <a:avLst/>
          </a:prstGeom>
          <a:noFill/>
        </p:spPr>
        <p:txBody>
          <a:bodyPr wrap="square" lIns="9144" rIns="9144" tIns="0" bIns="0">
            <a:spAutoFit/>
          </a:bodyPr>
          <a:lstStyle/>
          <a:p>
            <a:pPr algn="r">
              <a:lnSpc>
                <a:spcPct val="106000"/>
              </a:lnSpc>
              <a:spcAft>
                <a:spcPts val="400"/>
              </a:spcAft>
              <a:defRPr sz="800" b="0">
                <a:solidFill>
                  <a:srgbClr val="9A9AA2"/>
                </a:solidFill>
                <a:latin typeface="Helvetica Neue"/>
              </a:defRPr>
            </a:pPr>
            <a:r>
              <a:t>13</a:t>
            </a:r>
          </a:p>
        </p:txBody>
      </p:sp>
      <p:sp>
        <p:nvSpPr>
          <p:cNvPr id="5" name="Rounded Rectangle 4"/>
          <p:cNvSpPr/>
          <p:nvPr/>
        </p:nvSpPr>
        <p:spPr>
          <a:xfrm>
            <a:off x="548640" y="1188720"/>
            <a:ext cx="3611880" cy="960120"/>
          </a:xfrm>
          <a:prstGeom prst="roundRect">
            <a:avLst>
              <a:gd name="adj" fmla="val 13333"/>
            </a:avLst>
          </a:prstGeom>
          <a:noFill/>
          <a:ln w="10160">
            <a:solidFill>
              <a:srgbClr val="B3A5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PREDICT FIRST"/>
          <p:cNvSpPr txBox="1"/>
          <p:nvPr/>
        </p:nvSpPr>
        <p:spPr>
          <a:xfrm>
            <a:off x="713232" y="1280160"/>
            <a:ext cx="3200400" cy="182880"/>
          </a:xfrm>
          <a:prstGeom prst="rect">
            <a:avLst/>
          </a:prstGeom>
          <a:noFill/>
        </p:spPr>
        <p:txBody>
          <a:bodyPr wrap="square" lIns="9144" rIns="9144" tIns="0" bIns="0">
            <a:spAutoFit/>
          </a:bodyPr>
          <a:lstStyle/>
          <a:p>
            <a:pPr>
              <a:lnSpc>
                <a:spcPct val="106000"/>
              </a:lnSpc>
              <a:spcAft>
                <a:spcPts val="400"/>
              </a:spcAft>
              <a:defRPr sz="900" b="0">
                <a:solidFill>
                  <a:srgbClr val="B3A5FF"/>
                </a:solidFill>
                <a:latin typeface="Helvetica Neue"/>
              </a:defRPr>
            </a:pPr>
            <a:r>
              <a:t>PREDICT FIRST</a:t>
            </a:r>
          </a:p>
        </p:txBody>
      </p:sp>
      <p:sp>
        <p:nvSpPr>
          <p:cNvPr id="7" name="text:Which orders pass, and which rule st"/>
          <p:cNvSpPr txBox="1"/>
          <p:nvPr/>
        </p:nvSpPr>
        <p:spPr>
          <a:xfrm>
            <a:off x="713232" y="1508760"/>
            <a:ext cx="3337560" cy="594360"/>
          </a:xfrm>
          <a:prstGeom prst="rect">
            <a:avLst/>
          </a:prstGeom>
          <a:noFill/>
        </p:spPr>
        <p:txBody>
          <a:bodyPr wrap="square" lIns="9144" rIns="9144" tIns="0" bIns="0">
            <a:spAutoFit/>
          </a:bodyPr>
          <a:lstStyle/>
          <a:p>
            <a:pPr>
              <a:lnSpc>
                <a:spcPct val="106000"/>
              </a:lnSpc>
              <a:spcAft>
                <a:spcPts val="400"/>
              </a:spcAft>
              <a:defRPr sz="1250" b="0">
                <a:solidFill>
                  <a:srgbClr val="F2F5F8"/>
                </a:solidFill>
                <a:latin typeface="Helvetica Neue"/>
              </a:defRPr>
            </a:pPr>
            <a:r>
              <a:t>Which orders pass, and which rule stops each one that does not?</a:t>
            </a:r>
          </a:p>
        </p:txBody>
      </p:sp>
      <p:sp>
        <p:nvSpPr>
          <p:cNvPr id="8" name="Rounded Rectangle 7"/>
          <p:cNvSpPr/>
          <p:nvPr/>
        </p:nvSpPr>
        <p:spPr>
          <a:xfrm>
            <a:off x="548640" y="2286000"/>
            <a:ext cx="3611880" cy="457200"/>
          </a:xfrm>
          <a:prstGeom prst="roundRect">
            <a:avLst>
              <a:gd name="adj" fmla="val 28000"/>
            </a:avLst>
          </a:prstGeom>
          <a:solidFill>
            <a:srgbClr val="100821"/>
          </a:solidFill>
          <a:ln w="10160">
            <a:solidFill>
              <a:srgbClr val="66666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 npm run demo -- --recorded"/>
          <p:cNvSpPr txBox="1"/>
          <p:nvPr/>
        </p:nvSpPr>
        <p:spPr>
          <a:xfrm>
            <a:off x="713232" y="2286000"/>
            <a:ext cx="3337560" cy="457200"/>
          </a:xfrm>
          <a:prstGeom prst="rect">
            <a:avLst/>
          </a:prstGeom>
          <a:noFill/>
        </p:spPr>
        <p:txBody>
          <a:bodyPr wrap="square" lIns="9144" rIns="9144" tIns="0" bIns="0" anchor="ctr">
            <a:spAutoFit/>
          </a:bodyPr>
          <a:lstStyle/>
          <a:p>
            <a:pPr>
              <a:lnSpc>
                <a:spcPct val="106000"/>
              </a:lnSpc>
              <a:spcAft>
                <a:spcPts val="400"/>
              </a:spcAft>
              <a:defRPr sz="1100" b="0">
                <a:solidFill>
                  <a:srgbClr val="3DDC97"/>
                </a:solidFill>
                <a:latin typeface="Menlo"/>
              </a:defRPr>
            </a:pPr>
            <a:r>
              <a:t>$ npm run demo -- --recorded</a:t>
            </a:r>
          </a:p>
        </p:txBody>
      </p:sp>
      <p:sp>
        <p:nvSpPr>
          <p:cNvPr id="10" name="Rounded Rectangle 9"/>
          <p:cNvSpPr/>
          <p:nvPr/>
        </p:nvSpPr>
        <p:spPr>
          <a:xfrm>
            <a:off x="548640" y="2880360"/>
            <a:ext cx="3611880" cy="1188720"/>
          </a:xfrm>
          <a:prstGeom prst="roundRect">
            <a:avLst>
              <a:gd name="adj" fmla="val 10769"/>
            </a:avLst>
          </a:prstGeom>
          <a:noFill/>
          <a:ln w="10160">
            <a:solidFill>
              <a:srgbClr val="66666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YOU SHOULD SEE"/>
          <p:cNvSpPr txBox="1"/>
          <p:nvPr/>
        </p:nvSpPr>
        <p:spPr>
          <a:xfrm>
            <a:off x="713232" y="2971800"/>
            <a:ext cx="3200400" cy="182880"/>
          </a:xfrm>
          <a:prstGeom prst="rect">
            <a:avLst/>
          </a:prstGeom>
          <a:noFill/>
        </p:spPr>
        <p:txBody>
          <a:bodyPr wrap="square" lIns="9144" rIns="9144" tIns="0" bIns="0">
            <a:spAutoFit/>
          </a:bodyPr>
          <a:lstStyle/>
          <a:p>
            <a:pPr>
              <a:lnSpc>
                <a:spcPct val="106000"/>
              </a:lnSpc>
              <a:spcAft>
                <a:spcPts val="400"/>
              </a:spcAft>
              <a:defRPr sz="900" b="0">
                <a:solidFill>
                  <a:srgbClr val="9A9AA2"/>
                </a:solidFill>
                <a:latin typeface="Helvetica Neue"/>
              </a:defRPr>
            </a:pPr>
            <a:r>
              <a:t>YOU SHOULD SEE</a:t>
            </a:r>
          </a:p>
        </p:txBody>
      </p:sp>
      <p:sp>
        <p:nvSpPr>
          <p:cNvPr id="12" name="Oval 11"/>
          <p:cNvSpPr/>
          <p:nvPr/>
        </p:nvSpPr>
        <p:spPr>
          <a:xfrm>
            <a:off x="731520" y="3291839"/>
            <a:ext cx="91440" cy="91440"/>
          </a:xfrm>
          <a:prstGeom prst="ellipse">
            <a:avLst/>
          </a:prstGeom>
          <a:noFill/>
          <a:ln w="10160">
            <a:solidFill>
              <a:srgbClr val="3DDC9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accepted: buy 250 USD, within all li"/>
          <p:cNvSpPr txBox="1"/>
          <p:nvPr/>
        </p:nvSpPr>
        <p:spPr>
          <a:xfrm>
            <a:off x="896112" y="3246120"/>
            <a:ext cx="3154680" cy="411480"/>
          </a:xfrm>
          <a:prstGeom prst="rect">
            <a:avLst/>
          </a:prstGeom>
          <a:noFill/>
        </p:spPr>
        <p:txBody>
          <a:bodyPr wrap="square" lIns="9144" rIns="9144" tIns="0" bIns="0">
            <a:spAutoFit/>
          </a:bodyPr>
          <a:lstStyle/>
          <a:p>
            <a:pPr>
              <a:lnSpc>
                <a:spcPct val="106000"/>
              </a:lnSpc>
              <a:spcAft>
                <a:spcPts val="400"/>
              </a:spcAft>
              <a:defRPr sz="1050" b="0">
                <a:solidFill>
                  <a:srgbClr val="F2F5F8"/>
                </a:solidFill>
                <a:latin typeface="Helvetica Neue"/>
              </a:defRPr>
            </a:pPr>
            <a:r>
              <a:t>accepted: buy 250 USD, within all limits</a:t>
            </a:r>
          </a:p>
        </p:txBody>
      </p:sp>
      <p:sp>
        <p:nvSpPr>
          <p:cNvPr id="14" name="Oval 13"/>
          <p:cNvSpPr/>
          <p:nvPr/>
        </p:nvSpPr>
        <p:spPr>
          <a:xfrm>
            <a:off x="731520" y="3566159"/>
            <a:ext cx="91440" cy="91440"/>
          </a:xfrm>
          <a:prstGeom prst="ellipse">
            <a:avLst/>
          </a:prstGeom>
          <a:noFill/>
          <a:ln w="10160">
            <a:solidFill>
              <a:srgbClr val="3DDC9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rejected: buy 5,000 USD, max-notiona"/>
          <p:cNvSpPr txBox="1"/>
          <p:nvPr/>
        </p:nvSpPr>
        <p:spPr>
          <a:xfrm>
            <a:off x="896112" y="3520439"/>
            <a:ext cx="3154680" cy="411480"/>
          </a:xfrm>
          <a:prstGeom prst="rect">
            <a:avLst/>
          </a:prstGeom>
          <a:noFill/>
        </p:spPr>
        <p:txBody>
          <a:bodyPr wrap="square" lIns="9144" rIns="9144" tIns="0" bIns="0">
            <a:spAutoFit/>
          </a:bodyPr>
          <a:lstStyle/>
          <a:p>
            <a:pPr>
              <a:lnSpc>
                <a:spcPct val="106000"/>
              </a:lnSpc>
              <a:spcAft>
                <a:spcPts val="400"/>
              </a:spcAft>
              <a:defRPr sz="1050" b="0">
                <a:solidFill>
                  <a:srgbClr val="F2F5F8"/>
                </a:solidFill>
                <a:latin typeface="Helvetica Neue"/>
              </a:defRPr>
            </a:pPr>
            <a:r>
              <a:t>rejected: buy 5,000 USD, max-notional</a:t>
            </a:r>
          </a:p>
        </p:txBody>
      </p:sp>
      <p:sp>
        <p:nvSpPr>
          <p:cNvPr id="16" name="Oval 15"/>
          <p:cNvSpPr/>
          <p:nvPr/>
        </p:nvSpPr>
        <p:spPr>
          <a:xfrm>
            <a:off x="731520" y="3840479"/>
            <a:ext cx="91440" cy="91440"/>
          </a:xfrm>
          <a:prstGeom prst="ellipse">
            <a:avLst/>
          </a:prstGeom>
          <a:noFill/>
          <a:ln w="10160">
            <a:solidFill>
              <a:srgbClr val="3DDC9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each rejection names its rule and sa"/>
          <p:cNvSpPr txBox="1"/>
          <p:nvPr/>
        </p:nvSpPr>
        <p:spPr>
          <a:xfrm>
            <a:off x="896112" y="3794759"/>
            <a:ext cx="3154680" cy="411480"/>
          </a:xfrm>
          <a:prstGeom prst="rect">
            <a:avLst/>
          </a:prstGeom>
          <a:noFill/>
        </p:spPr>
        <p:txBody>
          <a:bodyPr wrap="square" lIns="9144" rIns="9144" tIns="0" bIns="0">
            <a:spAutoFit/>
          </a:bodyPr>
          <a:lstStyle/>
          <a:p>
            <a:pPr>
              <a:lnSpc>
                <a:spcPct val="106000"/>
              </a:lnSpc>
              <a:spcAft>
                <a:spcPts val="400"/>
              </a:spcAft>
              <a:defRPr sz="1050" b="0">
                <a:solidFill>
                  <a:srgbClr val="F2F5F8"/>
                </a:solidFill>
                <a:latin typeface="Helvetica Neue"/>
              </a:defRPr>
            </a:pPr>
            <a:r>
              <a:t>each rejection names its rule and says why</a:t>
            </a:r>
          </a:p>
        </p:txBody>
      </p:sp>
      <p:sp>
        <p:nvSpPr>
          <p:cNvPr id="18" name="Rounded Rectangle 17"/>
          <p:cNvSpPr/>
          <p:nvPr/>
        </p:nvSpPr>
        <p:spPr>
          <a:xfrm>
            <a:off x="548640" y="4206240"/>
            <a:ext cx="3611880" cy="411480"/>
          </a:xfrm>
          <a:prstGeom prst="roundRect">
            <a:avLst>
              <a:gd name="adj" fmla="val 31111"/>
            </a:avLst>
          </a:prstGeom>
          <a:noFill/>
          <a:ln w="10160">
            <a:solidFill>
              <a:srgbClr val="3DDC9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Fallback: Same recorded data. The de"/>
          <p:cNvSpPr txBox="1"/>
          <p:nvPr/>
        </p:nvSpPr>
        <p:spPr>
          <a:xfrm>
            <a:off x="713232" y="4206240"/>
            <a:ext cx="3337560" cy="411480"/>
          </a:xfrm>
          <a:prstGeom prst="rect">
            <a:avLst/>
          </a:prstGeom>
          <a:noFill/>
        </p:spPr>
        <p:txBody>
          <a:bodyPr wrap="square" lIns="9144" rIns="9144" tIns="0" bIns="0" anchor="ctr">
            <a:spAutoFit/>
          </a:bodyPr>
          <a:lstStyle/>
          <a:p>
            <a:pPr>
              <a:lnSpc>
                <a:spcPct val="106000"/>
              </a:lnSpc>
              <a:spcAft>
                <a:spcPts val="400"/>
              </a:spcAft>
              <a:defRPr sz="950" b="0">
                <a:solidFill>
                  <a:srgbClr val="F2F5F8"/>
                </a:solidFill>
                <a:latin typeface="Helvetica Neue"/>
              </a:defRPr>
            </a:pPr>
            <a:r>
              <a:t>Fallback: Same recorded data. The decisions are the same every run.</a:t>
            </a:r>
          </a:p>
        </p:txBody>
      </p:sp>
      <p:pic>
        <p:nvPicPr>
          <p:cNvPr id="20" name="Picture 19" descr="03-risk-hook.png"/>
          <p:cNvPicPr>
            <a:picLocks noChangeAspect="1"/>
          </p:cNvPicPr>
          <p:nvPr/>
        </p:nvPicPr>
        <p:blipFill>
          <a:blip r:embed="rId3"/>
          <a:stretch>
            <a:fillRect/>
          </a:stretch>
        </p:blipFill>
        <p:spPr>
          <a:xfrm>
            <a:off x="4389120" y="1190720"/>
            <a:ext cx="4251960" cy="2391727"/>
          </a:xfrm>
          <a:prstGeom prst="roundRect">
            <a:avLst>
              <a:gd name="adj" fmla="val 4587"/>
            </a:avLst>
          </a:prstGeom>
        </p:spPr>
      </p:pic>
      <p:sp>
        <p:nvSpPr>
          <p:cNvPr id="21" name="Rounded Rectangle 20"/>
          <p:cNvSpPr/>
          <p:nvPr/>
        </p:nvSpPr>
        <p:spPr>
          <a:xfrm>
            <a:off x="4389120" y="1190720"/>
            <a:ext cx="4251960" cy="2391727"/>
          </a:xfrm>
          <a:prstGeom prst="roundRect">
            <a:avLst>
              <a:gd name="adj" fmla="val 4587"/>
            </a:avLst>
          </a:prstGeom>
          <a:noFill/>
          <a:ln w="10160">
            <a:solidFill>
              <a:srgbClr val="66666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Try it: nus-solana-demos.vercel.app/"/>
          <p:cNvSpPr txBox="1"/>
          <p:nvPr/>
        </p:nvSpPr>
        <p:spPr>
          <a:xfrm>
            <a:off x="4389120" y="3657600"/>
            <a:ext cx="4251960" cy="182880"/>
          </a:xfrm>
          <a:prstGeom prst="rect">
            <a:avLst/>
          </a:prstGeom>
          <a:noFill/>
        </p:spPr>
        <p:txBody>
          <a:bodyPr wrap="square" lIns="9144" rIns="9144" tIns="0" bIns="0">
            <a:spAutoFit/>
          </a:bodyPr>
          <a:lstStyle/>
          <a:p>
            <a:pPr>
              <a:lnSpc>
                <a:spcPct val="106000"/>
              </a:lnSpc>
              <a:spcAft>
                <a:spcPts val="400"/>
              </a:spcAft>
              <a:defRPr sz="750" b="0">
                <a:solidFill>
                  <a:srgbClr val="B3A5FF"/>
                </a:solidFill>
                <a:latin typeface="Menlo"/>
              </a:defRPr>
            </a:pPr>
            <a:r>
              <a:t>Try it: nus-solana-demos.vercel.app/0002/03-risk-hook.html</a:t>
            </a:r>
          </a:p>
        </p:txBody>
      </p:sp>
      <p:sp>
        <p:nvSpPr>
          <p:cNvPr id="23" name="text:Live mode: switch it on to watch rea"/>
          <p:cNvSpPr txBox="1"/>
          <p:nvPr/>
        </p:nvSpPr>
        <p:spPr>
          <a:xfrm>
            <a:off x="4389120" y="3877056"/>
            <a:ext cx="4251960" cy="182880"/>
          </a:xfrm>
          <a:prstGeom prst="rect">
            <a:avLst/>
          </a:prstGeom>
          <a:noFill/>
        </p:spPr>
        <p:txBody>
          <a:bodyPr wrap="square" lIns="9144" rIns="9144" tIns="0" bIns="0">
            <a:spAutoFit/>
          </a:bodyPr>
          <a:lstStyle/>
          <a:p>
            <a:pPr>
              <a:lnSpc>
                <a:spcPct val="106000"/>
              </a:lnSpc>
              <a:spcAft>
                <a:spcPts val="400"/>
              </a:spcAft>
              <a:defRPr sz="900" b="0">
                <a:solidFill>
                  <a:srgbClr val="3DDC97"/>
                </a:solidFill>
                <a:latin typeface="Helvetica Neue"/>
              </a:defRPr>
            </a:pPr>
            <a:r>
              <a:t>Live mode: switch it on to watch real Solana data.</a:t>
            </a:r>
          </a:p>
        </p:txBody>
      </p:sp>
      <p:sp>
        <p:nvSpPr>
          <p:cNvPr id="24" name="text:Recorded data. Runs in your browser."/>
          <p:cNvSpPr txBox="1"/>
          <p:nvPr/>
        </p:nvSpPr>
        <p:spPr>
          <a:xfrm>
            <a:off x="4389120" y="4078224"/>
            <a:ext cx="4251960" cy="182880"/>
          </a:xfrm>
          <a:prstGeom prst="rect">
            <a:avLst/>
          </a:prstGeom>
          <a:noFill/>
        </p:spPr>
        <p:txBody>
          <a:bodyPr wrap="square" lIns="9144" rIns="9144" tIns="0" bIns="0">
            <a:spAutoFit/>
          </a:bodyPr>
          <a:lstStyle/>
          <a:p>
            <a:pPr>
              <a:lnSpc>
                <a:spcPct val="106000"/>
              </a:lnSpc>
              <a:spcAft>
                <a:spcPts val="400"/>
              </a:spcAft>
              <a:defRPr sz="900" b="0">
                <a:solidFill>
                  <a:srgbClr val="9A9AA2"/>
                </a:solidFill>
                <a:latin typeface="Helvetica Neue"/>
              </a:defRPr>
            </a:pPr>
            <a:r>
              <a:t>Recorded data. Runs in your browser.</a:t>
            </a:r>
          </a:p>
        </p:txBody>
      </p:sp>
      <p:sp>
        <p:nvSpPr>
          <p:cNvPr id="25" name="text:Source: demo-repo/lab/screenshots (c"/>
          <p:cNvSpPr txBox="1"/>
          <p:nvPr/>
        </p:nvSpPr>
        <p:spPr>
          <a:xfrm>
            <a:off x="502920" y="4727448"/>
            <a:ext cx="7772400" cy="292608"/>
          </a:xfrm>
          <a:prstGeom prst="rect">
            <a:avLst/>
          </a:prstGeom>
          <a:noFill/>
        </p:spPr>
        <p:txBody>
          <a:bodyPr wrap="square" lIns="9144" rIns="9144" tIns="0" bIns="0">
            <a:spAutoFit/>
          </a:bodyPr>
          <a:lstStyle/>
          <a:p>
            <a:pPr>
              <a:lnSpc>
                <a:spcPct val="106000"/>
              </a:lnSpc>
              <a:spcAft>
                <a:spcPts val="400"/>
              </a:spcAft>
              <a:defRPr sz="800" b="0">
                <a:solidFill>
                  <a:srgbClr val="9A9AA2"/>
                </a:solidFill>
                <a:latin typeface="Helvetica Neue"/>
              </a:defRPr>
            </a:pPr>
            <a:r>
              <a:t>Source: demo-repo/lab/screenshots (captured from the Learning Lab demos on recorded data)</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showMasterSp="0">
  <p:cSld>
    <p:bg>
      <p:bgPr>
        <a:solidFill>
          <a:srgbClr val="000000"/>
        </a:solidFill>
        <a:effectLst/>
      </p:bgPr>
    </p:bg>
    <p:spTree>
      <p:nvGrpSpPr>
        <p:cNvPr id="1" name=""/>
        <p:cNvGrpSpPr/>
        <p:nvPr/>
      </p:nvGrpSpPr>
      <p:grpSpPr/>
      <p:sp>
        <p:nvSpPr>
          <p:cNvPr id="2" name="text:The strategy map"/>
          <p:cNvSpPr txBox="1"/>
          <p:nvPr/>
        </p:nvSpPr>
        <p:spPr>
          <a:xfrm>
            <a:off x="457200" y="457200"/>
            <a:ext cx="8229600" cy="548640"/>
          </a:xfrm>
          <a:prstGeom prst="rect">
            <a:avLst/>
          </a:prstGeom>
          <a:noFill/>
        </p:spPr>
        <p:txBody>
          <a:bodyPr wrap="square" lIns="9144" rIns="9144" tIns="0" bIns="0">
            <a:spAutoFit/>
          </a:bodyPr>
          <a:lstStyle/>
          <a:p>
            <a:pPr>
              <a:lnSpc>
                <a:spcPct val="106000"/>
              </a:lnSpc>
              <a:spcAft>
                <a:spcPts val="400"/>
              </a:spcAft>
              <a:defRPr sz="3400" b="0">
                <a:solidFill>
                  <a:srgbClr val="F2F5F8"/>
                </a:solidFill>
                <a:latin typeface="Helvetica Neue"/>
              </a:defRPr>
            </a:pPr>
            <a:r>
              <a:t>The strategy map</a:t>
            </a:r>
          </a:p>
        </p:txBody>
      </p:sp>
      <p:sp>
        <p:nvSpPr>
          <p:cNvPr id="3" name="text:Seven families. Each one needs certa"/>
          <p:cNvSpPr txBox="1"/>
          <p:nvPr/>
        </p:nvSpPr>
        <p:spPr>
          <a:xfrm>
            <a:off x="475488" y="1051560"/>
            <a:ext cx="8138160" cy="274320"/>
          </a:xfrm>
          <a:prstGeom prst="rect">
            <a:avLst/>
          </a:prstGeom>
          <a:noFill/>
        </p:spPr>
        <p:txBody>
          <a:bodyPr wrap="square" lIns="9144" rIns="9144" tIns="0" bIns="0">
            <a:spAutoFit/>
          </a:bodyPr>
          <a:lstStyle/>
          <a:p>
            <a:pPr>
              <a:lnSpc>
                <a:spcPct val="106000"/>
              </a:lnSpc>
              <a:spcAft>
                <a:spcPts val="400"/>
              </a:spcAft>
              <a:defRPr sz="1500" b="0">
                <a:solidFill>
                  <a:srgbClr val="B3A5FF"/>
                </a:solidFill>
                <a:latin typeface="Helvetica Neue"/>
              </a:defRPr>
            </a:pPr>
            <a:r>
              <a:t>Seven families. Each one needs certain data.</a:t>
            </a:r>
          </a:p>
        </p:txBody>
      </p:sp>
      <p:sp>
        <p:nvSpPr>
          <p:cNvPr id="4" name="text:14"/>
          <p:cNvSpPr txBox="1"/>
          <p:nvPr/>
        </p:nvSpPr>
        <p:spPr>
          <a:xfrm>
            <a:off x="8503920" y="4800600"/>
            <a:ext cx="365760" cy="164592"/>
          </a:xfrm>
          <a:prstGeom prst="rect">
            <a:avLst/>
          </a:prstGeom>
          <a:noFill/>
        </p:spPr>
        <p:txBody>
          <a:bodyPr wrap="square" lIns="9144" rIns="9144" tIns="0" bIns="0">
            <a:spAutoFit/>
          </a:bodyPr>
          <a:lstStyle/>
          <a:p>
            <a:pPr algn="r">
              <a:lnSpc>
                <a:spcPct val="106000"/>
              </a:lnSpc>
              <a:spcAft>
                <a:spcPts val="400"/>
              </a:spcAft>
              <a:defRPr sz="800" b="0">
                <a:solidFill>
                  <a:srgbClr val="9A9AA2"/>
                </a:solidFill>
                <a:latin typeface="Helvetica Neue"/>
              </a:defRPr>
            </a:pPr>
            <a:r>
              <a:t>14</a:t>
            </a:r>
          </a:p>
        </p:txBody>
      </p:sp>
      <p:sp>
        <p:nvSpPr>
          <p:cNvPr id="5" name="text:V venue   O oracle   S slot (orderin"/>
          <p:cNvSpPr txBox="1"/>
          <p:nvPr/>
        </p:nvSpPr>
        <p:spPr>
          <a:xfrm>
            <a:off x="548640" y="1371600"/>
            <a:ext cx="4114800" cy="182880"/>
          </a:xfrm>
          <a:prstGeom prst="rect">
            <a:avLst/>
          </a:prstGeom>
          <a:noFill/>
        </p:spPr>
        <p:txBody>
          <a:bodyPr wrap="square" lIns="9144" rIns="9144" tIns="0" bIns="0">
            <a:spAutoFit/>
          </a:bodyPr>
          <a:lstStyle/>
          <a:p>
            <a:pPr>
              <a:lnSpc>
                <a:spcPct val="106000"/>
              </a:lnSpc>
              <a:spcAft>
                <a:spcPts val="400"/>
              </a:spcAft>
              <a:defRPr sz="900" b="0">
                <a:solidFill>
                  <a:srgbClr val="9A9AA2"/>
                </a:solidFill>
                <a:latin typeface="Helvetica Neue"/>
              </a:defRPr>
            </a:pPr>
            <a:r>
              <a:t>V venue   O oracle   S slot (ordering)   I inventory</a:t>
            </a:r>
          </a:p>
        </p:txBody>
      </p:sp>
      <p:sp>
        <p:nvSpPr>
          <p:cNvPr id="6" name="Rounded Rectangle 5"/>
          <p:cNvSpPr/>
          <p:nvPr/>
        </p:nvSpPr>
        <p:spPr>
          <a:xfrm>
            <a:off x="548640" y="1645920"/>
            <a:ext cx="3840480" cy="347472"/>
          </a:xfrm>
          <a:prstGeom prst="roundRect">
            <a:avLst>
              <a:gd name="adj" fmla="val 26315"/>
            </a:avLst>
          </a:prstGeom>
          <a:noFill/>
          <a:ln w="10160">
            <a:solidFill>
              <a:srgbClr val="66666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Cross-venue arbitrage"/>
          <p:cNvSpPr txBox="1"/>
          <p:nvPr/>
        </p:nvSpPr>
        <p:spPr>
          <a:xfrm>
            <a:off x="685800" y="1645920"/>
            <a:ext cx="2194560" cy="347472"/>
          </a:xfrm>
          <a:prstGeom prst="rect">
            <a:avLst/>
          </a:prstGeom>
          <a:noFill/>
        </p:spPr>
        <p:txBody>
          <a:bodyPr wrap="square" lIns="9144" rIns="9144" tIns="0" bIns="0" anchor="ctr">
            <a:spAutoFit/>
          </a:bodyPr>
          <a:lstStyle/>
          <a:p>
            <a:pPr>
              <a:lnSpc>
                <a:spcPct val="106000"/>
              </a:lnSpc>
              <a:spcAft>
                <a:spcPts val="400"/>
              </a:spcAft>
              <a:defRPr sz="1150" b="0">
                <a:solidFill>
                  <a:srgbClr val="F2F5F8"/>
                </a:solidFill>
                <a:latin typeface="Helvetica Neue"/>
              </a:defRPr>
            </a:pPr>
            <a:r>
              <a:t>Cross-venue arbitrage</a:t>
            </a:r>
          </a:p>
        </p:txBody>
      </p:sp>
      <p:sp>
        <p:nvSpPr>
          <p:cNvPr id="8" name="Rounded Rectangle 7"/>
          <p:cNvSpPr/>
          <p:nvPr/>
        </p:nvSpPr>
        <p:spPr>
          <a:xfrm>
            <a:off x="2926080" y="1691640"/>
            <a:ext cx="274320" cy="256032"/>
          </a:xfrm>
          <a:prstGeom prst="roundRect">
            <a:avLst>
              <a:gd name="adj" fmla="val 28571"/>
            </a:avLst>
          </a:prstGeom>
          <a:solidFill>
            <a:srgbClr val="B3A5FF"/>
          </a:solidFill>
          <a:ln w="10160">
            <a:solidFill>
              <a:srgbClr val="B3A5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V"/>
          <p:cNvSpPr txBox="1"/>
          <p:nvPr/>
        </p:nvSpPr>
        <p:spPr>
          <a:xfrm>
            <a:off x="2926080" y="1691640"/>
            <a:ext cx="274320" cy="256032"/>
          </a:xfrm>
          <a:prstGeom prst="rect">
            <a:avLst/>
          </a:prstGeom>
          <a:noFill/>
        </p:spPr>
        <p:txBody>
          <a:bodyPr wrap="square" lIns="9144" rIns="9144" tIns="0" bIns="0" anchor="ctr">
            <a:spAutoFit/>
          </a:bodyPr>
          <a:lstStyle/>
          <a:p>
            <a:pPr algn="ctr">
              <a:lnSpc>
                <a:spcPct val="106000"/>
              </a:lnSpc>
              <a:spcAft>
                <a:spcPts val="400"/>
              </a:spcAft>
              <a:defRPr sz="950" b="0">
                <a:solidFill>
                  <a:srgbClr val="000000"/>
                </a:solidFill>
                <a:latin typeface="Helvetica Neue"/>
              </a:defRPr>
            </a:pPr>
            <a:r>
              <a:t>V</a:t>
            </a:r>
          </a:p>
        </p:txBody>
      </p:sp>
      <p:sp>
        <p:nvSpPr>
          <p:cNvPr id="10" name="Rounded Rectangle 9"/>
          <p:cNvSpPr/>
          <p:nvPr/>
        </p:nvSpPr>
        <p:spPr>
          <a:xfrm>
            <a:off x="3273552" y="1691640"/>
            <a:ext cx="274320" cy="256032"/>
          </a:xfrm>
          <a:prstGeom prst="roundRect">
            <a:avLst>
              <a:gd name="adj" fmla="val 28571"/>
            </a:avLst>
          </a:prstGeom>
          <a:noFill/>
          <a:ln w="10160">
            <a:solidFill>
              <a:srgbClr val="33333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O"/>
          <p:cNvSpPr txBox="1"/>
          <p:nvPr/>
        </p:nvSpPr>
        <p:spPr>
          <a:xfrm>
            <a:off x="3273552" y="1691640"/>
            <a:ext cx="274320" cy="256032"/>
          </a:xfrm>
          <a:prstGeom prst="rect">
            <a:avLst/>
          </a:prstGeom>
          <a:noFill/>
        </p:spPr>
        <p:txBody>
          <a:bodyPr wrap="square" lIns="9144" rIns="9144" tIns="0" bIns="0" anchor="ctr">
            <a:spAutoFit/>
          </a:bodyPr>
          <a:lstStyle/>
          <a:p>
            <a:pPr algn="ctr">
              <a:lnSpc>
                <a:spcPct val="106000"/>
              </a:lnSpc>
              <a:spcAft>
                <a:spcPts val="400"/>
              </a:spcAft>
              <a:defRPr sz="950" b="0">
                <a:solidFill>
                  <a:srgbClr val="444444"/>
                </a:solidFill>
                <a:latin typeface="Helvetica Neue"/>
              </a:defRPr>
            </a:pPr>
            <a:r>
              <a:t>O</a:t>
            </a:r>
          </a:p>
        </p:txBody>
      </p:sp>
      <p:sp>
        <p:nvSpPr>
          <p:cNvPr id="12" name="Rounded Rectangle 11"/>
          <p:cNvSpPr/>
          <p:nvPr/>
        </p:nvSpPr>
        <p:spPr>
          <a:xfrm>
            <a:off x="3621024" y="1691640"/>
            <a:ext cx="274320" cy="256032"/>
          </a:xfrm>
          <a:prstGeom prst="roundRect">
            <a:avLst>
              <a:gd name="adj" fmla="val 28571"/>
            </a:avLst>
          </a:prstGeom>
          <a:solidFill>
            <a:srgbClr val="B3A5FF"/>
          </a:solidFill>
          <a:ln w="10160">
            <a:solidFill>
              <a:srgbClr val="B3A5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S"/>
          <p:cNvSpPr txBox="1"/>
          <p:nvPr/>
        </p:nvSpPr>
        <p:spPr>
          <a:xfrm>
            <a:off x="3621024" y="1691640"/>
            <a:ext cx="274320" cy="256032"/>
          </a:xfrm>
          <a:prstGeom prst="rect">
            <a:avLst/>
          </a:prstGeom>
          <a:noFill/>
        </p:spPr>
        <p:txBody>
          <a:bodyPr wrap="square" lIns="9144" rIns="9144" tIns="0" bIns="0" anchor="ctr">
            <a:spAutoFit/>
          </a:bodyPr>
          <a:lstStyle/>
          <a:p>
            <a:pPr algn="ctr">
              <a:lnSpc>
                <a:spcPct val="106000"/>
              </a:lnSpc>
              <a:spcAft>
                <a:spcPts val="400"/>
              </a:spcAft>
              <a:defRPr sz="950" b="0">
                <a:solidFill>
                  <a:srgbClr val="000000"/>
                </a:solidFill>
                <a:latin typeface="Helvetica Neue"/>
              </a:defRPr>
            </a:pPr>
            <a:r>
              <a:t>S</a:t>
            </a:r>
          </a:p>
        </p:txBody>
      </p:sp>
      <p:sp>
        <p:nvSpPr>
          <p:cNvPr id="14" name="Rounded Rectangle 13"/>
          <p:cNvSpPr/>
          <p:nvPr/>
        </p:nvSpPr>
        <p:spPr>
          <a:xfrm>
            <a:off x="3968496" y="1691640"/>
            <a:ext cx="274320" cy="256032"/>
          </a:xfrm>
          <a:prstGeom prst="roundRect">
            <a:avLst>
              <a:gd name="adj" fmla="val 28571"/>
            </a:avLst>
          </a:prstGeom>
          <a:solidFill>
            <a:srgbClr val="B3A5FF"/>
          </a:solidFill>
          <a:ln w="10160">
            <a:solidFill>
              <a:srgbClr val="B3A5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I"/>
          <p:cNvSpPr txBox="1"/>
          <p:nvPr/>
        </p:nvSpPr>
        <p:spPr>
          <a:xfrm>
            <a:off x="3968496" y="1691640"/>
            <a:ext cx="274320" cy="256032"/>
          </a:xfrm>
          <a:prstGeom prst="rect">
            <a:avLst/>
          </a:prstGeom>
          <a:noFill/>
        </p:spPr>
        <p:txBody>
          <a:bodyPr wrap="square" lIns="9144" rIns="9144" tIns="0" bIns="0" anchor="ctr">
            <a:spAutoFit/>
          </a:bodyPr>
          <a:lstStyle/>
          <a:p>
            <a:pPr algn="ctr">
              <a:lnSpc>
                <a:spcPct val="106000"/>
              </a:lnSpc>
              <a:spcAft>
                <a:spcPts val="400"/>
              </a:spcAft>
              <a:defRPr sz="950" b="0">
                <a:solidFill>
                  <a:srgbClr val="000000"/>
                </a:solidFill>
                <a:latin typeface="Helvetica Neue"/>
              </a:defRPr>
            </a:pPr>
            <a:r>
              <a:t>I</a:t>
            </a:r>
          </a:p>
        </p:txBody>
      </p:sp>
      <p:sp>
        <p:nvSpPr>
          <p:cNvPr id="16" name="Rounded Rectangle 15"/>
          <p:cNvSpPr/>
          <p:nvPr/>
        </p:nvSpPr>
        <p:spPr>
          <a:xfrm>
            <a:off x="548640" y="2057400"/>
            <a:ext cx="3840480" cy="347472"/>
          </a:xfrm>
          <a:prstGeom prst="roundRect">
            <a:avLst>
              <a:gd name="adj" fmla="val 26315"/>
            </a:avLst>
          </a:prstGeom>
          <a:noFill/>
          <a:ln w="10160">
            <a:solidFill>
              <a:srgbClr val="66666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Oracle vs venue basis"/>
          <p:cNvSpPr txBox="1"/>
          <p:nvPr/>
        </p:nvSpPr>
        <p:spPr>
          <a:xfrm>
            <a:off x="685800" y="2057400"/>
            <a:ext cx="2194560" cy="347472"/>
          </a:xfrm>
          <a:prstGeom prst="rect">
            <a:avLst/>
          </a:prstGeom>
          <a:noFill/>
        </p:spPr>
        <p:txBody>
          <a:bodyPr wrap="square" lIns="9144" rIns="9144" tIns="0" bIns="0" anchor="ctr">
            <a:spAutoFit/>
          </a:bodyPr>
          <a:lstStyle/>
          <a:p>
            <a:pPr>
              <a:lnSpc>
                <a:spcPct val="106000"/>
              </a:lnSpc>
              <a:spcAft>
                <a:spcPts val="400"/>
              </a:spcAft>
              <a:defRPr sz="1150" b="0">
                <a:solidFill>
                  <a:srgbClr val="F2F5F8"/>
                </a:solidFill>
                <a:latin typeface="Helvetica Neue"/>
              </a:defRPr>
            </a:pPr>
            <a:r>
              <a:t>Oracle vs venue basis</a:t>
            </a:r>
          </a:p>
        </p:txBody>
      </p:sp>
      <p:sp>
        <p:nvSpPr>
          <p:cNvPr id="18" name="Rounded Rectangle 17"/>
          <p:cNvSpPr/>
          <p:nvPr/>
        </p:nvSpPr>
        <p:spPr>
          <a:xfrm>
            <a:off x="2926080" y="2103120"/>
            <a:ext cx="274320" cy="256032"/>
          </a:xfrm>
          <a:prstGeom prst="roundRect">
            <a:avLst>
              <a:gd name="adj" fmla="val 28571"/>
            </a:avLst>
          </a:prstGeom>
          <a:solidFill>
            <a:srgbClr val="B3A5FF"/>
          </a:solidFill>
          <a:ln w="10160">
            <a:solidFill>
              <a:srgbClr val="B3A5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V"/>
          <p:cNvSpPr txBox="1"/>
          <p:nvPr/>
        </p:nvSpPr>
        <p:spPr>
          <a:xfrm>
            <a:off x="2926080" y="2103120"/>
            <a:ext cx="274320" cy="256032"/>
          </a:xfrm>
          <a:prstGeom prst="rect">
            <a:avLst/>
          </a:prstGeom>
          <a:noFill/>
        </p:spPr>
        <p:txBody>
          <a:bodyPr wrap="square" lIns="9144" rIns="9144" tIns="0" bIns="0" anchor="ctr">
            <a:spAutoFit/>
          </a:bodyPr>
          <a:lstStyle/>
          <a:p>
            <a:pPr algn="ctr">
              <a:lnSpc>
                <a:spcPct val="106000"/>
              </a:lnSpc>
              <a:spcAft>
                <a:spcPts val="400"/>
              </a:spcAft>
              <a:defRPr sz="950" b="0">
                <a:solidFill>
                  <a:srgbClr val="000000"/>
                </a:solidFill>
                <a:latin typeface="Helvetica Neue"/>
              </a:defRPr>
            </a:pPr>
            <a:r>
              <a:t>V</a:t>
            </a:r>
          </a:p>
        </p:txBody>
      </p:sp>
      <p:sp>
        <p:nvSpPr>
          <p:cNvPr id="20" name="Rounded Rectangle 19"/>
          <p:cNvSpPr/>
          <p:nvPr/>
        </p:nvSpPr>
        <p:spPr>
          <a:xfrm>
            <a:off x="3273552" y="2103120"/>
            <a:ext cx="274320" cy="256032"/>
          </a:xfrm>
          <a:prstGeom prst="roundRect">
            <a:avLst>
              <a:gd name="adj" fmla="val 28571"/>
            </a:avLst>
          </a:prstGeom>
          <a:solidFill>
            <a:srgbClr val="B3A5FF"/>
          </a:solidFill>
          <a:ln w="10160">
            <a:solidFill>
              <a:srgbClr val="B3A5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O"/>
          <p:cNvSpPr txBox="1"/>
          <p:nvPr/>
        </p:nvSpPr>
        <p:spPr>
          <a:xfrm>
            <a:off x="3273552" y="2103120"/>
            <a:ext cx="274320" cy="256032"/>
          </a:xfrm>
          <a:prstGeom prst="rect">
            <a:avLst/>
          </a:prstGeom>
          <a:noFill/>
        </p:spPr>
        <p:txBody>
          <a:bodyPr wrap="square" lIns="9144" rIns="9144" tIns="0" bIns="0" anchor="ctr">
            <a:spAutoFit/>
          </a:bodyPr>
          <a:lstStyle/>
          <a:p>
            <a:pPr algn="ctr">
              <a:lnSpc>
                <a:spcPct val="106000"/>
              </a:lnSpc>
              <a:spcAft>
                <a:spcPts val="400"/>
              </a:spcAft>
              <a:defRPr sz="950" b="0">
                <a:solidFill>
                  <a:srgbClr val="000000"/>
                </a:solidFill>
                <a:latin typeface="Helvetica Neue"/>
              </a:defRPr>
            </a:pPr>
            <a:r>
              <a:t>O</a:t>
            </a:r>
          </a:p>
        </p:txBody>
      </p:sp>
      <p:sp>
        <p:nvSpPr>
          <p:cNvPr id="22" name="Rounded Rectangle 21"/>
          <p:cNvSpPr/>
          <p:nvPr/>
        </p:nvSpPr>
        <p:spPr>
          <a:xfrm>
            <a:off x="3621024" y="2103120"/>
            <a:ext cx="274320" cy="256032"/>
          </a:xfrm>
          <a:prstGeom prst="roundRect">
            <a:avLst>
              <a:gd name="adj" fmla="val 28571"/>
            </a:avLst>
          </a:prstGeom>
          <a:noFill/>
          <a:ln w="10160">
            <a:solidFill>
              <a:srgbClr val="33333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S"/>
          <p:cNvSpPr txBox="1"/>
          <p:nvPr/>
        </p:nvSpPr>
        <p:spPr>
          <a:xfrm>
            <a:off x="3621024" y="2103120"/>
            <a:ext cx="274320" cy="256032"/>
          </a:xfrm>
          <a:prstGeom prst="rect">
            <a:avLst/>
          </a:prstGeom>
          <a:noFill/>
        </p:spPr>
        <p:txBody>
          <a:bodyPr wrap="square" lIns="9144" rIns="9144" tIns="0" bIns="0" anchor="ctr">
            <a:spAutoFit/>
          </a:bodyPr>
          <a:lstStyle/>
          <a:p>
            <a:pPr algn="ctr">
              <a:lnSpc>
                <a:spcPct val="106000"/>
              </a:lnSpc>
              <a:spcAft>
                <a:spcPts val="400"/>
              </a:spcAft>
              <a:defRPr sz="950" b="0">
                <a:solidFill>
                  <a:srgbClr val="444444"/>
                </a:solidFill>
                <a:latin typeface="Helvetica Neue"/>
              </a:defRPr>
            </a:pPr>
            <a:r>
              <a:t>S</a:t>
            </a:r>
          </a:p>
        </p:txBody>
      </p:sp>
      <p:sp>
        <p:nvSpPr>
          <p:cNvPr id="24" name="Rounded Rectangle 23"/>
          <p:cNvSpPr/>
          <p:nvPr/>
        </p:nvSpPr>
        <p:spPr>
          <a:xfrm>
            <a:off x="3968496" y="2103120"/>
            <a:ext cx="274320" cy="256032"/>
          </a:xfrm>
          <a:prstGeom prst="roundRect">
            <a:avLst>
              <a:gd name="adj" fmla="val 28571"/>
            </a:avLst>
          </a:prstGeom>
          <a:noFill/>
          <a:ln w="10160">
            <a:solidFill>
              <a:srgbClr val="33333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I"/>
          <p:cNvSpPr txBox="1"/>
          <p:nvPr/>
        </p:nvSpPr>
        <p:spPr>
          <a:xfrm>
            <a:off x="3968496" y="2103120"/>
            <a:ext cx="274320" cy="256032"/>
          </a:xfrm>
          <a:prstGeom prst="rect">
            <a:avLst/>
          </a:prstGeom>
          <a:noFill/>
        </p:spPr>
        <p:txBody>
          <a:bodyPr wrap="square" lIns="9144" rIns="9144" tIns="0" bIns="0" anchor="ctr">
            <a:spAutoFit/>
          </a:bodyPr>
          <a:lstStyle/>
          <a:p>
            <a:pPr algn="ctr">
              <a:lnSpc>
                <a:spcPct val="106000"/>
              </a:lnSpc>
              <a:spcAft>
                <a:spcPts val="400"/>
              </a:spcAft>
              <a:defRPr sz="950" b="0">
                <a:solidFill>
                  <a:srgbClr val="444444"/>
                </a:solidFill>
                <a:latin typeface="Helvetica Neue"/>
              </a:defRPr>
            </a:pPr>
            <a:r>
              <a:t>I</a:t>
            </a:r>
          </a:p>
        </p:txBody>
      </p:sp>
      <p:sp>
        <p:nvSpPr>
          <p:cNvPr id="26" name="Rounded Rectangle 25"/>
          <p:cNvSpPr/>
          <p:nvPr/>
        </p:nvSpPr>
        <p:spPr>
          <a:xfrm>
            <a:off x="548640" y="2468880"/>
            <a:ext cx="3840480" cy="347472"/>
          </a:xfrm>
          <a:prstGeom prst="roundRect">
            <a:avLst>
              <a:gd name="adj" fmla="val 26315"/>
            </a:avLst>
          </a:prstGeom>
          <a:noFill/>
          <a:ln w="10160">
            <a:solidFill>
              <a:srgbClr val="66666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Market making"/>
          <p:cNvSpPr txBox="1"/>
          <p:nvPr/>
        </p:nvSpPr>
        <p:spPr>
          <a:xfrm>
            <a:off x="685800" y="2468880"/>
            <a:ext cx="2194560" cy="347472"/>
          </a:xfrm>
          <a:prstGeom prst="rect">
            <a:avLst/>
          </a:prstGeom>
          <a:noFill/>
        </p:spPr>
        <p:txBody>
          <a:bodyPr wrap="square" lIns="9144" rIns="9144" tIns="0" bIns="0" anchor="ctr">
            <a:spAutoFit/>
          </a:bodyPr>
          <a:lstStyle/>
          <a:p>
            <a:pPr>
              <a:lnSpc>
                <a:spcPct val="106000"/>
              </a:lnSpc>
              <a:spcAft>
                <a:spcPts val="400"/>
              </a:spcAft>
              <a:defRPr sz="1150" b="0">
                <a:solidFill>
                  <a:srgbClr val="F2F5F8"/>
                </a:solidFill>
                <a:latin typeface="Helvetica Neue"/>
              </a:defRPr>
            </a:pPr>
            <a:r>
              <a:t>Market making</a:t>
            </a:r>
          </a:p>
        </p:txBody>
      </p:sp>
      <p:sp>
        <p:nvSpPr>
          <p:cNvPr id="28" name="Rounded Rectangle 27"/>
          <p:cNvSpPr/>
          <p:nvPr/>
        </p:nvSpPr>
        <p:spPr>
          <a:xfrm>
            <a:off x="2926080" y="2514600"/>
            <a:ext cx="274320" cy="256032"/>
          </a:xfrm>
          <a:prstGeom prst="roundRect">
            <a:avLst>
              <a:gd name="adj" fmla="val 28571"/>
            </a:avLst>
          </a:prstGeom>
          <a:solidFill>
            <a:srgbClr val="B3A5FF"/>
          </a:solidFill>
          <a:ln w="10160">
            <a:solidFill>
              <a:srgbClr val="B3A5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V"/>
          <p:cNvSpPr txBox="1"/>
          <p:nvPr/>
        </p:nvSpPr>
        <p:spPr>
          <a:xfrm>
            <a:off x="2926080" y="2514600"/>
            <a:ext cx="274320" cy="256032"/>
          </a:xfrm>
          <a:prstGeom prst="rect">
            <a:avLst/>
          </a:prstGeom>
          <a:noFill/>
        </p:spPr>
        <p:txBody>
          <a:bodyPr wrap="square" lIns="9144" rIns="9144" tIns="0" bIns="0" anchor="ctr">
            <a:spAutoFit/>
          </a:bodyPr>
          <a:lstStyle/>
          <a:p>
            <a:pPr algn="ctr">
              <a:lnSpc>
                <a:spcPct val="106000"/>
              </a:lnSpc>
              <a:spcAft>
                <a:spcPts val="400"/>
              </a:spcAft>
              <a:defRPr sz="950" b="0">
                <a:solidFill>
                  <a:srgbClr val="000000"/>
                </a:solidFill>
                <a:latin typeface="Helvetica Neue"/>
              </a:defRPr>
            </a:pPr>
            <a:r>
              <a:t>V</a:t>
            </a:r>
          </a:p>
        </p:txBody>
      </p:sp>
      <p:sp>
        <p:nvSpPr>
          <p:cNvPr id="30" name="Rounded Rectangle 29"/>
          <p:cNvSpPr/>
          <p:nvPr/>
        </p:nvSpPr>
        <p:spPr>
          <a:xfrm>
            <a:off x="3273552" y="2514600"/>
            <a:ext cx="274320" cy="256032"/>
          </a:xfrm>
          <a:prstGeom prst="roundRect">
            <a:avLst>
              <a:gd name="adj" fmla="val 28571"/>
            </a:avLst>
          </a:prstGeom>
          <a:solidFill>
            <a:srgbClr val="B3A5FF"/>
          </a:solidFill>
          <a:ln w="10160">
            <a:solidFill>
              <a:srgbClr val="B3A5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O"/>
          <p:cNvSpPr txBox="1"/>
          <p:nvPr/>
        </p:nvSpPr>
        <p:spPr>
          <a:xfrm>
            <a:off x="3273552" y="2514600"/>
            <a:ext cx="274320" cy="256032"/>
          </a:xfrm>
          <a:prstGeom prst="rect">
            <a:avLst/>
          </a:prstGeom>
          <a:noFill/>
        </p:spPr>
        <p:txBody>
          <a:bodyPr wrap="square" lIns="9144" rIns="9144" tIns="0" bIns="0" anchor="ctr">
            <a:spAutoFit/>
          </a:bodyPr>
          <a:lstStyle/>
          <a:p>
            <a:pPr algn="ctr">
              <a:lnSpc>
                <a:spcPct val="106000"/>
              </a:lnSpc>
              <a:spcAft>
                <a:spcPts val="400"/>
              </a:spcAft>
              <a:defRPr sz="950" b="0">
                <a:solidFill>
                  <a:srgbClr val="000000"/>
                </a:solidFill>
                <a:latin typeface="Helvetica Neue"/>
              </a:defRPr>
            </a:pPr>
            <a:r>
              <a:t>O</a:t>
            </a:r>
          </a:p>
        </p:txBody>
      </p:sp>
      <p:sp>
        <p:nvSpPr>
          <p:cNvPr id="32" name="Rounded Rectangle 31"/>
          <p:cNvSpPr/>
          <p:nvPr/>
        </p:nvSpPr>
        <p:spPr>
          <a:xfrm>
            <a:off x="3621024" y="2514600"/>
            <a:ext cx="274320" cy="256032"/>
          </a:xfrm>
          <a:prstGeom prst="roundRect">
            <a:avLst>
              <a:gd name="adj" fmla="val 28571"/>
            </a:avLst>
          </a:prstGeom>
          <a:solidFill>
            <a:srgbClr val="B3A5FF"/>
          </a:solidFill>
          <a:ln w="10160">
            <a:solidFill>
              <a:srgbClr val="B3A5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S"/>
          <p:cNvSpPr txBox="1"/>
          <p:nvPr/>
        </p:nvSpPr>
        <p:spPr>
          <a:xfrm>
            <a:off x="3621024" y="2514600"/>
            <a:ext cx="274320" cy="256032"/>
          </a:xfrm>
          <a:prstGeom prst="rect">
            <a:avLst/>
          </a:prstGeom>
          <a:noFill/>
        </p:spPr>
        <p:txBody>
          <a:bodyPr wrap="square" lIns="9144" rIns="9144" tIns="0" bIns="0" anchor="ctr">
            <a:spAutoFit/>
          </a:bodyPr>
          <a:lstStyle/>
          <a:p>
            <a:pPr algn="ctr">
              <a:lnSpc>
                <a:spcPct val="106000"/>
              </a:lnSpc>
              <a:spcAft>
                <a:spcPts val="400"/>
              </a:spcAft>
              <a:defRPr sz="950" b="0">
                <a:solidFill>
                  <a:srgbClr val="000000"/>
                </a:solidFill>
                <a:latin typeface="Helvetica Neue"/>
              </a:defRPr>
            </a:pPr>
            <a:r>
              <a:t>S</a:t>
            </a:r>
          </a:p>
        </p:txBody>
      </p:sp>
      <p:sp>
        <p:nvSpPr>
          <p:cNvPr id="34" name="Rounded Rectangle 33"/>
          <p:cNvSpPr/>
          <p:nvPr/>
        </p:nvSpPr>
        <p:spPr>
          <a:xfrm>
            <a:off x="3968496" y="2514600"/>
            <a:ext cx="274320" cy="256032"/>
          </a:xfrm>
          <a:prstGeom prst="roundRect">
            <a:avLst>
              <a:gd name="adj" fmla="val 28571"/>
            </a:avLst>
          </a:prstGeom>
          <a:solidFill>
            <a:srgbClr val="B3A5FF"/>
          </a:solidFill>
          <a:ln w="10160">
            <a:solidFill>
              <a:srgbClr val="B3A5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I"/>
          <p:cNvSpPr txBox="1"/>
          <p:nvPr/>
        </p:nvSpPr>
        <p:spPr>
          <a:xfrm>
            <a:off x="3968496" y="2514600"/>
            <a:ext cx="274320" cy="256032"/>
          </a:xfrm>
          <a:prstGeom prst="rect">
            <a:avLst/>
          </a:prstGeom>
          <a:noFill/>
        </p:spPr>
        <p:txBody>
          <a:bodyPr wrap="square" lIns="9144" rIns="9144" tIns="0" bIns="0" anchor="ctr">
            <a:spAutoFit/>
          </a:bodyPr>
          <a:lstStyle/>
          <a:p>
            <a:pPr algn="ctr">
              <a:lnSpc>
                <a:spcPct val="106000"/>
              </a:lnSpc>
              <a:spcAft>
                <a:spcPts val="400"/>
              </a:spcAft>
              <a:defRPr sz="950" b="0">
                <a:solidFill>
                  <a:srgbClr val="000000"/>
                </a:solidFill>
                <a:latin typeface="Helvetica Neue"/>
              </a:defRPr>
            </a:pPr>
            <a:r>
              <a:t>I</a:t>
            </a:r>
          </a:p>
        </p:txBody>
      </p:sp>
      <p:sp>
        <p:nvSpPr>
          <p:cNvPr id="36" name="Rounded Rectangle 35"/>
          <p:cNvSpPr/>
          <p:nvPr/>
        </p:nvSpPr>
        <p:spPr>
          <a:xfrm>
            <a:off x="548640" y="2880360"/>
            <a:ext cx="3840480" cy="347472"/>
          </a:xfrm>
          <a:prstGeom prst="roundRect">
            <a:avLst>
              <a:gd name="adj" fmla="val 26315"/>
            </a:avLst>
          </a:prstGeom>
          <a:noFill/>
          <a:ln w="10160">
            <a:solidFill>
              <a:srgbClr val="66666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Trend / momentum"/>
          <p:cNvSpPr txBox="1"/>
          <p:nvPr/>
        </p:nvSpPr>
        <p:spPr>
          <a:xfrm>
            <a:off x="685800" y="2880360"/>
            <a:ext cx="2194560" cy="347472"/>
          </a:xfrm>
          <a:prstGeom prst="rect">
            <a:avLst/>
          </a:prstGeom>
          <a:noFill/>
        </p:spPr>
        <p:txBody>
          <a:bodyPr wrap="square" lIns="9144" rIns="9144" tIns="0" bIns="0" anchor="ctr">
            <a:spAutoFit/>
          </a:bodyPr>
          <a:lstStyle/>
          <a:p>
            <a:pPr>
              <a:lnSpc>
                <a:spcPct val="106000"/>
              </a:lnSpc>
              <a:spcAft>
                <a:spcPts val="400"/>
              </a:spcAft>
              <a:defRPr sz="1150" b="0">
                <a:solidFill>
                  <a:srgbClr val="F2F5F8"/>
                </a:solidFill>
                <a:latin typeface="Helvetica Neue"/>
              </a:defRPr>
            </a:pPr>
            <a:r>
              <a:t>Trend / momentum</a:t>
            </a:r>
          </a:p>
        </p:txBody>
      </p:sp>
      <p:sp>
        <p:nvSpPr>
          <p:cNvPr id="38" name="Rounded Rectangle 37"/>
          <p:cNvSpPr/>
          <p:nvPr/>
        </p:nvSpPr>
        <p:spPr>
          <a:xfrm>
            <a:off x="2926080" y="2926080"/>
            <a:ext cx="274320" cy="256032"/>
          </a:xfrm>
          <a:prstGeom prst="roundRect">
            <a:avLst>
              <a:gd name="adj" fmla="val 28571"/>
            </a:avLst>
          </a:prstGeom>
          <a:solidFill>
            <a:srgbClr val="B3A5FF"/>
          </a:solidFill>
          <a:ln w="10160">
            <a:solidFill>
              <a:srgbClr val="B3A5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V"/>
          <p:cNvSpPr txBox="1"/>
          <p:nvPr/>
        </p:nvSpPr>
        <p:spPr>
          <a:xfrm>
            <a:off x="2926080" y="2926080"/>
            <a:ext cx="274320" cy="256032"/>
          </a:xfrm>
          <a:prstGeom prst="rect">
            <a:avLst/>
          </a:prstGeom>
          <a:noFill/>
        </p:spPr>
        <p:txBody>
          <a:bodyPr wrap="square" lIns="9144" rIns="9144" tIns="0" bIns="0" anchor="ctr">
            <a:spAutoFit/>
          </a:bodyPr>
          <a:lstStyle/>
          <a:p>
            <a:pPr algn="ctr">
              <a:lnSpc>
                <a:spcPct val="106000"/>
              </a:lnSpc>
              <a:spcAft>
                <a:spcPts val="400"/>
              </a:spcAft>
              <a:defRPr sz="950" b="0">
                <a:solidFill>
                  <a:srgbClr val="000000"/>
                </a:solidFill>
                <a:latin typeface="Helvetica Neue"/>
              </a:defRPr>
            </a:pPr>
            <a:r>
              <a:t>V</a:t>
            </a:r>
          </a:p>
        </p:txBody>
      </p:sp>
      <p:sp>
        <p:nvSpPr>
          <p:cNvPr id="40" name="Rounded Rectangle 39"/>
          <p:cNvSpPr/>
          <p:nvPr/>
        </p:nvSpPr>
        <p:spPr>
          <a:xfrm>
            <a:off x="3273552" y="2926080"/>
            <a:ext cx="274320" cy="256032"/>
          </a:xfrm>
          <a:prstGeom prst="roundRect">
            <a:avLst>
              <a:gd name="adj" fmla="val 28571"/>
            </a:avLst>
          </a:prstGeom>
          <a:noFill/>
          <a:ln w="10160">
            <a:solidFill>
              <a:srgbClr val="33333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O"/>
          <p:cNvSpPr txBox="1"/>
          <p:nvPr/>
        </p:nvSpPr>
        <p:spPr>
          <a:xfrm>
            <a:off x="3273552" y="2926080"/>
            <a:ext cx="274320" cy="256032"/>
          </a:xfrm>
          <a:prstGeom prst="rect">
            <a:avLst/>
          </a:prstGeom>
          <a:noFill/>
        </p:spPr>
        <p:txBody>
          <a:bodyPr wrap="square" lIns="9144" rIns="9144" tIns="0" bIns="0" anchor="ctr">
            <a:spAutoFit/>
          </a:bodyPr>
          <a:lstStyle/>
          <a:p>
            <a:pPr algn="ctr">
              <a:lnSpc>
                <a:spcPct val="106000"/>
              </a:lnSpc>
              <a:spcAft>
                <a:spcPts val="400"/>
              </a:spcAft>
              <a:defRPr sz="950" b="0">
                <a:solidFill>
                  <a:srgbClr val="444444"/>
                </a:solidFill>
                <a:latin typeface="Helvetica Neue"/>
              </a:defRPr>
            </a:pPr>
            <a:r>
              <a:t>O</a:t>
            </a:r>
          </a:p>
        </p:txBody>
      </p:sp>
      <p:sp>
        <p:nvSpPr>
          <p:cNvPr id="42" name="Rounded Rectangle 41"/>
          <p:cNvSpPr/>
          <p:nvPr/>
        </p:nvSpPr>
        <p:spPr>
          <a:xfrm>
            <a:off x="3621024" y="2926080"/>
            <a:ext cx="274320" cy="256032"/>
          </a:xfrm>
          <a:prstGeom prst="roundRect">
            <a:avLst>
              <a:gd name="adj" fmla="val 28571"/>
            </a:avLst>
          </a:prstGeom>
          <a:noFill/>
          <a:ln w="10160">
            <a:solidFill>
              <a:srgbClr val="33333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S"/>
          <p:cNvSpPr txBox="1"/>
          <p:nvPr/>
        </p:nvSpPr>
        <p:spPr>
          <a:xfrm>
            <a:off x="3621024" y="2926080"/>
            <a:ext cx="274320" cy="256032"/>
          </a:xfrm>
          <a:prstGeom prst="rect">
            <a:avLst/>
          </a:prstGeom>
          <a:noFill/>
        </p:spPr>
        <p:txBody>
          <a:bodyPr wrap="square" lIns="9144" rIns="9144" tIns="0" bIns="0" anchor="ctr">
            <a:spAutoFit/>
          </a:bodyPr>
          <a:lstStyle/>
          <a:p>
            <a:pPr algn="ctr">
              <a:lnSpc>
                <a:spcPct val="106000"/>
              </a:lnSpc>
              <a:spcAft>
                <a:spcPts val="400"/>
              </a:spcAft>
              <a:defRPr sz="950" b="0">
                <a:solidFill>
                  <a:srgbClr val="444444"/>
                </a:solidFill>
                <a:latin typeface="Helvetica Neue"/>
              </a:defRPr>
            </a:pPr>
            <a:r>
              <a:t>S</a:t>
            </a:r>
          </a:p>
        </p:txBody>
      </p:sp>
      <p:sp>
        <p:nvSpPr>
          <p:cNvPr id="44" name="Rounded Rectangle 43"/>
          <p:cNvSpPr/>
          <p:nvPr/>
        </p:nvSpPr>
        <p:spPr>
          <a:xfrm>
            <a:off x="3968496" y="2926080"/>
            <a:ext cx="274320" cy="256032"/>
          </a:xfrm>
          <a:prstGeom prst="roundRect">
            <a:avLst>
              <a:gd name="adj" fmla="val 28571"/>
            </a:avLst>
          </a:prstGeom>
          <a:noFill/>
          <a:ln w="10160">
            <a:solidFill>
              <a:srgbClr val="33333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I"/>
          <p:cNvSpPr txBox="1"/>
          <p:nvPr/>
        </p:nvSpPr>
        <p:spPr>
          <a:xfrm>
            <a:off x="3968496" y="2926080"/>
            <a:ext cx="274320" cy="256032"/>
          </a:xfrm>
          <a:prstGeom prst="rect">
            <a:avLst/>
          </a:prstGeom>
          <a:noFill/>
        </p:spPr>
        <p:txBody>
          <a:bodyPr wrap="square" lIns="9144" rIns="9144" tIns="0" bIns="0" anchor="ctr">
            <a:spAutoFit/>
          </a:bodyPr>
          <a:lstStyle/>
          <a:p>
            <a:pPr algn="ctr">
              <a:lnSpc>
                <a:spcPct val="106000"/>
              </a:lnSpc>
              <a:spcAft>
                <a:spcPts val="400"/>
              </a:spcAft>
              <a:defRPr sz="950" b="0">
                <a:solidFill>
                  <a:srgbClr val="444444"/>
                </a:solidFill>
                <a:latin typeface="Helvetica Neue"/>
              </a:defRPr>
            </a:pPr>
            <a:r>
              <a:t>I</a:t>
            </a:r>
          </a:p>
        </p:txBody>
      </p:sp>
      <p:sp>
        <p:nvSpPr>
          <p:cNvPr id="46" name="Rounded Rectangle 45"/>
          <p:cNvSpPr/>
          <p:nvPr/>
        </p:nvSpPr>
        <p:spPr>
          <a:xfrm>
            <a:off x="548640" y="3291840"/>
            <a:ext cx="3840480" cy="347472"/>
          </a:xfrm>
          <a:prstGeom prst="roundRect">
            <a:avLst>
              <a:gd name="adj" fmla="val 26315"/>
            </a:avLst>
          </a:prstGeom>
          <a:noFill/>
          <a:ln w="10160">
            <a:solidFill>
              <a:srgbClr val="66666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Mean reversion / stat arb"/>
          <p:cNvSpPr txBox="1"/>
          <p:nvPr/>
        </p:nvSpPr>
        <p:spPr>
          <a:xfrm>
            <a:off x="685800" y="3291840"/>
            <a:ext cx="2194560" cy="347472"/>
          </a:xfrm>
          <a:prstGeom prst="rect">
            <a:avLst/>
          </a:prstGeom>
          <a:noFill/>
        </p:spPr>
        <p:txBody>
          <a:bodyPr wrap="square" lIns="9144" rIns="9144" tIns="0" bIns="0" anchor="ctr">
            <a:spAutoFit/>
          </a:bodyPr>
          <a:lstStyle/>
          <a:p>
            <a:pPr>
              <a:lnSpc>
                <a:spcPct val="106000"/>
              </a:lnSpc>
              <a:spcAft>
                <a:spcPts val="400"/>
              </a:spcAft>
              <a:defRPr sz="1150" b="0">
                <a:solidFill>
                  <a:srgbClr val="F2F5F8"/>
                </a:solidFill>
                <a:latin typeface="Helvetica Neue"/>
              </a:defRPr>
            </a:pPr>
            <a:r>
              <a:t>Mean reversion / stat arb</a:t>
            </a:r>
          </a:p>
        </p:txBody>
      </p:sp>
      <p:sp>
        <p:nvSpPr>
          <p:cNvPr id="48" name="Rounded Rectangle 47"/>
          <p:cNvSpPr/>
          <p:nvPr/>
        </p:nvSpPr>
        <p:spPr>
          <a:xfrm>
            <a:off x="2926080" y="3337560"/>
            <a:ext cx="274320" cy="256032"/>
          </a:xfrm>
          <a:prstGeom prst="roundRect">
            <a:avLst>
              <a:gd name="adj" fmla="val 28571"/>
            </a:avLst>
          </a:prstGeom>
          <a:solidFill>
            <a:srgbClr val="B3A5FF"/>
          </a:solidFill>
          <a:ln w="10160">
            <a:solidFill>
              <a:srgbClr val="B3A5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V"/>
          <p:cNvSpPr txBox="1"/>
          <p:nvPr/>
        </p:nvSpPr>
        <p:spPr>
          <a:xfrm>
            <a:off x="2926080" y="3337560"/>
            <a:ext cx="274320" cy="256032"/>
          </a:xfrm>
          <a:prstGeom prst="rect">
            <a:avLst/>
          </a:prstGeom>
          <a:noFill/>
        </p:spPr>
        <p:txBody>
          <a:bodyPr wrap="square" lIns="9144" rIns="9144" tIns="0" bIns="0" anchor="ctr">
            <a:spAutoFit/>
          </a:bodyPr>
          <a:lstStyle/>
          <a:p>
            <a:pPr algn="ctr">
              <a:lnSpc>
                <a:spcPct val="106000"/>
              </a:lnSpc>
              <a:spcAft>
                <a:spcPts val="400"/>
              </a:spcAft>
              <a:defRPr sz="950" b="0">
                <a:solidFill>
                  <a:srgbClr val="000000"/>
                </a:solidFill>
                <a:latin typeface="Helvetica Neue"/>
              </a:defRPr>
            </a:pPr>
            <a:r>
              <a:t>V</a:t>
            </a:r>
          </a:p>
        </p:txBody>
      </p:sp>
      <p:sp>
        <p:nvSpPr>
          <p:cNvPr id="50" name="Rounded Rectangle 49"/>
          <p:cNvSpPr/>
          <p:nvPr/>
        </p:nvSpPr>
        <p:spPr>
          <a:xfrm>
            <a:off x="3273552" y="3337560"/>
            <a:ext cx="274320" cy="256032"/>
          </a:xfrm>
          <a:prstGeom prst="roundRect">
            <a:avLst>
              <a:gd name="adj" fmla="val 28571"/>
            </a:avLst>
          </a:prstGeom>
          <a:noFill/>
          <a:ln w="10160">
            <a:solidFill>
              <a:srgbClr val="33333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O"/>
          <p:cNvSpPr txBox="1"/>
          <p:nvPr/>
        </p:nvSpPr>
        <p:spPr>
          <a:xfrm>
            <a:off x="3273552" y="3337560"/>
            <a:ext cx="274320" cy="256032"/>
          </a:xfrm>
          <a:prstGeom prst="rect">
            <a:avLst/>
          </a:prstGeom>
          <a:noFill/>
        </p:spPr>
        <p:txBody>
          <a:bodyPr wrap="square" lIns="9144" rIns="9144" tIns="0" bIns="0" anchor="ctr">
            <a:spAutoFit/>
          </a:bodyPr>
          <a:lstStyle/>
          <a:p>
            <a:pPr algn="ctr">
              <a:lnSpc>
                <a:spcPct val="106000"/>
              </a:lnSpc>
              <a:spcAft>
                <a:spcPts val="400"/>
              </a:spcAft>
              <a:defRPr sz="950" b="0">
                <a:solidFill>
                  <a:srgbClr val="444444"/>
                </a:solidFill>
                <a:latin typeface="Helvetica Neue"/>
              </a:defRPr>
            </a:pPr>
            <a:r>
              <a:t>O</a:t>
            </a:r>
          </a:p>
        </p:txBody>
      </p:sp>
      <p:sp>
        <p:nvSpPr>
          <p:cNvPr id="52" name="Rounded Rectangle 51"/>
          <p:cNvSpPr/>
          <p:nvPr/>
        </p:nvSpPr>
        <p:spPr>
          <a:xfrm>
            <a:off x="3621024" y="3337560"/>
            <a:ext cx="274320" cy="256032"/>
          </a:xfrm>
          <a:prstGeom prst="roundRect">
            <a:avLst>
              <a:gd name="adj" fmla="val 28571"/>
            </a:avLst>
          </a:prstGeom>
          <a:noFill/>
          <a:ln w="10160">
            <a:solidFill>
              <a:srgbClr val="33333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S"/>
          <p:cNvSpPr txBox="1"/>
          <p:nvPr/>
        </p:nvSpPr>
        <p:spPr>
          <a:xfrm>
            <a:off x="3621024" y="3337560"/>
            <a:ext cx="274320" cy="256032"/>
          </a:xfrm>
          <a:prstGeom prst="rect">
            <a:avLst/>
          </a:prstGeom>
          <a:noFill/>
        </p:spPr>
        <p:txBody>
          <a:bodyPr wrap="square" lIns="9144" rIns="9144" tIns="0" bIns="0" anchor="ctr">
            <a:spAutoFit/>
          </a:bodyPr>
          <a:lstStyle/>
          <a:p>
            <a:pPr algn="ctr">
              <a:lnSpc>
                <a:spcPct val="106000"/>
              </a:lnSpc>
              <a:spcAft>
                <a:spcPts val="400"/>
              </a:spcAft>
              <a:defRPr sz="950" b="0">
                <a:solidFill>
                  <a:srgbClr val="444444"/>
                </a:solidFill>
                <a:latin typeface="Helvetica Neue"/>
              </a:defRPr>
            </a:pPr>
            <a:r>
              <a:t>S</a:t>
            </a:r>
          </a:p>
        </p:txBody>
      </p:sp>
      <p:sp>
        <p:nvSpPr>
          <p:cNvPr id="54" name="Rounded Rectangle 53"/>
          <p:cNvSpPr/>
          <p:nvPr/>
        </p:nvSpPr>
        <p:spPr>
          <a:xfrm>
            <a:off x="3968496" y="3337560"/>
            <a:ext cx="274320" cy="256032"/>
          </a:xfrm>
          <a:prstGeom prst="roundRect">
            <a:avLst>
              <a:gd name="adj" fmla="val 28571"/>
            </a:avLst>
          </a:prstGeom>
          <a:noFill/>
          <a:ln w="10160">
            <a:solidFill>
              <a:srgbClr val="33333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I"/>
          <p:cNvSpPr txBox="1"/>
          <p:nvPr/>
        </p:nvSpPr>
        <p:spPr>
          <a:xfrm>
            <a:off x="3968496" y="3337560"/>
            <a:ext cx="274320" cy="256032"/>
          </a:xfrm>
          <a:prstGeom prst="rect">
            <a:avLst/>
          </a:prstGeom>
          <a:noFill/>
        </p:spPr>
        <p:txBody>
          <a:bodyPr wrap="square" lIns="9144" rIns="9144" tIns="0" bIns="0" anchor="ctr">
            <a:spAutoFit/>
          </a:bodyPr>
          <a:lstStyle/>
          <a:p>
            <a:pPr algn="ctr">
              <a:lnSpc>
                <a:spcPct val="106000"/>
              </a:lnSpc>
              <a:spcAft>
                <a:spcPts val="400"/>
              </a:spcAft>
              <a:defRPr sz="950" b="0">
                <a:solidFill>
                  <a:srgbClr val="444444"/>
                </a:solidFill>
                <a:latin typeface="Helvetica Neue"/>
              </a:defRPr>
            </a:pPr>
            <a:r>
              <a:t>I</a:t>
            </a:r>
          </a:p>
        </p:txBody>
      </p:sp>
      <p:sp>
        <p:nvSpPr>
          <p:cNvPr id="56" name="Rounded Rectangle 55"/>
          <p:cNvSpPr/>
          <p:nvPr/>
        </p:nvSpPr>
        <p:spPr>
          <a:xfrm>
            <a:off x="548640" y="3703320"/>
            <a:ext cx="3840480" cy="347472"/>
          </a:xfrm>
          <a:prstGeom prst="roundRect">
            <a:avLst>
              <a:gd name="adj" fmla="val 26315"/>
            </a:avLst>
          </a:prstGeom>
          <a:noFill/>
          <a:ln w="10160">
            <a:solidFill>
              <a:srgbClr val="66666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Funding / basis carry"/>
          <p:cNvSpPr txBox="1"/>
          <p:nvPr/>
        </p:nvSpPr>
        <p:spPr>
          <a:xfrm>
            <a:off x="685800" y="3703320"/>
            <a:ext cx="2194560" cy="347472"/>
          </a:xfrm>
          <a:prstGeom prst="rect">
            <a:avLst/>
          </a:prstGeom>
          <a:noFill/>
        </p:spPr>
        <p:txBody>
          <a:bodyPr wrap="square" lIns="9144" rIns="9144" tIns="0" bIns="0" anchor="ctr">
            <a:spAutoFit/>
          </a:bodyPr>
          <a:lstStyle/>
          <a:p>
            <a:pPr>
              <a:lnSpc>
                <a:spcPct val="106000"/>
              </a:lnSpc>
              <a:spcAft>
                <a:spcPts val="400"/>
              </a:spcAft>
              <a:defRPr sz="1150" b="0">
                <a:solidFill>
                  <a:srgbClr val="F2F5F8"/>
                </a:solidFill>
                <a:latin typeface="Helvetica Neue"/>
              </a:defRPr>
            </a:pPr>
            <a:r>
              <a:t>Funding / basis carry</a:t>
            </a:r>
          </a:p>
        </p:txBody>
      </p:sp>
      <p:sp>
        <p:nvSpPr>
          <p:cNvPr id="58" name="Rounded Rectangle 57"/>
          <p:cNvSpPr/>
          <p:nvPr/>
        </p:nvSpPr>
        <p:spPr>
          <a:xfrm>
            <a:off x="2926080" y="3749039"/>
            <a:ext cx="274320" cy="256032"/>
          </a:xfrm>
          <a:prstGeom prst="roundRect">
            <a:avLst>
              <a:gd name="adj" fmla="val 28571"/>
            </a:avLst>
          </a:prstGeom>
          <a:solidFill>
            <a:srgbClr val="B3A5FF"/>
          </a:solidFill>
          <a:ln w="10160">
            <a:solidFill>
              <a:srgbClr val="B3A5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text:V"/>
          <p:cNvSpPr txBox="1"/>
          <p:nvPr/>
        </p:nvSpPr>
        <p:spPr>
          <a:xfrm>
            <a:off x="2926080" y="3749039"/>
            <a:ext cx="274320" cy="256032"/>
          </a:xfrm>
          <a:prstGeom prst="rect">
            <a:avLst/>
          </a:prstGeom>
          <a:noFill/>
        </p:spPr>
        <p:txBody>
          <a:bodyPr wrap="square" lIns="9144" rIns="9144" tIns="0" bIns="0" anchor="ctr">
            <a:spAutoFit/>
          </a:bodyPr>
          <a:lstStyle/>
          <a:p>
            <a:pPr algn="ctr">
              <a:lnSpc>
                <a:spcPct val="106000"/>
              </a:lnSpc>
              <a:spcAft>
                <a:spcPts val="400"/>
              </a:spcAft>
              <a:defRPr sz="950" b="0">
                <a:solidFill>
                  <a:srgbClr val="000000"/>
                </a:solidFill>
                <a:latin typeface="Helvetica Neue"/>
              </a:defRPr>
            </a:pPr>
            <a:r>
              <a:t>V</a:t>
            </a:r>
          </a:p>
        </p:txBody>
      </p:sp>
      <p:sp>
        <p:nvSpPr>
          <p:cNvPr id="60" name="Rounded Rectangle 59"/>
          <p:cNvSpPr/>
          <p:nvPr/>
        </p:nvSpPr>
        <p:spPr>
          <a:xfrm>
            <a:off x="3273552" y="3749039"/>
            <a:ext cx="274320" cy="256032"/>
          </a:xfrm>
          <a:prstGeom prst="roundRect">
            <a:avLst>
              <a:gd name="adj" fmla="val 28571"/>
            </a:avLst>
          </a:prstGeom>
          <a:solidFill>
            <a:srgbClr val="B3A5FF"/>
          </a:solidFill>
          <a:ln w="10160">
            <a:solidFill>
              <a:srgbClr val="B3A5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text:O"/>
          <p:cNvSpPr txBox="1"/>
          <p:nvPr/>
        </p:nvSpPr>
        <p:spPr>
          <a:xfrm>
            <a:off x="3273552" y="3749039"/>
            <a:ext cx="274320" cy="256032"/>
          </a:xfrm>
          <a:prstGeom prst="rect">
            <a:avLst/>
          </a:prstGeom>
          <a:noFill/>
        </p:spPr>
        <p:txBody>
          <a:bodyPr wrap="square" lIns="9144" rIns="9144" tIns="0" bIns="0" anchor="ctr">
            <a:spAutoFit/>
          </a:bodyPr>
          <a:lstStyle/>
          <a:p>
            <a:pPr algn="ctr">
              <a:lnSpc>
                <a:spcPct val="106000"/>
              </a:lnSpc>
              <a:spcAft>
                <a:spcPts val="400"/>
              </a:spcAft>
              <a:defRPr sz="950" b="0">
                <a:solidFill>
                  <a:srgbClr val="000000"/>
                </a:solidFill>
                <a:latin typeface="Helvetica Neue"/>
              </a:defRPr>
            </a:pPr>
            <a:r>
              <a:t>O</a:t>
            </a:r>
          </a:p>
        </p:txBody>
      </p:sp>
      <p:sp>
        <p:nvSpPr>
          <p:cNvPr id="62" name="Rounded Rectangle 61"/>
          <p:cNvSpPr/>
          <p:nvPr/>
        </p:nvSpPr>
        <p:spPr>
          <a:xfrm>
            <a:off x="3621024" y="3749039"/>
            <a:ext cx="274320" cy="256032"/>
          </a:xfrm>
          <a:prstGeom prst="roundRect">
            <a:avLst>
              <a:gd name="adj" fmla="val 28571"/>
            </a:avLst>
          </a:prstGeom>
          <a:noFill/>
          <a:ln w="10160">
            <a:solidFill>
              <a:srgbClr val="33333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text:S"/>
          <p:cNvSpPr txBox="1"/>
          <p:nvPr/>
        </p:nvSpPr>
        <p:spPr>
          <a:xfrm>
            <a:off x="3621024" y="3749039"/>
            <a:ext cx="274320" cy="256032"/>
          </a:xfrm>
          <a:prstGeom prst="rect">
            <a:avLst/>
          </a:prstGeom>
          <a:noFill/>
        </p:spPr>
        <p:txBody>
          <a:bodyPr wrap="square" lIns="9144" rIns="9144" tIns="0" bIns="0" anchor="ctr">
            <a:spAutoFit/>
          </a:bodyPr>
          <a:lstStyle/>
          <a:p>
            <a:pPr algn="ctr">
              <a:lnSpc>
                <a:spcPct val="106000"/>
              </a:lnSpc>
              <a:spcAft>
                <a:spcPts val="400"/>
              </a:spcAft>
              <a:defRPr sz="950" b="0">
                <a:solidFill>
                  <a:srgbClr val="444444"/>
                </a:solidFill>
                <a:latin typeface="Helvetica Neue"/>
              </a:defRPr>
            </a:pPr>
            <a:r>
              <a:t>S</a:t>
            </a:r>
          </a:p>
        </p:txBody>
      </p:sp>
      <p:sp>
        <p:nvSpPr>
          <p:cNvPr id="64" name="Rounded Rectangle 63"/>
          <p:cNvSpPr/>
          <p:nvPr/>
        </p:nvSpPr>
        <p:spPr>
          <a:xfrm>
            <a:off x="3968496" y="3749039"/>
            <a:ext cx="274320" cy="256032"/>
          </a:xfrm>
          <a:prstGeom prst="roundRect">
            <a:avLst>
              <a:gd name="adj" fmla="val 28571"/>
            </a:avLst>
          </a:prstGeom>
          <a:solidFill>
            <a:srgbClr val="B3A5FF"/>
          </a:solidFill>
          <a:ln w="10160">
            <a:solidFill>
              <a:srgbClr val="B3A5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text:I"/>
          <p:cNvSpPr txBox="1"/>
          <p:nvPr/>
        </p:nvSpPr>
        <p:spPr>
          <a:xfrm>
            <a:off x="3968496" y="3749039"/>
            <a:ext cx="274320" cy="256032"/>
          </a:xfrm>
          <a:prstGeom prst="rect">
            <a:avLst/>
          </a:prstGeom>
          <a:noFill/>
        </p:spPr>
        <p:txBody>
          <a:bodyPr wrap="square" lIns="9144" rIns="9144" tIns="0" bIns="0" anchor="ctr">
            <a:spAutoFit/>
          </a:bodyPr>
          <a:lstStyle/>
          <a:p>
            <a:pPr algn="ctr">
              <a:lnSpc>
                <a:spcPct val="106000"/>
              </a:lnSpc>
              <a:spcAft>
                <a:spcPts val="400"/>
              </a:spcAft>
              <a:defRPr sz="950" b="0">
                <a:solidFill>
                  <a:srgbClr val="000000"/>
                </a:solidFill>
                <a:latin typeface="Helvetica Neue"/>
              </a:defRPr>
            </a:pPr>
            <a:r>
              <a:t>I</a:t>
            </a:r>
          </a:p>
        </p:txBody>
      </p:sp>
      <p:sp>
        <p:nvSpPr>
          <p:cNvPr id="66" name="Rounded Rectangle 65"/>
          <p:cNvSpPr/>
          <p:nvPr/>
        </p:nvSpPr>
        <p:spPr>
          <a:xfrm>
            <a:off x="548640" y="4114800"/>
            <a:ext cx="3840480" cy="347472"/>
          </a:xfrm>
          <a:prstGeom prst="roundRect">
            <a:avLst>
              <a:gd name="adj" fmla="val 26315"/>
            </a:avLst>
          </a:prstGeom>
          <a:noFill/>
          <a:ln w="10160">
            <a:solidFill>
              <a:srgbClr val="66666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text:Liquidation / event-driven"/>
          <p:cNvSpPr txBox="1"/>
          <p:nvPr/>
        </p:nvSpPr>
        <p:spPr>
          <a:xfrm>
            <a:off x="685800" y="4114800"/>
            <a:ext cx="2194560" cy="347472"/>
          </a:xfrm>
          <a:prstGeom prst="rect">
            <a:avLst/>
          </a:prstGeom>
          <a:noFill/>
        </p:spPr>
        <p:txBody>
          <a:bodyPr wrap="square" lIns="9144" rIns="9144" tIns="0" bIns="0" anchor="ctr">
            <a:spAutoFit/>
          </a:bodyPr>
          <a:lstStyle/>
          <a:p>
            <a:pPr>
              <a:lnSpc>
                <a:spcPct val="106000"/>
              </a:lnSpc>
              <a:spcAft>
                <a:spcPts val="400"/>
              </a:spcAft>
              <a:defRPr sz="1150" b="0">
                <a:solidFill>
                  <a:srgbClr val="F2F5F8"/>
                </a:solidFill>
                <a:latin typeface="Helvetica Neue"/>
              </a:defRPr>
            </a:pPr>
            <a:r>
              <a:t>Liquidation / event-driven</a:t>
            </a:r>
          </a:p>
        </p:txBody>
      </p:sp>
      <p:sp>
        <p:nvSpPr>
          <p:cNvPr id="68" name="Rounded Rectangle 67"/>
          <p:cNvSpPr/>
          <p:nvPr/>
        </p:nvSpPr>
        <p:spPr>
          <a:xfrm>
            <a:off x="2926080" y="4160520"/>
            <a:ext cx="274320" cy="256032"/>
          </a:xfrm>
          <a:prstGeom prst="roundRect">
            <a:avLst>
              <a:gd name="adj" fmla="val 28571"/>
            </a:avLst>
          </a:prstGeom>
          <a:solidFill>
            <a:srgbClr val="B3A5FF"/>
          </a:solidFill>
          <a:ln w="10160">
            <a:solidFill>
              <a:srgbClr val="B3A5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text:V"/>
          <p:cNvSpPr txBox="1"/>
          <p:nvPr/>
        </p:nvSpPr>
        <p:spPr>
          <a:xfrm>
            <a:off x="2926080" y="4160520"/>
            <a:ext cx="274320" cy="256032"/>
          </a:xfrm>
          <a:prstGeom prst="rect">
            <a:avLst/>
          </a:prstGeom>
          <a:noFill/>
        </p:spPr>
        <p:txBody>
          <a:bodyPr wrap="square" lIns="9144" rIns="9144" tIns="0" bIns="0" anchor="ctr">
            <a:spAutoFit/>
          </a:bodyPr>
          <a:lstStyle/>
          <a:p>
            <a:pPr algn="ctr">
              <a:lnSpc>
                <a:spcPct val="106000"/>
              </a:lnSpc>
              <a:spcAft>
                <a:spcPts val="400"/>
              </a:spcAft>
              <a:defRPr sz="950" b="0">
                <a:solidFill>
                  <a:srgbClr val="000000"/>
                </a:solidFill>
                <a:latin typeface="Helvetica Neue"/>
              </a:defRPr>
            </a:pPr>
            <a:r>
              <a:t>V</a:t>
            </a:r>
          </a:p>
        </p:txBody>
      </p:sp>
      <p:sp>
        <p:nvSpPr>
          <p:cNvPr id="70" name="Rounded Rectangle 69"/>
          <p:cNvSpPr/>
          <p:nvPr/>
        </p:nvSpPr>
        <p:spPr>
          <a:xfrm>
            <a:off x="3273552" y="4160520"/>
            <a:ext cx="274320" cy="256032"/>
          </a:xfrm>
          <a:prstGeom prst="roundRect">
            <a:avLst>
              <a:gd name="adj" fmla="val 28571"/>
            </a:avLst>
          </a:prstGeom>
          <a:solidFill>
            <a:srgbClr val="B3A5FF"/>
          </a:solidFill>
          <a:ln w="10160">
            <a:solidFill>
              <a:srgbClr val="B3A5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text:O"/>
          <p:cNvSpPr txBox="1"/>
          <p:nvPr/>
        </p:nvSpPr>
        <p:spPr>
          <a:xfrm>
            <a:off x="3273552" y="4160520"/>
            <a:ext cx="274320" cy="256032"/>
          </a:xfrm>
          <a:prstGeom prst="rect">
            <a:avLst/>
          </a:prstGeom>
          <a:noFill/>
        </p:spPr>
        <p:txBody>
          <a:bodyPr wrap="square" lIns="9144" rIns="9144" tIns="0" bIns="0" anchor="ctr">
            <a:spAutoFit/>
          </a:bodyPr>
          <a:lstStyle/>
          <a:p>
            <a:pPr algn="ctr">
              <a:lnSpc>
                <a:spcPct val="106000"/>
              </a:lnSpc>
              <a:spcAft>
                <a:spcPts val="400"/>
              </a:spcAft>
              <a:defRPr sz="950" b="0">
                <a:solidFill>
                  <a:srgbClr val="000000"/>
                </a:solidFill>
                <a:latin typeface="Helvetica Neue"/>
              </a:defRPr>
            </a:pPr>
            <a:r>
              <a:t>O</a:t>
            </a:r>
          </a:p>
        </p:txBody>
      </p:sp>
      <p:sp>
        <p:nvSpPr>
          <p:cNvPr id="72" name="Rounded Rectangle 71"/>
          <p:cNvSpPr/>
          <p:nvPr/>
        </p:nvSpPr>
        <p:spPr>
          <a:xfrm>
            <a:off x="3621024" y="4160520"/>
            <a:ext cx="274320" cy="256032"/>
          </a:xfrm>
          <a:prstGeom prst="roundRect">
            <a:avLst>
              <a:gd name="adj" fmla="val 28571"/>
            </a:avLst>
          </a:prstGeom>
          <a:solidFill>
            <a:srgbClr val="B3A5FF"/>
          </a:solidFill>
          <a:ln w="10160">
            <a:solidFill>
              <a:srgbClr val="B3A5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text:S"/>
          <p:cNvSpPr txBox="1"/>
          <p:nvPr/>
        </p:nvSpPr>
        <p:spPr>
          <a:xfrm>
            <a:off x="3621024" y="4160520"/>
            <a:ext cx="274320" cy="256032"/>
          </a:xfrm>
          <a:prstGeom prst="rect">
            <a:avLst/>
          </a:prstGeom>
          <a:noFill/>
        </p:spPr>
        <p:txBody>
          <a:bodyPr wrap="square" lIns="9144" rIns="9144" tIns="0" bIns="0" anchor="ctr">
            <a:spAutoFit/>
          </a:bodyPr>
          <a:lstStyle/>
          <a:p>
            <a:pPr algn="ctr">
              <a:lnSpc>
                <a:spcPct val="106000"/>
              </a:lnSpc>
              <a:spcAft>
                <a:spcPts val="400"/>
              </a:spcAft>
              <a:defRPr sz="950" b="0">
                <a:solidFill>
                  <a:srgbClr val="000000"/>
                </a:solidFill>
                <a:latin typeface="Helvetica Neue"/>
              </a:defRPr>
            </a:pPr>
            <a:r>
              <a:t>S</a:t>
            </a:r>
          </a:p>
        </p:txBody>
      </p:sp>
      <p:sp>
        <p:nvSpPr>
          <p:cNvPr id="74" name="Rounded Rectangle 73"/>
          <p:cNvSpPr/>
          <p:nvPr/>
        </p:nvSpPr>
        <p:spPr>
          <a:xfrm>
            <a:off x="3968496" y="4160520"/>
            <a:ext cx="274320" cy="256032"/>
          </a:xfrm>
          <a:prstGeom prst="roundRect">
            <a:avLst>
              <a:gd name="adj" fmla="val 28571"/>
            </a:avLst>
          </a:prstGeom>
          <a:noFill/>
          <a:ln w="10160">
            <a:solidFill>
              <a:srgbClr val="33333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text:I"/>
          <p:cNvSpPr txBox="1"/>
          <p:nvPr/>
        </p:nvSpPr>
        <p:spPr>
          <a:xfrm>
            <a:off x="3968496" y="4160520"/>
            <a:ext cx="274320" cy="256032"/>
          </a:xfrm>
          <a:prstGeom prst="rect">
            <a:avLst/>
          </a:prstGeom>
          <a:noFill/>
        </p:spPr>
        <p:txBody>
          <a:bodyPr wrap="square" lIns="9144" rIns="9144" tIns="0" bIns="0" anchor="ctr">
            <a:spAutoFit/>
          </a:bodyPr>
          <a:lstStyle/>
          <a:p>
            <a:pPr algn="ctr">
              <a:lnSpc>
                <a:spcPct val="106000"/>
              </a:lnSpc>
              <a:spcAft>
                <a:spcPts val="400"/>
              </a:spcAft>
              <a:defRPr sz="950" b="0">
                <a:solidFill>
                  <a:srgbClr val="444444"/>
                </a:solidFill>
                <a:latin typeface="Helvetica Neue"/>
              </a:defRPr>
            </a:pPr>
            <a:r>
              <a:t>I</a:t>
            </a:r>
          </a:p>
        </p:txBody>
      </p:sp>
      <p:pic>
        <p:nvPicPr>
          <p:cNvPr id="76" name="Picture 75" descr="04-strategy-map.png"/>
          <p:cNvPicPr>
            <a:picLocks noChangeAspect="1"/>
          </p:cNvPicPr>
          <p:nvPr/>
        </p:nvPicPr>
        <p:blipFill>
          <a:blip r:embed="rId3"/>
          <a:stretch>
            <a:fillRect/>
          </a:stretch>
        </p:blipFill>
        <p:spPr>
          <a:xfrm>
            <a:off x="4759960" y="1645920"/>
            <a:ext cx="3738879" cy="2103120"/>
          </a:xfrm>
          <a:prstGeom prst="roundRect">
            <a:avLst>
              <a:gd name="adj" fmla="val 5217"/>
            </a:avLst>
          </a:prstGeom>
        </p:spPr>
      </p:pic>
      <p:sp>
        <p:nvSpPr>
          <p:cNvPr id="77" name="Rounded Rectangle 76"/>
          <p:cNvSpPr/>
          <p:nvPr/>
        </p:nvSpPr>
        <p:spPr>
          <a:xfrm>
            <a:off x="4759960" y="1645920"/>
            <a:ext cx="3738879" cy="2103120"/>
          </a:xfrm>
          <a:prstGeom prst="roundRect">
            <a:avLst>
              <a:gd name="adj" fmla="val 5217"/>
            </a:avLst>
          </a:prstGeom>
          <a:noFill/>
          <a:ln w="10160">
            <a:solidFill>
              <a:srgbClr val="66666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text:Pick a family: its data lights up."/>
          <p:cNvSpPr txBox="1"/>
          <p:nvPr/>
        </p:nvSpPr>
        <p:spPr>
          <a:xfrm>
            <a:off x="4617720" y="3785615"/>
            <a:ext cx="4023360" cy="182880"/>
          </a:xfrm>
          <a:prstGeom prst="rect">
            <a:avLst/>
          </a:prstGeom>
          <a:noFill/>
        </p:spPr>
        <p:txBody>
          <a:bodyPr wrap="square" lIns="9144" rIns="9144" tIns="0" bIns="0">
            <a:spAutoFit/>
          </a:bodyPr>
          <a:lstStyle/>
          <a:p>
            <a:pPr>
              <a:lnSpc>
                <a:spcPct val="106000"/>
              </a:lnSpc>
              <a:spcAft>
                <a:spcPts val="400"/>
              </a:spcAft>
              <a:defRPr sz="900" b="0">
                <a:solidFill>
                  <a:srgbClr val="9A9AA2"/>
                </a:solidFill>
                <a:latin typeface="Helvetica Neue"/>
              </a:defRPr>
            </a:pPr>
            <a:r>
              <a:t>Pick a family: its data lights up.</a:t>
            </a:r>
          </a:p>
        </p:txBody>
      </p:sp>
      <p:sp>
        <p:nvSpPr>
          <p:cNvPr id="79" name="text:Most edges vanish after costs and la"/>
          <p:cNvSpPr txBox="1"/>
          <p:nvPr/>
        </p:nvSpPr>
        <p:spPr>
          <a:xfrm>
            <a:off x="4617720" y="4005072"/>
            <a:ext cx="4023360" cy="274320"/>
          </a:xfrm>
          <a:prstGeom prst="rect">
            <a:avLst/>
          </a:prstGeom>
          <a:noFill/>
        </p:spPr>
        <p:txBody>
          <a:bodyPr wrap="square" lIns="9144" rIns="9144" tIns="0" bIns="0">
            <a:spAutoFit/>
          </a:bodyPr>
          <a:lstStyle/>
          <a:p>
            <a:pPr>
              <a:lnSpc>
                <a:spcPct val="106000"/>
              </a:lnSpc>
              <a:spcAft>
                <a:spcPts val="400"/>
              </a:spcAft>
              <a:defRPr sz="1300" b="0">
                <a:solidFill>
                  <a:srgbClr val="3DDC97"/>
                </a:solidFill>
                <a:latin typeface="Helvetica Neue"/>
              </a:defRPr>
            </a:pPr>
            <a:r>
              <a:t>Most edges vanish after costs and latency.</a:t>
            </a:r>
          </a:p>
        </p:txBody>
      </p:sp>
      <p:sp>
        <p:nvSpPr>
          <p:cNvPr id="80" name="text:Try it: nus-solana-demos.vercel.app/"/>
          <p:cNvSpPr txBox="1"/>
          <p:nvPr/>
        </p:nvSpPr>
        <p:spPr>
          <a:xfrm>
            <a:off x="4617720" y="4343400"/>
            <a:ext cx="4206240" cy="182880"/>
          </a:xfrm>
          <a:prstGeom prst="rect">
            <a:avLst/>
          </a:prstGeom>
          <a:noFill/>
        </p:spPr>
        <p:txBody>
          <a:bodyPr wrap="square" lIns="9144" rIns="9144" tIns="0" bIns="0">
            <a:spAutoFit/>
          </a:bodyPr>
          <a:lstStyle/>
          <a:p>
            <a:pPr>
              <a:lnSpc>
                <a:spcPct val="106000"/>
              </a:lnSpc>
              <a:spcAft>
                <a:spcPts val="400"/>
              </a:spcAft>
              <a:defRPr sz="750" b="0">
                <a:solidFill>
                  <a:srgbClr val="B3A5FF"/>
                </a:solidFill>
                <a:latin typeface="Menlo"/>
              </a:defRPr>
            </a:pPr>
            <a:r>
              <a:t>Try it: nus-solana-demos.vercel.app/0002/04-strategy-map.html</a:t>
            </a:r>
          </a:p>
        </p:txBody>
      </p:sp>
      <p:sp>
        <p:nvSpPr>
          <p:cNvPr id="81" name="text:Live mode: switch it on to watch rea"/>
          <p:cNvSpPr txBox="1"/>
          <p:nvPr/>
        </p:nvSpPr>
        <p:spPr>
          <a:xfrm>
            <a:off x="4617720" y="4526280"/>
            <a:ext cx="4023360" cy="182880"/>
          </a:xfrm>
          <a:prstGeom prst="rect">
            <a:avLst/>
          </a:prstGeom>
          <a:noFill/>
        </p:spPr>
        <p:txBody>
          <a:bodyPr wrap="square" lIns="9144" rIns="9144" tIns="0" bIns="0">
            <a:spAutoFit/>
          </a:bodyPr>
          <a:lstStyle/>
          <a:p>
            <a:pPr>
              <a:lnSpc>
                <a:spcPct val="106000"/>
              </a:lnSpc>
              <a:spcAft>
                <a:spcPts val="400"/>
              </a:spcAft>
              <a:defRPr sz="900" b="0">
                <a:solidFill>
                  <a:srgbClr val="3DDC97"/>
                </a:solidFill>
                <a:latin typeface="Helvetica Neue"/>
              </a:defRPr>
            </a:pPr>
            <a:r>
              <a:t>Live mode: switch it on to watch real Solana data.</a:t>
            </a:r>
          </a:p>
        </p:txBody>
      </p:sp>
      <p:sp>
        <p:nvSpPr>
          <p:cNvPr id="82" name="text:Source: data each family needs is ou"/>
          <p:cNvSpPr txBox="1"/>
          <p:nvPr/>
        </p:nvSpPr>
        <p:spPr>
          <a:xfrm>
            <a:off x="502920" y="4727448"/>
            <a:ext cx="7772400" cy="292608"/>
          </a:xfrm>
          <a:prstGeom prst="rect">
            <a:avLst/>
          </a:prstGeom>
          <a:noFill/>
        </p:spPr>
        <p:txBody>
          <a:bodyPr wrap="square" lIns="9144" rIns="9144" tIns="0" bIns="0">
            <a:spAutoFit/>
          </a:bodyPr>
          <a:lstStyle/>
          <a:p>
            <a:pPr>
              <a:lnSpc>
                <a:spcPct val="106000"/>
              </a:lnSpc>
              <a:spcAft>
                <a:spcPts val="400"/>
              </a:spcAft>
              <a:defRPr sz="800" b="0">
                <a:solidFill>
                  <a:srgbClr val="9A9AA2"/>
                </a:solidFill>
                <a:latin typeface="Helvetica Neue"/>
              </a:defRPr>
            </a:pPr>
            <a:r>
              <a:t>Source: data each family needs is our teaching map, not a recommendation. Simulated, on recorded data.</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showMasterSp="0">
  <p:cSld>
    <p:bg>
      <p:bgPr>
        <a:solidFill>
          <a:srgbClr val="000000"/>
        </a:solidFill>
        <a:effectLst/>
      </p:bgPr>
    </p:bg>
    <p:spTree>
      <p:nvGrpSpPr>
        <p:cNvPr id="1" name=""/>
        <p:cNvGrpSpPr/>
        <p:nvPr/>
      </p:nvGrpSpPr>
      <p:grpSpPr/>
      <p:sp>
        <p:nvSpPr>
          <p:cNvPr id="2" name="text:Fees and slippage"/>
          <p:cNvSpPr txBox="1"/>
          <p:nvPr/>
        </p:nvSpPr>
        <p:spPr>
          <a:xfrm>
            <a:off x="457200" y="457200"/>
            <a:ext cx="8229600" cy="548640"/>
          </a:xfrm>
          <a:prstGeom prst="rect">
            <a:avLst/>
          </a:prstGeom>
          <a:noFill/>
        </p:spPr>
        <p:txBody>
          <a:bodyPr wrap="square" lIns="9144" rIns="9144" tIns="0" bIns="0">
            <a:spAutoFit/>
          </a:bodyPr>
          <a:lstStyle/>
          <a:p>
            <a:pPr>
              <a:lnSpc>
                <a:spcPct val="106000"/>
              </a:lnSpc>
              <a:spcAft>
                <a:spcPts val="400"/>
              </a:spcAft>
              <a:defRPr sz="3400" b="0">
                <a:solidFill>
                  <a:srgbClr val="F2F5F8"/>
                </a:solidFill>
                <a:latin typeface="Helvetica Neue"/>
              </a:defRPr>
            </a:pPr>
            <a:r>
              <a:t>Fees and slippage</a:t>
            </a:r>
          </a:p>
        </p:txBody>
      </p:sp>
      <p:sp>
        <p:nvSpPr>
          <p:cNvPr id="3" name="text:A gross edge is not what you keep."/>
          <p:cNvSpPr txBox="1"/>
          <p:nvPr/>
        </p:nvSpPr>
        <p:spPr>
          <a:xfrm>
            <a:off x="475488" y="1051560"/>
            <a:ext cx="8138160" cy="274320"/>
          </a:xfrm>
          <a:prstGeom prst="rect">
            <a:avLst/>
          </a:prstGeom>
          <a:noFill/>
        </p:spPr>
        <p:txBody>
          <a:bodyPr wrap="square" lIns="9144" rIns="9144" tIns="0" bIns="0">
            <a:spAutoFit/>
          </a:bodyPr>
          <a:lstStyle/>
          <a:p>
            <a:pPr>
              <a:lnSpc>
                <a:spcPct val="106000"/>
              </a:lnSpc>
              <a:spcAft>
                <a:spcPts val="400"/>
              </a:spcAft>
              <a:defRPr sz="1500" b="0">
                <a:solidFill>
                  <a:srgbClr val="B3A5FF"/>
                </a:solidFill>
                <a:latin typeface="Helvetica Neue"/>
              </a:defRPr>
            </a:pPr>
            <a:r>
              <a:t>A gross edge is not what you keep.</a:t>
            </a:r>
          </a:p>
        </p:txBody>
      </p:sp>
      <p:sp>
        <p:nvSpPr>
          <p:cNvPr id="4" name="text:15"/>
          <p:cNvSpPr txBox="1"/>
          <p:nvPr/>
        </p:nvSpPr>
        <p:spPr>
          <a:xfrm>
            <a:off x="8503920" y="4800600"/>
            <a:ext cx="365760" cy="164592"/>
          </a:xfrm>
          <a:prstGeom prst="rect">
            <a:avLst/>
          </a:prstGeom>
          <a:noFill/>
        </p:spPr>
        <p:txBody>
          <a:bodyPr wrap="square" lIns="9144" rIns="9144" tIns="0" bIns="0">
            <a:spAutoFit/>
          </a:bodyPr>
          <a:lstStyle/>
          <a:p>
            <a:pPr algn="r">
              <a:lnSpc>
                <a:spcPct val="106000"/>
              </a:lnSpc>
              <a:spcAft>
                <a:spcPts val="400"/>
              </a:spcAft>
              <a:defRPr sz="800" b="0">
                <a:solidFill>
                  <a:srgbClr val="9A9AA2"/>
                </a:solidFill>
                <a:latin typeface="Helvetica Neue"/>
              </a:defRPr>
            </a:pPr>
            <a:r>
              <a:t>15</a:t>
            </a:r>
          </a:p>
        </p:txBody>
      </p:sp>
      <p:sp>
        <p:nvSpPr>
          <p:cNvPr id="5" name="Rounded Rectangle 4"/>
          <p:cNvSpPr/>
          <p:nvPr/>
        </p:nvSpPr>
        <p:spPr>
          <a:xfrm>
            <a:off x="548640" y="1463040"/>
            <a:ext cx="3840480" cy="457200"/>
          </a:xfrm>
          <a:prstGeom prst="roundRect">
            <a:avLst>
              <a:gd name="adj" fmla="val 28000"/>
            </a:avLst>
          </a:prstGeom>
          <a:noFill/>
          <a:ln w="10160">
            <a:solidFill>
              <a:srgbClr val="B3A5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Gross edge"/>
          <p:cNvSpPr txBox="1"/>
          <p:nvPr/>
        </p:nvSpPr>
        <p:spPr>
          <a:xfrm>
            <a:off x="713232" y="1463040"/>
            <a:ext cx="1737360" cy="457200"/>
          </a:xfrm>
          <a:prstGeom prst="rect">
            <a:avLst/>
          </a:prstGeom>
          <a:noFill/>
        </p:spPr>
        <p:txBody>
          <a:bodyPr wrap="square" lIns="9144" rIns="9144" tIns="0" bIns="0" anchor="ctr">
            <a:spAutoFit/>
          </a:bodyPr>
          <a:lstStyle/>
          <a:p>
            <a:pPr>
              <a:lnSpc>
                <a:spcPct val="106000"/>
              </a:lnSpc>
              <a:spcAft>
                <a:spcPts val="400"/>
              </a:spcAft>
              <a:defRPr sz="1300" b="0">
                <a:solidFill>
                  <a:srgbClr val="F2F5F8"/>
                </a:solidFill>
                <a:latin typeface="Helvetica Neue"/>
              </a:defRPr>
            </a:pPr>
            <a:r>
              <a:t>Gross edge</a:t>
            </a:r>
          </a:p>
        </p:txBody>
      </p:sp>
      <p:sp>
        <p:nvSpPr>
          <p:cNvPr id="7" name="text:what the chart shows"/>
          <p:cNvSpPr txBox="1"/>
          <p:nvPr/>
        </p:nvSpPr>
        <p:spPr>
          <a:xfrm>
            <a:off x="2331720" y="1463040"/>
            <a:ext cx="1965960" cy="457200"/>
          </a:xfrm>
          <a:prstGeom prst="rect">
            <a:avLst/>
          </a:prstGeom>
          <a:noFill/>
        </p:spPr>
        <p:txBody>
          <a:bodyPr wrap="square" lIns="9144" rIns="9144" tIns="0" bIns="0" anchor="ctr">
            <a:spAutoFit/>
          </a:bodyPr>
          <a:lstStyle/>
          <a:p>
            <a:pPr algn="r">
              <a:lnSpc>
                <a:spcPct val="106000"/>
              </a:lnSpc>
              <a:spcAft>
                <a:spcPts val="400"/>
              </a:spcAft>
              <a:defRPr sz="1000" b="0">
                <a:solidFill>
                  <a:srgbClr val="9A9AA2"/>
                </a:solidFill>
                <a:latin typeface="Helvetica Neue"/>
              </a:defRPr>
            </a:pPr>
            <a:r>
              <a:t>what the chart shows</a:t>
            </a:r>
          </a:p>
        </p:txBody>
      </p:sp>
      <p:sp>
        <p:nvSpPr>
          <p:cNvPr id="8" name="Rounded Rectangle 7"/>
          <p:cNvSpPr/>
          <p:nvPr/>
        </p:nvSpPr>
        <p:spPr>
          <a:xfrm>
            <a:off x="548640" y="2011680"/>
            <a:ext cx="3840480" cy="457200"/>
          </a:xfrm>
          <a:prstGeom prst="roundRect">
            <a:avLst>
              <a:gd name="adj" fmla="val 28000"/>
            </a:avLst>
          </a:prstGeom>
          <a:noFill/>
          <a:ln w="10160">
            <a:solidFill>
              <a:srgbClr val="9A9AA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minus fees"/>
          <p:cNvSpPr txBox="1"/>
          <p:nvPr/>
        </p:nvSpPr>
        <p:spPr>
          <a:xfrm>
            <a:off x="713232" y="2011680"/>
            <a:ext cx="1737360" cy="457200"/>
          </a:xfrm>
          <a:prstGeom prst="rect">
            <a:avLst/>
          </a:prstGeom>
          <a:noFill/>
        </p:spPr>
        <p:txBody>
          <a:bodyPr wrap="square" lIns="9144" rIns="9144" tIns="0" bIns="0" anchor="ctr">
            <a:spAutoFit/>
          </a:bodyPr>
          <a:lstStyle/>
          <a:p>
            <a:pPr>
              <a:lnSpc>
                <a:spcPct val="106000"/>
              </a:lnSpc>
              <a:spcAft>
                <a:spcPts val="400"/>
              </a:spcAft>
              <a:defRPr sz="1300" b="0">
                <a:solidFill>
                  <a:srgbClr val="F2F5F8"/>
                </a:solidFill>
                <a:latin typeface="Helvetica Neue"/>
              </a:defRPr>
            </a:pPr>
            <a:r>
              <a:t>minus fees</a:t>
            </a:r>
          </a:p>
        </p:txBody>
      </p:sp>
      <p:sp>
        <p:nvSpPr>
          <p:cNvPr id="10" name="text:5 bps on each leg"/>
          <p:cNvSpPr txBox="1"/>
          <p:nvPr/>
        </p:nvSpPr>
        <p:spPr>
          <a:xfrm>
            <a:off x="2331720" y="2011680"/>
            <a:ext cx="1965960" cy="457200"/>
          </a:xfrm>
          <a:prstGeom prst="rect">
            <a:avLst/>
          </a:prstGeom>
          <a:noFill/>
        </p:spPr>
        <p:txBody>
          <a:bodyPr wrap="square" lIns="9144" rIns="9144" tIns="0" bIns="0" anchor="ctr">
            <a:spAutoFit/>
          </a:bodyPr>
          <a:lstStyle/>
          <a:p>
            <a:pPr algn="r">
              <a:lnSpc>
                <a:spcPct val="106000"/>
              </a:lnSpc>
              <a:spcAft>
                <a:spcPts val="400"/>
              </a:spcAft>
              <a:defRPr sz="1000" b="0">
                <a:solidFill>
                  <a:srgbClr val="9A9AA2"/>
                </a:solidFill>
                <a:latin typeface="Helvetica Neue"/>
              </a:defRPr>
            </a:pPr>
            <a:r>
              <a:t>5 bps on each leg</a:t>
            </a:r>
          </a:p>
        </p:txBody>
      </p:sp>
      <p:sp>
        <p:nvSpPr>
          <p:cNvPr id="11" name="Rounded Rectangle 10"/>
          <p:cNvSpPr/>
          <p:nvPr/>
        </p:nvSpPr>
        <p:spPr>
          <a:xfrm>
            <a:off x="548640" y="2560320"/>
            <a:ext cx="3840480" cy="457200"/>
          </a:xfrm>
          <a:prstGeom prst="roundRect">
            <a:avLst>
              <a:gd name="adj" fmla="val 28000"/>
            </a:avLst>
          </a:prstGeom>
          <a:noFill/>
          <a:ln w="10160">
            <a:solidFill>
              <a:srgbClr val="9A9AA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minus slippage"/>
          <p:cNvSpPr txBox="1"/>
          <p:nvPr/>
        </p:nvSpPr>
        <p:spPr>
          <a:xfrm>
            <a:off x="713232" y="2560320"/>
            <a:ext cx="1737360" cy="457200"/>
          </a:xfrm>
          <a:prstGeom prst="rect">
            <a:avLst/>
          </a:prstGeom>
          <a:noFill/>
        </p:spPr>
        <p:txBody>
          <a:bodyPr wrap="square" lIns="9144" rIns="9144" tIns="0" bIns="0" anchor="ctr">
            <a:spAutoFit/>
          </a:bodyPr>
          <a:lstStyle/>
          <a:p>
            <a:pPr>
              <a:lnSpc>
                <a:spcPct val="106000"/>
              </a:lnSpc>
              <a:spcAft>
                <a:spcPts val="400"/>
              </a:spcAft>
              <a:defRPr sz="1300" b="0">
                <a:solidFill>
                  <a:srgbClr val="F2F5F8"/>
                </a:solidFill>
                <a:latin typeface="Helvetica Neue"/>
              </a:defRPr>
            </a:pPr>
            <a:r>
              <a:t>minus slippage</a:t>
            </a:r>
          </a:p>
        </p:txBody>
      </p:sp>
      <p:sp>
        <p:nvSpPr>
          <p:cNvPr id="13" name="text:2 bps on each leg"/>
          <p:cNvSpPr txBox="1"/>
          <p:nvPr/>
        </p:nvSpPr>
        <p:spPr>
          <a:xfrm>
            <a:off x="2331720" y="2560320"/>
            <a:ext cx="1965960" cy="457200"/>
          </a:xfrm>
          <a:prstGeom prst="rect">
            <a:avLst/>
          </a:prstGeom>
          <a:noFill/>
        </p:spPr>
        <p:txBody>
          <a:bodyPr wrap="square" lIns="9144" rIns="9144" tIns="0" bIns="0" anchor="ctr">
            <a:spAutoFit/>
          </a:bodyPr>
          <a:lstStyle/>
          <a:p>
            <a:pPr algn="r">
              <a:lnSpc>
                <a:spcPct val="106000"/>
              </a:lnSpc>
              <a:spcAft>
                <a:spcPts val="400"/>
              </a:spcAft>
              <a:defRPr sz="1000" b="0">
                <a:solidFill>
                  <a:srgbClr val="9A9AA2"/>
                </a:solidFill>
                <a:latin typeface="Helvetica Neue"/>
              </a:defRPr>
            </a:pPr>
            <a:r>
              <a:t>2 bps on each leg</a:t>
            </a:r>
          </a:p>
        </p:txBody>
      </p:sp>
      <p:sp>
        <p:nvSpPr>
          <p:cNvPr id="14" name="Rounded Rectangle 13"/>
          <p:cNvSpPr/>
          <p:nvPr/>
        </p:nvSpPr>
        <p:spPr>
          <a:xfrm>
            <a:off x="548640" y="3108960"/>
            <a:ext cx="3840480" cy="457200"/>
          </a:xfrm>
          <a:prstGeom prst="roundRect">
            <a:avLst>
              <a:gd name="adj" fmla="val 28000"/>
            </a:avLst>
          </a:prstGeom>
          <a:noFill/>
          <a:ln w="10160">
            <a:solidFill>
              <a:srgbClr val="3DDC9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Net result"/>
          <p:cNvSpPr txBox="1"/>
          <p:nvPr/>
        </p:nvSpPr>
        <p:spPr>
          <a:xfrm>
            <a:off x="713232" y="3108960"/>
            <a:ext cx="1737360" cy="457200"/>
          </a:xfrm>
          <a:prstGeom prst="rect">
            <a:avLst/>
          </a:prstGeom>
          <a:noFill/>
        </p:spPr>
        <p:txBody>
          <a:bodyPr wrap="square" lIns="9144" rIns="9144" tIns="0" bIns="0" anchor="ctr">
            <a:spAutoFit/>
          </a:bodyPr>
          <a:lstStyle/>
          <a:p>
            <a:pPr>
              <a:lnSpc>
                <a:spcPct val="106000"/>
              </a:lnSpc>
              <a:spcAft>
                <a:spcPts val="400"/>
              </a:spcAft>
              <a:defRPr sz="1300" b="0">
                <a:solidFill>
                  <a:srgbClr val="F2F5F8"/>
                </a:solidFill>
                <a:latin typeface="Helvetica Neue"/>
              </a:defRPr>
            </a:pPr>
            <a:r>
              <a:t>Net result</a:t>
            </a:r>
          </a:p>
        </p:txBody>
      </p:sp>
      <p:sp>
        <p:nvSpPr>
          <p:cNvPr id="16" name="text:what you keep"/>
          <p:cNvSpPr txBox="1"/>
          <p:nvPr/>
        </p:nvSpPr>
        <p:spPr>
          <a:xfrm>
            <a:off x="2331720" y="3108960"/>
            <a:ext cx="1965960" cy="457200"/>
          </a:xfrm>
          <a:prstGeom prst="rect">
            <a:avLst/>
          </a:prstGeom>
          <a:noFill/>
        </p:spPr>
        <p:txBody>
          <a:bodyPr wrap="square" lIns="9144" rIns="9144" tIns="0" bIns="0" anchor="ctr">
            <a:spAutoFit/>
          </a:bodyPr>
          <a:lstStyle/>
          <a:p>
            <a:pPr algn="r">
              <a:lnSpc>
                <a:spcPct val="106000"/>
              </a:lnSpc>
              <a:spcAft>
                <a:spcPts val="400"/>
              </a:spcAft>
              <a:defRPr sz="1000" b="0">
                <a:solidFill>
                  <a:srgbClr val="9A9AA2"/>
                </a:solidFill>
                <a:latin typeface="Helvetica Neue"/>
              </a:defRPr>
            </a:pPr>
            <a:r>
              <a:t>what you keep</a:t>
            </a:r>
          </a:p>
        </p:txBody>
      </p:sp>
      <p:sp>
        <p:nvSpPr>
          <p:cNvPr id="17" name="text:RECORDED RUN, ONE STRATEGY"/>
          <p:cNvSpPr txBox="1"/>
          <p:nvPr/>
        </p:nvSpPr>
        <p:spPr>
          <a:xfrm>
            <a:off x="548640" y="3749039"/>
            <a:ext cx="3657600" cy="182880"/>
          </a:xfrm>
          <a:prstGeom prst="rect">
            <a:avLst/>
          </a:prstGeom>
          <a:noFill/>
        </p:spPr>
        <p:txBody>
          <a:bodyPr wrap="square" lIns="9144" rIns="9144" tIns="0" bIns="0">
            <a:spAutoFit/>
          </a:bodyPr>
          <a:lstStyle/>
          <a:p>
            <a:pPr>
              <a:lnSpc>
                <a:spcPct val="106000"/>
              </a:lnSpc>
              <a:spcAft>
                <a:spcPts val="400"/>
              </a:spcAft>
              <a:defRPr sz="900" b="0">
                <a:solidFill>
                  <a:srgbClr val="B3A5FF"/>
                </a:solidFill>
                <a:latin typeface="Helvetica Neue"/>
              </a:defRPr>
            </a:pPr>
            <a:r>
              <a:t>RECORDED RUN, ONE STRATEGY</a:t>
            </a:r>
          </a:p>
        </p:txBody>
      </p:sp>
      <p:sp>
        <p:nvSpPr>
          <p:cNvPr id="18" name="Rounded Rectangle 17"/>
          <p:cNvSpPr/>
          <p:nvPr/>
        </p:nvSpPr>
        <p:spPr>
          <a:xfrm>
            <a:off x="548640" y="3977639"/>
            <a:ext cx="3840480" cy="566928"/>
          </a:xfrm>
          <a:prstGeom prst="roundRect">
            <a:avLst>
              <a:gd name="adj" fmla="val 22580"/>
            </a:avLst>
          </a:prstGeom>
          <a:solidFill>
            <a:srgbClr val="100821"/>
          </a:solidFill>
          <a:ln w="10160">
            <a:solidFill>
              <a:srgbClr val="66666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Pool vs oracle basis"/>
          <p:cNvSpPr txBox="1"/>
          <p:nvPr/>
        </p:nvSpPr>
        <p:spPr>
          <a:xfrm>
            <a:off x="713232" y="3977639"/>
            <a:ext cx="1645920" cy="566928"/>
          </a:xfrm>
          <a:prstGeom prst="rect">
            <a:avLst/>
          </a:prstGeom>
          <a:noFill/>
        </p:spPr>
        <p:txBody>
          <a:bodyPr wrap="square" lIns="9144" rIns="9144" tIns="0" bIns="0" anchor="ctr">
            <a:spAutoFit/>
          </a:bodyPr>
          <a:lstStyle/>
          <a:p>
            <a:pPr>
              <a:lnSpc>
                <a:spcPct val="106000"/>
              </a:lnSpc>
              <a:spcAft>
                <a:spcPts val="400"/>
              </a:spcAft>
              <a:defRPr sz="1050" b="0">
                <a:solidFill>
                  <a:srgbClr val="9A9AA2"/>
                </a:solidFill>
                <a:latin typeface="Helvetica Neue"/>
              </a:defRPr>
            </a:pPr>
            <a:r>
              <a:t>Pool vs oracle basis</a:t>
            </a:r>
          </a:p>
        </p:txBody>
      </p:sp>
      <p:sp>
        <p:nvSpPr>
          <p:cNvPr id="20" name="text:gross +1.31 USD  net -25.29 USD"/>
          <p:cNvSpPr txBox="1"/>
          <p:nvPr/>
        </p:nvSpPr>
        <p:spPr>
          <a:xfrm>
            <a:off x="2286000" y="3977639"/>
            <a:ext cx="2011680" cy="566928"/>
          </a:xfrm>
          <a:prstGeom prst="rect">
            <a:avLst/>
          </a:prstGeom>
          <a:noFill/>
        </p:spPr>
        <p:txBody>
          <a:bodyPr wrap="square" lIns="9144" rIns="9144" tIns="0" bIns="0" anchor="ctr">
            <a:spAutoFit/>
          </a:bodyPr>
          <a:lstStyle/>
          <a:p>
            <a:pPr algn="r">
              <a:lnSpc>
                <a:spcPct val="106000"/>
              </a:lnSpc>
              <a:spcAft>
                <a:spcPts val="400"/>
              </a:spcAft>
              <a:defRPr sz="1050" b="0">
                <a:solidFill>
                  <a:srgbClr val="F2F5F8"/>
                </a:solidFill>
                <a:latin typeface="Helvetica Neue"/>
              </a:defRPr>
            </a:pPr>
            <a:r>
              <a:t>gross +1.31 USD  net -25.29 USD</a:t>
            </a:r>
          </a:p>
        </p:txBody>
      </p:sp>
      <p:pic>
        <p:nvPicPr>
          <p:cNvPr id="21" name="Picture 20" descr="05-fees-slippage.png"/>
          <p:cNvPicPr>
            <a:picLocks noChangeAspect="1"/>
          </p:cNvPicPr>
          <p:nvPr/>
        </p:nvPicPr>
        <p:blipFill>
          <a:blip r:embed="rId3"/>
          <a:stretch>
            <a:fillRect/>
          </a:stretch>
        </p:blipFill>
        <p:spPr>
          <a:xfrm>
            <a:off x="4617720" y="1465325"/>
            <a:ext cx="4023360" cy="2263140"/>
          </a:xfrm>
          <a:prstGeom prst="roundRect">
            <a:avLst>
              <a:gd name="adj" fmla="val 4848"/>
            </a:avLst>
          </a:prstGeom>
        </p:spPr>
      </p:pic>
      <p:sp>
        <p:nvSpPr>
          <p:cNvPr id="22" name="Rounded Rectangle 21"/>
          <p:cNvSpPr/>
          <p:nvPr/>
        </p:nvSpPr>
        <p:spPr>
          <a:xfrm>
            <a:off x="4617720" y="1465325"/>
            <a:ext cx="4023360" cy="2263140"/>
          </a:xfrm>
          <a:prstGeom prst="roundRect">
            <a:avLst>
              <a:gd name="adj" fmla="val 4848"/>
            </a:avLst>
          </a:prstGeom>
          <a:noFill/>
          <a:ln w="10160">
            <a:solidFill>
              <a:srgbClr val="66666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Drag the sliders: gross bars shrink "/>
          <p:cNvSpPr txBox="1"/>
          <p:nvPr/>
        </p:nvSpPr>
        <p:spPr>
          <a:xfrm>
            <a:off x="4617720" y="3776472"/>
            <a:ext cx="4023360" cy="182880"/>
          </a:xfrm>
          <a:prstGeom prst="rect">
            <a:avLst/>
          </a:prstGeom>
          <a:noFill/>
        </p:spPr>
        <p:txBody>
          <a:bodyPr wrap="square" lIns="9144" rIns="9144" tIns="0" bIns="0">
            <a:spAutoFit/>
          </a:bodyPr>
          <a:lstStyle/>
          <a:p>
            <a:pPr>
              <a:lnSpc>
                <a:spcPct val="106000"/>
              </a:lnSpc>
              <a:spcAft>
                <a:spcPts val="400"/>
              </a:spcAft>
              <a:defRPr sz="900" b="0">
                <a:solidFill>
                  <a:srgbClr val="9A9AA2"/>
                </a:solidFill>
                <a:latin typeface="Helvetica Neue"/>
              </a:defRPr>
            </a:pPr>
            <a:r>
              <a:t>Drag the sliders: gross bars shrink into net.</a:t>
            </a:r>
          </a:p>
        </p:txBody>
      </p:sp>
      <p:sp>
        <p:nvSpPr>
          <p:cNvPr id="24" name="text:Simulated, on recorded data; not adv"/>
          <p:cNvSpPr txBox="1"/>
          <p:nvPr/>
        </p:nvSpPr>
        <p:spPr>
          <a:xfrm>
            <a:off x="4617720" y="4005072"/>
            <a:ext cx="4023360" cy="274320"/>
          </a:xfrm>
          <a:prstGeom prst="rect">
            <a:avLst/>
          </a:prstGeom>
          <a:noFill/>
        </p:spPr>
        <p:txBody>
          <a:bodyPr wrap="square" lIns="9144" rIns="9144" tIns="0" bIns="0">
            <a:spAutoFit/>
          </a:bodyPr>
          <a:lstStyle/>
          <a:p>
            <a:pPr>
              <a:lnSpc>
                <a:spcPct val="106000"/>
              </a:lnSpc>
              <a:spcAft>
                <a:spcPts val="400"/>
              </a:spcAft>
              <a:defRPr sz="1200" b="0">
                <a:solidFill>
                  <a:srgbClr val="3DDC97"/>
                </a:solidFill>
                <a:latin typeface="Helvetica Neue"/>
              </a:defRPr>
            </a:pPr>
            <a:r>
              <a:t>Simulated, on recorded data; not advice.</a:t>
            </a:r>
          </a:p>
        </p:txBody>
      </p:sp>
      <p:sp>
        <p:nvSpPr>
          <p:cNvPr id="25" name="text:Try it: nus-solana-demos.vercel.app/"/>
          <p:cNvSpPr txBox="1"/>
          <p:nvPr/>
        </p:nvSpPr>
        <p:spPr>
          <a:xfrm>
            <a:off x="4617720" y="4343400"/>
            <a:ext cx="4206240" cy="182880"/>
          </a:xfrm>
          <a:prstGeom prst="rect">
            <a:avLst/>
          </a:prstGeom>
          <a:noFill/>
        </p:spPr>
        <p:txBody>
          <a:bodyPr wrap="square" lIns="9144" rIns="9144" tIns="0" bIns="0">
            <a:spAutoFit/>
          </a:bodyPr>
          <a:lstStyle/>
          <a:p>
            <a:pPr>
              <a:lnSpc>
                <a:spcPct val="106000"/>
              </a:lnSpc>
              <a:spcAft>
                <a:spcPts val="400"/>
              </a:spcAft>
              <a:defRPr sz="750" b="0">
                <a:solidFill>
                  <a:srgbClr val="B3A5FF"/>
                </a:solidFill>
                <a:latin typeface="Menlo"/>
              </a:defRPr>
            </a:pPr>
            <a:r>
              <a:t>Try it: nus-solana-demos.vercel.app/0002/05-fees-slippage.html</a:t>
            </a:r>
          </a:p>
        </p:txBody>
      </p:sp>
      <p:sp>
        <p:nvSpPr>
          <p:cNvPr id="26" name="text:Live mode: switch it on to watch rea"/>
          <p:cNvSpPr txBox="1"/>
          <p:nvPr/>
        </p:nvSpPr>
        <p:spPr>
          <a:xfrm>
            <a:off x="4617720" y="4526280"/>
            <a:ext cx="4023360" cy="182880"/>
          </a:xfrm>
          <a:prstGeom prst="rect">
            <a:avLst/>
          </a:prstGeom>
          <a:noFill/>
        </p:spPr>
        <p:txBody>
          <a:bodyPr wrap="square" lIns="9144" rIns="9144" tIns="0" bIns="0">
            <a:spAutoFit/>
          </a:bodyPr>
          <a:lstStyle/>
          <a:p>
            <a:pPr>
              <a:lnSpc>
                <a:spcPct val="106000"/>
              </a:lnSpc>
              <a:spcAft>
                <a:spcPts val="400"/>
              </a:spcAft>
              <a:defRPr sz="900" b="0">
                <a:solidFill>
                  <a:srgbClr val="3DDC97"/>
                </a:solidFill>
                <a:latin typeface="Helvetica Neue"/>
              </a:defRPr>
            </a:pPr>
            <a:r>
              <a:t>Live mode: switch it on to watch real Solana data.</a:t>
            </a:r>
          </a:p>
        </p:txBody>
      </p:sp>
      <p:sp>
        <p:nvSpPr>
          <p:cNvPr id="27" name="text:Source: Learning Lab demo and code/o"/>
          <p:cNvSpPr txBox="1"/>
          <p:nvPr/>
        </p:nvSpPr>
        <p:spPr>
          <a:xfrm>
            <a:off x="502920" y="4727448"/>
            <a:ext cx="7772400" cy="292608"/>
          </a:xfrm>
          <a:prstGeom prst="rect">
            <a:avLst/>
          </a:prstGeom>
          <a:noFill/>
        </p:spPr>
        <p:txBody>
          <a:bodyPr wrap="square" lIns="9144" rIns="9144" tIns="0" bIns="0">
            <a:spAutoFit/>
          </a:bodyPr>
          <a:lstStyle/>
          <a:p>
            <a:pPr>
              <a:lnSpc>
                <a:spcPct val="106000"/>
              </a:lnSpc>
              <a:spcAft>
                <a:spcPts val="400"/>
              </a:spcAft>
              <a:defRPr sz="800" b="0">
                <a:solidFill>
                  <a:srgbClr val="9A9AA2"/>
                </a:solidFill>
                <a:latin typeface="Helvetica Neue"/>
              </a:defRPr>
            </a:pPr>
            <a:r>
              <a:t>Source: Learning Lab demo and code/out/strategies.json, recorded data. Simulated, on recorded data; not advice.</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showMasterSp="0">
  <p:cSld>
    <p:bg>
      <p:bgPr>
        <a:solidFill>
          <a:srgbClr val="000000"/>
        </a:solidFill>
        <a:effectLst/>
      </p:bgPr>
    </p:bg>
    <p:spTree>
      <p:nvGrpSpPr>
        <p:cNvPr id="1" name=""/>
        <p:cNvGrpSpPr/>
        <p:nvPr/>
      </p:nvGrpSpPr>
      <p:grpSpPr/>
      <p:sp>
        <p:nvSpPr>
          <p:cNvPr id="2" name="text:Try the demos yourself"/>
          <p:cNvSpPr txBox="1"/>
          <p:nvPr/>
        </p:nvSpPr>
        <p:spPr>
          <a:xfrm>
            <a:off x="457200" y="457200"/>
            <a:ext cx="8229600" cy="548640"/>
          </a:xfrm>
          <a:prstGeom prst="rect">
            <a:avLst/>
          </a:prstGeom>
          <a:noFill/>
        </p:spPr>
        <p:txBody>
          <a:bodyPr wrap="square" lIns="9144" rIns="9144" tIns="0" bIns="0">
            <a:spAutoFit/>
          </a:bodyPr>
          <a:lstStyle/>
          <a:p>
            <a:pPr>
              <a:lnSpc>
                <a:spcPct val="106000"/>
              </a:lnSpc>
              <a:spcAft>
                <a:spcPts val="400"/>
              </a:spcAft>
              <a:defRPr sz="3400" b="0">
                <a:solidFill>
                  <a:srgbClr val="F2F5F8"/>
                </a:solidFill>
                <a:latin typeface="Helvetica Neue"/>
              </a:defRPr>
            </a:pPr>
            <a:r>
              <a:t>Try the demos yourself</a:t>
            </a:r>
          </a:p>
        </p:txBody>
      </p:sp>
      <p:sp>
        <p:nvSpPr>
          <p:cNvPr id="3" name="text:16"/>
          <p:cNvSpPr txBox="1"/>
          <p:nvPr/>
        </p:nvSpPr>
        <p:spPr>
          <a:xfrm>
            <a:off x="8503920" y="4800600"/>
            <a:ext cx="365760" cy="164592"/>
          </a:xfrm>
          <a:prstGeom prst="rect">
            <a:avLst/>
          </a:prstGeom>
          <a:noFill/>
        </p:spPr>
        <p:txBody>
          <a:bodyPr wrap="square" lIns="9144" rIns="9144" tIns="0" bIns="0">
            <a:spAutoFit/>
          </a:bodyPr>
          <a:lstStyle/>
          <a:p>
            <a:pPr algn="r">
              <a:lnSpc>
                <a:spcPct val="106000"/>
              </a:lnSpc>
              <a:spcAft>
                <a:spcPts val="400"/>
              </a:spcAft>
              <a:defRPr sz="800" b="0">
                <a:solidFill>
                  <a:srgbClr val="9A9AA2"/>
                </a:solidFill>
                <a:latin typeface="Helvetica Neue"/>
              </a:defRPr>
            </a:pPr>
            <a:r>
              <a:t>16</a:t>
            </a:r>
          </a:p>
        </p:txBody>
      </p:sp>
      <p:sp>
        <p:nvSpPr>
          <p:cNvPr id="4" name="Rounded Rectangle 3"/>
          <p:cNvSpPr/>
          <p:nvPr/>
        </p:nvSpPr>
        <p:spPr>
          <a:xfrm>
            <a:off x="548640" y="1371600"/>
            <a:ext cx="4846320" cy="777240"/>
          </a:xfrm>
          <a:prstGeom prst="roundRect">
            <a:avLst>
              <a:gd name="adj" fmla="val 16470"/>
            </a:avLst>
          </a:prstGeom>
          <a:solidFill>
            <a:srgbClr val="100821"/>
          </a:solidFill>
          <a:ln w="10160">
            <a:solidFill>
              <a:srgbClr val="B3A5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OPEN ON YOUR LAPTOP"/>
          <p:cNvSpPr txBox="1"/>
          <p:nvPr/>
        </p:nvSpPr>
        <p:spPr>
          <a:xfrm>
            <a:off x="731520" y="1444752"/>
            <a:ext cx="2743200" cy="182880"/>
          </a:xfrm>
          <a:prstGeom prst="rect">
            <a:avLst/>
          </a:prstGeom>
          <a:noFill/>
        </p:spPr>
        <p:txBody>
          <a:bodyPr wrap="square" lIns="9144" rIns="9144" tIns="0" bIns="0">
            <a:spAutoFit/>
          </a:bodyPr>
          <a:lstStyle/>
          <a:p>
            <a:pPr>
              <a:lnSpc>
                <a:spcPct val="106000"/>
              </a:lnSpc>
              <a:spcAft>
                <a:spcPts val="400"/>
              </a:spcAft>
              <a:defRPr sz="900" b="0">
                <a:solidFill>
                  <a:srgbClr val="B3A5FF"/>
                </a:solidFill>
                <a:latin typeface="Helvetica Neue"/>
              </a:defRPr>
            </a:pPr>
            <a:r>
              <a:t>OPEN ON YOUR LAPTOP</a:t>
            </a:r>
          </a:p>
        </p:txBody>
      </p:sp>
      <p:sp>
        <p:nvSpPr>
          <p:cNvPr id="6" name="text:nus-solana-demos.vercel.app/0002"/>
          <p:cNvSpPr txBox="1"/>
          <p:nvPr/>
        </p:nvSpPr>
        <p:spPr>
          <a:xfrm>
            <a:off x="731520" y="1664208"/>
            <a:ext cx="4480560" cy="365760"/>
          </a:xfrm>
          <a:prstGeom prst="rect">
            <a:avLst/>
          </a:prstGeom>
          <a:noFill/>
        </p:spPr>
        <p:txBody>
          <a:bodyPr wrap="square" lIns="9144" rIns="9144" tIns="0" bIns="0">
            <a:spAutoFit/>
          </a:bodyPr>
          <a:lstStyle/>
          <a:p>
            <a:pPr>
              <a:lnSpc>
                <a:spcPct val="106000"/>
              </a:lnSpc>
              <a:spcAft>
                <a:spcPts val="400"/>
              </a:spcAft>
              <a:defRPr sz="1700" b="0">
                <a:solidFill>
                  <a:srgbClr val="F2F5F8"/>
                </a:solidFill>
                <a:latin typeface="Menlo"/>
              </a:defRPr>
            </a:pPr>
            <a:r>
              <a:t>nus-solana-demos.vercel.app/0002</a:t>
            </a:r>
          </a:p>
        </p:txBody>
      </p:sp>
      <p:sp>
        <p:nvSpPr>
          <p:cNvPr id="7" name="text:Open it on your laptop and move the "/>
          <p:cNvSpPr txBox="1"/>
          <p:nvPr/>
        </p:nvSpPr>
        <p:spPr>
          <a:xfrm>
            <a:off x="548640" y="2377440"/>
            <a:ext cx="4846320" cy="457200"/>
          </a:xfrm>
          <a:prstGeom prst="rect">
            <a:avLst/>
          </a:prstGeom>
          <a:noFill/>
        </p:spPr>
        <p:txBody>
          <a:bodyPr wrap="square" lIns="9144" rIns="9144" tIns="0" bIns="0">
            <a:spAutoFit/>
          </a:bodyPr>
          <a:lstStyle/>
          <a:p>
            <a:pPr>
              <a:lnSpc>
                <a:spcPct val="106000"/>
              </a:lnSpc>
              <a:spcAft>
                <a:spcPts val="400"/>
              </a:spcAft>
              <a:defRPr sz="1500" b="0">
                <a:solidFill>
                  <a:srgbClr val="F2F5F8"/>
                </a:solidFill>
                <a:latin typeface="Helvetica Neue"/>
              </a:defRPr>
            </a:pPr>
            <a:r>
              <a:t>Open it on your laptop and move the sliders.</a:t>
            </a:r>
          </a:p>
        </p:txBody>
      </p:sp>
      <p:sp>
        <p:nvSpPr>
          <p:cNvPr id="8" name="text:Five demos: data layers, price gap, "/>
          <p:cNvSpPr txBox="1"/>
          <p:nvPr/>
        </p:nvSpPr>
        <p:spPr>
          <a:xfrm>
            <a:off x="548640" y="3017520"/>
            <a:ext cx="4846320" cy="731520"/>
          </a:xfrm>
          <a:prstGeom prst="rect">
            <a:avLst/>
          </a:prstGeom>
          <a:noFill/>
        </p:spPr>
        <p:txBody>
          <a:bodyPr wrap="square" lIns="9144" rIns="9144" tIns="0" bIns="0">
            <a:spAutoFit/>
          </a:bodyPr>
          <a:lstStyle/>
          <a:p>
            <a:pPr>
              <a:lnSpc>
                <a:spcPct val="106000"/>
              </a:lnSpc>
              <a:spcAft>
                <a:spcPts val="400"/>
              </a:spcAft>
              <a:defRPr sz="1100" b="0">
                <a:solidFill>
                  <a:srgbClr val="9A9AA2"/>
                </a:solidFill>
                <a:latin typeface="Helvetica Neue"/>
              </a:defRPr>
            </a:pPr>
            <a:r>
              <a:t>Five demos: data layers, price gap, risk hook, strategy map, fees and slippage. Recorded data; nothing to install.</a:t>
            </a:r>
          </a:p>
        </p:txBody>
      </p:sp>
      <p:sp>
        <p:nvSpPr>
          <p:cNvPr id="9" name="Rounded Rectangle 8"/>
          <p:cNvSpPr/>
          <p:nvPr/>
        </p:nvSpPr>
        <p:spPr>
          <a:xfrm>
            <a:off x="5806440" y="1371600"/>
            <a:ext cx="2834640" cy="2834640"/>
          </a:xfrm>
          <a:prstGeom prst="roundRect">
            <a:avLst>
              <a:gd name="adj" fmla="val 4516"/>
            </a:avLst>
          </a:prstGeom>
          <a:solidFill>
            <a:srgbClr val="F2F5F8"/>
          </a:solidFill>
          <a:ln w="10160">
            <a:solidFill>
              <a:srgbClr val="F2F5F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0" name="Picture 9" descr="qr-demos-0002.png"/>
          <p:cNvPicPr>
            <a:picLocks noChangeAspect="1"/>
          </p:cNvPicPr>
          <p:nvPr/>
        </p:nvPicPr>
        <p:blipFill>
          <a:blip r:embed="rId3"/>
          <a:stretch>
            <a:fillRect/>
          </a:stretch>
        </p:blipFill>
        <p:spPr>
          <a:xfrm>
            <a:off x="5943600" y="1508760"/>
            <a:ext cx="2560320" cy="2560320"/>
          </a:xfrm>
          <a:prstGeom prst="rect">
            <a:avLst/>
          </a:prstGeom>
        </p:spPr>
      </p:pic>
      <p:sp>
        <p:nvSpPr>
          <p:cNvPr id="11" name="text:Scan to open the demos"/>
          <p:cNvSpPr txBox="1"/>
          <p:nvPr/>
        </p:nvSpPr>
        <p:spPr>
          <a:xfrm>
            <a:off x="5806440" y="4297680"/>
            <a:ext cx="2834640" cy="182880"/>
          </a:xfrm>
          <a:prstGeom prst="rect">
            <a:avLst/>
          </a:prstGeom>
          <a:noFill/>
        </p:spPr>
        <p:txBody>
          <a:bodyPr wrap="square" lIns="9144" rIns="9144" tIns="0" bIns="0">
            <a:spAutoFit/>
          </a:bodyPr>
          <a:lstStyle/>
          <a:p>
            <a:pPr algn="ctr">
              <a:lnSpc>
                <a:spcPct val="106000"/>
              </a:lnSpc>
              <a:spcAft>
                <a:spcPts val="400"/>
              </a:spcAft>
              <a:defRPr sz="1000" b="0">
                <a:solidFill>
                  <a:srgbClr val="9A9AA2"/>
                </a:solidFill>
                <a:latin typeface="Helvetica Neue"/>
              </a:defRPr>
            </a:pPr>
            <a:r>
              <a:t>Scan to open the demos</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showMasterSp="0">
  <p:cSld>
    <p:bg>
      <p:bgPr>
        <a:solidFill>
          <a:srgbClr val="000000"/>
        </a:solidFill>
        <a:effectLst/>
      </p:bgPr>
    </p:bg>
    <p:spTree>
      <p:nvGrpSpPr>
        <p:cNvPr id="1" name=""/>
        <p:cNvGrpSpPr/>
        <p:nvPr/>
      </p:nvGrpSpPr>
      <p:grpSpPr/>
      <p:sp>
        <p:nvSpPr>
          <p:cNvPr id="2" name="text:Your mission"/>
          <p:cNvSpPr txBox="1"/>
          <p:nvPr/>
        </p:nvSpPr>
        <p:spPr>
          <a:xfrm>
            <a:off x="457200" y="457200"/>
            <a:ext cx="8229600" cy="548640"/>
          </a:xfrm>
          <a:prstGeom prst="rect">
            <a:avLst/>
          </a:prstGeom>
          <a:noFill/>
        </p:spPr>
        <p:txBody>
          <a:bodyPr wrap="square" lIns="9144" rIns="9144" tIns="0" bIns="0">
            <a:spAutoFit/>
          </a:bodyPr>
          <a:lstStyle/>
          <a:p>
            <a:pPr>
              <a:lnSpc>
                <a:spcPct val="106000"/>
              </a:lnSpc>
              <a:spcAft>
                <a:spcPts val="400"/>
              </a:spcAft>
              <a:defRPr sz="3400" b="0">
                <a:solidFill>
                  <a:srgbClr val="F2F5F8"/>
                </a:solidFill>
                <a:latin typeface="Helvetica Neue"/>
              </a:defRPr>
            </a:pPr>
            <a:r>
              <a:t>Your mission</a:t>
            </a:r>
          </a:p>
        </p:txBody>
      </p:sp>
      <p:sp>
        <p:nvSpPr>
          <p:cNvPr id="3" name="text:18:40 to 19:00. Twenty minutes."/>
          <p:cNvSpPr txBox="1"/>
          <p:nvPr/>
        </p:nvSpPr>
        <p:spPr>
          <a:xfrm>
            <a:off x="475488" y="1051560"/>
            <a:ext cx="8138160" cy="274320"/>
          </a:xfrm>
          <a:prstGeom prst="rect">
            <a:avLst/>
          </a:prstGeom>
          <a:noFill/>
        </p:spPr>
        <p:txBody>
          <a:bodyPr wrap="square" lIns="9144" rIns="9144" tIns="0" bIns="0">
            <a:spAutoFit/>
          </a:bodyPr>
          <a:lstStyle/>
          <a:p>
            <a:pPr>
              <a:lnSpc>
                <a:spcPct val="106000"/>
              </a:lnSpc>
              <a:spcAft>
                <a:spcPts val="400"/>
              </a:spcAft>
              <a:defRPr sz="1500" b="0">
                <a:solidFill>
                  <a:srgbClr val="B3A5FF"/>
                </a:solidFill>
                <a:latin typeface="Helvetica Neue"/>
              </a:defRPr>
            </a:pPr>
            <a:r>
              <a:t>18:40 to 19:00. Twenty minutes.</a:t>
            </a:r>
          </a:p>
        </p:txBody>
      </p:sp>
      <p:sp>
        <p:nvSpPr>
          <p:cNvPr id="4" name="text:17"/>
          <p:cNvSpPr txBox="1"/>
          <p:nvPr/>
        </p:nvSpPr>
        <p:spPr>
          <a:xfrm>
            <a:off x="8503920" y="4800600"/>
            <a:ext cx="365760" cy="164592"/>
          </a:xfrm>
          <a:prstGeom prst="rect">
            <a:avLst/>
          </a:prstGeom>
          <a:noFill/>
        </p:spPr>
        <p:txBody>
          <a:bodyPr wrap="square" lIns="9144" rIns="9144" tIns="0" bIns="0">
            <a:spAutoFit/>
          </a:bodyPr>
          <a:lstStyle/>
          <a:p>
            <a:pPr algn="r">
              <a:lnSpc>
                <a:spcPct val="106000"/>
              </a:lnSpc>
              <a:spcAft>
                <a:spcPts val="400"/>
              </a:spcAft>
              <a:defRPr sz="800" b="0">
                <a:solidFill>
                  <a:srgbClr val="9A9AA2"/>
                </a:solidFill>
                <a:latin typeface="Helvetica Neue"/>
              </a:defRPr>
            </a:pPr>
            <a:r>
              <a:t>17</a:t>
            </a:r>
          </a:p>
        </p:txBody>
      </p:sp>
      <p:sp>
        <p:nvSpPr>
          <p:cNvPr id="5" name="Rounded Rectangle 4"/>
          <p:cNvSpPr/>
          <p:nvPr/>
        </p:nvSpPr>
        <p:spPr>
          <a:xfrm>
            <a:off x="548640" y="1600200"/>
            <a:ext cx="1920240" cy="2148840"/>
          </a:xfrm>
          <a:prstGeom prst="roundRect">
            <a:avLst>
              <a:gd name="adj" fmla="val 6666"/>
            </a:avLst>
          </a:prstGeom>
          <a:noFill/>
          <a:ln w="10160">
            <a:solidFill>
              <a:srgbClr val="66666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1"/>
          <p:cNvSpPr txBox="1"/>
          <p:nvPr/>
        </p:nvSpPr>
        <p:spPr>
          <a:xfrm>
            <a:off x="731520" y="1737360"/>
            <a:ext cx="548640" cy="548640"/>
          </a:xfrm>
          <a:prstGeom prst="rect">
            <a:avLst/>
          </a:prstGeom>
          <a:noFill/>
        </p:spPr>
        <p:txBody>
          <a:bodyPr wrap="square" lIns="9144" rIns="9144" tIns="0" bIns="0">
            <a:spAutoFit/>
          </a:bodyPr>
          <a:lstStyle/>
          <a:p>
            <a:pPr>
              <a:lnSpc>
                <a:spcPct val="106000"/>
              </a:lnSpc>
              <a:spcAft>
                <a:spcPts val="400"/>
              </a:spcAft>
              <a:defRPr sz="3600" b="0">
                <a:solidFill>
                  <a:srgbClr val="3DDC97"/>
                </a:solidFill>
                <a:latin typeface="Helvetica Neue"/>
              </a:defRPr>
            </a:pPr>
            <a:r>
              <a:t>1</a:t>
            </a:r>
          </a:p>
        </p:txBody>
      </p:sp>
      <p:sp>
        <p:nvSpPr>
          <p:cNvPr id="7" name="text:Run"/>
          <p:cNvSpPr txBox="1"/>
          <p:nvPr/>
        </p:nvSpPr>
        <p:spPr>
          <a:xfrm>
            <a:off x="731520" y="2468880"/>
            <a:ext cx="1645920" cy="320040"/>
          </a:xfrm>
          <a:prstGeom prst="rect">
            <a:avLst/>
          </a:prstGeom>
          <a:noFill/>
        </p:spPr>
        <p:txBody>
          <a:bodyPr wrap="square" lIns="9144" rIns="9144" tIns="0" bIns="0">
            <a:spAutoFit/>
          </a:bodyPr>
          <a:lstStyle/>
          <a:p>
            <a:pPr>
              <a:lnSpc>
                <a:spcPct val="106000"/>
              </a:lnSpc>
              <a:spcAft>
                <a:spcPts val="400"/>
              </a:spcAft>
              <a:defRPr sz="1800" b="0">
                <a:solidFill>
                  <a:srgbClr val="F2F5F8"/>
                </a:solidFill>
                <a:latin typeface="Helvetica Neue"/>
              </a:defRPr>
            </a:pPr>
            <a:r>
              <a:t>Run</a:t>
            </a:r>
          </a:p>
        </p:txBody>
      </p:sp>
      <p:sp>
        <p:nvSpPr>
          <p:cNvPr id="8" name="text:Run the sample code on recorded data"/>
          <p:cNvSpPr txBox="1"/>
          <p:nvPr/>
        </p:nvSpPr>
        <p:spPr>
          <a:xfrm>
            <a:off x="731520" y="2880360"/>
            <a:ext cx="1600200" cy="822960"/>
          </a:xfrm>
          <a:prstGeom prst="rect">
            <a:avLst/>
          </a:prstGeom>
          <a:noFill/>
        </p:spPr>
        <p:txBody>
          <a:bodyPr wrap="square" lIns="9144" rIns="9144" tIns="0" bIns="0">
            <a:spAutoFit/>
          </a:bodyPr>
          <a:lstStyle/>
          <a:p>
            <a:pPr>
              <a:lnSpc>
                <a:spcPct val="106000"/>
              </a:lnSpc>
              <a:spcAft>
                <a:spcPts val="400"/>
              </a:spcAft>
              <a:defRPr sz="1050" b="0">
                <a:solidFill>
                  <a:srgbClr val="9A9AA2"/>
                </a:solidFill>
                <a:latin typeface="Helvetica Neue"/>
              </a:defRPr>
            </a:pPr>
            <a:r>
              <a:t>Run the sample code on recorded data</a:t>
            </a:r>
          </a:p>
        </p:txBody>
      </p:sp>
      <p:cxnSp>
        <p:nvCxnSpPr>
          <p:cNvPr id="9" name="Connector 8"/>
          <p:cNvCxnSpPr/>
          <p:nvPr/>
        </p:nvCxnSpPr>
        <p:spPr>
          <a:xfrm>
            <a:off x="2496312" y="2651760"/>
            <a:ext cx="82296" cy="0"/>
          </a:xfrm>
          <a:prstGeom prst="line">
            <a:avLst/>
          </a:prstGeom>
          <a:ln w="10160">
            <a:solidFill>
              <a:srgbClr val="666666"/>
            </a:solidFill>
            <a:tailEnd type="triangle" w="med" len="med"/>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2606040" y="1600200"/>
            <a:ext cx="1920240" cy="2148840"/>
          </a:xfrm>
          <a:prstGeom prst="roundRect">
            <a:avLst>
              <a:gd name="adj" fmla="val 6666"/>
            </a:avLst>
          </a:prstGeom>
          <a:noFill/>
          <a:ln w="10160">
            <a:solidFill>
              <a:srgbClr val="66666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2"/>
          <p:cNvSpPr txBox="1"/>
          <p:nvPr/>
        </p:nvSpPr>
        <p:spPr>
          <a:xfrm>
            <a:off x="2788920" y="1737360"/>
            <a:ext cx="548640" cy="548640"/>
          </a:xfrm>
          <a:prstGeom prst="rect">
            <a:avLst/>
          </a:prstGeom>
          <a:noFill/>
        </p:spPr>
        <p:txBody>
          <a:bodyPr wrap="square" lIns="9144" rIns="9144" tIns="0" bIns="0">
            <a:spAutoFit/>
          </a:bodyPr>
          <a:lstStyle/>
          <a:p>
            <a:pPr>
              <a:lnSpc>
                <a:spcPct val="106000"/>
              </a:lnSpc>
              <a:spcAft>
                <a:spcPts val="400"/>
              </a:spcAft>
              <a:defRPr sz="3600" b="0">
                <a:solidFill>
                  <a:srgbClr val="3DDC97"/>
                </a:solidFill>
                <a:latin typeface="Helvetica Neue"/>
              </a:defRPr>
            </a:pPr>
            <a:r>
              <a:t>2</a:t>
            </a:r>
          </a:p>
        </p:txBody>
      </p:sp>
      <p:sp>
        <p:nvSpPr>
          <p:cNvPr id="12" name="text:Predict"/>
          <p:cNvSpPr txBox="1"/>
          <p:nvPr/>
        </p:nvSpPr>
        <p:spPr>
          <a:xfrm>
            <a:off x="2788920" y="2468880"/>
            <a:ext cx="1645920" cy="320040"/>
          </a:xfrm>
          <a:prstGeom prst="rect">
            <a:avLst/>
          </a:prstGeom>
          <a:noFill/>
        </p:spPr>
        <p:txBody>
          <a:bodyPr wrap="square" lIns="9144" rIns="9144" tIns="0" bIns="0">
            <a:spAutoFit/>
          </a:bodyPr>
          <a:lstStyle/>
          <a:p>
            <a:pPr>
              <a:lnSpc>
                <a:spcPct val="106000"/>
              </a:lnSpc>
              <a:spcAft>
                <a:spcPts val="400"/>
              </a:spcAft>
              <a:defRPr sz="1800" b="0">
                <a:solidFill>
                  <a:srgbClr val="F2F5F8"/>
                </a:solidFill>
                <a:latin typeface="Helvetica Neue"/>
              </a:defRPr>
            </a:pPr>
            <a:r>
              <a:t>Predict</a:t>
            </a:r>
          </a:p>
        </p:txBody>
      </p:sp>
      <p:sp>
        <p:nvSpPr>
          <p:cNvPr id="13" name="text:Guess what the risk hook will do bef"/>
          <p:cNvSpPr txBox="1"/>
          <p:nvPr/>
        </p:nvSpPr>
        <p:spPr>
          <a:xfrm>
            <a:off x="2788920" y="2880360"/>
            <a:ext cx="1600200" cy="822960"/>
          </a:xfrm>
          <a:prstGeom prst="rect">
            <a:avLst/>
          </a:prstGeom>
          <a:noFill/>
        </p:spPr>
        <p:txBody>
          <a:bodyPr wrap="square" lIns="9144" rIns="9144" tIns="0" bIns="0">
            <a:spAutoFit/>
          </a:bodyPr>
          <a:lstStyle/>
          <a:p>
            <a:pPr>
              <a:lnSpc>
                <a:spcPct val="106000"/>
              </a:lnSpc>
              <a:spcAft>
                <a:spcPts val="400"/>
              </a:spcAft>
              <a:defRPr sz="1050" b="0">
                <a:solidFill>
                  <a:srgbClr val="9A9AA2"/>
                </a:solidFill>
                <a:latin typeface="Helvetica Neue"/>
              </a:defRPr>
            </a:pPr>
            <a:r>
              <a:t>Guess what the risk hook will do before you look</a:t>
            </a:r>
          </a:p>
        </p:txBody>
      </p:sp>
      <p:cxnSp>
        <p:nvCxnSpPr>
          <p:cNvPr id="14" name="Connector 13"/>
          <p:cNvCxnSpPr/>
          <p:nvPr/>
        </p:nvCxnSpPr>
        <p:spPr>
          <a:xfrm>
            <a:off x="4553712" y="2651760"/>
            <a:ext cx="82296" cy="0"/>
          </a:xfrm>
          <a:prstGeom prst="line">
            <a:avLst/>
          </a:prstGeom>
          <a:ln w="10160">
            <a:solidFill>
              <a:srgbClr val="666666"/>
            </a:solidFill>
            <a:tailEnd type="triangle" w="med" len="med"/>
          </a:ln>
        </p:spPr>
        <p:style>
          <a:lnRef idx="2">
            <a:schemeClr val="accent1"/>
          </a:lnRef>
          <a:fillRef idx="0">
            <a:schemeClr val="accent1"/>
          </a:fillRef>
          <a:effectRef idx="1">
            <a:schemeClr val="accent1"/>
          </a:effectRef>
          <a:fontRef idx="minor">
            <a:schemeClr val="tx1"/>
          </a:fontRef>
        </p:style>
      </p:cxnSp>
      <p:sp>
        <p:nvSpPr>
          <p:cNvPr id="15" name="Rounded Rectangle 14"/>
          <p:cNvSpPr/>
          <p:nvPr/>
        </p:nvSpPr>
        <p:spPr>
          <a:xfrm>
            <a:off x="4663440" y="1600200"/>
            <a:ext cx="1920240" cy="2148840"/>
          </a:xfrm>
          <a:prstGeom prst="roundRect">
            <a:avLst>
              <a:gd name="adj" fmla="val 6666"/>
            </a:avLst>
          </a:prstGeom>
          <a:noFill/>
          <a:ln w="10160">
            <a:solidFill>
              <a:srgbClr val="66666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3"/>
          <p:cNvSpPr txBox="1"/>
          <p:nvPr/>
        </p:nvSpPr>
        <p:spPr>
          <a:xfrm>
            <a:off x="4846320" y="1737360"/>
            <a:ext cx="548640" cy="548640"/>
          </a:xfrm>
          <a:prstGeom prst="rect">
            <a:avLst/>
          </a:prstGeom>
          <a:noFill/>
        </p:spPr>
        <p:txBody>
          <a:bodyPr wrap="square" lIns="9144" rIns="9144" tIns="0" bIns="0">
            <a:spAutoFit/>
          </a:bodyPr>
          <a:lstStyle/>
          <a:p>
            <a:pPr>
              <a:lnSpc>
                <a:spcPct val="106000"/>
              </a:lnSpc>
              <a:spcAft>
                <a:spcPts val="400"/>
              </a:spcAft>
              <a:defRPr sz="3600" b="0">
                <a:solidFill>
                  <a:srgbClr val="3DDC97"/>
                </a:solidFill>
                <a:latin typeface="Helvetica Neue"/>
              </a:defRPr>
            </a:pPr>
            <a:r>
              <a:t>3</a:t>
            </a:r>
          </a:p>
        </p:txBody>
      </p:sp>
      <p:sp>
        <p:nvSpPr>
          <p:cNvPr id="17" name="text:Change"/>
          <p:cNvSpPr txBox="1"/>
          <p:nvPr/>
        </p:nvSpPr>
        <p:spPr>
          <a:xfrm>
            <a:off x="4846320" y="2468880"/>
            <a:ext cx="1645920" cy="320040"/>
          </a:xfrm>
          <a:prstGeom prst="rect">
            <a:avLst/>
          </a:prstGeom>
          <a:noFill/>
        </p:spPr>
        <p:txBody>
          <a:bodyPr wrap="square" lIns="9144" rIns="9144" tIns="0" bIns="0">
            <a:spAutoFit/>
          </a:bodyPr>
          <a:lstStyle/>
          <a:p>
            <a:pPr>
              <a:lnSpc>
                <a:spcPct val="106000"/>
              </a:lnSpc>
              <a:spcAft>
                <a:spcPts val="400"/>
              </a:spcAft>
              <a:defRPr sz="1800" b="0">
                <a:solidFill>
                  <a:srgbClr val="F2F5F8"/>
                </a:solidFill>
                <a:latin typeface="Helvetica Neue"/>
              </a:defRPr>
            </a:pPr>
            <a:r>
              <a:t>Change</a:t>
            </a:r>
          </a:p>
        </p:txBody>
      </p:sp>
      <p:sp>
        <p:nvSpPr>
          <p:cNvPr id="18" name="text:Change one limit, or add fees and sl"/>
          <p:cNvSpPr txBox="1"/>
          <p:nvPr/>
        </p:nvSpPr>
        <p:spPr>
          <a:xfrm>
            <a:off x="4846320" y="2880360"/>
            <a:ext cx="1600200" cy="822960"/>
          </a:xfrm>
          <a:prstGeom prst="rect">
            <a:avLst/>
          </a:prstGeom>
          <a:noFill/>
        </p:spPr>
        <p:txBody>
          <a:bodyPr wrap="square" lIns="9144" rIns="9144" tIns="0" bIns="0">
            <a:spAutoFit/>
          </a:bodyPr>
          <a:lstStyle/>
          <a:p>
            <a:pPr>
              <a:lnSpc>
                <a:spcPct val="106000"/>
              </a:lnSpc>
              <a:spcAft>
                <a:spcPts val="400"/>
              </a:spcAft>
              <a:defRPr sz="1050" b="0">
                <a:solidFill>
                  <a:srgbClr val="9A9AA2"/>
                </a:solidFill>
                <a:latin typeface="Helvetica Neue"/>
              </a:defRPr>
            </a:pPr>
            <a:r>
              <a:t>Change one limit, or add fees and slippage to a strategy</a:t>
            </a:r>
          </a:p>
        </p:txBody>
      </p:sp>
      <p:cxnSp>
        <p:nvCxnSpPr>
          <p:cNvPr id="19" name="Connector 18"/>
          <p:cNvCxnSpPr/>
          <p:nvPr/>
        </p:nvCxnSpPr>
        <p:spPr>
          <a:xfrm>
            <a:off x="6611112" y="2651760"/>
            <a:ext cx="82296" cy="0"/>
          </a:xfrm>
          <a:prstGeom prst="line">
            <a:avLst/>
          </a:prstGeom>
          <a:ln w="10160">
            <a:solidFill>
              <a:srgbClr val="666666"/>
            </a:solidFill>
            <a:tailEnd type="triangle" w="med" len="med"/>
          </a:ln>
        </p:spPr>
        <p:style>
          <a:lnRef idx="2">
            <a:schemeClr val="accent1"/>
          </a:lnRef>
          <a:fillRef idx="0">
            <a:schemeClr val="accent1"/>
          </a:fillRef>
          <a:effectRef idx="1">
            <a:schemeClr val="accent1"/>
          </a:effectRef>
          <a:fontRef idx="minor">
            <a:schemeClr val="tx1"/>
          </a:fontRef>
        </p:style>
      </p:cxnSp>
      <p:sp>
        <p:nvSpPr>
          <p:cNvPr id="20" name="Rounded Rectangle 19"/>
          <p:cNvSpPr/>
          <p:nvPr/>
        </p:nvSpPr>
        <p:spPr>
          <a:xfrm>
            <a:off x="6720840" y="1600200"/>
            <a:ext cx="1920240" cy="2148840"/>
          </a:xfrm>
          <a:prstGeom prst="roundRect">
            <a:avLst>
              <a:gd name="adj" fmla="val 6666"/>
            </a:avLst>
          </a:prstGeom>
          <a:noFill/>
          <a:ln w="10160">
            <a:solidFill>
              <a:srgbClr val="66666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4"/>
          <p:cNvSpPr txBox="1"/>
          <p:nvPr/>
        </p:nvSpPr>
        <p:spPr>
          <a:xfrm>
            <a:off x="6903720" y="1737360"/>
            <a:ext cx="548640" cy="548640"/>
          </a:xfrm>
          <a:prstGeom prst="rect">
            <a:avLst/>
          </a:prstGeom>
          <a:noFill/>
        </p:spPr>
        <p:txBody>
          <a:bodyPr wrap="square" lIns="9144" rIns="9144" tIns="0" bIns="0">
            <a:spAutoFit/>
          </a:bodyPr>
          <a:lstStyle/>
          <a:p>
            <a:pPr>
              <a:lnSpc>
                <a:spcPct val="106000"/>
              </a:lnSpc>
              <a:spcAft>
                <a:spcPts val="400"/>
              </a:spcAft>
              <a:defRPr sz="3600" b="0">
                <a:solidFill>
                  <a:srgbClr val="3DDC97"/>
                </a:solidFill>
                <a:latin typeface="Helvetica Neue"/>
              </a:defRPr>
            </a:pPr>
            <a:r>
              <a:t>4</a:t>
            </a:r>
          </a:p>
        </p:txBody>
      </p:sp>
      <p:sp>
        <p:nvSpPr>
          <p:cNvPr id="22" name="text:Chart"/>
          <p:cNvSpPr txBox="1"/>
          <p:nvPr/>
        </p:nvSpPr>
        <p:spPr>
          <a:xfrm>
            <a:off x="6903720" y="2468880"/>
            <a:ext cx="1645920" cy="320040"/>
          </a:xfrm>
          <a:prstGeom prst="rect">
            <a:avLst/>
          </a:prstGeom>
          <a:noFill/>
        </p:spPr>
        <p:txBody>
          <a:bodyPr wrap="square" lIns="9144" rIns="9144" tIns="0" bIns="0">
            <a:spAutoFit/>
          </a:bodyPr>
          <a:lstStyle/>
          <a:p>
            <a:pPr>
              <a:lnSpc>
                <a:spcPct val="106000"/>
              </a:lnSpc>
              <a:spcAft>
                <a:spcPts val="400"/>
              </a:spcAft>
              <a:defRPr sz="1800" b="0">
                <a:solidFill>
                  <a:srgbClr val="F2F5F8"/>
                </a:solidFill>
                <a:latin typeface="Helvetica Neue"/>
              </a:defRPr>
            </a:pPr>
            <a:r>
              <a:t>Chart</a:t>
            </a:r>
          </a:p>
        </p:txBody>
      </p:sp>
      <p:sp>
        <p:nvSpPr>
          <p:cNvPr id="23" name="text:Chart the result, before and after"/>
          <p:cNvSpPr txBox="1"/>
          <p:nvPr/>
        </p:nvSpPr>
        <p:spPr>
          <a:xfrm>
            <a:off x="6903720" y="2880360"/>
            <a:ext cx="1600200" cy="822960"/>
          </a:xfrm>
          <a:prstGeom prst="rect">
            <a:avLst/>
          </a:prstGeom>
          <a:noFill/>
        </p:spPr>
        <p:txBody>
          <a:bodyPr wrap="square" lIns="9144" rIns="9144" tIns="0" bIns="0">
            <a:spAutoFit/>
          </a:bodyPr>
          <a:lstStyle/>
          <a:p>
            <a:pPr>
              <a:lnSpc>
                <a:spcPct val="106000"/>
              </a:lnSpc>
              <a:spcAft>
                <a:spcPts val="400"/>
              </a:spcAft>
              <a:defRPr sz="1050" b="0">
                <a:solidFill>
                  <a:srgbClr val="9A9AA2"/>
                </a:solidFill>
                <a:latin typeface="Helvetica Neue"/>
              </a:defRPr>
            </a:pPr>
            <a:r>
              <a:t>Chart the result, before and after</a:t>
            </a:r>
          </a:p>
        </p:txBody>
      </p:sp>
      <p:sp>
        <p:nvSpPr>
          <p:cNvPr id="24" name="Rounded Rectangle 23"/>
          <p:cNvSpPr/>
          <p:nvPr/>
        </p:nvSpPr>
        <p:spPr>
          <a:xfrm>
            <a:off x="548640" y="3977639"/>
            <a:ext cx="8092440" cy="566928"/>
          </a:xfrm>
          <a:prstGeom prst="roundRect">
            <a:avLst>
              <a:gd name="adj" fmla="val 22580"/>
            </a:avLst>
          </a:prstGeom>
          <a:solidFill>
            <a:srgbClr val="100821"/>
          </a:solidFill>
          <a:ln w="15240">
            <a:solidFill>
              <a:srgbClr val="3DDC9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Finish line: one chart with a before"/>
          <p:cNvSpPr txBox="1"/>
          <p:nvPr/>
        </p:nvSpPr>
        <p:spPr>
          <a:xfrm>
            <a:off x="731520" y="3977639"/>
            <a:ext cx="7772400" cy="566928"/>
          </a:xfrm>
          <a:prstGeom prst="rect">
            <a:avLst/>
          </a:prstGeom>
          <a:noFill/>
        </p:spPr>
        <p:txBody>
          <a:bodyPr wrap="square" lIns="9144" rIns="9144" tIns="0" bIns="0" anchor="ctr">
            <a:spAutoFit/>
          </a:bodyPr>
          <a:lstStyle/>
          <a:p>
            <a:pPr>
              <a:lnSpc>
                <a:spcPct val="106000"/>
              </a:lnSpc>
              <a:spcAft>
                <a:spcPts val="400"/>
              </a:spcAft>
              <a:defRPr sz="1400" b="0">
                <a:solidFill>
                  <a:srgbClr val="F2F5F8"/>
                </a:solidFill>
                <a:latin typeface="Helvetica Neue"/>
              </a:defRPr>
            </a:pPr>
            <a:r>
              <a:t>Finish line: one chart with a before and an after.</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showMasterSp="0">
  <p:cSld>
    <p:bg>
      <p:bgPr>
        <a:solidFill>
          <a:srgbClr val="000000"/>
        </a:solidFill>
        <a:effectLst/>
      </p:bgPr>
    </p:bg>
    <p:spTree>
      <p:nvGrpSpPr>
        <p:cNvPr id="1" name=""/>
        <p:cNvGrpSpPr/>
        <p:nvPr/>
      </p:nvGrpSpPr>
      <p:grpSpPr/>
      <p:sp>
        <p:nvSpPr>
          <p:cNvPr id="2" name="text:Build menu"/>
          <p:cNvSpPr txBox="1"/>
          <p:nvPr/>
        </p:nvSpPr>
        <p:spPr>
          <a:xfrm>
            <a:off x="457200" y="457200"/>
            <a:ext cx="8229600" cy="548640"/>
          </a:xfrm>
          <a:prstGeom prst="rect">
            <a:avLst/>
          </a:prstGeom>
          <a:noFill/>
        </p:spPr>
        <p:txBody>
          <a:bodyPr wrap="square" lIns="9144" rIns="9144" tIns="0" bIns="0">
            <a:spAutoFit/>
          </a:bodyPr>
          <a:lstStyle/>
          <a:p>
            <a:pPr>
              <a:lnSpc>
                <a:spcPct val="106000"/>
              </a:lnSpc>
              <a:spcAft>
                <a:spcPts val="400"/>
              </a:spcAft>
              <a:defRPr sz="3400" b="0">
                <a:solidFill>
                  <a:srgbClr val="F2F5F8"/>
                </a:solidFill>
                <a:latin typeface="Helvetica Neue"/>
              </a:defRPr>
            </a:pPr>
            <a:r>
              <a:t>Build menu</a:t>
            </a:r>
          </a:p>
        </p:txBody>
      </p:sp>
      <p:sp>
        <p:nvSpPr>
          <p:cNvPr id="3" name="text:19:00 to 19:50. Pick one, or bring y"/>
          <p:cNvSpPr txBox="1"/>
          <p:nvPr/>
        </p:nvSpPr>
        <p:spPr>
          <a:xfrm>
            <a:off x="475488" y="1051560"/>
            <a:ext cx="8138160" cy="274320"/>
          </a:xfrm>
          <a:prstGeom prst="rect">
            <a:avLst/>
          </a:prstGeom>
          <a:noFill/>
        </p:spPr>
        <p:txBody>
          <a:bodyPr wrap="square" lIns="9144" rIns="9144" tIns="0" bIns="0">
            <a:spAutoFit/>
          </a:bodyPr>
          <a:lstStyle/>
          <a:p>
            <a:pPr>
              <a:lnSpc>
                <a:spcPct val="106000"/>
              </a:lnSpc>
              <a:spcAft>
                <a:spcPts val="400"/>
              </a:spcAft>
              <a:defRPr sz="1500" b="0">
                <a:solidFill>
                  <a:srgbClr val="B3A5FF"/>
                </a:solidFill>
                <a:latin typeface="Helvetica Neue"/>
              </a:defRPr>
            </a:pPr>
            <a:r>
              <a:t>19:00 to 19:50. Pick one, or bring your own project.</a:t>
            </a:r>
          </a:p>
        </p:txBody>
      </p:sp>
      <p:sp>
        <p:nvSpPr>
          <p:cNvPr id="4" name="text:18"/>
          <p:cNvSpPr txBox="1"/>
          <p:nvPr/>
        </p:nvSpPr>
        <p:spPr>
          <a:xfrm>
            <a:off x="8503920" y="4800600"/>
            <a:ext cx="365760" cy="164592"/>
          </a:xfrm>
          <a:prstGeom prst="rect">
            <a:avLst/>
          </a:prstGeom>
          <a:noFill/>
        </p:spPr>
        <p:txBody>
          <a:bodyPr wrap="square" lIns="9144" rIns="9144" tIns="0" bIns="0">
            <a:spAutoFit/>
          </a:bodyPr>
          <a:lstStyle/>
          <a:p>
            <a:pPr algn="r">
              <a:lnSpc>
                <a:spcPct val="106000"/>
              </a:lnSpc>
              <a:spcAft>
                <a:spcPts val="400"/>
              </a:spcAft>
              <a:defRPr sz="800" b="0">
                <a:solidFill>
                  <a:srgbClr val="9A9AA2"/>
                </a:solidFill>
                <a:latin typeface="Helvetica Neue"/>
              </a:defRPr>
            </a:pPr>
            <a:r>
              <a:t>18</a:t>
            </a:r>
          </a:p>
        </p:txBody>
      </p:sp>
      <p:sp>
        <p:nvSpPr>
          <p:cNvPr id="5" name="Rounded Rectangle 4"/>
          <p:cNvSpPr/>
          <p:nvPr/>
        </p:nvSpPr>
        <p:spPr>
          <a:xfrm>
            <a:off x="548640" y="1554480"/>
            <a:ext cx="8092440" cy="502920"/>
          </a:xfrm>
          <a:prstGeom prst="roundRect">
            <a:avLst>
              <a:gd name="adj" fmla="val 25454"/>
            </a:avLst>
          </a:prstGeom>
          <a:noFill/>
          <a:ln w="10160">
            <a:solidFill>
              <a:srgbClr val="66666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731520" y="1682495"/>
            <a:ext cx="914400" cy="246888"/>
          </a:xfrm>
          <a:prstGeom prst="roundRect">
            <a:avLst>
              <a:gd name="adj" fmla="val 44444"/>
            </a:avLst>
          </a:prstGeom>
          <a:noFill/>
          <a:ln w="10160">
            <a:solidFill>
              <a:srgbClr val="3DDC9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EGINNER"/>
          <p:cNvSpPr txBox="1"/>
          <p:nvPr/>
        </p:nvSpPr>
        <p:spPr>
          <a:xfrm>
            <a:off x="731520" y="1700784"/>
            <a:ext cx="914400" cy="228600"/>
          </a:xfrm>
          <a:prstGeom prst="rect">
            <a:avLst/>
          </a:prstGeom>
          <a:noFill/>
        </p:spPr>
        <p:txBody>
          <a:bodyPr wrap="square" lIns="9144" rIns="9144" tIns="0" bIns="0" anchor="ctr">
            <a:spAutoFit/>
          </a:bodyPr>
          <a:lstStyle/>
          <a:p>
            <a:pPr algn="ctr">
              <a:lnSpc>
                <a:spcPct val="106000"/>
              </a:lnSpc>
              <a:spcAft>
                <a:spcPts val="400"/>
              </a:spcAft>
              <a:defRPr sz="900" b="0">
                <a:solidFill>
                  <a:srgbClr val="3DDC97"/>
                </a:solidFill>
                <a:latin typeface="Helvetica Neue"/>
              </a:defRPr>
            </a:pPr>
            <a:r>
              <a:t>BEGINNER</a:t>
            </a:r>
          </a:p>
        </p:txBody>
      </p:sp>
      <p:sp>
        <p:nvSpPr>
          <p:cNvPr id="8" name="text:Compare two prices and flag the gap"/>
          <p:cNvSpPr txBox="1"/>
          <p:nvPr/>
        </p:nvSpPr>
        <p:spPr>
          <a:xfrm>
            <a:off x="1874519" y="1554480"/>
            <a:ext cx="6675120" cy="502920"/>
          </a:xfrm>
          <a:prstGeom prst="rect">
            <a:avLst/>
          </a:prstGeom>
          <a:noFill/>
        </p:spPr>
        <p:txBody>
          <a:bodyPr wrap="square" lIns="9144" rIns="9144" tIns="0" bIns="0" anchor="ctr">
            <a:spAutoFit/>
          </a:bodyPr>
          <a:lstStyle/>
          <a:p>
            <a:pPr>
              <a:lnSpc>
                <a:spcPct val="106000"/>
              </a:lnSpc>
              <a:spcAft>
                <a:spcPts val="400"/>
              </a:spcAft>
              <a:defRPr sz="1500" b="0">
                <a:solidFill>
                  <a:srgbClr val="F2F5F8"/>
                </a:solidFill>
                <a:latin typeface="Helvetica Neue"/>
              </a:defRPr>
            </a:pPr>
            <a:r>
              <a:t>Compare two prices and flag the gap</a:t>
            </a:r>
          </a:p>
        </p:txBody>
      </p:sp>
      <p:sp>
        <p:nvSpPr>
          <p:cNvPr id="9" name="Rounded Rectangle 8"/>
          <p:cNvSpPr/>
          <p:nvPr/>
        </p:nvSpPr>
        <p:spPr>
          <a:xfrm>
            <a:off x="548640" y="2157984"/>
            <a:ext cx="8092440" cy="502920"/>
          </a:xfrm>
          <a:prstGeom prst="roundRect">
            <a:avLst>
              <a:gd name="adj" fmla="val 25454"/>
            </a:avLst>
          </a:prstGeom>
          <a:noFill/>
          <a:ln w="10160">
            <a:solidFill>
              <a:srgbClr val="66666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731520" y="2286000"/>
            <a:ext cx="914400" cy="246888"/>
          </a:xfrm>
          <a:prstGeom prst="roundRect">
            <a:avLst>
              <a:gd name="adj" fmla="val 44444"/>
            </a:avLst>
          </a:prstGeom>
          <a:noFill/>
          <a:ln w="10160">
            <a:solidFill>
              <a:srgbClr val="3DDC9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EGINNER"/>
          <p:cNvSpPr txBox="1"/>
          <p:nvPr/>
        </p:nvSpPr>
        <p:spPr>
          <a:xfrm>
            <a:off x="731520" y="2304288"/>
            <a:ext cx="914400" cy="228600"/>
          </a:xfrm>
          <a:prstGeom prst="rect">
            <a:avLst/>
          </a:prstGeom>
          <a:noFill/>
        </p:spPr>
        <p:txBody>
          <a:bodyPr wrap="square" lIns="9144" rIns="9144" tIns="0" bIns="0" anchor="ctr">
            <a:spAutoFit/>
          </a:bodyPr>
          <a:lstStyle/>
          <a:p>
            <a:pPr algn="ctr">
              <a:lnSpc>
                <a:spcPct val="106000"/>
              </a:lnSpc>
              <a:spcAft>
                <a:spcPts val="400"/>
              </a:spcAft>
              <a:defRPr sz="900" b="0">
                <a:solidFill>
                  <a:srgbClr val="3DDC97"/>
                </a:solidFill>
                <a:latin typeface="Helvetica Neue"/>
              </a:defRPr>
            </a:pPr>
            <a:r>
              <a:t>BEGINNER</a:t>
            </a:r>
          </a:p>
        </p:txBody>
      </p:sp>
      <p:sp>
        <p:nvSpPr>
          <p:cNvPr id="12" name="text:Make the project run fully offline"/>
          <p:cNvSpPr txBox="1"/>
          <p:nvPr/>
        </p:nvSpPr>
        <p:spPr>
          <a:xfrm>
            <a:off x="1874519" y="2157984"/>
            <a:ext cx="6675120" cy="502920"/>
          </a:xfrm>
          <a:prstGeom prst="rect">
            <a:avLst/>
          </a:prstGeom>
          <a:noFill/>
        </p:spPr>
        <p:txBody>
          <a:bodyPr wrap="square" lIns="9144" rIns="9144" tIns="0" bIns="0" anchor="ctr">
            <a:spAutoFit/>
          </a:bodyPr>
          <a:lstStyle/>
          <a:p>
            <a:pPr>
              <a:lnSpc>
                <a:spcPct val="106000"/>
              </a:lnSpc>
              <a:spcAft>
                <a:spcPts val="400"/>
              </a:spcAft>
              <a:defRPr sz="1500" b="0">
                <a:solidFill>
                  <a:srgbClr val="F2F5F8"/>
                </a:solidFill>
                <a:latin typeface="Helvetica Neue"/>
              </a:defRPr>
            </a:pPr>
            <a:r>
              <a:t>Make the project run fully offline</a:t>
            </a:r>
          </a:p>
        </p:txBody>
      </p:sp>
      <p:sp>
        <p:nvSpPr>
          <p:cNvPr id="13" name="Rounded Rectangle 12"/>
          <p:cNvSpPr/>
          <p:nvPr/>
        </p:nvSpPr>
        <p:spPr>
          <a:xfrm>
            <a:off x="548640" y="2761488"/>
            <a:ext cx="8092440" cy="502920"/>
          </a:xfrm>
          <a:prstGeom prst="roundRect">
            <a:avLst>
              <a:gd name="adj" fmla="val 25454"/>
            </a:avLst>
          </a:prstGeom>
          <a:noFill/>
          <a:ln w="10160">
            <a:solidFill>
              <a:srgbClr val="66666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731520" y="2889504"/>
            <a:ext cx="914400" cy="246888"/>
          </a:xfrm>
          <a:prstGeom prst="roundRect">
            <a:avLst>
              <a:gd name="adj" fmla="val 44444"/>
            </a:avLst>
          </a:prstGeom>
          <a:noFill/>
          <a:ln w="10160">
            <a:solidFill>
              <a:srgbClr val="B3A5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STANDARD"/>
          <p:cNvSpPr txBox="1"/>
          <p:nvPr/>
        </p:nvSpPr>
        <p:spPr>
          <a:xfrm>
            <a:off x="731520" y="2907792"/>
            <a:ext cx="914400" cy="228600"/>
          </a:xfrm>
          <a:prstGeom prst="rect">
            <a:avLst/>
          </a:prstGeom>
          <a:noFill/>
        </p:spPr>
        <p:txBody>
          <a:bodyPr wrap="square" lIns="9144" rIns="9144" tIns="0" bIns="0" anchor="ctr">
            <a:spAutoFit/>
          </a:bodyPr>
          <a:lstStyle/>
          <a:p>
            <a:pPr algn="ctr">
              <a:lnSpc>
                <a:spcPct val="106000"/>
              </a:lnSpc>
              <a:spcAft>
                <a:spcPts val="400"/>
              </a:spcAft>
              <a:defRPr sz="900" b="0">
                <a:solidFill>
                  <a:srgbClr val="B3A5FF"/>
                </a:solidFill>
                <a:latin typeface="Helvetica Neue"/>
              </a:defRPr>
            </a:pPr>
            <a:r>
              <a:t>STANDARD</a:t>
            </a:r>
          </a:p>
        </p:txBody>
      </p:sp>
      <p:sp>
        <p:nvSpPr>
          <p:cNvPr id="16" name="text:Test one strategy family with fees a"/>
          <p:cNvSpPr txBox="1"/>
          <p:nvPr/>
        </p:nvSpPr>
        <p:spPr>
          <a:xfrm>
            <a:off x="1874519" y="2761488"/>
            <a:ext cx="6675120" cy="502920"/>
          </a:xfrm>
          <a:prstGeom prst="rect">
            <a:avLst/>
          </a:prstGeom>
          <a:noFill/>
        </p:spPr>
        <p:txBody>
          <a:bodyPr wrap="square" lIns="9144" rIns="9144" tIns="0" bIns="0" anchor="ctr">
            <a:spAutoFit/>
          </a:bodyPr>
          <a:lstStyle/>
          <a:p>
            <a:pPr>
              <a:lnSpc>
                <a:spcPct val="106000"/>
              </a:lnSpc>
              <a:spcAft>
                <a:spcPts val="400"/>
              </a:spcAft>
              <a:defRPr sz="1500" b="0">
                <a:solidFill>
                  <a:srgbClr val="F2F5F8"/>
                </a:solidFill>
                <a:latin typeface="Helvetica Neue"/>
              </a:defRPr>
            </a:pPr>
            <a:r>
              <a:t>Test one strategy family with fees and slippage</a:t>
            </a:r>
          </a:p>
        </p:txBody>
      </p:sp>
      <p:sp>
        <p:nvSpPr>
          <p:cNvPr id="17" name="Rounded Rectangle 16"/>
          <p:cNvSpPr/>
          <p:nvPr/>
        </p:nvSpPr>
        <p:spPr>
          <a:xfrm>
            <a:off x="548640" y="3364991"/>
            <a:ext cx="8092440" cy="502920"/>
          </a:xfrm>
          <a:prstGeom prst="roundRect">
            <a:avLst>
              <a:gd name="adj" fmla="val 25454"/>
            </a:avLst>
          </a:prstGeom>
          <a:noFill/>
          <a:ln w="10160">
            <a:solidFill>
              <a:srgbClr val="66666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731520" y="3493008"/>
            <a:ext cx="914400" cy="246888"/>
          </a:xfrm>
          <a:prstGeom prst="roundRect">
            <a:avLst>
              <a:gd name="adj" fmla="val 44444"/>
            </a:avLst>
          </a:prstGeom>
          <a:noFill/>
          <a:ln w="10160">
            <a:solidFill>
              <a:srgbClr val="B3A5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STANDARD"/>
          <p:cNvSpPr txBox="1"/>
          <p:nvPr/>
        </p:nvSpPr>
        <p:spPr>
          <a:xfrm>
            <a:off x="731520" y="3511296"/>
            <a:ext cx="914400" cy="228600"/>
          </a:xfrm>
          <a:prstGeom prst="rect">
            <a:avLst/>
          </a:prstGeom>
          <a:noFill/>
        </p:spPr>
        <p:txBody>
          <a:bodyPr wrap="square" lIns="9144" rIns="9144" tIns="0" bIns="0" anchor="ctr">
            <a:spAutoFit/>
          </a:bodyPr>
          <a:lstStyle/>
          <a:p>
            <a:pPr algn="ctr">
              <a:lnSpc>
                <a:spcPct val="106000"/>
              </a:lnSpc>
              <a:spcAft>
                <a:spcPts val="400"/>
              </a:spcAft>
              <a:defRPr sz="900" b="0">
                <a:solidFill>
                  <a:srgbClr val="B3A5FF"/>
                </a:solidFill>
                <a:latin typeface="Helvetica Neue"/>
              </a:defRPr>
            </a:pPr>
            <a:r>
              <a:t>STANDARD</a:t>
            </a:r>
          </a:p>
        </p:txBody>
      </p:sp>
      <p:sp>
        <p:nvSpPr>
          <p:cNvPr id="20" name="text:Write a new risk rule"/>
          <p:cNvSpPr txBox="1"/>
          <p:nvPr/>
        </p:nvSpPr>
        <p:spPr>
          <a:xfrm>
            <a:off x="1874519" y="3364991"/>
            <a:ext cx="6675120" cy="502920"/>
          </a:xfrm>
          <a:prstGeom prst="rect">
            <a:avLst/>
          </a:prstGeom>
          <a:noFill/>
        </p:spPr>
        <p:txBody>
          <a:bodyPr wrap="square" lIns="9144" rIns="9144" tIns="0" bIns="0" anchor="ctr">
            <a:spAutoFit/>
          </a:bodyPr>
          <a:lstStyle/>
          <a:p>
            <a:pPr>
              <a:lnSpc>
                <a:spcPct val="106000"/>
              </a:lnSpc>
              <a:spcAft>
                <a:spcPts val="400"/>
              </a:spcAft>
              <a:defRPr sz="1500" b="0">
                <a:solidFill>
                  <a:srgbClr val="F2F5F8"/>
                </a:solidFill>
                <a:latin typeface="Helvetica Neue"/>
              </a:defRPr>
            </a:pPr>
            <a:r>
              <a:t>Write a new risk rule</a:t>
            </a:r>
          </a:p>
        </p:txBody>
      </p:sp>
      <p:sp>
        <p:nvSpPr>
          <p:cNvPr id="21" name="Rounded Rectangle 20"/>
          <p:cNvSpPr/>
          <p:nvPr/>
        </p:nvSpPr>
        <p:spPr>
          <a:xfrm>
            <a:off x="548640" y="3968496"/>
            <a:ext cx="8092440" cy="502920"/>
          </a:xfrm>
          <a:prstGeom prst="roundRect">
            <a:avLst>
              <a:gd name="adj" fmla="val 25454"/>
            </a:avLst>
          </a:prstGeom>
          <a:noFill/>
          <a:ln w="10160">
            <a:solidFill>
              <a:srgbClr val="66666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731520" y="4096511"/>
            <a:ext cx="914400" cy="246888"/>
          </a:xfrm>
          <a:prstGeom prst="roundRect">
            <a:avLst>
              <a:gd name="adj" fmla="val 44444"/>
            </a:avLst>
          </a:prstGeom>
          <a:noFill/>
          <a:ln w="10160">
            <a:solidFill>
              <a:srgbClr val="FD51F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ADVANCED"/>
          <p:cNvSpPr txBox="1"/>
          <p:nvPr/>
        </p:nvSpPr>
        <p:spPr>
          <a:xfrm>
            <a:off x="731520" y="4114799"/>
            <a:ext cx="914400" cy="228600"/>
          </a:xfrm>
          <a:prstGeom prst="rect">
            <a:avLst/>
          </a:prstGeom>
          <a:noFill/>
        </p:spPr>
        <p:txBody>
          <a:bodyPr wrap="square" lIns="9144" rIns="9144" tIns="0" bIns="0" anchor="ctr">
            <a:spAutoFit/>
          </a:bodyPr>
          <a:lstStyle/>
          <a:p>
            <a:pPr algn="ctr">
              <a:lnSpc>
                <a:spcPct val="106000"/>
              </a:lnSpc>
              <a:spcAft>
                <a:spcPts val="400"/>
              </a:spcAft>
              <a:defRPr sz="900" b="0">
                <a:solidFill>
                  <a:srgbClr val="FD51FC"/>
                </a:solidFill>
                <a:latin typeface="Helvetica Neue"/>
              </a:defRPr>
            </a:pPr>
            <a:r>
              <a:t>ADVANCED</a:t>
            </a:r>
          </a:p>
        </p:txBody>
      </p:sp>
      <p:sp>
        <p:nvSpPr>
          <p:cNvPr id="24" name="text:Add a data source"/>
          <p:cNvSpPr txBox="1"/>
          <p:nvPr/>
        </p:nvSpPr>
        <p:spPr>
          <a:xfrm>
            <a:off x="1874519" y="3968496"/>
            <a:ext cx="6675120" cy="502920"/>
          </a:xfrm>
          <a:prstGeom prst="rect">
            <a:avLst/>
          </a:prstGeom>
          <a:noFill/>
        </p:spPr>
        <p:txBody>
          <a:bodyPr wrap="square" lIns="9144" rIns="9144" tIns="0" bIns="0" anchor="ctr">
            <a:spAutoFit/>
          </a:bodyPr>
          <a:lstStyle/>
          <a:p>
            <a:pPr>
              <a:lnSpc>
                <a:spcPct val="106000"/>
              </a:lnSpc>
              <a:spcAft>
                <a:spcPts val="400"/>
              </a:spcAft>
              <a:defRPr sz="1500" b="0">
                <a:solidFill>
                  <a:srgbClr val="F2F5F8"/>
                </a:solidFill>
                <a:latin typeface="Helvetica Neue"/>
              </a:defRPr>
            </a:pPr>
            <a:r>
              <a:t>Add a data source</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showMasterSp="0">
  <p:cSld>
    <p:bg>
      <p:bgPr>
        <a:solidFill>
          <a:srgbClr val="000000"/>
        </a:solidFill>
        <a:effectLst/>
      </p:bgPr>
    </p:bg>
    <p:spTree>
      <p:nvGrpSpPr>
        <p:cNvPr id="1" name=""/>
        <p:cNvGrpSpPr/>
        <p:nvPr/>
      </p:nvGrpSpPr>
      <p:grpSpPr/>
      <p:sp>
        <p:nvSpPr>
          <p:cNvPr id="2" name="text:Three takeaways"/>
          <p:cNvSpPr txBox="1"/>
          <p:nvPr/>
        </p:nvSpPr>
        <p:spPr>
          <a:xfrm>
            <a:off x="457200" y="457200"/>
            <a:ext cx="8229600" cy="548640"/>
          </a:xfrm>
          <a:prstGeom prst="rect">
            <a:avLst/>
          </a:prstGeom>
          <a:noFill/>
        </p:spPr>
        <p:txBody>
          <a:bodyPr wrap="square" lIns="9144" rIns="9144" tIns="0" bIns="0">
            <a:spAutoFit/>
          </a:bodyPr>
          <a:lstStyle/>
          <a:p>
            <a:pPr>
              <a:lnSpc>
                <a:spcPct val="106000"/>
              </a:lnSpc>
              <a:spcAft>
                <a:spcPts val="400"/>
              </a:spcAft>
              <a:defRPr sz="3400" b="0">
                <a:solidFill>
                  <a:srgbClr val="F2F5F8"/>
                </a:solidFill>
                <a:latin typeface="Helvetica Neue"/>
              </a:defRPr>
            </a:pPr>
            <a:r>
              <a:t>Three takeaways</a:t>
            </a:r>
          </a:p>
        </p:txBody>
      </p:sp>
      <p:sp>
        <p:nvSpPr>
          <p:cNvPr id="3" name="text:19"/>
          <p:cNvSpPr txBox="1"/>
          <p:nvPr/>
        </p:nvSpPr>
        <p:spPr>
          <a:xfrm>
            <a:off x="8503920" y="4800600"/>
            <a:ext cx="365760" cy="164592"/>
          </a:xfrm>
          <a:prstGeom prst="rect">
            <a:avLst/>
          </a:prstGeom>
          <a:noFill/>
        </p:spPr>
        <p:txBody>
          <a:bodyPr wrap="square" lIns="9144" rIns="9144" tIns="0" bIns="0">
            <a:spAutoFit/>
          </a:bodyPr>
          <a:lstStyle/>
          <a:p>
            <a:pPr algn="r">
              <a:lnSpc>
                <a:spcPct val="106000"/>
              </a:lnSpc>
              <a:spcAft>
                <a:spcPts val="400"/>
              </a:spcAft>
              <a:defRPr sz="800" b="0">
                <a:solidFill>
                  <a:srgbClr val="9A9AA2"/>
                </a:solidFill>
                <a:latin typeface="Helvetica Neue"/>
              </a:defRPr>
            </a:pPr>
            <a:r>
              <a:t>19</a:t>
            </a:r>
          </a:p>
        </p:txBody>
      </p:sp>
      <p:sp>
        <p:nvSpPr>
          <p:cNvPr id="4" name="Rounded Rectangle 3"/>
          <p:cNvSpPr/>
          <p:nvPr/>
        </p:nvSpPr>
        <p:spPr>
          <a:xfrm>
            <a:off x="548640" y="1417320"/>
            <a:ext cx="8092440" cy="868680"/>
          </a:xfrm>
          <a:prstGeom prst="roundRect">
            <a:avLst>
              <a:gd name="adj" fmla="val 14736"/>
            </a:avLst>
          </a:prstGeom>
          <a:noFill/>
          <a:ln w="10160">
            <a:solidFill>
              <a:srgbClr val="66666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
          <p:cNvSpPr txBox="1"/>
          <p:nvPr/>
        </p:nvSpPr>
        <p:spPr>
          <a:xfrm>
            <a:off x="777240" y="1417320"/>
            <a:ext cx="457200" cy="868680"/>
          </a:xfrm>
          <a:prstGeom prst="rect">
            <a:avLst/>
          </a:prstGeom>
          <a:noFill/>
        </p:spPr>
        <p:txBody>
          <a:bodyPr wrap="square" lIns="9144" rIns="9144" tIns="0" bIns="0" anchor="ctr">
            <a:spAutoFit/>
          </a:bodyPr>
          <a:lstStyle/>
          <a:p>
            <a:pPr>
              <a:lnSpc>
                <a:spcPct val="106000"/>
              </a:lnSpc>
              <a:spcAft>
                <a:spcPts val="400"/>
              </a:spcAft>
              <a:defRPr sz="2600" b="0">
                <a:solidFill>
                  <a:srgbClr val="3DDC97"/>
                </a:solidFill>
                <a:latin typeface="Helvetica Neue"/>
              </a:defRPr>
            </a:pPr>
            <a:r>
              <a:t>❑</a:t>
            </a:r>
          </a:p>
        </p:txBody>
      </p:sp>
      <p:sp>
        <p:nvSpPr>
          <p:cNvPr id="6" name="text:One bad input beats a smart agent."/>
          <p:cNvSpPr txBox="1"/>
          <p:nvPr/>
        </p:nvSpPr>
        <p:spPr>
          <a:xfrm>
            <a:off x="1371600" y="1417320"/>
            <a:ext cx="7132320" cy="868680"/>
          </a:xfrm>
          <a:prstGeom prst="rect">
            <a:avLst/>
          </a:prstGeom>
          <a:noFill/>
        </p:spPr>
        <p:txBody>
          <a:bodyPr wrap="square" lIns="9144" rIns="9144" tIns="0" bIns="0" anchor="ctr">
            <a:spAutoFit/>
          </a:bodyPr>
          <a:lstStyle/>
          <a:p>
            <a:pPr>
              <a:lnSpc>
                <a:spcPct val="106000"/>
              </a:lnSpc>
              <a:spcAft>
                <a:spcPts val="400"/>
              </a:spcAft>
              <a:defRPr sz="1900" b="0">
                <a:solidFill>
                  <a:srgbClr val="F2F5F8"/>
                </a:solidFill>
                <a:latin typeface="Helvetica Neue"/>
              </a:defRPr>
            </a:pPr>
            <a:r>
              <a:t>One bad input beats a smart agent.</a:t>
            </a:r>
          </a:p>
        </p:txBody>
      </p:sp>
      <p:sp>
        <p:nvSpPr>
          <p:cNvPr id="7" name="Rounded Rectangle 6"/>
          <p:cNvSpPr/>
          <p:nvPr/>
        </p:nvSpPr>
        <p:spPr>
          <a:xfrm>
            <a:off x="548640" y="2441448"/>
            <a:ext cx="8092440" cy="868680"/>
          </a:xfrm>
          <a:prstGeom prst="roundRect">
            <a:avLst>
              <a:gd name="adj" fmla="val 14736"/>
            </a:avLst>
          </a:prstGeom>
          <a:noFill/>
          <a:ln w="10160">
            <a:solidFill>
              <a:srgbClr val="66666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
          <p:cNvSpPr txBox="1"/>
          <p:nvPr/>
        </p:nvSpPr>
        <p:spPr>
          <a:xfrm>
            <a:off x="777240" y="2441448"/>
            <a:ext cx="457200" cy="868680"/>
          </a:xfrm>
          <a:prstGeom prst="rect">
            <a:avLst/>
          </a:prstGeom>
          <a:noFill/>
        </p:spPr>
        <p:txBody>
          <a:bodyPr wrap="square" lIns="9144" rIns="9144" tIns="0" bIns="0" anchor="ctr">
            <a:spAutoFit/>
          </a:bodyPr>
          <a:lstStyle/>
          <a:p>
            <a:pPr>
              <a:lnSpc>
                <a:spcPct val="106000"/>
              </a:lnSpc>
              <a:spcAft>
                <a:spcPts val="400"/>
              </a:spcAft>
              <a:defRPr sz="2600" b="0">
                <a:solidFill>
                  <a:srgbClr val="3DDC97"/>
                </a:solidFill>
                <a:latin typeface="Helvetica Neue"/>
              </a:defRPr>
            </a:pPr>
            <a:r>
              <a:t>❑</a:t>
            </a:r>
          </a:p>
        </p:txBody>
      </p:sp>
      <p:sp>
        <p:nvSpPr>
          <p:cNvPr id="9" name="text:Four kinds of data: venue price, ora"/>
          <p:cNvSpPr txBox="1"/>
          <p:nvPr/>
        </p:nvSpPr>
        <p:spPr>
          <a:xfrm>
            <a:off x="1371600" y="2441448"/>
            <a:ext cx="7132320" cy="868680"/>
          </a:xfrm>
          <a:prstGeom prst="rect">
            <a:avLst/>
          </a:prstGeom>
          <a:noFill/>
        </p:spPr>
        <p:txBody>
          <a:bodyPr wrap="square" lIns="9144" rIns="9144" tIns="0" bIns="0" anchor="ctr">
            <a:spAutoFit/>
          </a:bodyPr>
          <a:lstStyle/>
          <a:p>
            <a:pPr>
              <a:lnSpc>
                <a:spcPct val="106000"/>
              </a:lnSpc>
              <a:spcAft>
                <a:spcPts val="400"/>
              </a:spcAft>
              <a:defRPr sz="1900" b="0">
                <a:solidFill>
                  <a:srgbClr val="F2F5F8"/>
                </a:solidFill>
                <a:latin typeface="Helvetica Neue"/>
              </a:defRPr>
            </a:pPr>
            <a:r>
              <a:t>Four kinds of data: venue price, oracle price, ordering, inventory.</a:t>
            </a:r>
          </a:p>
        </p:txBody>
      </p:sp>
      <p:sp>
        <p:nvSpPr>
          <p:cNvPr id="10" name="Rounded Rectangle 9"/>
          <p:cNvSpPr/>
          <p:nvPr/>
        </p:nvSpPr>
        <p:spPr>
          <a:xfrm>
            <a:off x="548640" y="3465576"/>
            <a:ext cx="8092440" cy="868680"/>
          </a:xfrm>
          <a:prstGeom prst="roundRect">
            <a:avLst>
              <a:gd name="adj" fmla="val 14736"/>
            </a:avLst>
          </a:prstGeom>
          <a:noFill/>
          <a:ln w="10160">
            <a:solidFill>
              <a:srgbClr val="66666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
          <p:cNvSpPr txBox="1"/>
          <p:nvPr/>
        </p:nvSpPr>
        <p:spPr>
          <a:xfrm>
            <a:off x="777240" y="3465576"/>
            <a:ext cx="457200" cy="868680"/>
          </a:xfrm>
          <a:prstGeom prst="rect">
            <a:avLst/>
          </a:prstGeom>
          <a:noFill/>
        </p:spPr>
        <p:txBody>
          <a:bodyPr wrap="square" lIns="9144" rIns="9144" tIns="0" bIns="0" anchor="ctr">
            <a:spAutoFit/>
          </a:bodyPr>
          <a:lstStyle/>
          <a:p>
            <a:pPr>
              <a:lnSpc>
                <a:spcPct val="106000"/>
              </a:lnSpc>
              <a:spcAft>
                <a:spcPts val="400"/>
              </a:spcAft>
              <a:defRPr sz="2600" b="0">
                <a:solidFill>
                  <a:srgbClr val="3DDC97"/>
                </a:solidFill>
                <a:latin typeface="Helvetica Neue"/>
              </a:defRPr>
            </a:pPr>
            <a:r>
              <a:t>❑</a:t>
            </a:r>
          </a:p>
        </p:txBody>
      </p:sp>
      <p:sp>
        <p:nvSpPr>
          <p:cNvPr id="12" name="text:The risk hook is plain code that can"/>
          <p:cNvSpPr txBox="1"/>
          <p:nvPr/>
        </p:nvSpPr>
        <p:spPr>
          <a:xfrm>
            <a:off x="1371600" y="3465576"/>
            <a:ext cx="7132320" cy="868680"/>
          </a:xfrm>
          <a:prstGeom prst="rect">
            <a:avLst/>
          </a:prstGeom>
          <a:noFill/>
        </p:spPr>
        <p:txBody>
          <a:bodyPr wrap="square" lIns="9144" rIns="9144" tIns="0" bIns="0" anchor="ctr">
            <a:spAutoFit/>
          </a:bodyPr>
          <a:lstStyle/>
          <a:p>
            <a:pPr>
              <a:lnSpc>
                <a:spcPct val="106000"/>
              </a:lnSpc>
              <a:spcAft>
                <a:spcPts val="400"/>
              </a:spcAft>
              <a:defRPr sz="1900" b="0">
                <a:solidFill>
                  <a:srgbClr val="F2F5F8"/>
                </a:solidFill>
                <a:latin typeface="Helvetica Neue"/>
              </a:defRPr>
            </a:pPr>
            <a:r>
              <a:t>The risk hook is plain code that can say no, and say why.</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showMasterSp="0">
  <p:cSld>
    <p:bg>
      <p:bgPr>
        <a:solidFill>
          <a:srgbClr val="000000"/>
        </a:solidFill>
        <a:effectLst/>
      </p:bgPr>
    </p:bg>
    <p:spTree>
      <p:nvGrpSpPr>
        <p:cNvPr id="1" name=""/>
        <p:cNvGrpSpPr/>
        <p:nvPr/>
      </p:nvGrpSpPr>
      <p:grpSpPr/>
      <p:sp>
        <p:nvSpPr>
          <p:cNvPr id="2" name="text:Branch out"/>
          <p:cNvSpPr txBox="1"/>
          <p:nvPr/>
        </p:nvSpPr>
        <p:spPr>
          <a:xfrm>
            <a:off x="457200" y="457200"/>
            <a:ext cx="8229600" cy="548640"/>
          </a:xfrm>
          <a:prstGeom prst="rect">
            <a:avLst/>
          </a:prstGeom>
          <a:noFill/>
        </p:spPr>
        <p:txBody>
          <a:bodyPr wrap="square" lIns="9144" rIns="9144" tIns="0" bIns="0">
            <a:spAutoFit/>
          </a:bodyPr>
          <a:lstStyle/>
          <a:p>
            <a:pPr>
              <a:lnSpc>
                <a:spcPct val="106000"/>
              </a:lnSpc>
              <a:spcAft>
                <a:spcPts val="400"/>
              </a:spcAft>
              <a:defRPr sz="3400" b="0">
                <a:solidFill>
                  <a:srgbClr val="F2F5F8"/>
                </a:solidFill>
                <a:latin typeface="Helvetica Neue"/>
              </a:defRPr>
            </a:pPr>
            <a:r>
              <a:t>Branch out</a:t>
            </a:r>
          </a:p>
        </p:txBody>
      </p:sp>
      <p:sp>
        <p:nvSpPr>
          <p:cNvPr id="3" name="text:After tonight, in your own time."/>
          <p:cNvSpPr txBox="1"/>
          <p:nvPr/>
        </p:nvSpPr>
        <p:spPr>
          <a:xfrm>
            <a:off x="475488" y="1051560"/>
            <a:ext cx="8138160" cy="274320"/>
          </a:xfrm>
          <a:prstGeom prst="rect">
            <a:avLst/>
          </a:prstGeom>
          <a:noFill/>
        </p:spPr>
        <p:txBody>
          <a:bodyPr wrap="square" lIns="9144" rIns="9144" tIns="0" bIns="0">
            <a:spAutoFit/>
          </a:bodyPr>
          <a:lstStyle/>
          <a:p>
            <a:pPr>
              <a:lnSpc>
                <a:spcPct val="106000"/>
              </a:lnSpc>
              <a:spcAft>
                <a:spcPts val="400"/>
              </a:spcAft>
              <a:defRPr sz="1500" b="0">
                <a:solidFill>
                  <a:srgbClr val="B3A5FF"/>
                </a:solidFill>
                <a:latin typeface="Helvetica Neue"/>
              </a:defRPr>
            </a:pPr>
            <a:r>
              <a:t>After tonight, in your own time.</a:t>
            </a:r>
          </a:p>
        </p:txBody>
      </p:sp>
      <p:sp>
        <p:nvSpPr>
          <p:cNvPr id="4" name="text:20"/>
          <p:cNvSpPr txBox="1"/>
          <p:nvPr/>
        </p:nvSpPr>
        <p:spPr>
          <a:xfrm>
            <a:off x="8503920" y="4800600"/>
            <a:ext cx="365760" cy="164592"/>
          </a:xfrm>
          <a:prstGeom prst="rect">
            <a:avLst/>
          </a:prstGeom>
          <a:noFill/>
        </p:spPr>
        <p:txBody>
          <a:bodyPr wrap="square" lIns="9144" rIns="9144" tIns="0" bIns="0">
            <a:spAutoFit/>
          </a:bodyPr>
          <a:lstStyle/>
          <a:p>
            <a:pPr algn="r">
              <a:lnSpc>
                <a:spcPct val="106000"/>
              </a:lnSpc>
              <a:spcAft>
                <a:spcPts val="400"/>
              </a:spcAft>
              <a:defRPr sz="800" b="0">
                <a:solidFill>
                  <a:srgbClr val="9A9AA2"/>
                </a:solidFill>
                <a:latin typeface="Helvetica Neue"/>
              </a:defRPr>
            </a:pPr>
            <a:r>
              <a:t>20</a:t>
            </a:r>
          </a:p>
        </p:txBody>
      </p:sp>
      <p:sp>
        <p:nvSpPr>
          <p:cNvPr id="5" name="Rounded Rectangle 4"/>
          <p:cNvSpPr/>
          <p:nvPr/>
        </p:nvSpPr>
        <p:spPr>
          <a:xfrm>
            <a:off x="548640" y="1600200"/>
            <a:ext cx="2560320" cy="2194560"/>
          </a:xfrm>
          <a:prstGeom prst="roundRect">
            <a:avLst>
              <a:gd name="adj" fmla="val 5833"/>
            </a:avLst>
          </a:prstGeom>
          <a:noFill/>
          <a:ln w="10160">
            <a:solidFill>
              <a:srgbClr val="3DDC9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749808" y="1801368"/>
            <a:ext cx="914400" cy="246888"/>
          </a:xfrm>
          <a:prstGeom prst="roundRect">
            <a:avLst>
              <a:gd name="adj" fmla="val 44444"/>
            </a:avLst>
          </a:prstGeom>
          <a:noFill/>
          <a:ln w="10160">
            <a:solidFill>
              <a:srgbClr val="3DDC9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EGINNER"/>
          <p:cNvSpPr txBox="1"/>
          <p:nvPr/>
        </p:nvSpPr>
        <p:spPr>
          <a:xfrm>
            <a:off x="749808" y="1819656"/>
            <a:ext cx="914400" cy="228600"/>
          </a:xfrm>
          <a:prstGeom prst="rect">
            <a:avLst/>
          </a:prstGeom>
          <a:noFill/>
        </p:spPr>
        <p:txBody>
          <a:bodyPr wrap="square" lIns="9144" rIns="9144" tIns="0" bIns="0" anchor="ctr">
            <a:spAutoFit/>
          </a:bodyPr>
          <a:lstStyle/>
          <a:p>
            <a:pPr algn="ctr">
              <a:lnSpc>
                <a:spcPct val="106000"/>
              </a:lnSpc>
              <a:spcAft>
                <a:spcPts val="400"/>
              </a:spcAft>
              <a:defRPr sz="900" b="0">
                <a:solidFill>
                  <a:srgbClr val="3DDC97"/>
                </a:solidFill>
                <a:latin typeface="Helvetica Neue"/>
              </a:defRPr>
            </a:pPr>
            <a:r>
              <a:t>BEGINNER</a:t>
            </a:r>
          </a:p>
        </p:txBody>
      </p:sp>
      <p:sp>
        <p:nvSpPr>
          <p:cNvPr id="8" name="text:Change a limit and watch which order"/>
          <p:cNvSpPr txBox="1"/>
          <p:nvPr/>
        </p:nvSpPr>
        <p:spPr>
          <a:xfrm>
            <a:off x="749808" y="2286000"/>
            <a:ext cx="2194560" cy="1371600"/>
          </a:xfrm>
          <a:prstGeom prst="rect">
            <a:avLst/>
          </a:prstGeom>
          <a:noFill/>
        </p:spPr>
        <p:txBody>
          <a:bodyPr wrap="square" lIns="9144" rIns="9144" tIns="0" bIns="0">
            <a:spAutoFit/>
          </a:bodyPr>
          <a:lstStyle/>
          <a:p>
            <a:pPr>
              <a:lnSpc>
                <a:spcPct val="106000"/>
              </a:lnSpc>
              <a:spcAft>
                <a:spcPts val="400"/>
              </a:spcAft>
              <a:defRPr sz="1400" b="0">
                <a:solidFill>
                  <a:srgbClr val="F2F5F8"/>
                </a:solidFill>
                <a:latin typeface="Helvetica Neue"/>
              </a:defRPr>
            </a:pPr>
            <a:r>
              <a:t>Change a limit and watch which orders flip from rejected to accepted.</a:t>
            </a:r>
          </a:p>
        </p:txBody>
      </p:sp>
      <p:sp>
        <p:nvSpPr>
          <p:cNvPr id="9" name="Rounded Rectangle 8"/>
          <p:cNvSpPr/>
          <p:nvPr/>
        </p:nvSpPr>
        <p:spPr>
          <a:xfrm>
            <a:off x="3337560" y="1600200"/>
            <a:ext cx="2560320" cy="2194560"/>
          </a:xfrm>
          <a:prstGeom prst="roundRect">
            <a:avLst>
              <a:gd name="adj" fmla="val 5833"/>
            </a:avLst>
          </a:prstGeom>
          <a:noFill/>
          <a:ln w="10160">
            <a:solidFill>
              <a:srgbClr val="B3A5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3538728" y="1801368"/>
            <a:ext cx="914400" cy="246888"/>
          </a:xfrm>
          <a:prstGeom prst="roundRect">
            <a:avLst>
              <a:gd name="adj" fmla="val 44444"/>
            </a:avLst>
          </a:prstGeom>
          <a:noFill/>
          <a:ln w="10160">
            <a:solidFill>
              <a:srgbClr val="B3A5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STANDARD"/>
          <p:cNvSpPr txBox="1"/>
          <p:nvPr/>
        </p:nvSpPr>
        <p:spPr>
          <a:xfrm>
            <a:off x="3538728" y="1819656"/>
            <a:ext cx="914400" cy="228600"/>
          </a:xfrm>
          <a:prstGeom prst="rect">
            <a:avLst/>
          </a:prstGeom>
          <a:noFill/>
        </p:spPr>
        <p:txBody>
          <a:bodyPr wrap="square" lIns="9144" rIns="9144" tIns="0" bIns="0" anchor="ctr">
            <a:spAutoFit/>
          </a:bodyPr>
          <a:lstStyle/>
          <a:p>
            <a:pPr algn="ctr">
              <a:lnSpc>
                <a:spcPct val="106000"/>
              </a:lnSpc>
              <a:spcAft>
                <a:spcPts val="400"/>
              </a:spcAft>
              <a:defRPr sz="900" b="0">
                <a:solidFill>
                  <a:srgbClr val="B3A5FF"/>
                </a:solidFill>
                <a:latin typeface="Helvetica Neue"/>
              </a:defRPr>
            </a:pPr>
            <a:r>
              <a:t>STANDARD</a:t>
            </a:r>
          </a:p>
        </p:txBody>
      </p:sp>
      <p:sp>
        <p:nvSpPr>
          <p:cNvPr id="12" name="text:Run a second strategy from the map w"/>
          <p:cNvSpPr txBox="1"/>
          <p:nvPr/>
        </p:nvSpPr>
        <p:spPr>
          <a:xfrm>
            <a:off x="3538728" y="2286000"/>
            <a:ext cx="2194560" cy="1371600"/>
          </a:xfrm>
          <a:prstGeom prst="rect">
            <a:avLst/>
          </a:prstGeom>
          <a:noFill/>
        </p:spPr>
        <p:txBody>
          <a:bodyPr wrap="square" lIns="9144" rIns="9144" tIns="0" bIns="0">
            <a:spAutoFit/>
          </a:bodyPr>
          <a:lstStyle/>
          <a:p>
            <a:pPr>
              <a:lnSpc>
                <a:spcPct val="106000"/>
              </a:lnSpc>
              <a:spcAft>
                <a:spcPts val="400"/>
              </a:spcAft>
              <a:defRPr sz="1400" b="0">
                <a:solidFill>
                  <a:srgbClr val="F2F5F8"/>
                </a:solidFill>
                <a:latin typeface="Helvetica Neue"/>
              </a:defRPr>
            </a:pPr>
            <a:r>
              <a:t>Run a second strategy from the map with honest costs and compare the charts.</a:t>
            </a:r>
          </a:p>
        </p:txBody>
      </p:sp>
      <p:sp>
        <p:nvSpPr>
          <p:cNvPr id="13" name="Rounded Rectangle 12"/>
          <p:cNvSpPr/>
          <p:nvPr/>
        </p:nvSpPr>
        <p:spPr>
          <a:xfrm>
            <a:off x="6126479" y="1600200"/>
            <a:ext cx="2560320" cy="2194560"/>
          </a:xfrm>
          <a:prstGeom prst="roundRect">
            <a:avLst>
              <a:gd name="adj" fmla="val 5833"/>
            </a:avLst>
          </a:prstGeom>
          <a:noFill/>
          <a:ln w="10160">
            <a:solidFill>
              <a:srgbClr val="FD51F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6327647" y="1801368"/>
            <a:ext cx="914400" cy="246888"/>
          </a:xfrm>
          <a:prstGeom prst="roundRect">
            <a:avLst>
              <a:gd name="adj" fmla="val 44444"/>
            </a:avLst>
          </a:prstGeom>
          <a:noFill/>
          <a:ln w="10160">
            <a:solidFill>
              <a:srgbClr val="FD51F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ADVANCED"/>
          <p:cNvSpPr txBox="1"/>
          <p:nvPr/>
        </p:nvSpPr>
        <p:spPr>
          <a:xfrm>
            <a:off x="6327647" y="1819656"/>
            <a:ext cx="914400" cy="228600"/>
          </a:xfrm>
          <a:prstGeom prst="rect">
            <a:avLst/>
          </a:prstGeom>
          <a:noFill/>
        </p:spPr>
        <p:txBody>
          <a:bodyPr wrap="square" lIns="9144" rIns="9144" tIns="0" bIns="0" anchor="ctr">
            <a:spAutoFit/>
          </a:bodyPr>
          <a:lstStyle/>
          <a:p>
            <a:pPr algn="ctr">
              <a:lnSpc>
                <a:spcPct val="106000"/>
              </a:lnSpc>
              <a:spcAft>
                <a:spcPts val="400"/>
              </a:spcAft>
              <a:defRPr sz="900" b="0">
                <a:solidFill>
                  <a:srgbClr val="FD51FC"/>
                </a:solidFill>
                <a:latin typeface="Helvetica Neue"/>
              </a:defRPr>
            </a:pPr>
            <a:r>
              <a:t>ADVANCED</a:t>
            </a:r>
          </a:p>
        </p:txBody>
      </p:sp>
      <p:sp>
        <p:nvSpPr>
          <p:cNvPr id="16" name="text:Add a new pool or venue collector, o"/>
          <p:cNvSpPr txBox="1"/>
          <p:nvPr/>
        </p:nvSpPr>
        <p:spPr>
          <a:xfrm>
            <a:off x="6327647" y="2286000"/>
            <a:ext cx="2194560" cy="1371600"/>
          </a:xfrm>
          <a:prstGeom prst="rect">
            <a:avLst/>
          </a:prstGeom>
          <a:noFill/>
        </p:spPr>
        <p:txBody>
          <a:bodyPr wrap="square" lIns="9144" rIns="9144" tIns="0" bIns="0">
            <a:spAutoFit/>
          </a:bodyPr>
          <a:lstStyle/>
          <a:p>
            <a:pPr>
              <a:lnSpc>
                <a:spcPct val="106000"/>
              </a:lnSpc>
              <a:spcAft>
                <a:spcPts val="400"/>
              </a:spcAft>
              <a:defRPr sz="1400" b="0">
                <a:solidFill>
                  <a:srgbClr val="F2F5F8"/>
                </a:solidFill>
                <a:latin typeface="Helvetica Neue"/>
              </a:defRPr>
            </a:pPr>
            <a:r>
              <a:t>Add a new pool or venue collector, or a staleness check that fires on old oracle data.</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showMasterSp="0">
  <p:cSld>
    <p:bg>
      <p:bgPr>
        <a:solidFill>
          <a:srgbClr val="000000"/>
        </a:solidFill>
        <a:effectLst/>
      </p:bgPr>
    </p:bg>
    <p:spTree>
      <p:nvGrpSpPr>
        <p:cNvPr id="1" name=""/>
        <p:cNvGrpSpPr/>
        <p:nvPr/>
      </p:nvGrpSpPr>
      <p:grpSpPr/>
      <p:sp>
        <p:nvSpPr>
          <p:cNvPr id="2" name="text:Share back"/>
          <p:cNvSpPr txBox="1"/>
          <p:nvPr/>
        </p:nvSpPr>
        <p:spPr>
          <a:xfrm>
            <a:off x="457200" y="457200"/>
            <a:ext cx="8229600" cy="548640"/>
          </a:xfrm>
          <a:prstGeom prst="rect">
            <a:avLst/>
          </a:prstGeom>
          <a:noFill/>
        </p:spPr>
        <p:txBody>
          <a:bodyPr wrap="square" lIns="9144" rIns="9144" tIns="0" bIns="0">
            <a:spAutoFit/>
          </a:bodyPr>
          <a:lstStyle/>
          <a:p>
            <a:pPr>
              <a:lnSpc>
                <a:spcPct val="106000"/>
              </a:lnSpc>
              <a:spcAft>
                <a:spcPts val="400"/>
              </a:spcAft>
              <a:defRPr sz="3400" b="0">
                <a:solidFill>
                  <a:srgbClr val="F2F5F8"/>
                </a:solidFill>
                <a:latin typeface="Helvetica Neue"/>
              </a:defRPr>
            </a:pPr>
            <a:r>
              <a:t>Share back</a:t>
            </a:r>
          </a:p>
        </p:txBody>
      </p:sp>
      <p:sp>
        <p:nvSpPr>
          <p:cNvPr id="3" name="text:Before you leave, and by next Thursd"/>
          <p:cNvSpPr txBox="1"/>
          <p:nvPr/>
        </p:nvSpPr>
        <p:spPr>
          <a:xfrm>
            <a:off x="475488" y="1051560"/>
            <a:ext cx="8138160" cy="274320"/>
          </a:xfrm>
          <a:prstGeom prst="rect">
            <a:avLst/>
          </a:prstGeom>
          <a:noFill/>
        </p:spPr>
        <p:txBody>
          <a:bodyPr wrap="square" lIns="9144" rIns="9144" tIns="0" bIns="0">
            <a:spAutoFit/>
          </a:bodyPr>
          <a:lstStyle/>
          <a:p>
            <a:pPr>
              <a:lnSpc>
                <a:spcPct val="106000"/>
              </a:lnSpc>
              <a:spcAft>
                <a:spcPts val="400"/>
              </a:spcAft>
              <a:defRPr sz="1500" b="0">
                <a:solidFill>
                  <a:srgbClr val="B3A5FF"/>
                </a:solidFill>
                <a:latin typeface="Helvetica Neue"/>
              </a:defRPr>
            </a:pPr>
            <a:r>
              <a:t>Before you leave, and by next Thursday.</a:t>
            </a:r>
          </a:p>
        </p:txBody>
      </p:sp>
      <p:sp>
        <p:nvSpPr>
          <p:cNvPr id="4" name="text:21"/>
          <p:cNvSpPr txBox="1"/>
          <p:nvPr/>
        </p:nvSpPr>
        <p:spPr>
          <a:xfrm>
            <a:off x="8503920" y="4800600"/>
            <a:ext cx="365760" cy="164592"/>
          </a:xfrm>
          <a:prstGeom prst="rect">
            <a:avLst/>
          </a:prstGeom>
          <a:noFill/>
        </p:spPr>
        <p:txBody>
          <a:bodyPr wrap="square" lIns="9144" rIns="9144" tIns="0" bIns="0">
            <a:spAutoFit/>
          </a:bodyPr>
          <a:lstStyle/>
          <a:p>
            <a:pPr algn="r">
              <a:lnSpc>
                <a:spcPct val="106000"/>
              </a:lnSpc>
              <a:spcAft>
                <a:spcPts val="400"/>
              </a:spcAft>
              <a:defRPr sz="800" b="0">
                <a:solidFill>
                  <a:srgbClr val="9A9AA2"/>
                </a:solidFill>
                <a:latin typeface="Helvetica Neue"/>
              </a:defRPr>
            </a:pPr>
            <a:r>
              <a:t>21</a:t>
            </a:r>
          </a:p>
        </p:txBody>
      </p:sp>
      <p:sp>
        <p:nvSpPr>
          <p:cNvPr id="5" name="Rounded Rectangle 4"/>
          <p:cNvSpPr/>
          <p:nvPr/>
        </p:nvSpPr>
        <p:spPr>
          <a:xfrm>
            <a:off x="548640" y="1691640"/>
            <a:ext cx="2560320" cy="2103120"/>
          </a:xfrm>
          <a:prstGeom prst="roundRect">
            <a:avLst>
              <a:gd name="adj" fmla="val 6086"/>
            </a:avLst>
          </a:prstGeom>
          <a:noFill/>
          <a:ln w="10160">
            <a:solidFill>
              <a:srgbClr val="3DDC9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TONIGHT"/>
          <p:cNvSpPr txBox="1"/>
          <p:nvPr/>
        </p:nvSpPr>
        <p:spPr>
          <a:xfrm>
            <a:off x="749808" y="1874519"/>
            <a:ext cx="2194560" cy="228600"/>
          </a:xfrm>
          <a:prstGeom prst="rect">
            <a:avLst/>
          </a:prstGeom>
          <a:noFill/>
        </p:spPr>
        <p:txBody>
          <a:bodyPr wrap="square" lIns="9144" rIns="9144" tIns="0" bIns="0">
            <a:spAutoFit/>
          </a:bodyPr>
          <a:lstStyle/>
          <a:p>
            <a:pPr>
              <a:lnSpc>
                <a:spcPct val="106000"/>
              </a:lnSpc>
              <a:spcAft>
                <a:spcPts val="400"/>
              </a:spcAft>
              <a:defRPr sz="1000" b="0">
                <a:solidFill>
                  <a:srgbClr val="B3A5FF"/>
                </a:solidFill>
                <a:latin typeface="Helvetica Neue"/>
              </a:defRPr>
            </a:pPr>
            <a:r>
              <a:t>TONIGHT</a:t>
            </a:r>
          </a:p>
        </p:txBody>
      </p:sp>
      <p:sp>
        <p:nvSpPr>
          <p:cNvPr id="7" name="text:1"/>
          <p:cNvSpPr txBox="1"/>
          <p:nvPr/>
        </p:nvSpPr>
        <p:spPr>
          <a:xfrm>
            <a:off x="749808" y="2194560"/>
            <a:ext cx="548640" cy="548640"/>
          </a:xfrm>
          <a:prstGeom prst="rect">
            <a:avLst/>
          </a:prstGeom>
          <a:noFill/>
        </p:spPr>
        <p:txBody>
          <a:bodyPr wrap="square" lIns="9144" rIns="9144" tIns="0" bIns="0">
            <a:spAutoFit/>
          </a:bodyPr>
          <a:lstStyle/>
          <a:p>
            <a:pPr>
              <a:lnSpc>
                <a:spcPct val="106000"/>
              </a:lnSpc>
              <a:spcAft>
                <a:spcPts val="400"/>
              </a:spcAft>
              <a:defRPr sz="3200" b="0">
                <a:solidFill>
                  <a:srgbClr val="3DDC97"/>
                </a:solidFill>
                <a:latin typeface="Helvetica Neue"/>
              </a:defRPr>
            </a:pPr>
            <a:r>
              <a:t>1</a:t>
            </a:r>
          </a:p>
        </p:txBody>
      </p:sp>
      <p:sp>
        <p:nvSpPr>
          <p:cNvPr id="8" name="text:Push your branch to your own repo."/>
          <p:cNvSpPr txBox="1"/>
          <p:nvPr/>
        </p:nvSpPr>
        <p:spPr>
          <a:xfrm>
            <a:off x="749808" y="2880360"/>
            <a:ext cx="2194560" cy="822960"/>
          </a:xfrm>
          <a:prstGeom prst="rect">
            <a:avLst/>
          </a:prstGeom>
          <a:noFill/>
        </p:spPr>
        <p:txBody>
          <a:bodyPr wrap="square" lIns="9144" rIns="9144" tIns="0" bIns="0">
            <a:spAutoFit/>
          </a:bodyPr>
          <a:lstStyle/>
          <a:p>
            <a:pPr>
              <a:lnSpc>
                <a:spcPct val="106000"/>
              </a:lnSpc>
              <a:spcAft>
                <a:spcPts val="400"/>
              </a:spcAft>
              <a:defRPr sz="1500" b="0">
                <a:solidFill>
                  <a:srgbClr val="F2F5F8"/>
                </a:solidFill>
                <a:latin typeface="Helvetica Neue"/>
              </a:defRPr>
            </a:pPr>
            <a:r>
              <a:t>Push your branch to your own repo.</a:t>
            </a:r>
          </a:p>
        </p:txBody>
      </p:sp>
      <p:sp>
        <p:nvSpPr>
          <p:cNvPr id="9" name="Rounded Rectangle 8"/>
          <p:cNvSpPr/>
          <p:nvPr/>
        </p:nvSpPr>
        <p:spPr>
          <a:xfrm>
            <a:off x="3337560" y="1691640"/>
            <a:ext cx="2560320" cy="2103120"/>
          </a:xfrm>
          <a:prstGeom prst="roundRect">
            <a:avLst>
              <a:gd name="adj" fmla="val 6086"/>
            </a:avLst>
          </a:prstGeom>
          <a:noFill/>
          <a:ln w="10160">
            <a:solidFill>
              <a:srgbClr val="66666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THU 29 OCT"/>
          <p:cNvSpPr txBox="1"/>
          <p:nvPr/>
        </p:nvSpPr>
        <p:spPr>
          <a:xfrm>
            <a:off x="3538728" y="1874519"/>
            <a:ext cx="2194560" cy="228600"/>
          </a:xfrm>
          <a:prstGeom prst="rect">
            <a:avLst/>
          </a:prstGeom>
          <a:noFill/>
        </p:spPr>
        <p:txBody>
          <a:bodyPr wrap="square" lIns="9144" rIns="9144" tIns="0" bIns="0">
            <a:spAutoFit/>
          </a:bodyPr>
          <a:lstStyle/>
          <a:p>
            <a:pPr>
              <a:lnSpc>
                <a:spcPct val="106000"/>
              </a:lnSpc>
              <a:spcAft>
                <a:spcPts val="400"/>
              </a:spcAft>
              <a:defRPr sz="1000" b="0">
                <a:solidFill>
                  <a:srgbClr val="B3A5FF"/>
                </a:solidFill>
                <a:latin typeface="Helvetica Neue"/>
              </a:defRPr>
            </a:pPr>
            <a:r>
              <a:t>THU 29 OCT</a:t>
            </a:r>
          </a:p>
        </p:txBody>
      </p:sp>
      <p:sp>
        <p:nvSpPr>
          <p:cNvPr id="11" name="text:2"/>
          <p:cNvSpPr txBox="1"/>
          <p:nvPr/>
        </p:nvSpPr>
        <p:spPr>
          <a:xfrm>
            <a:off x="3538728" y="2194560"/>
            <a:ext cx="548640" cy="548640"/>
          </a:xfrm>
          <a:prstGeom prst="rect">
            <a:avLst/>
          </a:prstGeom>
          <a:noFill/>
        </p:spPr>
        <p:txBody>
          <a:bodyPr wrap="square" lIns="9144" rIns="9144" tIns="0" bIns="0">
            <a:spAutoFit/>
          </a:bodyPr>
          <a:lstStyle/>
          <a:p>
            <a:pPr>
              <a:lnSpc>
                <a:spcPct val="106000"/>
              </a:lnSpc>
              <a:spcAft>
                <a:spcPts val="400"/>
              </a:spcAft>
              <a:defRPr sz="3200" b="0">
                <a:solidFill>
                  <a:srgbClr val="3DDC97"/>
                </a:solidFill>
                <a:latin typeface="Helvetica Neue"/>
              </a:defRPr>
            </a:pPr>
            <a:r>
              <a:t>2</a:t>
            </a:r>
          </a:p>
        </p:txBody>
      </p:sp>
      <p:sp>
        <p:nvSpPr>
          <p:cNvPr id="12" name="text:Bring your chart."/>
          <p:cNvSpPr txBox="1"/>
          <p:nvPr/>
        </p:nvSpPr>
        <p:spPr>
          <a:xfrm>
            <a:off x="3538728" y="2880360"/>
            <a:ext cx="2194560" cy="822960"/>
          </a:xfrm>
          <a:prstGeom prst="rect">
            <a:avLst/>
          </a:prstGeom>
          <a:noFill/>
        </p:spPr>
        <p:txBody>
          <a:bodyPr wrap="square" lIns="9144" rIns="9144" tIns="0" bIns="0">
            <a:spAutoFit/>
          </a:bodyPr>
          <a:lstStyle/>
          <a:p>
            <a:pPr>
              <a:lnSpc>
                <a:spcPct val="106000"/>
              </a:lnSpc>
              <a:spcAft>
                <a:spcPts val="400"/>
              </a:spcAft>
              <a:defRPr sz="1500" b="0">
                <a:solidFill>
                  <a:srgbClr val="F2F5F8"/>
                </a:solidFill>
                <a:latin typeface="Helvetica Neue"/>
              </a:defRPr>
            </a:pPr>
            <a:r>
              <a:t>Bring your chart.</a:t>
            </a:r>
          </a:p>
        </p:txBody>
      </p:sp>
      <p:sp>
        <p:nvSpPr>
          <p:cNvPr id="13" name="Rounded Rectangle 12"/>
          <p:cNvSpPr/>
          <p:nvPr/>
        </p:nvSpPr>
        <p:spPr>
          <a:xfrm>
            <a:off x="6126479" y="1691640"/>
            <a:ext cx="2560320" cy="2103120"/>
          </a:xfrm>
          <a:prstGeom prst="roundRect">
            <a:avLst>
              <a:gd name="adj" fmla="val 6086"/>
            </a:avLst>
          </a:prstGeom>
          <a:noFill/>
          <a:ln w="10160">
            <a:solidFill>
              <a:srgbClr val="66666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ANY TIME"/>
          <p:cNvSpPr txBox="1"/>
          <p:nvPr/>
        </p:nvSpPr>
        <p:spPr>
          <a:xfrm>
            <a:off x="6327647" y="1874519"/>
            <a:ext cx="2194560" cy="228600"/>
          </a:xfrm>
          <a:prstGeom prst="rect">
            <a:avLst/>
          </a:prstGeom>
          <a:noFill/>
        </p:spPr>
        <p:txBody>
          <a:bodyPr wrap="square" lIns="9144" rIns="9144" tIns="0" bIns="0">
            <a:spAutoFit/>
          </a:bodyPr>
          <a:lstStyle/>
          <a:p>
            <a:pPr>
              <a:lnSpc>
                <a:spcPct val="106000"/>
              </a:lnSpc>
              <a:spcAft>
                <a:spcPts val="400"/>
              </a:spcAft>
              <a:defRPr sz="1000" b="0">
                <a:solidFill>
                  <a:srgbClr val="B3A5FF"/>
                </a:solidFill>
                <a:latin typeface="Helvetica Neue"/>
              </a:defRPr>
            </a:pPr>
            <a:r>
              <a:t>ANY TIME</a:t>
            </a:r>
          </a:p>
        </p:txBody>
      </p:sp>
      <p:sp>
        <p:nvSpPr>
          <p:cNvPr id="15" name="text:3"/>
          <p:cNvSpPr txBox="1"/>
          <p:nvPr/>
        </p:nvSpPr>
        <p:spPr>
          <a:xfrm>
            <a:off x="6327647" y="2194560"/>
            <a:ext cx="548640" cy="548640"/>
          </a:xfrm>
          <a:prstGeom prst="rect">
            <a:avLst/>
          </a:prstGeom>
          <a:noFill/>
        </p:spPr>
        <p:txBody>
          <a:bodyPr wrap="square" lIns="9144" rIns="9144" tIns="0" bIns="0">
            <a:spAutoFit/>
          </a:bodyPr>
          <a:lstStyle/>
          <a:p>
            <a:pPr>
              <a:lnSpc>
                <a:spcPct val="106000"/>
              </a:lnSpc>
              <a:spcAft>
                <a:spcPts val="400"/>
              </a:spcAft>
              <a:defRPr sz="3200" b="0">
                <a:solidFill>
                  <a:srgbClr val="3DDC97"/>
                </a:solidFill>
                <a:latin typeface="Helvetica Neue"/>
              </a:defRPr>
            </a:pPr>
            <a:r>
              <a:t>3</a:t>
            </a:r>
          </a:p>
        </p:txBody>
      </p:sp>
      <p:sp>
        <p:nvSpPr>
          <p:cNvPr id="16" name="text:Send your repo link to the leads."/>
          <p:cNvSpPr txBox="1"/>
          <p:nvPr/>
        </p:nvSpPr>
        <p:spPr>
          <a:xfrm>
            <a:off x="6327647" y="2880360"/>
            <a:ext cx="2194560" cy="822960"/>
          </a:xfrm>
          <a:prstGeom prst="rect">
            <a:avLst/>
          </a:prstGeom>
          <a:noFill/>
        </p:spPr>
        <p:txBody>
          <a:bodyPr wrap="square" lIns="9144" rIns="9144" tIns="0" bIns="0">
            <a:spAutoFit/>
          </a:bodyPr>
          <a:lstStyle/>
          <a:p>
            <a:pPr>
              <a:lnSpc>
                <a:spcPct val="106000"/>
              </a:lnSpc>
              <a:spcAft>
                <a:spcPts val="400"/>
              </a:spcAft>
              <a:defRPr sz="1500" b="0">
                <a:solidFill>
                  <a:srgbClr val="F2F5F8"/>
                </a:solidFill>
                <a:latin typeface="Helvetica Neue"/>
              </a:defRPr>
            </a:pPr>
            <a:r>
              <a:t>Send your repo link to the leads.</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showMasterSp="0">
  <p:cSld>
    <p:bg>
      <p:bgPr>
        <a:solidFill>
          <a:srgbClr val="000000"/>
        </a:solidFill>
        <a:effectLst/>
      </p:bgPr>
    </p:bg>
    <p:spTree>
      <p:nvGrpSpPr>
        <p:cNvPr id="1" name=""/>
        <p:cNvGrpSpPr/>
        <p:nvPr/>
      </p:nvGrpSpPr>
      <p:grpSpPr/>
      <p:sp>
        <p:nvSpPr>
          <p:cNvPr id="2" name="text:Get the code"/>
          <p:cNvSpPr txBox="1"/>
          <p:nvPr/>
        </p:nvSpPr>
        <p:spPr>
          <a:xfrm>
            <a:off x="457200" y="457200"/>
            <a:ext cx="8229600" cy="548640"/>
          </a:xfrm>
          <a:prstGeom prst="rect">
            <a:avLst/>
          </a:prstGeom>
          <a:noFill/>
        </p:spPr>
        <p:txBody>
          <a:bodyPr wrap="square" lIns="9144" rIns="9144" tIns="0" bIns="0">
            <a:spAutoFit/>
          </a:bodyPr>
          <a:lstStyle/>
          <a:p>
            <a:pPr>
              <a:lnSpc>
                <a:spcPct val="106000"/>
              </a:lnSpc>
              <a:spcAft>
                <a:spcPts val="400"/>
              </a:spcAft>
              <a:defRPr sz="3400" b="0">
                <a:solidFill>
                  <a:srgbClr val="F2F5F8"/>
                </a:solidFill>
                <a:latin typeface="Helvetica Neue"/>
              </a:defRPr>
            </a:pPr>
            <a:r>
              <a:t>Get the code</a:t>
            </a:r>
          </a:p>
        </p:txBody>
      </p:sp>
      <p:sp>
        <p:nvSpPr>
          <p:cNvPr id="3" name="text:22"/>
          <p:cNvSpPr txBox="1"/>
          <p:nvPr/>
        </p:nvSpPr>
        <p:spPr>
          <a:xfrm>
            <a:off x="8503920" y="4800600"/>
            <a:ext cx="365760" cy="164592"/>
          </a:xfrm>
          <a:prstGeom prst="rect">
            <a:avLst/>
          </a:prstGeom>
          <a:noFill/>
        </p:spPr>
        <p:txBody>
          <a:bodyPr wrap="square" lIns="9144" rIns="9144" tIns="0" bIns="0">
            <a:spAutoFit/>
          </a:bodyPr>
          <a:lstStyle/>
          <a:p>
            <a:pPr algn="r">
              <a:lnSpc>
                <a:spcPct val="106000"/>
              </a:lnSpc>
              <a:spcAft>
                <a:spcPts val="400"/>
              </a:spcAft>
              <a:defRPr sz="800" b="0">
                <a:solidFill>
                  <a:srgbClr val="9A9AA2"/>
                </a:solidFill>
                <a:latin typeface="Helvetica Neue"/>
              </a:defRPr>
            </a:pPr>
            <a:r>
              <a:t>22</a:t>
            </a:r>
          </a:p>
        </p:txBody>
      </p:sp>
      <p:sp>
        <p:nvSpPr>
          <p:cNvPr id="4" name="Rounded Rectangle 3"/>
          <p:cNvSpPr/>
          <p:nvPr/>
        </p:nvSpPr>
        <p:spPr>
          <a:xfrm>
            <a:off x="548640" y="1371600"/>
            <a:ext cx="4846320" cy="777240"/>
          </a:xfrm>
          <a:prstGeom prst="roundRect">
            <a:avLst>
              <a:gd name="adj" fmla="val 16470"/>
            </a:avLst>
          </a:prstGeom>
          <a:solidFill>
            <a:srgbClr val="100821"/>
          </a:solidFill>
          <a:ln w="10160">
            <a:solidFill>
              <a:srgbClr val="B3A5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REPO"/>
          <p:cNvSpPr txBox="1"/>
          <p:nvPr/>
        </p:nvSpPr>
        <p:spPr>
          <a:xfrm>
            <a:off x="731520" y="1444752"/>
            <a:ext cx="1828800" cy="182880"/>
          </a:xfrm>
          <a:prstGeom prst="rect">
            <a:avLst/>
          </a:prstGeom>
          <a:noFill/>
        </p:spPr>
        <p:txBody>
          <a:bodyPr wrap="square" lIns="9144" rIns="9144" tIns="0" bIns="0">
            <a:spAutoFit/>
          </a:bodyPr>
          <a:lstStyle/>
          <a:p>
            <a:pPr>
              <a:lnSpc>
                <a:spcPct val="106000"/>
              </a:lnSpc>
              <a:spcAft>
                <a:spcPts val="400"/>
              </a:spcAft>
              <a:defRPr sz="900" b="0">
                <a:solidFill>
                  <a:srgbClr val="B3A5FF"/>
                </a:solidFill>
                <a:latin typeface="Helvetica Neue"/>
              </a:defRPr>
            </a:pPr>
            <a:r>
              <a:t>REPO</a:t>
            </a:r>
          </a:p>
        </p:txBody>
      </p:sp>
      <p:sp>
        <p:nvSpPr>
          <p:cNvPr id="6" name="text:github.com/travisim/solana-agentic-t"/>
          <p:cNvSpPr txBox="1"/>
          <p:nvPr/>
        </p:nvSpPr>
        <p:spPr>
          <a:xfrm>
            <a:off x="731520" y="1627632"/>
            <a:ext cx="4480560" cy="274320"/>
          </a:xfrm>
          <a:prstGeom prst="rect">
            <a:avLst/>
          </a:prstGeom>
          <a:noFill/>
        </p:spPr>
        <p:txBody>
          <a:bodyPr wrap="square" lIns="9144" rIns="9144" tIns="0" bIns="0">
            <a:spAutoFit/>
          </a:bodyPr>
          <a:lstStyle/>
          <a:p>
            <a:pPr>
              <a:lnSpc>
                <a:spcPct val="106000"/>
              </a:lnSpc>
              <a:spcAft>
                <a:spcPts val="400"/>
              </a:spcAft>
              <a:defRPr sz="1100" b="0">
                <a:solidFill>
                  <a:srgbClr val="F2F5F8"/>
                </a:solidFill>
                <a:latin typeface="Menlo"/>
              </a:defRPr>
            </a:pPr>
            <a:r>
              <a:t>github.com/travisim/solana-agentic-trading-nus</a:t>
            </a:r>
          </a:p>
        </p:txBody>
      </p:sp>
      <p:sp>
        <p:nvSpPr>
          <p:cNvPr id="7" name="text:folder: 0002-data-collection-risk-ho"/>
          <p:cNvSpPr txBox="1"/>
          <p:nvPr/>
        </p:nvSpPr>
        <p:spPr>
          <a:xfrm>
            <a:off x="731520" y="1883664"/>
            <a:ext cx="4480560" cy="228600"/>
          </a:xfrm>
          <a:prstGeom prst="rect">
            <a:avLst/>
          </a:prstGeom>
          <a:noFill/>
        </p:spPr>
        <p:txBody>
          <a:bodyPr wrap="square" lIns="9144" rIns="9144" tIns="0" bIns="0">
            <a:spAutoFit/>
          </a:bodyPr>
          <a:lstStyle/>
          <a:p>
            <a:pPr>
              <a:lnSpc>
                <a:spcPct val="106000"/>
              </a:lnSpc>
              <a:spcAft>
                <a:spcPts val="400"/>
              </a:spcAft>
              <a:defRPr sz="900" b="0">
                <a:solidFill>
                  <a:srgbClr val="3DDC97"/>
                </a:solidFill>
                <a:latin typeface="Menlo"/>
              </a:defRPr>
            </a:pPr>
            <a:r>
              <a:t>folder: 0002-data-collection-risk-hook/demo</a:t>
            </a:r>
          </a:p>
        </p:txBody>
      </p:sp>
      <p:sp>
        <p:nvSpPr>
          <p:cNvPr id="8" name="Rounded Rectangle 7"/>
          <p:cNvSpPr/>
          <p:nvPr/>
        </p:nvSpPr>
        <p:spPr>
          <a:xfrm>
            <a:off x="548640" y="2331720"/>
            <a:ext cx="4846320" cy="502920"/>
          </a:xfrm>
          <a:prstGeom prst="roundRect">
            <a:avLst>
              <a:gd name="adj" fmla="val 25454"/>
            </a:avLst>
          </a:prstGeom>
          <a:solidFill>
            <a:srgbClr val="100821"/>
          </a:solidFill>
          <a:ln w="10160">
            <a:solidFill>
              <a:srgbClr val="66666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1"/>
          <p:cNvSpPr txBox="1"/>
          <p:nvPr/>
        </p:nvSpPr>
        <p:spPr>
          <a:xfrm>
            <a:off x="731520" y="2331720"/>
            <a:ext cx="274320" cy="502920"/>
          </a:xfrm>
          <a:prstGeom prst="rect">
            <a:avLst/>
          </a:prstGeom>
          <a:noFill/>
        </p:spPr>
        <p:txBody>
          <a:bodyPr wrap="square" lIns="9144" rIns="9144" tIns="0" bIns="0" anchor="ctr">
            <a:spAutoFit/>
          </a:bodyPr>
          <a:lstStyle/>
          <a:p>
            <a:pPr>
              <a:lnSpc>
                <a:spcPct val="106000"/>
              </a:lnSpc>
              <a:spcAft>
                <a:spcPts val="400"/>
              </a:spcAft>
              <a:defRPr sz="1800" b="0">
                <a:solidFill>
                  <a:srgbClr val="3DDC97"/>
                </a:solidFill>
                <a:latin typeface="Helvetica Neue"/>
              </a:defRPr>
            </a:pPr>
            <a:r>
              <a:t>1</a:t>
            </a:r>
          </a:p>
        </p:txBody>
      </p:sp>
      <p:sp>
        <p:nvSpPr>
          <p:cNvPr id="10" name="text:$ npm install"/>
          <p:cNvSpPr txBox="1"/>
          <p:nvPr/>
        </p:nvSpPr>
        <p:spPr>
          <a:xfrm>
            <a:off x="1097280" y="2331720"/>
            <a:ext cx="4206240" cy="502920"/>
          </a:xfrm>
          <a:prstGeom prst="rect">
            <a:avLst/>
          </a:prstGeom>
          <a:noFill/>
        </p:spPr>
        <p:txBody>
          <a:bodyPr wrap="square" lIns="9144" rIns="9144" tIns="0" bIns="0" anchor="ctr">
            <a:spAutoFit/>
          </a:bodyPr>
          <a:lstStyle/>
          <a:p>
            <a:pPr>
              <a:lnSpc>
                <a:spcPct val="106000"/>
              </a:lnSpc>
              <a:spcAft>
                <a:spcPts val="400"/>
              </a:spcAft>
              <a:defRPr sz="1300" b="0">
                <a:solidFill>
                  <a:srgbClr val="F2F5F8"/>
                </a:solidFill>
                <a:latin typeface="Menlo"/>
              </a:defRPr>
            </a:pPr>
            <a:r>
              <a:t>$ npm install</a:t>
            </a:r>
          </a:p>
        </p:txBody>
      </p:sp>
      <p:sp>
        <p:nvSpPr>
          <p:cNvPr id="11" name="Rounded Rectangle 10"/>
          <p:cNvSpPr/>
          <p:nvPr/>
        </p:nvSpPr>
        <p:spPr>
          <a:xfrm>
            <a:off x="548640" y="2971800"/>
            <a:ext cx="4846320" cy="502920"/>
          </a:xfrm>
          <a:prstGeom prst="roundRect">
            <a:avLst>
              <a:gd name="adj" fmla="val 25454"/>
            </a:avLst>
          </a:prstGeom>
          <a:solidFill>
            <a:srgbClr val="100821"/>
          </a:solidFill>
          <a:ln w="10160">
            <a:solidFill>
              <a:srgbClr val="66666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2"/>
          <p:cNvSpPr txBox="1"/>
          <p:nvPr/>
        </p:nvSpPr>
        <p:spPr>
          <a:xfrm>
            <a:off x="731520" y="2971800"/>
            <a:ext cx="274320" cy="502920"/>
          </a:xfrm>
          <a:prstGeom prst="rect">
            <a:avLst/>
          </a:prstGeom>
          <a:noFill/>
        </p:spPr>
        <p:txBody>
          <a:bodyPr wrap="square" lIns="9144" rIns="9144" tIns="0" bIns="0" anchor="ctr">
            <a:spAutoFit/>
          </a:bodyPr>
          <a:lstStyle/>
          <a:p>
            <a:pPr>
              <a:lnSpc>
                <a:spcPct val="106000"/>
              </a:lnSpc>
              <a:spcAft>
                <a:spcPts val="400"/>
              </a:spcAft>
              <a:defRPr sz="1800" b="0">
                <a:solidFill>
                  <a:srgbClr val="3DDC97"/>
                </a:solidFill>
                <a:latin typeface="Helvetica Neue"/>
              </a:defRPr>
            </a:pPr>
            <a:r>
              <a:t>2</a:t>
            </a:r>
          </a:p>
        </p:txBody>
      </p:sp>
      <p:sp>
        <p:nvSpPr>
          <p:cNvPr id="13" name="text:$ npm run demo -- --recorded"/>
          <p:cNvSpPr txBox="1"/>
          <p:nvPr/>
        </p:nvSpPr>
        <p:spPr>
          <a:xfrm>
            <a:off x="1097280" y="2971800"/>
            <a:ext cx="4206240" cy="502920"/>
          </a:xfrm>
          <a:prstGeom prst="rect">
            <a:avLst/>
          </a:prstGeom>
          <a:noFill/>
        </p:spPr>
        <p:txBody>
          <a:bodyPr wrap="square" lIns="9144" rIns="9144" tIns="0" bIns="0" anchor="ctr">
            <a:spAutoFit/>
          </a:bodyPr>
          <a:lstStyle/>
          <a:p>
            <a:pPr>
              <a:lnSpc>
                <a:spcPct val="106000"/>
              </a:lnSpc>
              <a:spcAft>
                <a:spcPts val="400"/>
              </a:spcAft>
              <a:defRPr sz="1300" b="0">
                <a:solidFill>
                  <a:srgbClr val="F2F5F8"/>
                </a:solidFill>
                <a:latin typeface="Menlo"/>
              </a:defRPr>
            </a:pPr>
            <a:r>
              <a:t>$ npm run demo -- --recorded</a:t>
            </a:r>
          </a:p>
        </p:txBody>
      </p:sp>
      <p:sp>
        <p:nvSpPr>
          <p:cNvPr id="14" name="text:Run both from the demo/code folder. "/>
          <p:cNvSpPr txBox="1"/>
          <p:nvPr/>
        </p:nvSpPr>
        <p:spPr>
          <a:xfrm>
            <a:off x="548640" y="3749039"/>
            <a:ext cx="4846320" cy="457200"/>
          </a:xfrm>
          <a:prstGeom prst="rect">
            <a:avLst/>
          </a:prstGeom>
          <a:noFill/>
        </p:spPr>
        <p:txBody>
          <a:bodyPr wrap="square" lIns="9144" rIns="9144" tIns="0" bIns="0">
            <a:spAutoFit/>
          </a:bodyPr>
          <a:lstStyle/>
          <a:p>
            <a:pPr>
              <a:lnSpc>
                <a:spcPct val="106000"/>
              </a:lnSpc>
              <a:spcAft>
                <a:spcPts val="400"/>
              </a:spcAft>
              <a:defRPr sz="1100" b="0">
                <a:solidFill>
                  <a:srgbClr val="9A9AA2"/>
                </a:solidFill>
                <a:latin typeface="Helvetica Neue"/>
              </a:defRPr>
            </a:pPr>
            <a:r>
              <a:t>Run both from the demo/code folder. Node 24. No keys, no AI credits. Recorded data is bundled.</a:t>
            </a:r>
          </a:p>
        </p:txBody>
      </p:sp>
      <p:sp>
        <p:nvSpPr>
          <p:cNvPr id="15" name="Rounded Rectangle 14"/>
          <p:cNvSpPr/>
          <p:nvPr/>
        </p:nvSpPr>
        <p:spPr>
          <a:xfrm>
            <a:off x="5806440" y="1371600"/>
            <a:ext cx="2834640" cy="2834640"/>
          </a:xfrm>
          <a:prstGeom prst="roundRect">
            <a:avLst>
              <a:gd name="adj" fmla="val 4516"/>
            </a:avLst>
          </a:prstGeom>
          <a:solidFill>
            <a:srgbClr val="F2F5F8"/>
          </a:solidFill>
          <a:ln w="10160">
            <a:solidFill>
              <a:srgbClr val="F2F5F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qr-github-0002.png"/>
          <p:cNvPicPr>
            <a:picLocks noChangeAspect="1"/>
          </p:cNvPicPr>
          <p:nvPr/>
        </p:nvPicPr>
        <p:blipFill>
          <a:blip r:embed="rId3"/>
          <a:stretch>
            <a:fillRect/>
          </a:stretch>
        </p:blipFill>
        <p:spPr>
          <a:xfrm>
            <a:off x="5943600" y="1508760"/>
            <a:ext cx="2560320" cy="2560320"/>
          </a:xfrm>
          <a:prstGeom prst="rect">
            <a:avLst/>
          </a:prstGeom>
        </p:spPr>
      </p:pic>
      <p:sp>
        <p:nvSpPr>
          <p:cNvPr id="17" name="text:Scan for tonight's demos and code"/>
          <p:cNvSpPr txBox="1"/>
          <p:nvPr/>
        </p:nvSpPr>
        <p:spPr>
          <a:xfrm>
            <a:off x="5806440" y="4297680"/>
            <a:ext cx="2834640" cy="182880"/>
          </a:xfrm>
          <a:prstGeom prst="rect">
            <a:avLst/>
          </a:prstGeom>
          <a:noFill/>
        </p:spPr>
        <p:txBody>
          <a:bodyPr wrap="square" lIns="9144" rIns="9144" tIns="0" bIns="0">
            <a:spAutoFit/>
          </a:bodyPr>
          <a:lstStyle/>
          <a:p>
            <a:pPr algn="ctr">
              <a:lnSpc>
                <a:spcPct val="106000"/>
              </a:lnSpc>
              <a:spcAft>
                <a:spcPts val="400"/>
              </a:spcAft>
              <a:defRPr sz="1000" b="0">
                <a:solidFill>
                  <a:srgbClr val="9A9AA2"/>
                </a:solidFill>
                <a:latin typeface="Helvetica Neue"/>
              </a:defRPr>
            </a:pPr>
            <a:r>
              <a:t>Scan for tonight's demos and code</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showMasterSp="0">
  <p:cSld>
    <p:bg>
      <p:bgPr>
        <a:solidFill>
          <a:srgbClr val="000000"/>
        </a:solidFill>
        <a:effectLst/>
      </p:bgPr>
    </p:bg>
    <p:spTree>
      <p:nvGrpSpPr>
        <p:cNvPr id="1" name=""/>
        <p:cNvGrpSpPr/>
        <p:nvPr/>
      </p:nvGrpSpPr>
      <p:grpSpPr/>
      <p:sp>
        <p:nvSpPr>
          <p:cNvPr id="2" name="text:Let's connect"/>
          <p:cNvSpPr txBox="1"/>
          <p:nvPr/>
        </p:nvSpPr>
        <p:spPr>
          <a:xfrm>
            <a:off x="457200" y="457200"/>
            <a:ext cx="8229600" cy="548640"/>
          </a:xfrm>
          <a:prstGeom prst="rect">
            <a:avLst/>
          </a:prstGeom>
          <a:noFill/>
        </p:spPr>
        <p:txBody>
          <a:bodyPr wrap="square" lIns="9144" rIns="9144" tIns="0" bIns="0">
            <a:spAutoFit/>
          </a:bodyPr>
          <a:lstStyle/>
          <a:p>
            <a:pPr>
              <a:lnSpc>
                <a:spcPct val="106000"/>
              </a:lnSpc>
              <a:spcAft>
                <a:spcPts val="400"/>
              </a:spcAft>
              <a:defRPr sz="3400" b="0">
                <a:solidFill>
                  <a:srgbClr val="F2F5F8"/>
                </a:solidFill>
                <a:latin typeface="Helvetica Neue"/>
              </a:defRPr>
            </a:pPr>
            <a:r>
              <a:t>Let's connect</a:t>
            </a:r>
          </a:p>
        </p:txBody>
      </p:sp>
      <p:sp>
        <p:nvSpPr>
          <p:cNvPr id="3" name="text:23"/>
          <p:cNvSpPr txBox="1"/>
          <p:nvPr/>
        </p:nvSpPr>
        <p:spPr>
          <a:xfrm>
            <a:off x="8503920" y="4800600"/>
            <a:ext cx="365760" cy="164592"/>
          </a:xfrm>
          <a:prstGeom prst="rect">
            <a:avLst/>
          </a:prstGeom>
          <a:noFill/>
        </p:spPr>
        <p:txBody>
          <a:bodyPr wrap="square" lIns="9144" rIns="9144" tIns="0" bIns="0">
            <a:spAutoFit/>
          </a:bodyPr>
          <a:lstStyle/>
          <a:p>
            <a:pPr algn="r">
              <a:lnSpc>
                <a:spcPct val="106000"/>
              </a:lnSpc>
              <a:spcAft>
                <a:spcPts val="400"/>
              </a:spcAft>
              <a:defRPr sz="800" b="0">
                <a:solidFill>
                  <a:srgbClr val="9A9AA2"/>
                </a:solidFill>
                <a:latin typeface="Helvetica Neue"/>
              </a:defRPr>
            </a:pPr>
            <a:r>
              <a:t>23</a:t>
            </a:r>
          </a:p>
        </p:txBody>
      </p:sp>
      <p:sp>
        <p:nvSpPr>
          <p:cNvPr id="4" name="Rounded Rectangle 3"/>
          <p:cNvSpPr/>
          <p:nvPr/>
        </p:nvSpPr>
        <p:spPr>
          <a:xfrm>
            <a:off x="914400" y="1325880"/>
            <a:ext cx="2286000" cy="2286000"/>
          </a:xfrm>
          <a:prstGeom prst="roundRect">
            <a:avLst>
              <a:gd name="adj" fmla="val 5600"/>
            </a:avLst>
          </a:prstGeom>
          <a:solidFill>
            <a:srgbClr val="F2F5F8"/>
          </a:solidFill>
          <a:ln w="10160">
            <a:solidFill>
              <a:srgbClr val="F2F5F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qr-linkedin.png"/>
          <p:cNvPicPr>
            <a:picLocks noChangeAspect="1"/>
          </p:cNvPicPr>
          <p:nvPr/>
        </p:nvPicPr>
        <p:blipFill>
          <a:blip r:embed="rId3"/>
          <a:stretch>
            <a:fillRect/>
          </a:stretch>
        </p:blipFill>
        <p:spPr>
          <a:xfrm>
            <a:off x="1005840" y="1417320"/>
            <a:ext cx="2103120" cy="2103120"/>
          </a:xfrm>
          <a:prstGeom prst="rect">
            <a:avLst/>
          </a:prstGeom>
        </p:spPr>
      </p:pic>
      <p:sp>
        <p:nvSpPr>
          <p:cNvPr id="6" name="text:LinkedIn"/>
          <p:cNvSpPr txBox="1"/>
          <p:nvPr/>
        </p:nvSpPr>
        <p:spPr>
          <a:xfrm>
            <a:off x="914400" y="3749039"/>
            <a:ext cx="3291840" cy="274320"/>
          </a:xfrm>
          <a:prstGeom prst="rect">
            <a:avLst/>
          </a:prstGeom>
          <a:noFill/>
        </p:spPr>
        <p:txBody>
          <a:bodyPr wrap="square" lIns="9144" rIns="9144" tIns="0" bIns="0">
            <a:spAutoFit/>
          </a:bodyPr>
          <a:lstStyle/>
          <a:p>
            <a:pPr>
              <a:lnSpc>
                <a:spcPct val="106000"/>
              </a:lnSpc>
              <a:spcAft>
                <a:spcPts val="400"/>
              </a:spcAft>
              <a:defRPr sz="1500" b="0">
                <a:solidFill>
                  <a:srgbClr val="F2F5F8"/>
                </a:solidFill>
                <a:latin typeface="Helvetica Neue"/>
              </a:defRPr>
            </a:pPr>
            <a:r>
              <a:t>LinkedIn</a:t>
            </a:r>
          </a:p>
        </p:txBody>
      </p:sp>
      <p:sp>
        <p:nvSpPr>
          <p:cNvPr id="7" name="text:linkedin.com/in/travisim"/>
          <p:cNvSpPr txBox="1"/>
          <p:nvPr/>
        </p:nvSpPr>
        <p:spPr>
          <a:xfrm>
            <a:off x="914400" y="4069080"/>
            <a:ext cx="3291840" cy="274320"/>
          </a:xfrm>
          <a:prstGeom prst="rect">
            <a:avLst/>
          </a:prstGeom>
          <a:noFill/>
        </p:spPr>
        <p:txBody>
          <a:bodyPr wrap="square" lIns="9144" rIns="9144" tIns="0" bIns="0">
            <a:spAutoFit/>
          </a:bodyPr>
          <a:lstStyle/>
          <a:p>
            <a:pPr>
              <a:lnSpc>
                <a:spcPct val="106000"/>
              </a:lnSpc>
              <a:spcAft>
                <a:spcPts val="400"/>
              </a:spcAft>
              <a:defRPr sz="1300" b="0">
                <a:solidFill>
                  <a:srgbClr val="B3A5FF"/>
                </a:solidFill>
                <a:latin typeface="Helvetica Neue"/>
              </a:defRPr>
            </a:pPr>
            <a:r>
              <a:t>linkedin.com/in/travisim</a:t>
            </a:r>
          </a:p>
        </p:txBody>
      </p:sp>
      <p:sp>
        <p:nvSpPr>
          <p:cNvPr id="8" name="Rounded Rectangle 7"/>
          <p:cNvSpPr/>
          <p:nvPr/>
        </p:nvSpPr>
        <p:spPr>
          <a:xfrm>
            <a:off x="4754880" y="1325880"/>
            <a:ext cx="2286000" cy="2286000"/>
          </a:xfrm>
          <a:prstGeom prst="roundRect">
            <a:avLst>
              <a:gd name="adj" fmla="val 5600"/>
            </a:avLst>
          </a:prstGeom>
          <a:solidFill>
            <a:srgbClr val="F2F5F8"/>
          </a:solidFill>
          <a:ln w="10160">
            <a:solidFill>
              <a:srgbClr val="F2F5F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qr-telegram.png"/>
          <p:cNvPicPr>
            <a:picLocks noChangeAspect="1"/>
          </p:cNvPicPr>
          <p:nvPr/>
        </p:nvPicPr>
        <p:blipFill>
          <a:blip r:embed="rId4"/>
          <a:stretch>
            <a:fillRect/>
          </a:stretch>
        </p:blipFill>
        <p:spPr>
          <a:xfrm>
            <a:off x="4846320" y="1417320"/>
            <a:ext cx="2103120" cy="2103120"/>
          </a:xfrm>
          <a:prstGeom prst="rect">
            <a:avLst/>
          </a:prstGeom>
        </p:spPr>
      </p:pic>
      <p:sp>
        <p:nvSpPr>
          <p:cNvPr id="10" name="text:Telegram"/>
          <p:cNvSpPr txBox="1"/>
          <p:nvPr/>
        </p:nvSpPr>
        <p:spPr>
          <a:xfrm>
            <a:off x="4754880" y="3749039"/>
            <a:ext cx="3291840" cy="274320"/>
          </a:xfrm>
          <a:prstGeom prst="rect">
            <a:avLst/>
          </a:prstGeom>
          <a:noFill/>
        </p:spPr>
        <p:txBody>
          <a:bodyPr wrap="square" lIns="9144" rIns="9144" tIns="0" bIns="0">
            <a:spAutoFit/>
          </a:bodyPr>
          <a:lstStyle/>
          <a:p>
            <a:pPr>
              <a:lnSpc>
                <a:spcPct val="106000"/>
              </a:lnSpc>
              <a:spcAft>
                <a:spcPts val="400"/>
              </a:spcAft>
              <a:defRPr sz="1500" b="0">
                <a:solidFill>
                  <a:srgbClr val="F2F5F8"/>
                </a:solidFill>
                <a:latin typeface="Helvetica Neue"/>
              </a:defRPr>
            </a:pPr>
            <a:r>
              <a:t>Telegram</a:t>
            </a:r>
          </a:p>
        </p:txBody>
      </p:sp>
      <p:sp>
        <p:nvSpPr>
          <p:cNvPr id="11" name="text:t.me/travisim"/>
          <p:cNvSpPr txBox="1"/>
          <p:nvPr/>
        </p:nvSpPr>
        <p:spPr>
          <a:xfrm>
            <a:off x="4754880" y="4069080"/>
            <a:ext cx="3291840" cy="274320"/>
          </a:xfrm>
          <a:prstGeom prst="rect">
            <a:avLst/>
          </a:prstGeom>
          <a:noFill/>
        </p:spPr>
        <p:txBody>
          <a:bodyPr wrap="square" lIns="9144" rIns="9144" tIns="0" bIns="0">
            <a:spAutoFit/>
          </a:bodyPr>
          <a:lstStyle/>
          <a:p>
            <a:pPr>
              <a:lnSpc>
                <a:spcPct val="106000"/>
              </a:lnSpc>
              <a:spcAft>
                <a:spcPts val="400"/>
              </a:spcAft>
              <a:defRPr sz="1300" b="0">
                <a:solidFill>
                  <a:srgbClr val="B3A5FF"/>
                </a:solidFill>
                <a:latin typeface="Helvetica Neue"/>
              </a:defRPr>
            </a:pPr>
            <a:r>
              <a:t>t.me/travisim</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showMasterSp="0">
  <p:cSld>
    <p:bg>
      <p:bgPr>
        <a:solidFill>
          <a:srgbClr val="000000"/>
        </a:solidFill>
        <a:effectLst/>
      </p:bgPr>
    </p:bg>
    <p:spTree>
      <p:nvGrpSpPr>
        <p:cNvPr id="1" name=""/>
        <p:cNvGrpSpPr/>
        <p:nvPr/>
      </p:nvGrpSpPr>
      <p:grpSpPr/>
      <p:pic>
        <p:nvPicPr>
          <p:cNvPr id="2" name="Picture 1" descr="solana-logo.png"/>
          <p:cNvPicPr>
            <a:picLocks noChangeAspect="1"/>
          </p:cNvPicPr>
          <p:nvPr/>
        </p:nvPicPr>
        <p:blipFill>
          <a:blip r:embed="rId3"/>
          <a:stretch>
            <a:fillRect/>
          </a:stretch>
        </p:blipFill>
        <p:spPr>
          <a:xfrm>
            <a:off x="1828800" y="2103120"/>
            <a:ext cx="5486400" cy="815644"/>
          </a:xfrm>
          <a:prstGeom prst="rect">
            <a:avLst/>
          </a:prstGeom>
        </p:spPr>
      </p:pic>
    </p:spTree>
  </p:cSld>
  <p:clrMapOvr>
    <a:masterClrMapping/>
  </p:clrMapOvr>
</p:sld>
</file>

<file path=ppt/theme/theme1.xml><?xml version="1.0" encoding="utf-8"?>
<a:theme xmlns:a="http://schemas.openxmlformats.org/drawingml/2006/main" xmlns:r="http://schemas.openxmlformats.org/officeDocument/2006/relationships"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B6B0FF"/>
      </a:hlink>
      <a:folHlink>
        <a:srgbClr val="B6B0FF"/>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B6B0FF"/>
      </a:hlink>
      <a:folHlink>
        <a:srgbClr val="B6B0FF"/>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3.xml><?xml version="1.0" encoding="utf-8"?>
<a:theme xmlns:a="http://schemas.openxmlformats.org/drawingml/2006/main" xmlns:r="http://schemas.openxmlformats.org/officeDocument/2006/relationships" name="20_BasicBlack">
  <a:themeElements>
    <a:clrScheme name="20_BasicBlack">
      <a:dk1>
        <a:srgbClr val="000000"/>
      </a:dk1>
      <a:lt1>
        <a:srgbClr val="A9A9A9"/>
      </a:lt1>
      <a:dk2>
        <a:srgbClr val="434343"/>
      </a:dk2>
      <a:lt2>
        <a:srgbClr val="A9A9A9"/>
      </a:lt2>
      <a:accent1>
        <a:srgbClr val="0076BA"/>
      </a:accent1>
      <a:accent2>
        <a:srgbClr val="05A89D"/>
      </a:accent2>
      <a:accent3>
        <a:srgbClr val="1DB100"/>
      </a:accent3>
      <a:accent4>
        <a:srgbClr val="F9B900"/>
      </a:accent4>
      <a:accent5>
        <a:srgbClr val="EE220D"/>
      </a:accent5>
      <a:accent6>
        <a:srgbClr val="CB297B"/>
      </a:accent6>
      <a:hlink>
        <a:srgbClr val="B6B0FF"/>
      </a:hlink>
      <a:folHlink>
        <a:srgbClr val="B6B0FF"/>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4.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B6B0FF"/>
      </a:hlink>
      <a:folHlink>
        <a:srgbClr val="B6B0FF"/>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