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6" r:id="rId4"/>
    <p:sldMasterId id="2147483747" r:id="rId5"/>
    <p:sldMasterId id="2147483748" r:id="rId6"/>
  </p:sldMasterIdLst>
  <p:notesMasterIdLst>
    <p:notesMasterId r:id="rId7"/>
  </p:notesMasterIdLst>
  <p:sldIdLst>
    <p:sldId id="256" r:id="rId46"/>
    <p:sldId id="257" r:id="rId47"/>
    <p:sldId id="258" r:id="rId48"/>
    <p:sldId id="259" r:id="rId49"/>
    <p:sldId id="260" r:id="rId50"/>
    <p:sldId id="261" r:id="rId51"/>
    <p:sldId id="262" r:id="rId52"/>
    <p:sldId id="263" r:id="rId53"/>
    <p:sldId id="264" r:id="rId54"/>
    <p:sldId id="265" r:id="rId55"/>
    <p:sldId id="266" r:id="rId56"/>
    <p:sldId id="267" r:id="rId57"/>
    <p:sldId id="268" r:id="rId58"/>
    <p:sldId id="269" r:id="rId59"/>
    <p:sldId id="270" r:id="rId60"/>
    <p:sldId id="271" r:id="rId61"/>
    <p:sldId id="272" r:id="rId62"/>
    <p:sldId id="273" r:id="rId63"/>
    <p:sldId id="274" r:id="rId64"/>
    <p:sldId id="275" r:id="rId65"/>
    <p:sldId id="276" r:id="rId66"/>
    <p:sldId id="277" r:id="rId67"/>
    <p:sldId id="278" r:id="rId68"/>
    <p:sldId id="279" r:id="rId69"/>
    <p:sldId id="280" r:id="rId70"/>
    <p:sldId id="281" r:id="rId71"/>
    <p:sldId id="282" r:id="rId72"/>
    <p:sldId id="283" r:id="rId73"/>
    <p:sldId id="284" r:id="rId74"/>
    <p:sldId id="285" r:id="rId75"/>
    <p:sldId id="286" r:id="rId76"/>
    <p:sldId id="287" r:id="rId77"/>
    <p:sldId id="288" r:id="rId78"/>
    <p:sldId id="289" r:id="rId79"/>
    <p:sldId id="290" r:id="rId80"/>
    <p:sldId id="291" r:id="rId81"/>
    <p:sldId id="292" r:id="rId82"/>
    <p:sldId id="293" r:id="rId83"/>
  </p:sldIdLst>
  <p:sldSz cy="5143500" cx="9144000"/>
  <p:notesSz cx="6858000" cy="9144000"/>
  <p:embeddedFontLst>
    <p:embeddedFont>
      <p:font typeface="Space Mono"/>
      <p:regular r:id="rId119"/>
      <p:bold r:id="rId120"/>
      <p:italic r:id="rId121"/>
      <p:boldItalic r:id="rId122"/>
    </p:embeddedFont>
    <p:embeddedFont>
      <p:font typeface="Source Code Pro Light"/>
      <p:regular r:id="rId123"/>
      <p:bold r:id="rId124"/>
      <p:italic r:id="rId125"/>
      <p:boldItalic r:id="rId126"/>
    </p:embeddedFont>
    <p:embeddedFont>
      <p:font typeface="Inter SemiBold"/>
      <p:regular r:id="rId127"/>
      <p:bold r:id="rId128"/>
      <p:italic r:id="rId129"/>
      <p:boldItalic r:id="rId130"/>
    </p:embeddedFont>
    <p:embeddedFont>
      <p:font typeface="Source Code Pro ExtraLight"/>
      <p:regular r:id="rId131"/>
      <p:bold r:id="rId132"/>
      <p:italic r:id="rId133"/>
      <p:boldItalic r:id="rId134"/>
    </p:embeddedFont>
    <p:embeddedFont>
      <p:font typeface="Inter"/>
      <p:regular r:id="rId135"/>
      <p:bold r:id="rId136"/>
      <p:italic r:id="rId137"/>
      <p:boldItalic r:id="rId138"/>
    </p:embeddedFont>
    <p:embeddedFont>
      <p:font typeface="Source Code Pro"/>
      <p:regular r:id="rId139"/>
      <p:bold r:id="rId140"/>
      <p:italic r:id="rId141"/>
      <p:boldItalic r:id="rId142"/>
    </p:embeddedFont>
    <p:embeddedFont>
      <p:font typeface="Inter ExtraBold"/>
      <p:bold r:id="rId143"/>
      <p:boldItalic r:id="rId144"/>
    </p:embeddedFont>
    <p:embeddedFont>
      <p:font typeface="Helvetica Neue"/>
      <p:regular r:id="rId145"/>
      <p:bold r:id="rId146"/>
      <p:italic r:id="rId147"/>
      <p:boldItalic r:id="rId148"/>
    </p:embeddedFont>
    <p:embeddedFont>
      <p:font typeface="Helvetica Neue Light"/>
      <p:regular r:id="rId149"/>
      <p:bold r:id="rId150"/>
      <p:italic r:id="rId151"/>
      <p:boldItalic r:id="rId152"/>
    </p:embeddedFont>
    <p:embeddedFont>
      <p:font typeface="Inter Medium"/>
      <p:regular r:id="rId153"/>
      <p:bold r:id="rId154"/>
      <p:italic r:id="rId155"/>
      <p:boldItalic r:id="rId1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46" Type="http://schemas.openxmlformats.org/officeDocument/2006/relationships/slide" Target="slides/slide1.xml"/><Relationship Id="rId47" Type="http://schemas.openxmlformats.org/officeDocument/2006/relationships/slide" Target="slides/slide2.xml"/><Relationship Id="rId48" Type="http://schemas.openxmlformats.org/officeDocument/2006/relationships/slide" Target="slides/slide3.xml"/><Relationship Id="rId49" Type="http://schemas.openxmlformats.org/officeDocument/2006/relationships/slide" Target="slides/slide4.xml"/><Relationship Id="rId50" Type="http://schemas.openxmlformats.org/officeDocument/2006/relationships/slide" Target="slides/slide5.xml"/><Relationship Id="rId51" Type="http://schemas.openxmlformats.org/officeDocument/2006/relationships/slide" Target="slides/slide6.xml"/><Relationship Id="rId52" Type="http://schemas.openxmlformats.org/officeDocument/2006/relationships/slide" Target="slides/slide7.xml"/><Relationship Id="rId53" Type="http://schemas.openxmlformats.org/officeDocument/2006/relationships/slide" Target="slides/slide8.xml"/><Relationship Id="rId54" Type="http://schemas.openxmlformats.org/officeDocument/2006/relationships/slide" Target="slides/slide9.xml"/><Relationship Id="rId55" Type="http://schemas.openxmlformats.org/officeDocument/2006/relationships/slide" Target="slides/slide10.xml"/><Relationship Id="rId56" Type="http://schemas.openxmlformats.org/officeDocument/2006/relationships/slide" Target="slides/slide11.xml"/><Relationship Id="rId57" Type="http://schemas.openxmlformats.org/officeDocument/2006/relationships/slide" Target="slides/slide12.xml"/><Relationship Id="rId58" Type="http://schemas.openxmlformats.org/officeDocument/2006/relationships/slide" Target="slides/slide13.xml"/><Relationship Id="rId59" Type="http://schemas.openxmlformats.org/officeDocument/2006/relationships/slide" Target="slides/slide14.xml"/><Relationship Id="rId60" Type="http://schemas.openxmlformats.org/officeDocument/2006/relationships/slide" Target="slides/slide15.xml"/><Relationship Id="rId61" Type="http://schemas.openxmlformats.org/officeDocument/2006/relationships/slide" Target="slides/slide16.xml"/><Relationship Id="rId62" Type="http://schemas.openxmlformats.org/officeDocument/2006/relationships/slide" Target="slides/slide17.xml"/><Relationship Id="rId63" Type="http://schemas.openxmlformats.org/officeDocument/2006/relationships/slide" Target="slides/slide18.xml"/><Relationship Id="rId64" Type="http://schemas.openxmlformats.org/officeDocument/2006/relationships/slide" Target="slides/slide19.xml"/><Relationship Id="rId65"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6.xml"/><Relationship Id="rId72" Type="http://schemas.openxmlformats.org/officeDocument/2006/relationships/slide" Target="slides/slide27.xml"/><Relationship Id="rId73" Type="http://schemas.openxmlformats.org/officeDocument/2006/relationships/slide" Target="slides/slide28.xml"/><Relationship Id="rId74" Type="http://schemas.openxmlformats.org/officeDocument/2006/relationships/slide" Target="slides/slide29.xml"/><Relationship Id="rId75" Type="http://schemas.openxmlformats.org/officeDocument/2006/relationships/slide" Target="slides/slide30.xml"/><Relationship Id="rId76" Type="http://schemas.openxmlformats.org/officeDocument/2006/relationships/slide" Target="slides/slide31.xml"/><Relationship Id="rId77" Type="http://schemas.openxmlformats.org/officeDocument/2006/relationships/slide" Target="slides/slide32.xml"/><Relationship Id="rId78" Type="http://schemas.openxmlformats.org/officeDocument/2006/relationships/slide" Target="slides/slide33.xml"/><Relationship Id="rId79" Type="http://schemas.openxmlformats.org/officeDocument/2006/relationships/slide" Target="slides/slide34.xml"/><Relationship Id="rId80" Type="http://schemas.openxmlformats.org/officeDocument/2006/relationships/slide" Target="slides/slide35.xml"/><Relationship Id="rId81" Type="http://schemas.openxmlformats.org/officeDocument/2006/relationships/slide" Target="slides/slide36.xml"/><Relationship Id="rId82" Type="http://schemas.openxmlformats.org/officeDocument/2006/relationships/slide" Target="slides/slide37.xml"/><Relationship Id="rId83" Type="http://schemas.openxmlformats.org/officeDocument/2006/relationships/slide" Target="slides/slide38.xml"/><Relationship Id="rId119" Type="http://schemas.openxmlformats.org/officeDocument/2006/relationships/font" Target="fonts/SpaceMono-regular.fntdata"/><Relationship Id="rId120" Type="http://schemas.openxmlformats.org/officeDocument/2006/relationships/font" Target="fonts/SpaceMono-bold.fntdata"/><Relationship Id="rId121" Type="http://schemas.openxmlformats.org/officeDocument/2006/relationships/font" Target="fonts/SpaceMono-italic.fntdata"/><Relationship Id="rId122" Type="http://schemas.openxmlformats.org/officeDocument/2006/relationships/font" Target="fonts/SpaceMono-boldItalic.fntdata"/><Relationship Id="rId123" Type="http://schemas.openxmlformats.org/officeDocument/2006/relationships/font" Target="fonts/SourceCodeProLight-regular.fntdata"/><Relationship Id="rId124" Type="http://schemas.openxmlformats.org/officeDocument/2006/relationships/font" Target="fonts/SourceCodeProLight-bold.fntdata"/><Relationship Id="rId125" Type="http://schemas.openxmlformats.org/officeDocument/2006/relationships/font" Target="fonts/SourceCodeProLight-italic.fntdata"/><Relationship Id="rId126" Type="http://schemas.openxmlformats.org/officeDocument/2006/relationships/font" Target="fonts/SourceCodeProLight-boldItalic.fntdata"/><Relationship Id="rId127" Type="http://schemas.openxmlformats.org/officeDocument/2006/relationships/font" Target="fonts/InterSemiBold-regular.fntdata"/><Relationship Id="rId128" Type="http://schemas.openxmlformats.org/officeDocument/2006/relationships/font" Target="fonts/InterSemiBold-bold.fntdata"/><Relationship Id="rId129" Type="http://schemas.openxmlformats.org/officeDocument/2006/relationships/font" Target="fonts/InterSemiBold-italic.fntdata"/><Relationship Id="rId130" Type="http://schemas.openxmlformats.org/officeDocument/2006/relationships/font" Target="fonts/InterSemiBold-boldItalic.fntdata"/><Relationship Id="rId131" Type="http://schemas.openxmlformats.org/officeDocument/2006/relationships/font" Target="fonts/SourceCodeProExtraLight-regular.fntdata"/><Relationship Id="rId132" Type="http://schemas.openxmlformats.org/officeDocument/2006/relationships/font" Target="fonts/SourceCodeProExtraLight-bold.fntdata"/><Relationship Id="rId133" Type="http://schemas.openxmlformats.org/officeDocument/2006/relationships/font" Target="fonts/SourceCodeProExtraLight-italic.fntdata"/><Relationship Id="rId134" Type="http://schemas.openxmlformats.org/officeDocument/2006/relationships/font" Target="fonts/SourceCodeProExtraLight-boldItalic.fntdata"/><Relationship Id="rId135" Type="http://schemas.openxmlformats.org/officeDocument/2006/relationships/font" Target="fonts/Inter-regular.fntdata"/><Relationship Id="rId136" Type="http://schemas.openxmlformats.org/officeDocument/2006/relationships/font" Target="fonts/Inter-bold.fntdata"/><Relationship Id="rId137" Type="http://schemas.openxmlformats.org/officeDocument/2006/relationships/font" Target="fonts/Inter-italic.fntdata"/><Relationship Id="rId138" Type="http://schemas.openxmlformats.org/officeDocument/2006/relationships/font" Target="fonts/Inter-boldItalic.fntdata"/><Relationship Id="rId139" Type="http://schemas.openxmlformats.org/officeDocument/2006/relationships/font" Target="fonts/SourceCodePro-regular.fntdata"/><Relationship Id="rId140" Type="http://schemas.openxmlformats.org/officeDocument/2006/relationships/font" Target="fonts/SourceCodePro-bold.fntdata"/><Relationship Id="rId141" Type="http://schemas.openxmlformats.org/officeDocument/2006/relationships/font" Target="fonts/SourceCodePro-italic.fntdata"/><Relationship Id="rId142" Type="http://schemas.openxmlformats.org/officeDocument/2006/relationships/font" Target="fonts/SourceCodePro-boldItalic.fntdata"/><Relationship Id="rId143" Type="http://schemas.openxmlformats.org/officeDocument/2006/relationships/font" Target="fonts/InterExtraBold-bold.fntdata"/><Relationship Id="rId144" Type="http://schemas.openxmlformats.org/officeDocument/2006/relationships/font" Target="fonts/InterExtraBold-boldItalic.fntdata"/><Relationship Id="rId145" Type="http://schemas.openxmlformats.org/officeDocument/2006/relationships/font" Target="fonts/HelveticaNeue-regular.fntdata"/><Relationship Id="rId146" Type="http://schemas.openxmlformats.org/officeDocument/2006/relationships/font" Target="fonts/HelveticaNeue-bold.fntdata"/><Relationship Id="rId147" Type="http://schemas.openxmlformats.org/officeDocument/2006/relationships/font" Target="fonts/HelveticaNeue-italic.fntdata"/><Relationship Id="rId148" Type="http://schemas.openxmlformats.org/officeDocument/2006/relationships/font" Target="fonts/HelveticaNeue-boldItalic.fntdata"/><Relationship Id="rId149" Type="http://schemas.openxmlformats.org/officeDocument/2006/relationships/font" Target="fonts/HelveticaNeueLight-regular.fntdata"/><Relationship Id="rId150" Type="http://schemas.openxmlformats.org/officeDocument/2006/relationships/font" Target="fonts/HelveticaNeueLight-bold.fntdata"/><Relationship Id="rId151" Type="http://schemas.openxmlformats.org/officeDocument/2006/relationships/font" Target="fonts/HelveticaNeueLight-italic.fntdata"/><Relationship Id="rId152" Type="http://schemas.openxmlformats.org/officeDocument/2006/relationships/font" Target="fonts/HelveticaNeueLight-boldItalic.fntdata"/><Relationship Id="rId153" Type="http://schemas.openxmlformats.org/officeDocument/2006/relationships/font" Target="fonts/InterMedium-regular.fntdata"/><Relationship Id="rId154" Type="http://schemas.openxmlformats.org/officeDocument/2006/relationships/font" Target="fonts/InterMedium-bold.fntdata"/><Relationship Id="rId155" Type="http://schemas.openxmlformats.org/officeDocument/2006/relationships/font" Target="fonts/InterMedium-italic.fntdata"/><Relationship Id="rId156" Type="http://schemas.openxmlformats.org/officeDocument/2006/relationships/font" Target="fonts/Inter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[18:00] Welcome, thanks for coming. I'm Travis. This is Workshop 4, the last workshop before Demo Day on the eighteenth. Two halves today. First half: how to measure your project honestly, with a handful of numbers. Second half: how to ship it so someone else can run it and trust it. We have about forty minutes of talk, twenty-five of demos, a short lab, and then you build on your own project. If you haven't run the setup, put your hand up now and a lead will come to you.</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[18:02] Quick progress circle. Last Thursday, Build night 4, we broke our own backtests on purpose: leaks, purged splits, failure tests. Today is Workshop 4: the scorecard and shipping. Next Thursday, the eleventh, is Build night 5, a demo rehearsal. Demo Day is Thursday the eighteenth. Go round the room, one line each: where is your project, and what is the one thing that would stop a stranger running it? Today's question is on the slide: could a stranger trust your numbers and run your project? Hold that thought.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[18:07] The shape of the night. Ten minutes of progress circle, which we are in now. Forty minutes of teaching: first the scorecard numbers, then shipping. Then twenty-five minutes of live demos, five of them, and before each one I ask you to predict the result. Then a fifteen minute mini-lab where you score a ledger and break one number on purpose. Then twenty-five minutes of open build on your own project; the leads rotate. At five to eight you push and give one line on your next step.</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[18:09] This is what a finished evening looks like. Six things in your repo: a tested commit where npm test passes; a README with run steps that work from a clean checkout; devnet evidence, which is an explorer link that actually resolves; one known limitation written down; a three-minute demo script with a recorded backup; and feedback from a peer who ran it. Not on the list: a big simulated return. We judge utility and engineering evidence, never simulated returns. Keep that sentence in your head for the rest of the night.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[18:10] Everything today starts from a trade ledger: one row per closed trade. The table is real: the first rows of our sample ledger, 45 trades from the sample strategies on forty minutes of recorded SOL/USDC data from the 21st of October. Columns: which strategy, long or short, when it opened and closed, entry and exit price, and the gross profit or loss in dollars. Gross means before costs. We keep costs out of the ledger on purpose: the scorecard applies fees and slippage, so you can change them and see what happens. There are optional on-chain fields too, like the signature and the failed status. If your project has no real transactions, leave them out. The scorecard will say not available rather than guess. Simulated, on recorded data; not advice.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[18:12] The number everyone quotes first is hit rate: how often you win. Look at these two made-up strategies. Left one wins nine trades out of ten. Sounds great. But each win pays one and the one loss costs twelve. Nine minus twelve: it loses three per ten trades. Right one wins only four out of ten, but wins pay three and losses cost one. Four times three is twelve, six losses cost six, so it makes six per ten. These numbers are illustrative, not from our data. The point: a hit rate needs the size of the wins and losses beside it. Ask the room: which would you rather own?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[18:14] So how often do you need to win? That depends on the payoff. Break-even hit rate equals average loss divided by average win plus average loss. If wins and losses are the same size, you need to win half the time. If wins are twice the losses, a third is enough. Now our real ledger. With zero costs, the hit rate is 42 percent, average win 0.69 dollars, average loss 0.44, so break-even is 39.0 percent. We are just above it. Add seven basis points per leg, fee plus slippage, and the same 45 trades give a hit rate of 11 percent, average win 0.45, average loss 1.40, break-even 75.8 percent. Nobody is close. Same trades; only the costs changed. Simulated, on recorded data; not advice. Background for you: this is the same idea as the book's chapter 15, simplified.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[18:16] Three cost settings on the same 45 trades. With no costs the ledger makes 3.00 dollars gross. With 5 plus 2 basis points per leg it loses 53.70. With 12 plus 5, it loses 134.60. Why so brutal? A round trip pays costs on both legs: fourteen basis points at the base setting. In our recorded data the gap between venues was typically one to three basis points and at most 6.3. The edge is smaller than the toll. Costs are paid on every leg, win or lose. Good question to ask your own project: what is my gross edge per trade in basis points, and what does one round trip cost me? If the first is smaller than the second, stop and rethink.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[18:18] Two numbers about pain. Drawdown: how far equity fell from its previous peak. Time under water: how long it stayed below that peak. The picture is from demo 2 with zero costs. Even with zero costs the ledger nets plus 3 dollars, but the max drawdown is 3.84 dollars, bigger than the profit, and equity spent 82 percent of the window below a previous peak, the longest stretch 29 minutes. With the base costs it is under water 99 percent of the time. Why it matters: a strategy that ends up slightly positive can still be unlivable on the way. Ask: how long would you hold something that is red 82 percent of the time? We will play with this in demo 2.</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[18:20] Turnover is how much you traded compared with what you hold. We start with 10,000 dollars of capital. The 45 trades, two legs each at 1,000 dollars, traded 83,000 dollars: 8.3 times capital in forty minutes. Per strategy: basis 3.8 times, trend 2.0, mean reversion 1.8, the market maker 0.7. Costs scale with turnover. So when someone shows you a gross number, ask for turnover next. A strategy that needs enormous turnover to produce a small edge will be eaten by costs. Simulated, on recorded data; not advice.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[18:22] Put the numbers together and you get the scorecard. This is demo 1 at the base costs. Eight cards: net P and L, hit rate against break-even, average win and loss, max drawdown, time under water, turnover, costs against gross profit, and the chance the true hit rate is below break-even, which is the next idea. Below, one bar per trade: green is a win after costs, red a loss, lavender tick is the gross. Notice how many bars the costs push from a small win to a loss. The verdict on this page: net minus 53.70 dollars, hit rate 11 percent against 75.8 needed. That is an honest dashboard saying: do not ship this as a profitable strategy. It might still be a fine project: the scorecard is the feature.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[18:24] There is no magic in this. The function net takes a trade and the cost settings: gross minus the number of legs times fee plus slippage times the notional. Break-even hit rate: loss over win plus loss. And failureProbability: from the hit rate you saw, how many trades, and break-even, it returns the chance the real hit rate is below break-even, using a normal approximation. About fifteen lines. Read the whole file src/scorecard.ts tonight, it is short. In the mini-lab you will change an input and watch these functions react.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[18:26] This is the real terminal output from npm run demo with recorded data. First a table per strategy, then the whole ledger in words, then what this cannot say. Point at the line "What this cannot say": forty minutes of one quiet night is one path, not a distribution. The program says this itself. You can copy that habit: have your code print its own limits. Everything is recorded data bundled in the repo, no network, no keys. If someone's machine fails here, they run --recorded and nothing else; a lead helps.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[18:28] Second idea from the book, in our words. You saw a hit rate over N trades. The real hit rate is unknown. Break-even tells you how low the real one can be before you lose money. So: what is the chance the real hit rate is below break-even? Example on the right, made up: 45 percent hit rate, wins pay the same as losses, so break-even is 50. After 10 trades, the chance is 62 percent. After 30, 71. After 100, 84. After 200, 92. After 500, 99 percent. Same hit rate, more trades, surer answer: the more you watch, the surer you are that 45 is below 50. Our real ledger has 45 trades, and the code warns below 30 trades. It is a normal approximation, a rough guide, not a guarantee. If they push: it ignores that trades may not be independent.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[18:30] Be honest on the dashboard itself. Simulated numbers can say: whether an idea is worth testing more, which costs matter most, and how deep and how long a drawdown looked on this data. They cannot say: what happens next, a return you could earn, how busy markets behave, or what your own order does to the price. Our sample is forty minutes on one quiet night, 21 October, 17:14 to 17:54 UTC. Put a sentence like this next to your chart. Judges trust projects that name their limits. Simulated, on recorded data; not advice.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[18:32] Solana's own costs, from a real capture: five finalized blocks on the 21st of October, 2,680 transactions. The protocol base fee is 5,000 lamports per signature. The median fee paid was 5,222 lamports: about 0.0006 dollars, or 0.006 basis points of a 1,000 dollar trade. About 65 percent of transactions paid some priority fee. And 35 percent of the transactions in those blocks failed, between 28 and 44 percent per block. That failure rate is mostly bot traffic that fails by design, so it says little about your own failure rate, and five blocks on one evening is a sample, not a measurement of Solana. Not captured: Jito tips. Lesson: on-chain fees are tiny next to venue fees and slippage here, but failed transactions still pay the base fee. If your project sends real transactions, put fees, priority fees, tips, the failed rate and explorer links in your dashboard.</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[18:34] Switch to shipping. On Demo Day judges look at three things: utility, tests, devnet evidence. Utility: does it solve a real problem for someone, and can they say who. Tests: can a stranger run npm test and see it pass. Devnet evidence: an explorer link that resolves, for a transaction you made. Never simulated returns. A project with a beautiful equity curve and no tests loses to a plain one that runs. No prizes or funding to talk about here; we are judging engineering evidence.</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[18:36] A README has six blocks. What it is: one sentence, one reader. Run it: exact commands from a clean checkout, and what output to expect. What you will see: one picture or three lines. Devnet evidence: an explorer link, or the word none. Known limitation: one honest sentence. Safety: devnet only, no keys, simulated results are labelled. The code card is from the template in templates/README.template.md. Copy it today. A first-time reader should see both the benefit and the limit within thirty seconds.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[18:38] Tests: one command runs them, they pass from a clean checkout, and ideally there is a test for each number you print. Devnet evidence: the link format is explorer.solana.com slash tx slash the signature, question mark cluster equals devnet. Two rules. A link is not evidence until it resolves; demo 5 can check that live against devnet. And never paste a key or a keypair into a doc. Evidence means a transaction you made, not a screenshot of a chart. Writes are devnet only, no real funds; if you need devnet SOL, use a throwaway keypair that is gitignored and ask a lead about airdrop limits.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[18:40] Before you push, scan. The ship check looks for secret files like .env, id.json, keypair files and pem files, and for key-shaped text: a list of 64 numbers, or PRIVATE_KEY equals a long string. It checks your .gitignore covers .env and node_modules, that there is a licence, and that there is no junk like DS_Store or big files. The terminal card is the real output of the ship check run on this sample project itself: 13 of 14 pass; the one warning is devnet evidence, because this project makes no devnet writes. If a real key ever reached git, rotate it: deleting the file does not remove it from history. It prints where the problem is, never the secret.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[18:42] Now the Demo Day prep. Your demo script, three minutes. Twenty seconds on the problem: who loses what, with one example. A minute on the run: the exact command, and say what to look at before you press enter. Forty seconds on evidence: a passing test run or an explorer link. Thirty seconds on the limit: one thing it does not do. Twenty seconds on what is next. Rehearse it twice with a timer. Template in templates/DEMO-SCRIPT.template.md.</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[18:44] Shorter version, two minutes, five parts. Problem, zero to twenty seconds. What it does, twenty to fifty, show it. Evidence, fifty to eighty: tests pass, devnet link, one output. Limit, eighty to a hundred and five: it does not X, so Y. Ask, last fifteen seconds: run it, here is the repo, next I will Z. Write one sentence for each part tonight. You will refine them at Build night 5.</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[18:46] The best README test is someone who is not you. Four steps. Copy the project to a clean folder with no node_modules and no out folder. Follow only the README, nothing from memory. The peer types; you stay silent and watch where they stall. Then fix the README, not the peer. There is a command, npm run smoke, that does the mechanical part: it copies the project to a temp folder and runs only the README commands: install, test, demo. Run it first, then ask a peer. Feedback sheet is in templates/PEER-FEEDBACK.md.</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[18:48] Decide before you walk up: what happens when the network fails, the laptop fails, or a command is slow. Network fails: run with --recorded; the data is in the repo. Laptop fails: screenshots and a PDF, also in the repo. A command is slow: know what you will say while it runs. And test the backup, not just the live path. In a classroom everyone shares one campus network address, and public APIs rate limit: in our tests Jupiter's free quote API answered 429 after about one call. Do not depend on the network for your demo. That is why every demo we show today has a recorded mode.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[18:50] Demo time, five demos. Before each one: predict. Demo 1: the scorecard. Question: at zero costs, does this ledger make money? And at seven basis points per leg? Let people answer. Run the command with zero costs in the terminal, or open lab 01 in the browser. Drag the fee and slippage sliders: net goes from plus 3.00 to minus 53.70 at 5 plus 2 and minus 134.60 at 12 plus 5. Pick a strategy button: trend, 10 trades, 20 percent hit rate. Switch on Live: it shows the live Jupiter versus Orca gap against your cost line and counts how many live ticks cleared it; usually none. What this does not show: a future return; it is 45 trades on 40 minutes. If Live fails, the pill says rate limited and it falls back to recorded.</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[18:55] Demo 2. Predict: with zero costs, how much of the forty minutes does the equity spend below a previous peak? Collect guesses, then open the demo with costs at zero: 82 percent, longest stretch 29 minutes, max drawdown 3.84 dollars, final plus 3.00. Drag the time cursor: it tells you how many minutes since the last peak. Then set the sliders back to 5 and 2: 99 percent, max drawdown 53.70. Live mode adds a paper long of 1,000 dollars from the moment you switch Live on, marked to the live Orca price, so you see an underwater chart being drawn. What it does not show: open positions are not marked to market in the recorded ledger.</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[19:00] Demo 3. Predict: a 45 percent hit rate with equal wins and losses; where is it, and how many trades before you would trust it? The surface: green is profitable on average, red loses. The white line is break-even. The dots are the sample strategies at the cost sliders. The yellow dot is your what-if. Set hit rate 45, payoff 1.0, trades 30: chance the real hit rate is below break-even 71 percent. Move trades to 200: 92 percent. The target slider adds a dashed line: the hit rate needed for a given per-trade Sharpe ratio. Live mode treats each live tick as a one-tick trade; costs push the dot left and down, so you see why a five second move cannot pay a fourteen basis point round trip. What it does not show: independence of trades.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[19:05] Demo 4. Same 19 trades of the basis strategy, shown two ways. Left: misleading. Right: honest. Click through the five tricks. One, gross not net: plus 1.31 gross, minus 25.29 net. Two, hit rate on gross: 37 percent won, but zero percent win after costs. Three, annualised short window: 17,182 dollars a year, from 40 minutes of data. Four, best strategy only: the other three together lost 28.41 net. Five, no drawdown: a win streak of two, hiding 99 percent of the window under water. Ask the room which one would have fooled them. Live mode does the same with a live paper position. What it does not show: every trick that exists.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[19:09] Demo 5. Three sample projects built into the page. Predict: which would you ship, and what stops the other two? Tidy passes 14 of 14. Messy passes 3: no tests, a thin README, no licence, junk files. Leaky passes 9 and fails two: a .env and a wallet file id.json, caught by name and by content, and it never prints the secret. Click Choose a folder to run the same 14 checks on your own project; files are read in your browser tab and nothing is uploaded. Live mode asks the devnet RPC whether signatures in your docs exist. The same checks run from the terminal with npm run ship-check. What it does not show: it is a set of heuristics, a pass is not a security audit.</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[19:13] The demos are all deployed at nus-solana-demos.vercel.app slash 0008. Scan the QR code, open it on your laptop, and move the sliders. They work from recorded data with nothing to install. Everything in the repo also opens from disk. Leave this up while people scan. Then we go straight into the mini-lab.</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[19:15] Fifteen minutes. Four steps. Run: score the sample ledger on recorded data, npm run demo. Read: find the hit rate, the break-even hit rate and the max drawdown. Break: break one number on purpose. Change the costs, delete the five winning trades, double the loss on one trade, shorten the window. Explain: which scorecard line caught it, and why. Finish line: one number broken, and the scorecard line that showed it. Leads, walk the room. Beginners: just do the cost sliders in the browser. Advanced: edit the ledger JSON and rerun with --ledger.</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[19:30] Open build until five to eight. Pick one or bring your own. Beginners: run the scorecard and put three numbers in your README, or finish your README from the template. Standard: a dashboard on your own ledger with --ledger, or a clean-checkout run by a peer. Advanced: a statistic that fits your lane, integrated into your project and tested, or a recorded-demo backup. Leads rotate. At 19:50 start pushing; we need a tested commit, a README, and one known limitation in the repo.</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[19:55] Three takeaways. One: hit rate means nothing without payoffs, costs and drawdown. Two: say what simulated numbers cannot say, on the dashboard itself. Three: ship what a stranger can run: README, tests, devnet evidence, one limitation. And remember what judges look at: utility, tests, devnet evidence, never simulated returns.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[19:56] After today, in your own time. Beginner: run ship-check on your project and fix every FAIL. Standard: score your own ledger with --ledger and add the drawdown chart to your README. Advanced: add a statistic that fits your lane, like failed-transaction rate or fee share, and test it. These feed straight into Build night 5 and Demo Day.</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[19:57] Before you leave: push your commit, your README and your one known limitation. Thursday the eleventh: bring your three-minute demo script and your peer feedback, we rehearse. Any time: send your repo link to the leads. Reports to the program team are due within 48 hours, so we will collect links tonight.</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[19:58] Everything from tonight is in the repo: github.com slash travisim slash solana-agentic-trading-nus, folder 0008 performance scorecard shipping, then demo. Two commands from demo slash code: npm install, then npm run demo with --recorded. Node 24. No keys, no AI credits, recorded data is bundled. Reads use public mainnet data; every write is devnet only; no real funds, no seed phrases. Scan the QR code.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[19:59] If you want to stay in touch: my LinkedIn and Telegram, two QR codes. Send me your repo link or ask questions about the project. Thanks everyone. See you next Thursday for the rehearsal.</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[20:00] Closing slide: the plain black slide with the official Solana logo. Leave it up while people pack up, scan the QR codes from the previous slides if they missed them, and hand their repo links to the leads. Remember the 48-hour report: event link, attendee counts, project links, blockers, next session date (Thu 11 Feb), GitHub handles.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2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4.png"/><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png"/><Relationship Id="rId4" Type="http://schemas.openxmlformats.org/officeDocument/2006/relationships/image" Target="../media/image1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image" Target="../media/image1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18.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1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image" Target="../media/image2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33.png"/><Relationship Id="rId4" Type="http://schemas.openxmlformats.org/officeDocument/2006/relationships/image" Target="../media/image9.png"/><Relationship Id="rId5" Type="http://schemas.openxmlformats.org/officeDocument/2006/relationships/image" Target="../media/image19.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6.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3.png"/><Relationship Id="rId3" Type="http://schemas.openxmlformats.org/officeDocument/2006/relationships/image" Target="../media/image9.png"/><Relationship Id="rId4"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9.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5.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7.png"/><Relationship Id="rId3" Type="http://schemas.openxmlformats.org/officeDocument/2006/relationships/image" Target="../media/image9.png"/><Relationship Id="rId4" Type="http://schemas.openxmlformats.org/officeDocument/2006/relationships/image" Target="../media/image19.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9.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9.png"/><Relationship Id="rId7" Type="http://schemas.openxmlformats.org/officeDocument/2006/relationships/image" Target="../media/image19.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3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19.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2.png"/><Relationship Id="rId3" Type="http://schemas.openxmlformats.org/officeDocument/2006/relationships/image" Target="../media/image19.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35.png"/><Relationship Id="rId5" Type="http://schemas.openxmlformats.org/officeDocument/2006/relationships/image" Target="../media/image37.png"/><Relationship Id="rId6" Type="http://schemas.openxmlformats.org/officeDocument/2006/relationships/image" Target="../media/image49.png"/><Relationship Id="rId7" Type="http://schemas.openxmlformats.org/officeDocument/2006/relationships/image" Target="../media/image43.png"/><Relationship Id="rId8" Type="http://schemas.openxmlformats.org/officeDocument/2006/relationships/image" Target="../media/image47.png"/><Relationship Id="rId9" Type="http://schemas.openxmlformats.org/officeDocument/2006/relationships/image" Target="../media/image44.png"/><Relationship Id="rId10" Type="http://schemas.openxmlformats.org/officeDocument/2006/relationships/image" Target="../media/image46.png"/><Relationship Id="rId11" Type="http://schemas.openxmlformats.org/officeDocument/2006/relationships/image" Target="../media/image40.png"/><Relationship Id="rId12" Type="http://schemas.openxmlformats.org/officeDocument/2006/relationships/image" Target="../media/image42.png"/><Relationship Id="rId13" Type="http://schemas.openxmlformats.org/officeDocument/2006/relationships/image" Target="../media/image39.png"/><Relationship Id="rId14" Type="http://schemas.openxmlformats.org/officeDocument/2006/relationships/image" Target="../media/image41.png"/><Relationship Id="rId15" Type="http://schemas.openxmlformats.org/officeDocument/2006/relationships/image" Target="../media/image55.png"/><Relationship Id="rId16" Type="http://schemas.openxmlformats.org/officeDocument/2006/relationships/image" Target="../media/image51.png"/><Relationship Id="rId17" Type="http://schemas.openxmlformats.org/officeDocument/2006/relationships/image" Target="../media/image45.png"/><Relationship Id="rId18" Type="http://schemas.openxmlformats.org/officeDocument/2006/relationships/image" Target="../media/image60.png"/><Relationship Id="rId19" Type="http://schemas.openxmlformats.org/officeDocument/2006/relationships/image" Target="../media/image50.png"/><Relationship Id="rId20" Type="http://schemas.openxmlformats.org/officeDocument/2006/relationships/image" Target="../media/image53.png"/><Relationship Id="rId21" Type="http://schemas.openxmlformats.org/officeDocument/2006/relationships/image" Target="../media/image54.png"/><Relationship Id="rId22" Type="http://schemas.openxmlformats.org/officeDocument/2006/relationships/image" Target="../media/image48.png"/><Relationship Id="rId23" Type="http://schemas.openxmlformats.org/officeDocument/2006/relationships/image" Target="../media/image56.png"/><Relationship Id="rId24" Type="http://schemas.openxmlformats.org/officeDocument/2006/relationships/image" Target="../media/image58.png"/><Relationship Id="rId25" Type="http://schemas.openxmlformats.org/officeDocument/2006/relationships/image" Target="../media/image65.png"/><Relationship Id="rId26" Type="http://schemas.openxmlformats.org/officeDocument/2006/relationships/image" Target="../media/image64.png"/><Relationship Id="rId27" Type="http://schemas.openxmlformats.org/officeDocument/2006/relationships/image" Target="../media/image62.png"/><Relationship Id="rId28" Type="http://schemas.openxmlformats.org/officeDocument/2006/relationships/image" Target="../media/image57.png"/><Relationship Id="rId29" Type="http://schemas.openxmlformats.org/officeDocument/2006/relationships/image" Target="../media/image59.png"/><Relationship Id="rId30" Type="http://schemas.openxmlformats.org/officeDocument/2006/relationships/image" Target="../media/image77.png"/><Relationship Id="rId31" Type="http://schemas.openxmlformats.org/officeDocument/2006/relationships/image" Target="../media/image71.png"/><Relationship Id="rId32" Type="http://schemas.openxmlformats.org/officeDocument/2006/relationships/image" Target="../media/image63.png"/><Relationship Id="rId33" Type="http://schemas.openxmlformats.org/officeDocument/2006/relationships/image" Target="../media/image75.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6.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0.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2.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2.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52" name="Google Shape;52;p13"/>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53" name="Google Shape;53;p13"/>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54" name="Google Shape;54;p13"/>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55" name="Google Shape;55;p13"/>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56" name="Google Shape;56;p13"/>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57" name="Shape 57"/>
        <p:cNvGrpSpPr/>
        <p:nvPr/>
      </p:nvGrpSpPr>
      <p:grpSpPr>
        <a:xfrm>
          <a:off x="0" y="0"/>
          <a:ext cx="0" cy="0"/>
          <a:chOff x="0" y="0"/>
          <a:chExt cx="0" cy="0"/>
        </a:xfrm>
      </p:grpSpPr>
      <p:pic>
        <p:nvPicPr>
          <p:cNvPr id="58" name="Google Shape;58;p14"/>
          <p:cNvPicPr preferRelativeResize="0"/>
          <p:nvPr/>
        </p:nvPicPr>
        <p:blipFill>
          <a:blip r:embed="rId2">
            <a:alphaModFix/>
          </a:blip>
          <a:stretch>
            <a:fillRect/>
          </a:stretch>
        </p:blipFill>
        <p:spPr>
          <a:xfrm>
            <a:off x="0" y="0"/>
            <a:ext cx="2286000" cy="5143500"/>
          </a:xfrm>
          <a:prstGeom prst="rect">
            <a:avLst/>
          </a:prstGeom>
          <a:noFill/>
          <a:ln>
            <a:noFill/>
          </a:ln>
        </p:spPr>
      </p:pic>
      <p:sp>
        <p:nvSpPr>
          <p:cNvPr id="59" name="Google Shape;59;p14"/>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60" name="Google Shape;60;p1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61" name="Google Shape;61;p14"/>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62" name="Google Shape;62;p14"/>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3" name="Google Shape;63;p14"/>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4" name="Google Shape;64;p14"/>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5" name="Google Shape;65;p14"/>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6" name="Google Shape;66;p14"/>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7" name="Google Shape;67;p14"/>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68" name="Google Shape;68;p14"/>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69" name="Google Shape;69;p14"/>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0" name="Google Shape;70;p14"/>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1" name="Google Shape;71;p14"/>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2" name="Google Shape;72;p14"/>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3" name="Google Shape;73;p14"/>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4" name="Google Shape;74;p14"/>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5" name="Google Shape;75;p14"/>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6" name="Google Shape;76;p14"/>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77" name="Google Shape;77;p14"/>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78" name="Google Shape;78;p14"/>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79" name="Google Shape;79;p14"/>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2" name="Google Shape;82;p1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83" name="Google Shape;83;p1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84" name="Google Shape;84;p1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pic>
        <p:nvPicPr>
          <p:cNvPr id="85" name="Google Shape;85;p15"/>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86" name="Google Shape;86;p1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88" name="Shape 88"/>
        <p:cNvGrpSpPr/>
        <p:nvPr/>
      </p:nvGrpSpPr>
      <p:grpSpPr>
        <a:xfrm>
          <a:off x="0" y="0"/>
          <a:ext cx="0" cy="0"/>
          <a:chOff x="0" y="0"/>
          <a:chExt cx="0" cy="0"/>
        </a:xfrm>
      </p:grpSpPr>
      <p:pic>
        <p:nvPicPr>
          <p:cNvPr id="89" name="Google Shape;89;p16"/>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90" name="Google Shape;90;p16"/>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91" name="Google Shape;91;p16"/>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92" name="Google Shape;92;p16"/>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93" name="Google Shape;93;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4" name="Google Shape;94;p16"/>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95" name="Google Shape;95;p16"/>
          <p:cNvSpPr/>
          <p:nvPr>
            <p:ph idx="2" type="pic"/>
          </p:nvPr>
        </p:nvSpPr>
        <p:spPr>
          <a:xfrm>
            <a:off x="535276" y="1720023"/>
            <a:ext cx="315900" cy="315900"/>
          </a:xfrm>
          <a:prstGeom prst="rect">
            <a:avLst/>
          </a:prstGeom>
          <a:noFill/>
          <a:ln>
            <a:noFill/>
          </a:ln>
        </p:spPr>
      </p:sp>
      <p:sp>
        <p:nvSpPr>
          <p:cNvPr id="96" name="Google Shape;96;p16"/>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97" name="Google Shape;97;p16"/>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98" name="Google Shape;98;p16"/>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99" name="Google Shape;99;p16"/>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100" name="Google Shape;100;p16"/>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101" name="Google Shape;101;p16"/>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102" name="Google Shape;102;p16"/>
          <p:cNvSpPr/>
          <p:nvPr>
            <p:ph idx="5" type="pic"/>
          </p:nvPr>
        </p:nvSpPr>
        <p:spPr>
          <a:xfrm>
            <a:off x="2665988" y="1720023"/>
            <a:ext cx="315900" cy="315900"/>
          </a:xfrm>
          <a:prstGeom prst="rect">
            <a:avLst/>
          </a:prstGeom>
          <a:noFill/>
          <a:ln>
            <a:noFill/>
          </a:ln>
        </p:spPr>
      </p:sp>
      <p:sp>
        <p:nvSpPr>
          <p:cNvPr id="103" name="Google Shape;103;p16"/>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4" name="Google Shape;104;p16"/>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5" name="Google Shape;105;p16"/>
          <p:cNvSpPr/>
          <p:nvPr>
            <p:ph idx="8" type="pic"/>
          </p:nvPr>
        </p:nvSpPr>
        <p:spPr>
          <a:xfrm>
            <a:off x="4780001" y="1720023"/>
            <a:ext cx="315900" cy="315900"/>
          </a:xfrm>
          <a:prstGeom prst="rect">
            <a:avLst/>
          </a:prstGeom>
          <a:noFill/>
          <a:ln>
            <a:noFill/>
          </a:ln>
        </p:spPr>
      </p:sp>
      <p:sp>
        <p:nvSpPr>
          <p:cNvPr id="106" name="Google Shape;106;p16"/>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07" name="Google Shape;107;p16"/>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08" name="Google Shape;108;p16"/>
          <p:cNvSpPr/>
          <p:nvPr>
            <p:ph idx="14" type="pic"/>
          </p:nvPr>
        </p:nvSpPr>
        <p:spPr>
          <a:xfrm>
            <a:off x="6896376" y="1720023"/>
            <a:ext cx="315900" cy="315900"/>
          </a:xfrm>
          <a:prstGeom prst="rect">
            <a:avLst/>
          </a:prstGeom>
          <a:noFill/>
          <a:ln>
            <a:noFill/>
          </a:ln>
        </p:spPr>
      </p:sp>
      <p:sp>
        <p:nvSpPr>
          <p:cNvPr id="109" name="Google Shape;109;p16"/>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10" name="Google Shape;110;p16"/>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11" name="Google Shape;111;p1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113" name="Shape 113"/>
        <p:cNvGrpSpPr/>
        <p:nvPr/>
      </p:nvGrpSpPr>
      <p:grpSpPr>
        <a:xfrm>
          <a:off x="0" y="0"/>
          <a:ext cx="0" cy="0"/>
          <a:chOff x="0" y="0"/>
          <a:chExt cx="0" cy="0"/>
        </a:xfrm>
      </p:grpSpPr>
      <p:sp>
        <p:nvSpPr>
          <p:cNvPr id="114" name="Google Shape;114;p17"/>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5" name="Google Shape;115;p17"/>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16" name="Google Shape;116;p17"/>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17"/>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118" name="Google Shape;118;p1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119" name="Google Shape;119;p17"/>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121" name="Shape 121"/>
        <p:cNvGrpSpPr/>
        <p:nvPr/>
      </p:nvGrpSpPr>
      <p:grpSpPr>
        <a:xfrm>
          <a:off x="0" y="0"/>
          <a:ext cx="0" cy="0"/>
          <a:chOff x="0" y="0"/>
          <a:chExt cx="0" cy="0"/>
        </a:xfrm>
      </p:grpSpPr>
      <p:pic>
        <p:nvPicPr>
          <p:cNvPr id="122" name="Google Shape;122;p18"/>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123" name="Google Shape;123;p18"/>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124" name="Google Shape;124;p18"/>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125" name="Google Shape;125;p18"/>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126" name="Google Shape;126;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7" name="Google Shape;127;p18"/>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128" name="Google Shape;128;p18"/>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129" name="Google Shape;129;p18"/>
          <p:cNvSpPr/>
          <p:nvPr>
            <p:ph idx="2" type="pic"/>
          </p:nvPr>
        </p:nvSpPr>
        <p:spPr>
          <a:xfrm>
            <a:off x="535276" y="1372373"/>
            <a:ext cx="315900" cy="315900"/>
          </a:xfrm>
          <a:prstGeom prst="rect">
            <a:avLst/>
          </a:prstGeom>
          <a:noFill/>
          <a:ln>
            <a:noFill/>
          </a:ln>
        </p:spPr>
      </p:sp>
      <p:sp>
        <p:nvSpPr>
          <p:cNvPr id="130" name="Google Shape;130;p18"/>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1" name="Google Shape;131;p18"/>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2" name="Google Shape;132;p18"/>
          <p:cNvSpPr/>
          <p:nvPr>
            <p:ph idx="4" type="pic"/>
          </p:nvPr>
        </p:nvSpPr>
        <p:spPr>
          <a:xfrm>
            <a:off x="3358251" y="1372373"/>
            <a:ext cx="315900" cy="315900"/>
          </a:xfrm>
          <a:prstGeom prst="rect">
            <a:avLst/>
          </a:prstGeom>
          <a:noFill/>
          <a:ln>
            <a:noFill/>
          </a:ln>
        </p:spPr>
      </p:sp>
      <p:sp>
        <p:nvSpPr>
          <p:cNvPr id="133" name="Google Shape;133;p18"/>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4" name="Google Shape;134;p18"/>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5" name="Google Shape;135;p18"/>
          <p:cNvSpPr/>
          <p:nvPr>
            <p:ph idx="7" type="pic"/>
          </p:nvPr>
        </p:nvSpPr>
        <p:spPr>
          <a:xfrm>
            <a:off x="6181226" y="1372373"/>
            <a:ext cx="315900" cy="315900"/>
          </a:xfrm>
          <a:prstGeom prst="rect">
            <a:avLst/>
          </a:prstGeom>
          <a:noFill/>
          <a:ln>
            <a:noFill/>
          </a:ln>
        </p:spPr>
      </p:sp>
      <p:sp>
        <p:nvSpPr>
          <p:cNvPr id="136" name="Google Shape;136;p18"/>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37" name="Google Shape;137;p18"/>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38" name="Google Shape;138;p1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39" name="Google Shape;139;p18"/>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140" name="Shape 140"/>
        <p:cNvGrpSpPr/>
        <p:nvPr/>
      </p:nvGrpSpPr>
      <p:grpSpPr>
        <a:xfrm>
          <a:off x="0" y="0"/>
          <a:ext cx="0" cy="0"/>
          <a:chOff x="0" y="0"/>
          <a:chExt cx="0" cy="0"/>
        </a:xfrm>
      </p:grpSpPr>
      <p:sp>
        <p:nvSpPr>
          <p:cNvPr id="141" name="Google Shape;141;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1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3" name="Google Shape;143;p1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44" name="Google Shape;144;p1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45" name="Google Shape;145;p19"/>
          <p:cNvSpPr/>
          <p:nvPr>
            <p:ph idx="2" type="pic"/>
          </p:nvPr>
        </p:nvSpPr>
        <p:spPr>
          <a:xfrm>
            <a:off x="410476" y="1541323"/>
            <a:ext cx="315900" cy="315900"/>
          </a:xfrm>
          <a:prstGeom prst="rect">
            <a:avLst/>
          </a:prstGeom>
          <a:noFill/>
          <a:ln>
            <a:noFill/>
          </a:ln>
        </p:spPr>
      </p:sp>
      <p:sp>
        <p:nvSpPr>
          <p:cNvPr id="146" name="Google Shape;146;p1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47" name="Google Shape;147;p1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48" name="Google Shape;148;p19"/>
          <p:cNvSpPr/>
          <p:nvPr>
            <p:ph idx="5" type="pic"/>
          </p:nvPr>
        </p:nvSpPr>
        <p:spPr>
          <a:xfrm>
            <a:off x="4803338" y="1541323"/>
            <a:ext cx="315900" cy="315900"/>
          </a:xfrm>
          <a:prstGeom prst="rect">
            <a:avLst/>
          </a:prstGeom>
          <a:noFill/>
          <a:ln>
            <a:noFill/>
          </a:ln>
        </p:spPr>
      </p:sp>
      <p:sp>
        <p:nvSpPr>
          <p:cNvPr id="149" name="Google Shape;149;p1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0"/>
              </a:spcBef>
              <a:spcAft>
                <a:spcPts val="0"/>
              </a:spcAft>
              <a:buClr>
                <a:schemeClr val="lt1"/>
              </a:buClr>
              <a:buSzPts val="1100"/>
              <a:buChar char="○"/>
              <a:defRPr sz="1100">
                <a:solidFill>
                  <a:schemeClr val="lt1"/>
                </a:solidFill>
              </a:defRPr>
            </a:lvl2pPr>
            <a:lvl3pPr indent="-298450" lvl="2" marL="1371600" rtl="0">
              <a:spcBef>
                <a:spcPts val="0"/>
              </a:spcBef>
              <a:spcAft>
                <a:spcPts val="0"/>
              </a:spcAft>
              <a:buClr>
                <a:schemeClr val="lt1"/>
              </a:buClr>
              <a:buSzPts val="1100"/>
              <a:buChar char="■"/>
              <a:defRPr sz="1100">
                <a:solidFill>
                  <a:schemeClr val="lt1"/>
                </a:solidFill>
              </a:defRPr>
            </a:lvl3pPr>
            <a:lvl4pPr indent="-298450" lvl="3" marL="1828800" rtl="0">
              <a:spcBef>
                <a:spcPts val="0"/>
              </a:spcBef>
              <a:spcAft>
                <a:spcPts val="0"/>
              </a:spcAft>
              <a:buClr>
                <a:schemeClr val="lt1"/>
              </a:buClr>
              <a:buSzPts val="1100"/>
              <a:buChar char="●"/>
              <a:defRPr sz="1100">
                <a:solidFill>
                  <a:schemeClr val="lt1"/>
                </a:solidFill>
              </a:defRPr>
            </a:lvl4pPr>
            <a:lvl5pPr indent="-298450" lvl="4" marL="2286000" rtl="0">
              <a:spcBef>
                <a:spcPts val="0"/>
              </a:spcBef>
              <a:spcAft>
                <a:spcPts val="0"/>
              </a:spcAft>
              <a:buClr>
                <a:schemeClr val="lt1"/>
              </a:buClr>
              <a:buSzPts val="1100"/>
              <a:buChar char="○"/>
              <a:defRPr sz="1100">
                <a:solidFill>
                  <a:schemeClr val="lt1"/>
                </a:solidFill>
              </a:defRPr>
            </a:lvl5pPr>
            <a:lvl6pPr indent="-298450" lvl="5" marL="2743200" rtl="0">
              <a:spcBef>
                <a:spcPts val="0"/>
              </a:spcBef>
              <a:spcAft>
                <a:spcPts val="0"/>
              </a:spcAft>
              <a:buClr>
                <a:schemeClr val="lt1"/>
              </a:buClr>
              <a:buSzPts val="1100"/>
              <a:buChar char="■"/>
              <a:defRPr sz="1100">
                <a:solidFill>
                  <a:schemeClr val="lt1"/>
                </a:solidFill>
              </a:defRPr>
            </a:lvl6pPr>
            <a:lvl7pPr indent="-298450" lvl="6" marL="3200400" rtl="0">
              <a:spcBef>
                <a:spcPts val="0"/>
              </a:spcBef>
              <a:spcAft>
                <a:spcPts val="0"/>
              </a:spcAft>
              <a:buClr>
                <a:schemeClr val="lt1"/>
              </a:buClr>
              <a:buSzPts val="1100"/>
              <a:buChar char="●"/>
              <a:defRPr sz="1100">
                <a:solidFill>
                  <a:schemeClr val="lt1"/>
                </a:solidFill>
              </a:defRPr>
            </a:lvl7pPr>
            <a:lvl8pPr indent="-298450" lvl="7" marL="3657600" rtl="0">
              <a:spcBef>
                <a:spcPts val="0"/>
              </a:spcBef>
              <a:spcAft>
                <a:spcPts val="0"/>
              </a:spcAft>
              <a:buClr>
                <a:schemeClr val="lt1"/>
              </a:buClr>
              <a:buSzPts val="1100"/>
              <a:buChar char="○"/>
              <a:defRPr sz="1100">
                <a:solidFill>
                  <a:schemeClr val="lt1"/>
                </a:solidFill>
              </a:defRPr>
            </a:lvl8pPr>
            <a:lvl9pPr indent="-298450" lvl="8" marL="4114800" rtl="0">
              <a:spcBef>
                <a:spcPts val="0"/>
              </a:spcBef>
              <a:spcAft>
                <a:spcPts val="0"/>
              </a:spcAft>
              <a:buClr>
                <a:schemeClr val="lt1"/>
              </a:buClr>
              <a:buSzPts val="1100"/>
              <a:buChar char="■"/>
              <a:defRPr sz="1100">
                <a:solidFill>
                  <a:schemeClr val="lt1"/>
                </a:solidFill>
              </a:defRPr>
            </a:lvl9pPr>
          </a:lstStyle>
          <a:p/>
        </p:txBody>
      </p:sp>
      <p:sp>
        <p:nvSpPr>
          <p:cNvPr id="150" name="Google Shape;150;p1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151" name="Google Shape;151;p1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52" name="Google Shape;152;p1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BIG_NUMBER_1">
    <p:bg>
      <p:bgPr>
        <a:solidFill>
          <a:schemeClr val="dk1"/>
        </a:solidFill>
      </p:bgPr>
    </p:bg>
    <p:spTree>
      <p:nvGrpSpPr>
        <p:cNvPr id="153" name="Shape 153"/>
        <p:cNvGrpSpPr/>
        <p:nvPr/>
      </p:nvGrpSpPr>
      <p:grpSpPr>
        <a:xfrm>
          <a:off x="0" y="0"/>
          <a:ext cx="0" cy="0"/>
          <a:chOff x="0" y="0"/>
          <a:chExt cx="0" cy="0"/>
        </a:xfrm>
      </p:grpSpPr>
      <p:pic>
        <p:nvPicPr>
          <p:cNvPr id="154" name="Google Shape;154;p20"/>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155" name="Google Shape;155;p20"/>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56" name="Google Shape;156;p20"/>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7" name="Google Shape;157;p2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158" name="Google Shape;158;p20"/>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159" name="Google Shape;159;p20"/>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0" name="Google Shape;160;p20"/>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1" name="Google Shape;161;p20"/>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2" name="Google Shape;162;p2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3" name="Google Shape;163;p2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0"/>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165" name="Shape 165"/>
        <p:cNvGrpSpPr/>
        <p:nvPr/>
      </p:nvGrpSpPr>
      <p:grpSpPr>
        <a:xfrm>
          <a:off x="0" y="0"/>
          <a:ext cx="0" cy="0"/>
          <a:chOff x="0" y="0"/>
          <a:chExt cx="0" cy="0"/>
        </a:xfrm>
      </p:grpSpPr>
      <p:sp>
        <p:nvSpPr>
          <p:cNvPr id="166" name="Google Shape;166;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67" name="Google Shape;167;p2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68" name="Google Shape;168;p2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69" name="Google Shape;169;p2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0" name="Google Shape;170;p2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1" name="Google Shape;171;p21"/>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72" name="Google Shape;172;p21"/>
          <p:cNvPicPr preferRelativeResize="0"/>
          <p:nvPr/>
        </p:nvPicPr>
        <p:blipFill>
          <a:blip r:embed="rId2">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
    <p:bg>
      <p:bgPr>
        <a:solidFill>
          <a:schemeClr val="dk1"/>
        </a:solidFill>
      </p:bgPr>
    </p:bg>
    <p:spTree>
      <p:nvGrpSpPr>
        <p:cNvPr id="173" name="Shape 173"/>
        <p:cNvGrpSpPr/>
        <p:nvPr/>
      </p:nvGrpSpPr>
      <p:grpSpPr>
        <a:xfrm>
          <a:off x="0" y="0"/>
          <a:ext cx="0" cy="0"/>
          <a:chOff x="0" y="0"/>
          <a:chExt cx="0" cy="0"/>
        </a:xfrm>
      </p:grpSpPr>
      <p:sp>
        <p:nvSpPr>
          <p:cNvPr id="174" name="Google Shape;174;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75" name="Google Shape;175;p22"/>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176" name="Google Shape;176;p22"/>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177" name="Google Shape;177;p22"/>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8" name="Google Shape;178;p2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79" name="Google Shape;179;p22"/>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23"/>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182" name="Google Shape;182;p23"/>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pic>
        <p:nvPicPr>
          <p:cNvPr id="183" name="Google Shape;183;p23"/>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184" name="Google Shape;184;p2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186" name="Google Shape;186;p23"/>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_1">
    <p:spTree>
      <p:nvGrpSpPr>
        <p:cNvPr id="187" name="Shape 187"/>
        <p:cNvGrpSpPr/>
        <p:nvPr/>
      </p:nvGrpSpPr>
      <p:grpSpPr>
        <a:xfrm>
          <a:off x="0" y="0"/>
          <a:ext cx="0" cy="0"/>
          <a:chOff x="0" y="0"/>
          <a:chExt cx="0" cy="0"/>
        </a:xfrm>
      </p:grpSpPr>
      <p:sp>
        <p:nvSpPr>
          <p:cNvPr id="188" name="Google Shape;188;p24"/>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9" name="Google Shape;189;p24"/>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0" name="Google Shape;190;p2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1" name="Google Shape;191;p24"/>
          <p:cNvSpPr/>
          <p:nvPr>
            <p:ph idx="3" type="pic"/>
          </p:nvPr>
        </p:nvSpPr>
        <p:spPr>
          <a:xfrm>
            <a:off x="444075" y="1157850"/>
            <a:ext cx="760800" cy="760800"/>
          </a:xfrm>
          <a:prstGeom prst="ellipse">
            <a:avLst/>
          </a:prstGeom>
          <a:noFill/>
          <a:ln>
            <a:noFill/>
          </a:ln>
        </p:spPr>
      </p:sp>
      <p:sp>
        <p:nvSpPr>
          <p:cNvPr id="192" name="Google Shape;192;p24"/>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3" name="Google Shape;193;p24"/>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4" name="Google Shape;194;p24"/>
          <p:cNvSpPr/>
          <p:nvPr>
            <p:ph idx="6" type="pic"/>
          </p:nvPr>
        </p:nvSpPr>
        <p:spPr>
          <a:xfrm>
            <a:off x="3091025" y="1157850"/>
            <a:ext cx="760800" cy="760800"/>
          </a:xfrm>
          <a:prstGeom prst="ellipse">
            <a:avLst/>
          </a:prstGeom>
          <a:noFill/>
          <a:ln>
            <a:noFill/>
          </a:ln>
        </p:spPr>
      </p:sp>
      <p:sp>
        <p:nvSpPr>
          <p:cNvPr id="195" name="Google Shape;195;p24"/>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24"/>
          <p:cNvSpPr/>
          <p:nvPr>
            <p:ph idx="8" type="pic"/>
          </p:nvPr>
        </p:nvSpPr>
        <p:spPr>
          <a:xfrm>
            <a:off x="5737975" y="1157850"/>
            <a:ext cx="760800" cy="760800"/>
          </a:xfrm>
          <a:prstGeom prst="ellipse">
            <a:avLst/>
          </a:prstGeom>
          <a:noFill/>
          <a:ln>
            <a:noFill/>
          </a:ln>
        </p:spPr>
      </p:sp>
      <p:sp>
        <p:nvSpPr>
          <p:cNvPr id="197" name="Google Shape;197;p24"/>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24"/>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199" name="Google Shape;199;p24"/>
          <p:cNvSpPr/>
          <p:nvPr>
            <p:ph idx="14" type="pic"/>
          </p:nvPr>
        </p:nvSpPr>
        <p:spPr>
          <a:xfrm>
            <a:off x="444075" y="3020950"/>
            <a:ext cx="760800" cy="760800"/>
          </a:xfrm>
          <a:prstGeom prst="ellipse">
            <a:avLst/>
          </a:prstGeom>
          <a:noFill/>
          <a:ln>
            <a:noFill/>
          </a:ln>
        </p:spPr>
      </p:sp>
      <p:sp>
        <p:nvSpPr>
          <p:cNvPr id="200" name="Google Shape;200;p24"/>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4"/>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2" name="Google Shape;202;p24"/>
          <p:cNvSpPr/>
          <p:nvPr>
            <p:ph idx="17" type="pic"/>
          </p:nvPr>
        </p:nvSpPr>
        <p:spPr>
          <a:xfrm>
            <a:off x="3091025" y="3020950"/>
            <a:ext cx="760800" cy="760800"/>
          </a:xfrm>
          <a:prstGeom prst="ellipse">
            <a:avLst/>
          </a:prstGeom>
          <a:noFill/>
          <a:ln>
            <a:noFill/>
          </a:ln>
        </p:spPr>
      </p:sp>
      <p:sp>
        <p:nvSpPr>
          <p:cNvPr id="203" name="Google Shape;203;p24"/>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4" name="Google Shape;204;p24"/>
          <p:cNvSpPr/>
          <p:nvPr>
            <p:ph idx="19" type="pic"/>
          </p:nvPr>
        </p:nvSpPr>
        <p:spPr>
          <a:xfrm>
            <a:off x="5737975" y="3020950"/>
            <a:ext cx="760800" cy="760800"/>
          </a:xfrm>
          <a:prstGeom prst="ellipse">
            <a:avLst/>
          </a:prstGeom>
          <a:noFill/>
          <a:ln>
            <a:noFill/>
          </a:ln>
        </p:spPr>
      </p:sp>
      <p:sp>
        <p:nvSpPr>
          <p:cNvPr id="205" name="Google Shape;205;p2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06" name="Google Shape;206;p24"/>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207" name="Google Shape;207;p24"/>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sp>
        <p:nvSpPr>
          <p:cNvPr id="208" name="Google Shape;208;p24"/>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0"/>
              </a:spcBef>
              <a:spcAft>
                <a:spcPts val="0"/>
              </a:spcAft>
              <a:buSzPts val="1100"/>
              <a:buChar char="○"/>
              <a:defRPr sz="1100"/>
            </a:lvl2pPr>
            <a:lvl3pPr indent="-298450" lvl="2" marL="1371600" rtl="0">
              <a:spcBef>
                <a:spcPts val="0"/>
              </a:spcBef>
              <a:spcAft>
                <a:spcPts val="0"/>
              </a:spcAft>
              <a:buSzPts val="1100"/>
              <a:buChar char="■"/>
              <a:defRPr sz="1100"/>
            </a:lvl3pPr>
            <a:lvl4pPr indent="-298450" lvl="3" marL="1828800" rtl="0">
              <a:spcBef>
                <a:spcPts val="0"/>
              </a:spcBef>
              <a:spcAft>
                <a:spcPts val="0"/>
              </a:spcAft>
              <a:buSzPts val="1100"/>
              <a:buChar char="●"/>
              <a:defRPr sz="1100"/>
            </a:lvl4pPr>
            <a:lvl5pPr indent="-298450" lvl="4" marL="2286000" rtl="0">
              <a:spcBef>
                <a:spcPts val="0"/>
              </a:spcBef>
              <a:spcAft>
                <a:spcPts val="0"/>
              </a:spcAft>
              <a:buSzPts val="1100"/>
              <a:buChar char="○"/>
              <a:defRPr sz="1100"/>
            </a:lvl5pPr>
            <a:lvl6pPr indent="-298450" lvl="5" marL="2743200" rtl="0">
              <a:spcBef>
                <a:spcPts val="0"/>
              </a:spcBef>
              <a:spcAft>
                <a:spcPts val="0"/>
              </a:spcAft>
              <a:buSzPts val="1100"/>
              <a:buChar char="■"/>
              <a:defRPr sz="1100"/>
            </a:lvl6pPr>
            <a:lvl7pPr indent="-298450" lvl="6" marL="3200400" rtl="0">
              <a:spcBef>
                <a:spcPts val="0"/>
              </a:spcBef>
              <a:spcAft>
                <a:spcPts val="0"/>
              </a:spcAft>
              <a:buSzPts val="1100"/>
              <a:buChar char="●"/>
              <a:defRPr sz="1100"/>
            </a:lvl7pPr>
            <a:lvl8pPr indent="-298450" lvl="7" marL="3657600" rtl="0">
              <a:spcBef>
                <a:spcPts val="0"/>
              </a:spcBef>
              <a:spcAft>
                <a:spcPts val="0"/>
              </a:spcAft>
              <a:buSzPts val="1100"/>
              <a:buChar char="○"/>
              <a:defRPr sz="1100"/>
            </a:lvl8pPr>
            <a:lvl9pPr indent="-298450" lvl="8" marL="4114800" rtl="0">
              <a:spcBef>
                <a:spcPts val="0"/>
              </a:spcBef>
              <a:spcAft>
                <a:spcPts val="0"/>
              </a:spcAft>
              <a:buSzPts val="1100"/>
              <a:buChar char="■"/>
              <a:defRPr sz="1100"/>
            </a:lvl9pPr>
          </a:lstStyle>
          <a:p/>
        </p:txBody>
      </p:sp>
      <p:pic>
        <p:nvPicPr>
          <p:cNvPr id="209" name="Google Shape;209;p2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210" name="Shape 210"/>
        <p:cNvGrpSpPr/>
        <p:nvPr/>
      </p:nvGrpSpPr>
      <p:grpSpPr>
        <a:xfrm>
          <a:off x="0" y="0"/>
          <a:ext cx="0" cy="0"/>
          <a:chOff x="0" y="0"/>
          <a:chExt cx="0" cy="0"/>
        </a:xfrm>
      </p:grpSpPr>
      <p:pic>
        <p:nvPicPr>
          <p:cNvPr id="211" name="Google Shape;211;p25"/>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212" name="Google Shape;212;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3" name="Google Shape;213;p2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14" name="Google Shape;214;p25"/>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_1">
    <p:bg>
      <p:bgPr>
        <a:solidFill>
          <a:schemeClr val="dk1"/>
        </a:solidFill>
      </p:bgPr>
    </p:bg>
    <p:spTree>
      <p:nvGrpSpPr>
        <p:cNvPr id="215" name="Shape 215"/>
        <p:cNvGrpSpPr/>
        <p:nvPr/>
      </p:nvGrpSpPr>
      <p:grpSpPr>
        <a:xfrm>
          <a:off x="0" y="0"/>
          <a:ext cx="0" cy="0"/>
          <a:chOff x="0" y="0"/>
          <a:chExt cx="0" cy="0"/>
        </a:xfrm>
      </p:grpSpPr>
      <p:sp>
        <p:nvSpPr>
          <p:cNvPr id="216" name="Google Shape;216;p26"/>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7" name="Google Shape;217;p26"/>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18" name="Google Shape;218;p26"/>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219" name="Google Shape;219;p26"/>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0"/>
              </a:spcBef>
              <a:spcAft>
                <a:spcPts val="0"/>
              </a:spcAft>
              <a:buClr>
                <a:srgbClr val="D9D9D9"/>
              </a:buClr>
              <a:buSzPts val="1400"/>
              <a:buChar char="○"/>
              <a:defRPr>
                <a:solidFill>
                  <a:srgbClr val="D9D9D9"/>
                </a:solidFill>
              </a:defRPr>
            </a:lvl2pPr>
            <a:lvl3pPr indent="-317500" lvl="2" marL="1371600" rtl="0">
              <a:spcBef>
                <a:spcPts val="0"/>
              </a:spcBef>
              <a:spcAft>
                <a:spcPts val="0"/>
              </a:spcAft>
              <a:buClr>
                <a:srgbClr val="D9D9D9"/>
              </a:buClr>
              <a:buSzPts val="1400"/>
              <a:buChar char="■"/>
              <a:defRPr>
                <a:solidFill>
                  <a:srgbClr val="D9D9D9"/>
                </a:solidFill>
              </a:defRPr>
            </a:lvl3pPr>
            <a:lvl4pPr indent="-317500" lvl="3" marL="1828800" rtl="0">
              <a:spcBef>
                <a:spcPts val="0"/>
              </a:spcBef>
              <a:spcAft>
                <a:spcPts val="0"/>
              </a:spcAft>
              <a:buClr>
                <a:srgbClr val="D9D9D9"/>
              </a:buClr>
              <a:buSzPts val="1400"/>
              <a:buChar char="●"/>
              <a:defRPr>
                <a:solidFill>
                  <a:srgbClr val="D9D9D9"/>
                </a:solidFill>
              </a:defRPr>
            </a:lvl4pPr>
            <a:lvl5pPr indent="-317500" lvl="4" marL="2286000" rtl="0">
              <a:spcBef>
                <a:spcPts val="0"/>
              </a:spcBef>
              <a:spcAft>
                <a:spcPts val="0"/>
              </a:spcAft>
              <a:buClr>
                <a:srgbClr val="D9D9D9"/>
              </a:buClr>
              <a:buSzPts val="1400"/>
              <a:buChar char="○"/>
              <a:defRPr>
                <a:solidFill>
                  <a:srgbClr val="D9D9D9"/>
                </a:solidFill>
              </a:defRPr>
            </a:lvl5pPr>
            <a:lvl6pPr indent="-317500" lvl="5" marL="2743200" rtl="0">
              <a:spcBef>
                <a:spcPts val="0"/>
              </a:spcBef>
              <a:spcAft>
                <a:spcPts val="0"/>
              </a:spcAft>
              <a:buClr>
                <a:srgbClr val="D9D9D9"/>
              </a:buClr>
              <a:buSzPts val="1400"/>
              <a:buChar char="■"/>
              <a:defRPr>
                <a:solidFill>
                  <a:srgbClr val="D9D9D9"/>
                </a:solidFill>
              </a:defRPr>
            </a:lvl6pPr>
            <a:lvl7pPr indent="-317500" lvl="6" marL="3200400" rtl="0">
              <a:spcBef>
                <a:spcPts val="0"/>
              </a:spcBef>
              <a:spcAft>
                <a:spcPts val="0"/>
              </a:spcAft>
              <a:buClr>
                <a:srgbClr val="D9D9D9"/>
              </a:buClr>
              <a:buSzPts val="1400"/>
              <a:buChar char="●"/>
              <a:defRPr>
                <a:solidFill>
                  <a:srgbClr val="D9D9D9"/>
                </a:solidFill>
              </a:defRPr>
            </a:lvl7pPr>
            <a:lvl8pPr indent="-317500" lvl="7" marL="3657600" rtl="0">
              <a:spcBef>
                <a:spcPts val="0"/>
              </a:spcBef>
              <a:spcAft>
                <a:spcPts val="0"/>
              </a:spcAft>
              <a:buClr>
                <a:srgbClr val="D9D9D9"/>
              </a:buClr>
              <a:buSzPts val="1400"/>
              <a:buChar char="○"/>
              <a:defRPr>
                <a:solidFill>
                  <a:srgbClr val="D9D9D9"/>
                </a:solidFill>
              </a:defRPr>
            </a:lvl8pPr>
            <a:lvl9pPr indent="-317500" lvl="8" marL="4114800" rtl="0">
              <a:spcBef>
                <a:spcPts val="0"/>
              </a:spcBef>
              <a:spcAft>
                <a:spcPts val="0"/>
              </a:spcAft>
              <a:buClr>
                <a:srgbClr val="D9D9D9"/>
              </a:buClr>
              <a:buSzPts val="1400"/>
              <a:buChar char="■"/>
              <a:defRPr>
                <a:solidFill>
                  <a:srgbClr val="D9D9D9"/>
                </a:solidFill>
              </a:defRPr>
            </a:lvl9pPr>
          </a:lstStyle>
          <a:p/>
        </p:txBody>
      </p:sp>
      <p:sp>
        <p:nvSpPr>
          <p:cNvPr id="220" name="Google Shape;220;p26"/>
          <p:cNvSpPr/>
          <p:nvPr>
            <p:ph idx="3" type="pic"/>
          </p:nvPr>
        </p:nvSpPr>
        <p:spPr>
          <a:xfrm>
            <a:off x="5133600" y="0"/>
            <a:ext cx="4010400" cy="2775900"/>
          </a:xfrm>
          <a:prstGeom prst="rect">
            <a:avLst/>
          </a:prstGeom>
          <a:noFill/>
          <a:ln>
            <a:noFill/>
          </a:ln>
        </p:spPr>
      </p:sp>
      <p:pic>
        <p:nvPicPr>
          <p:cNvPr id="221" name="Google Shape;221;p26"/>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222" name="Google Shape;222;p26"/>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223" name="Google Shape;223;p26"/>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
        <p:nvSpPr>
          <p:cNvPr id="224" name="Google Shape;224;p2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225" name="Google Shape;225;p26"/>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226" name="Google Shape;226;p26"/>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227" name="Shape 227"/>
        <p:cNvGrpSpPr/>
        <p:nvPr/>
      </p:nvGrpSpPr>
      <p:grpSpPr>
        <a:xfrm>
          <a:off x="0" y="0"/>
          <a:ext cx="0" cy="0"/>
          <a:chOff x="0" y="0"/>
          <a:chExt cx="0" cy="0"/>
        </a:xfrm>
      </p:grpSpPr>
      <p:sp>
        <p:nvSpPr>
          <p:cNvPr id="228" name="Google Shape;228;p2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29" name="Google Shape;229;p2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bg>
      <p:bgPr>
        <a:blipFill>
          <a:blip r:embed="rId2">
            <a:alphaModFix/>
          </a:blip>
          <a:stretch>
            <a:fillRect/>
          </a:stretch>
        </a:blipFill>
      </p:bgPr>
    </p:bg>
    <p:spTree>
      <p:nvGrpSpPr>
        <p:cNvPr id="234" name="Shape 234"/>
        <p:cNvGrpSpPr/>
        <p:nvPr/>
      </p:nvGrpSpPr>
      <p:grpSpPr>
        <a:xfrm>
          <a:off x="0" y="0"/>
          <a:ext cx="0" cy="0"/>
          <a:chOff x="0" y="0"/>
          <a:chExt cx="0" cy="0"/>
        </a:xfrm>
      </p:grpSpPr>
      <p:pic>
        <p:nvPicPr>
          <p:cNvPr id="235" name="Google Shape;235;p29"/>
          <p:cNvPicPr preferRelativeResize="0"/>
          <p:nvPr/>
        </p:nvPicPr>
        <p:blipFill rotWithShape="1">
          <a:blip r:embed="rId3">
            <a:alphaModFix/>
          </a:blip>
          <a:srcRect b="-803" l="-566" r="-566" t="-813"/>
          <a:stretch/>
        </p:blipFill>
        <p:spPr>
          <a:xfrm>
            <a:off x="1286050" y="747975"/>
            <a:ext cx="6572150" cy="3647601"/>
          </a:xfrm>
          <a:prstGeom prst="rect">
            <a:avLst/>
          </a:prstGeom>
          <a:noFill/>
          <a:ln>
            <a:noFill/>
          </a:ln>
        </p:spPr>
      </p:pic>
      <p:sp>
        <p:nvSpPr>
          <p:cNvPr id="236" name="Google Shape;236;p29"/>
          <p:cNvSpPr/>
          <p:nvPr/>
        </p:nvSpPr>
        <p:spPr>
          <a:xfrm>
            <a:off x="1422300" y="777025"/>
            <a:ext cx="6299400" cy="3589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9"/>
          <p:cNvSpPr txBox="1"/>
          <p:nvPr>
            <p:ph type="ctrTitle"/>
          </p:nvPr>
        </p:nvSpPr>
        <p:spPr>
          <a:xfrm>
            <a:off x="1422350" y="1250875"/>
            <a:ext cx="6299400" cy="24189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5500"/>
              <a:buNone/>
              <a:defRPr b="1" sz="55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38" name="Google Shape;238;p29"/>
          <p:cNvSpPr txBox="1"/>
          <p:nvPr>
            <p:ph idx="1" type="subTitle"/>
          </p:nvPr>
        </p:nvSpPr>
        <p:spPr>
          <a:xfrm>
            <a:off x="1732725" y="3364675"/>
            <a:ext cx="26886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39" name="Google Shape;239;p29"/>
          <p:cNvPicPr preferRelativeResize="0"/>
          <p:nvPr/>
        </p:nvPicPr>
        <p:blipFill>
          <a:blip r:embed="rId4">
            <a:alphaModFix/>
          </a:blip>
          <a:stretch>
            <a:fillRect/>
          </a:stretch>
        </p:blipFill>
        <p:spPr>
          <a:xfrm>
            <a:off x="1804962" y="1107025"/>
            <a:ext cx="1262574" cy="188225"/>
          </a:xfrm>
          <a:prstGeom prst="rect">
            <a:avLst/>
          </a:prstGeom>
          <a:noFill/>
          <a:ln>
            <a:noFill/>
          </a:ln>
        </p:spPr>
      </p:pic>
      <p:sp>
        <p:nvSpPr>
          <p:cNvPr id="240" name="Google Shape;240;p29"/>
          <p:cNvSpPr txBox="1"/>
          <p:nvPr>
            <p:ph idx="2" type="subTitle"/>
          </p:nvPr>
        </p:nvSpPr>
        <p:spPr>
          <a:xfrm>
            <a:off x="4722750" y="3364675"/>
            <a:ext cx="2688600" cy="7839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000"/>
              <a:buFont typeface="Space Mono"/>
              <a:buNone/>
              <a:defRPr sz="10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1" name="Google Shape;241;p29"/>
          <p:cNvPicPr preferRelativeResize="0"/>
          <p:nvPr/>
        </p:nvPicPr>
        <p:blipFill>
          <a:blip r:embed="rId5">
            <a:alphaModFix/>
          </a:blip>
          <a:stretch>
            <a:fillRect/>
          </a:stretch>
        </p:blipFill>
        <p:spPr>
          <a:xfrm>
            <a:off x="-762396" y="0"/>
            <a:ext cx="548700" cy="2288640"/>
          </a:xfrm>
          <a:prstGeom prst="rect">
            <a:avLst/>
          </a:prstGeom>
          <a:noFill/>
          <a:ln>
            <a:noFill/>
          </a:ln>
        </p:spPr>
      </p:pic>
      <p:sp>
        <p:nvSpPr>
          <p:cNvPr id="242" name="Google Shape;242;p29"/>
          <p:cNvSpPr txBox="1"/>
          <p:nvPr>
            <p:ph idx="3" type="subTitle"/>
          </p:nvPr>
        </p:nvSpPr>
        <p:spPr>
          <a:xfrm>
            <a:off x="4683500" y="1003625"/>
            <a:ext cx="2727900" cy="849600"/>
          </a:xfrm>
          <a:prstGeom prst="rect">
            <a:avLst/>
          </a:prstGeom>
        </p:spPr>
        <p:txBody>
          <a:bodyPr anchorCtr="0" anchor="t"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Inter"/>
              <a:buNone/>
              <a:defRPr sz="1200">
                <a:solidFill>
                  <a:schemeClr val="lt1"/>
                </a:solidFill>
                <a:latin typeface="Inter"/>
                <a:ea typeface="Inter"/>
                <a:cs typeface="Inter"/>
                <a:sym typeface="Inter"/>
              </a:defRPr>
            </a:lvl1pPr>
            <a:lvl2pPr lvl="1" rtl="0" algn="r">
              <a:lnSpc>
                <a:spcPct val="100000"/>
              </a:lnSpc>
              <a:spcBef>
                <a:spcPts val="0"/>
              </a:spcBef>
              <a:spcAft>
                <a:spcPts val="0"/>
              </a:spcAft>
              <a:buSzPts val="2800"/>
              <a:buFont typeface="Inter"/>
              <a:buNone/>
              <a:defRPr sz="2800">
                <a:latin typeface="Inter"/>
                <a:ea typeface="Inter"/>
                <a:cs typeface="Inter"/>
                <a:sym typeface="Inter"/>
              </a:defRPr>
            </a:lvl2pPr>
            <a:lvl3pPr lvl="2" rtl="0" algn="r">
              <a:lnSpc>
                <a:spcPct val="100000"/>
              </a:lnSpc>
              <a:spcBef>
                <a:spcPts val="0"/>
              </a:spcBef>
              <a:spcAft>
                <a:spcPts val="0"/>
              </a:spcAft>
              <a:buSzPts val="2800"/>
              <a:buFont typeface="Inter"/>
              <a:buNone/>
              <a:defRPr sz="2800">
                <a:latin typeface="Inter"/>
                <a:ea typeface="Inter"/>
                <a:cs typeface="Inter"/>
                <a:sym typeface="Inter"/>
              </a:defRPr>
            </a:lvl3pPr>
            <a:lvl4pPr lvl="3" rtl="0" algn="r">
              <a:lnSpc>
                <a:spcPct val="100000"/>
              </a:lnSpc>
              <a:spcBef>
                <a:spcPts val="0"/>
              </a:spcBef>
              <a:spcAft>
                <a:spcPts val="0"/>
              </a:spcAft>
              <a:buSzPts val="2800"/>
              <a:buFont typeface="Inter"/>
              <a:buNone/>
              <a:defRPr sz="2800">
                <a:latin typeface="Inter"/>
                <a:ea typeface="Inter"/>
                <a:cs typeface="Inter"/>
                <a:sym typeface="Inter"/>
              </a:defRPr>
            </a:lvl4pPr>
            <a:lvl5pPr lvl="4" rtl="0" algn="r">
              <a:lnSpc>
                <a:spcPct val="100000"/>
              </a:lnSpc>
              <a:spcBef>
                <a:spcPts val="0"/>
              </a:spcBef>
              <a:spcAft>
                <a:spcPts val="0"/>
              </a:spcAft>
              <a:buSzPts val="2800"/>
              <a:buFont typeface="Inter"/>
              <a:buNone/>
              <a:defRPr sz="2800">
                <a:latin typeface="Inter"/>
                <a:ea typeface="Inter"/>
                <a:cs typeface="Inter"/>
                <a:sym typeface="Inter"/>
              </a:defRPr>
            </a:lvl5pPr>
            <a:lvl6pPr lvl="5" rtl="0" algn="r">
              <a:lnSpc>
                <a:spcPct val="100000"/>
              </a:lnSpc>
              <a:spcBef>
                <a:spcPts val="0"/>
              </a:spcBef>
              <a:spcAft>
                <a:spcPts val="0"/>
              </a:spcAft>
              <a:buSzPts val="2800"/>
              <a:buFont typeface="Inter"/>
              <a:buNone/>
              <a:defRPr sz="2800">
                <a:latin typeface="Inter"/>
                <a:ea typeface="Inter"/>
                <a:cs typeface="Inter"/>
                <a:sym typeface="Inter"/>
              </a:defRPr>
            </a:lvl6pPr>
            <a:lvl7pPr lvl="6" rtl="0" algn="r">
              <a:lnSpc>
                <a:spcPct val="100000"/>
              </a:lnSpc>
              <a:spcBef>
                <a:spcPts val="0"/>
              </a:spcBef>
              <a:spcAft>
                <a:spcPts val="0"/>
              </a:spcAft>
              <a:buSzPts val="2800"/>
              <a:buFont typeface="Inter"/>
              <a:buNone/>
              <a:defRPr sz="2800">
                <a:latin typeface="Inter"/>
                <a:ea typeface="Inter"/>
                <a:cs typeface="Inter"/>
                <a:sym typeface="Inter"/>
              </a:defRPr>
            </a:lvl7pPr>
            <a:lvl8pPr lvl="7" rtl="0" algn="r">
              <a:lnSpc>
                <a:spcPct val="100000"/>
              </a:lnSpc>
              <a:spcBef>
                <a:spcPts val="0"/>
              </a:spcBef>
              <a:spcAft>
                <a:spcPts val="0"/>
              </a:spcAft>
              <a:buSzPts val="2800"/>
              <a:buFont typeface="Inter"/>
              <a:buNone/>
              <a:defRPr sz="2800">
                <a:latin typeface="Inter"/>
                <a:ea typeface="Inter"/>
                <a:cs typeface="Inter"/>
                <a:sym typeface="Inter"/>
              </a:defRPr>
            </a:lvl8pPr>
            <a:lvl9pPr lvl="8" rtl="0" algn="r">
              <a:lnSpc>
                <a:spcPct val="100000"/>
              </a:lnSpc>
              <a:spcBef>
                <a:spcPts val="0"/>
              </a:spcBef>
              <a:spcAft>
                <a:spcPts val="0"/>
              </a:spcAft>
              <a:buSzPts val="2800"/>
              <a:buFont typeface="Inter"/>
              <a:buNone/>
              <a:defRPr sz="2800">
                <a:latin typeface="Inter"/>
                <a:ea typeface="Inter"/>
                <a:cs typeface="Inter"/>
                <a:sym typeface="Inte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30"/>
          <p:cNvPicPr preferRelativeResize="0"/>
          <p:nvPr/>
        </p:nvPicPr>
        <p:blipFill>
          <a:blip r:embed="rId3">
            <a:alphaModFix/>
          </a:blip>
          <a:stretch>
            <a:fillRect/>
          </a:stretch>
        </p:blipFill>
        <p:spPr>
          <a:xfrm>
            <a:off x="329825" y="304850"/>
            <a:ext cx="8484350" cy="4049675"/>
          </a:xfrm>
          <a:prstGeom prst="rect">
            <a:avLst/>
          </a:prstGeom>
          <a:noFill/>
          <a:ln>
            <a:noFill/>
          </a:ln>
        </p:spPr>
      </p:pic>
      <p:sp>
        <p:nvSpPr>
          <p:cNvPr id="245" name="Google Shape;245;p30"/>
          <p:cNvSpPr txBox="1"/>
          <p:nvPr>
            <p:ph type="ctrTitle"/>
          </p:nvPr>
        </p:nvSpPr>
        <p:spPr>
          <a:xfrm>
            <a:off x="562450" y="523025"/>
            <a:ext cx="7995000" cy="3146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7000"/>
              <a:buNone/>
              <a:defRPr b="1" sz="7000">
                <a:solidFill>
                  <a:schemeClr val="lt1"/>
                </a:solidFill>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46" name="Google Shape;246;p30"/>
          <p:cNvSpPr txBox="1"/>
          <p:nvPr>
            <p:ph idx="1" type="subTitle"/>
          </p:nvPr>
        </p:nvSpPr>
        <p:spPr>
          <a:xfrm>
            <a:off x="550200" y="3381025"/>
            <a:ext cx="2076300" cy="7839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pic>
        <p:nvPicPr>
          <p:cNvPr id="247" name="Google Shape;247;p30"/>
          <p:cNvPicPr preferRelativeResize="0"/>
          <p:nvPr/>
        </p:nvPicPr>
        <p:blipFill>
          <a:blip r:embed="rId4">
            <a:alphaModFix/>
          </a:blip>
          <a:stretch>
            <a:fillRect/>
          </a:stretch>
        </p:blipFill>
        <p:spPr>
          <a:xfrm>
            <a:off x="6396000" y="3736800"/>
            <a:ext cx="2076451" cy="309550"/>
          </a:xfrm>
          <a:prstGeom prst="rect">
            <a:avLst/>
          </a:prstGeom>
          <a:noFill/>
          <a:ln>
            <a:noFill/>
          </a:ln>
        </p:spPr>
      </p:pic>
      <p:sp>
        <p:nvSpPr>
          <p:cNvPr id="248" name="Google Shape;248;p30"/>
          <p:cNvSpPr txBox="1"/>
          <p:nvPr>
            <p:ph idx="2" type="subTitle"/>
          </p:nvPr>
        </p:nvSpPr>
        <p:spPr>
          <a:xfrm>
            <a:off x="5944025" y="4354525"/>
            <a:ext cx="2688600" cy="5748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49" name="Google Shape;249;p30"/>
          <p:cNvPicPr preferRelativeResize="0"/>
          <p:nvPr/>
        </p:nvPicPr>
        <p:blipFill>
          <a:blip r:embed="rId5">
            <a:alphaModFix/>
          </a:blip>
          <a:stretch>
            <a:fillRect/>
          </a:stretch>
        </p:blipFill>
        <p:spPr>
          <a:xfrm>
            <a:off x="-762396" y="0"/>
            <a:ext cx="548700" cy="228864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2_1">
    <p:bg>
      <p:bgPr>
        <a:solidFill>
          <a:schemeClr val="dk1"/>
        </a:solidFill>
      </p:bgPr>
    </p:bg>
    <p:spTree>
      <p:nvGrpSpPr>
        <p:cNvPr id="250" name="Shape 250"/>
        <p:cNvGrpSpPr/>
        <p:nvPr/>
      </p:nvGrpSpPr>
      <p:grpSpPr>
        <a:xfrm>
          <a:off x="0" y="0"/>
          <a:ext cx="0" cy="0"/>
          <a:chOff x="0" y="0"/>
          <a:chExt cx="0" cy="0"/>
        </a:xfrm>
      </p:grpSpPr>
      <p:sp>
        <p:nvSpPr>
          <p:cNvPr id="251" name="Google Shape;251;p31"/>
          <p:cNvSpPr txBox="1"/>
          <p:nvPr>
            <p:ph type="ctrTitle"/>
          </p:nvPr>
        </p:nvSpPr>
        <p:spPr>
          <a:xfrm>
            <a:off x="574500" y="904600"/>
            <a:ext cx="7995000" cy="2453700"/>
          </a:xfrm>
          <a:prstGeom prst="rect">
            <a:avLst/>
          </a:prstGeom>
        </p:spPr>
        <p:txBody>
          <a:bodyPr anchorCtr="0" anchor="t" bIns="91425" lIns="91425" spcFirstLastPara="1" rIns="91425" wrap="square" tIns="91425">
            <a:normAutofit/>
          </a:bodyPr>
          <a:lstStyle>
            <a:lvl1pPr lvl="0" rtl="0">
              <a:lnSpc>
                <a:spcPct val="85000"/>
              </a:lnSpc>
              <a:spcBef>
                <a:spcPts val="0"/>
              </a:spcBef>
              <a:spcAft>
                <a:spcPts val="0"/>
              </a:spcAft>
              <a:buClr>
                <a:schemeClr val="lt1"/>
              </a:buClr>
              <a:buSzPts val="10500"/>
              <a:buNone/>
              <a:defRPr b="1" sz="10500">
                <a:solidFill>
                  <a:schemeClr val="lt1"/>
                </a:solidFill>
              </a:defRPr>
            </a:lvl1pPr>
            <a:lvl2pPr lvl="1" rtl="0" algn="ctr">
              <a:spcBef>
                <a:spcPts val="0"/>
              </a:spcBef>
              <a:spcAft>
                <a:spcPts val="0"/>
              </a:spcAft>
              <a:buSzPts val="10500"/>
              <a:buFont typeface="Inter"/>
              <a:buNone/>
              <a:defRPr sz="10500">
                <a:latin typeface="Inter"/>
                <a:ea typeface="Inter"/>
                <a:cs typeface="Inter"/>
                <a:sym typeface="Inter"/>
              </a:defRPr>
            </a:lvl2pPr>
            <a:lvl3pPr lvl="2" rtl="0" algn="ctr">
              <a:spcBef>
                <a:spcPts val="0"/>
              </a:spcBef>
              <a:spcAft>
                <a:spcPts val="0"/>
              </a:spcAft>
              <a:buSzPts val="10500"/>
              <a:buFont typeface="Inter"/>
              <a:buNone/>
              <a:defRPr sz="10500">
                <a:latin typeface="Inter"/>
                <a:ea typeface="Inter"/>
                <a:cs typeface="Inter"/>
                <a:sym typeface="Inter"/>
              </a:defRPr>
            </a:lvl3pPr>
            <a:lvl4pPr lvl="3" rtl="0" algn="ctr">
              <a:spcBef>
                <a:spcPts val="0"/>
              </a:spcBef>
              <a:spcAft>
                <a:spcPts val="0"/>
              </a:spcAft>
              <a:buSzPts val="10500"/>
              <a:buFont typeface="Inter"/>
              <a:buNone/>
              <a:defRPr sz="10500">
                <a:latin typeface="Inter"/>
                <a:ea typeface="Inter"/>
                <a:cs typeface="Inter"/>
                <a:sym typeface="Inter"/>
              </a:defRPr>
            </a:lvl4pPr>
            <a:lvl5pPr lvl="4" rtl="0" algn="ctr">
              <a:spcBef>
                <a:spcPts val="0"/>
              </a:spcBef>
              <a:spcAft>
                <a:spcPts val="0"/>
              </a:spcAft>
              <a:buSzPts val="10500"/>
              <a:buFont typeface="Inter"/>
              <a:buNone/>
              <a:defRPr sz="10500">
                <a:latin typeface="Inter"/>
                <a:ea typeface="Inter"/>
                <a:cs typeface="Inter"/>
                <a:sym typeface="Inter"/>
              </a:defRPr>
            </a:lvl5pPr>
            <a:lvl6pPr lvl="5" rtl="0" algn="ctr">
              <a:spcBef>
                <a:spcPts val="0"/>
              </a:spcBef>
              <a:spcAft>
                <a:spcPts val="0"/>
              </a:spcAft>
              <a:buSzPts val="10500"/>
              <a:buFont typeface="Inter"/>
              <a:buNone/>
              <a:defRPr sz="10500">
                <a:latin typeface="Inter"/>
                <a:ea typeface="Inter"/>
                <a:cs typeface="Inter"/>
                <a:sym typeface="Inter"/>
              </a:defRPr>
            </a:lvl6pPr>
            <a:lvl7pPr lvl="6" rtl="0" algn="ctr">
              <a:spcBef>
                <a:spcPts val="0"/>
              </a:spcBef>
              <a:spcAft>
                <a:spcPts val="0"/>
              </a:spcAft>
              <a:buSzPts val="10500"/>
              <a:buFont typeface="Inter"/>
              <a:buNone/>
              <a:defRPr sz="10500">
                <a:latin typeface="Inter"/>
                <a:ea typeface="Inter"/>
                <a:cs typeface="Inter"/>
                <a:sym typeface="Inter"/>
              </a:defRPr>
            </a:lvl7pPr>
            <a:lvl8pPr lvl="7" rtl="0" algn="ctr">
              <a:spcBef>
                <a:spcPts val="0"/>
              </a:spcBef>
              <a:spcAft>
                <a:spcPts val="0"/>
              </a:spcAft>
              <a:buSzPts val="10500"/>
              <a:buFont typeface="Inter"/>
              <a:buNone/>
              <a:defRPr sz="10500">
                <a:latin typeface="Inter"/>
                <a:ea typeface="Inter"/>
                <a:cs typeface="Inter"/>
                <a:sym typeface="Inter"/>
              </a:defRPr>
            </a:lvl8pPr>
            <a:lvl9pPr lvl="8" rtl="0" algn="ctr">
              <a:spcBef>
                <a:spcPts val="0"/>
              </a:spcBef>
              <a:spcAft>
                <a:spcPts val="0"/>
              </a:spcAft>
              <a:buSzPts val="10500"/>
              <a:buFont typeface="Inter"/>
              <a:buNone/>
              <a:defRPr sz="10500">
                <a:latin typeface="Inter"/>
                <a:ea typeface="Inter"/>
                <a:cs typeface="Inter"/>
                <a:sym typeface="Inter"/>
              </a:defRPr>
            </a:lvl9pPr>
          </a:lstStyle>
          <a:p/>
        </p:txBody>
      </p:sp>
      <p:sp>
        <p:nvSpPr>
          <p:cNvPr id="252" name="Google Shape;252;p31"/>
          <p:cNvSpPr txBox="1"/>
          <p:nvPr>
            <p:ph idx="1" type="subTitle"/>
          </p:nvPr>
        </p:nvSpPr>
        <p:spPr>
          <a:xfrm>
            <a:off x="574500" y="3381025"/>
            <a:ext cx="3211500" cy="6285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400"/>
              <a:buFont typeface="Inter"/>
              <a:buNone/>
              <a:defRPr sz="1400">
                <a:solidFill>
                  <a:schemeClr val="lt1"/>
                </a:solidFill>
                <a:latin typeface="Inter"/>
                <a:ea typeface="Inter"/>
                <a:cs typeface="Inter"/>
                <a:sym typeface="Inter"/>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53" name="Google Shape;253;p31"/>
          <p:cNvSpPr txBox="1"/>
          <p:nvPr>
            <p:ph idx="2" type="subTitle"/>
          </p:nvPr>
        </p:nvSpPr>
        <p:spPr>
          <a:xfrm>
            <a:off x="574500" y="525175"/>
            <a:ext cx="7995000" cy="356700"/>
          </a:xfrm>
          <a:prstGeom prst="rect">
            <a:avLst/>
          </a:prstGeom>
        </p:spPr>
        <p:txBody>
          <a:bodyPr anchorCtr="0" anchor="ctr" bIns="91425" lIns="91425" spcFirstLastPara="1" rIns="91425" wrap="square" tIns="91425">
            <a:normAutofit/>
          </a:bodyPr>
          <a:lstStyle>
            <a:lvl1pPr lvl="0" rtl="0">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pic>
        <p:nvPicPr>
          <p:cNvPr id="254" name="Google Shape;254;p31"/>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255" name="Google Shape;255;p31"/>
          <p:cNvPicPr preferRelativeResize="0"/>
          <p:nvPr/>
        </p:nvPicPr>
        <p:blipFill>
          <a:blip r:embed="rId3">
            <a:alphaModFix/>
          </a:blip>
          <a:stretch>
            <a:fillRect/>
          </a:stretch>
        </p:blipFill>
        <p:spPr>
          <a:xfrm>
            <a:off x="736976" y="4258999"/>
            <a:ext cx="1986800" cy="298025"/>
          </a:xfrm>
          <a:prstGeom prst="rect">
            <a:avLst/>
          </a:prstGeom>
          <a:noFill/>
          <a:ln>
            <a:noFill/>
          </a:ln>
        </p:spPr>
      </p:pic>
      <p:sp>
        <p:nvSpPr>
          <p:cNvPr id="256" name="Google Shape;256;p31"/>
          <p:cNvSpPr txBox="1"/>
          <p:nvPr>
            <p:ph idx="3" type="subTitle"/>
          </p:nvPr>
        </p:nvSpPr>
        <p:spPr>
          <a:xfrm>
            <a:off x="5783250" y="4292200"/>
            <a:ext cx="2786400" cy="356700"/>
          </a:xfrm>
          <a:prstGeom prst="rect">
            <a:avLst/>
          </a:prstGeom>
        </p:spPr>
        <p:txBody>
          <a:bodyPr anchorCtr="0" anchor="ctr" bIns="91425" lIns="91425" spcFirstLastPara="1" rIns="91425" wrap="square" tIns="91425">
            <a:normAutofit/>
          </a:bodyPr>
          <a:lstStyle>
            <a:lvl1pPr lvl="0" rtl="0" algn="r">
              <a:lnSpc>
                <a:spcPct val="100000"/>
              </a:lnSpc>
              <a:spcBef>
                <a:spcPts val="0"/>
              </a:spcBef>
              <a:spcAft>
                <a:spcPts val="0"/>
              </a:spcAft>
              <a:buClr>
                <a:schemeClr val="lt1"/>
              </a:buClr>
              <a:buSzPts val="1200"/>
              <a:buFont typeface="Space Mono"/>
              <a:buNone/>
              <a:defRPr sz="12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2800"/>
              <a:buFont typeface="Space Mono"/>
              <a:buNone/>
              <a:defRPr sz="2800">
                <a:latin typeface="Space Mono"/>
                <a:ea typeface="Space Mono"/>
                <a:cs typeface="Space Mono"/>
                <a:sym typeface="Space Mono"/>
              </a:defRPr>
            </a:lvl2pPr>
            <a:lvl3pPr lvl="2" rtl="0" algn="r">
              <a:lnSpc>
                <a:spcPct val="100000"/>
              </a:lnSpc>
              <a:spcBef>
                <a:spcPts val="0"/>
              </a:spcBef>
              <a:spcAft>
                <a:spcPts val="0"/>
              </a:spcAft>
              <a:buSzPts val="2800"/>
              <a:buFont typeface="Space Mono"/>
              <a:buNone/>
              <a:defRPr sz="2800">
                <a:latin typeface="Space Mono"/>
                <a:ea typeface="Space Mono"/>
                <a:cs typeface="Space Mono"/>
                <a:sym typeface="Space Mono"/>
              </a:defRPr>
            </a:lvl3pPr>
            <a:lvl4pPr lvl="3" rtl="0" algn="r">
              <a:lnSpc>
                <a:spcPct val="100000"/>
              </a:lnSpc>
              <a:spcBef>
                <a:spcPts val="0"/>
              </a:spcBef>
              <a:spcAft>
                <a:spcPts val="0"/>
              </a:spcAft>
              <a:buSzPts val="2800"/>
              <a:buFont typeface="Space Mono"/>
              <a:buNone/>
              <a:defRPr sz="2800">
                <a:latin typeface="Space Mono"/>
                <a:ea typeface="Space Mono"/>
                <a:cs typeface="Space Mono"/>
                <a:sym typeface="Space Mono"/>
              </a:defRPr>
            </a:lvl4pPr>
            <a:lvl5pPr lvl="4" rtl="0" algn="r">
              <a:lnSpc>
                <a:spcPct val="100000"/>
              </a:lnSpc>
              <a:spcBef>
                <a:spcPts val="0"/>
              </a:spcBef>
              <a:spcAft>
                <a:spcPts val="0"/>
              </a:spcAft>
              <a:buSzPts val="2800"/>
              <a:buFont typeface="Space Mono"/>
              <a:buNone/>
              <a:defRPr sz="2800">
                <a:latin typeface="Space Mono"/>
                <a:ea typeface="Space Mono"/>
                <a:cs typeface="Space Mono"/>
                <a:sym typeface="Space Mono"/>
              </a:defRPr>
            </a:lvl5pPr>
            <a:lvl6pPr lvl="5" rtl="0" algn="r">
              <a:lnSpc>
                <a:spcPct val="100000"/>
              </a:lnSpc>
              <a:spcBef>
                <a:spcPts val="0"/>
              </a:spcBef>
              <a:spcAft>
                <a:spcPts val="0"/>
              </a:spcAft>
              <a:buSzPts val="2800"/>
              <a:buFont typeface="Space Mono"/>
              <a:buNone/>
              <a:defRPr sz="2800">
                <a:latin typeface="Space Mono"/>
                <a:ea typeface="Space Mono"/>
                <a:cs typeface="Space Mono"/>
                <a:sym typeface="Space Mono"/>
              </a:defRPr>
            </a:lvl6pPr>
            <a:lvl7pPr lvl="6" rtl="0" algn="r">
              <a:lnSpc>
                <a:spcPct val="100000"/>
              </a:lnSpc>
              <a:spcBef>
                <a:spcPts val="0"/>
              </a:spcBef>
              <a:spcAft>
                <a:spcPts val="0"/>
              </a:spcAft>
              <a:buSzPts val="2800"/>
              <a:buFont typeface="Space Mono"/>
              <a:buNone/>
              <a:defRPr sz="2800">
                <a:latin typeface="Space Mono"/>
                <a:ea typeface="Space Mono"/>
                <a:cs typeface="Space Mono"/>
                <a:sym typeface="Space Mono"/>
              </a:defRPr>
            </a:lvl7pPr>
            <a:lvl8pPr lvl="7" rtl="0" algn="r">
              <a:lnSpc>
                <a:spcPct val="100000"/>
              </a:lnSpc>
              <a:spcBef>
                <a:spcPts val="0"/>
              </a:spcBef>
              <a:spcAft>
                <a:spcPts val="0"/>
              </a:spcAft>
              <a:buSzPts val="2800"/>
              <a:buFont typeface="Space Mono"/>
              <a:buNone/>
              <a:defRPr sz="2800">
                <a:latin typeface="Space Mono"/>
                <a:ea typeface="Space Mono"/>
                <a:cs typeface="Space Mono"/>
                <a:sym typeface="Space Mono"/>
              </a:defRPr>
            </a:lvl8pPr>
            <a:lvl9pPr lvl="8" rtl="0" algn="r">
              <a:lnSpc>
                <a:spcPct val="100000"/>
              </a:lnSpc>
              <a:spcBef>
                <a:spcPts val="0"/>
              </a:spcBef>
              <a:spcAft>
                <a:spcPts val="0"/>
              </a:spcAft>
              <a:buSzPts val="2800"/>
              <a:buFont typeface="Space Mono"/>
              <a:buNone/>
              <a:defRPr sz="2800">
                <a:latin typeface="Space Mono"/>
                <a:ea typeface="Space Mono"/>
                <a:cs typeface="Space Mono"/>
                <a:sym typeface="Space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1">
    <p:bg>
      <p:bgPr>
        <a:solidFill>
          <a:schemeClr val="dk1"/>
        </a:solidFill>
      </p:bgPr>
    </p:bg>
    <p:spTree>
      <p:nvGrpSpPr>
        <p:cNvPr id="257" name="Shape 257"/>
        <p:cNvGrpSpPr/>
        <p:nvPr/>
      </p:nvGrpSpPr>
      <p:grpSpPr>
        <a:xfrm>
          <a:off x="0" y="0"/>
          <a:ext cx="0" cy="0"/>
          <a:chOff x="0" y="0"/>
          <a:chExt cx="0" cy="0"/>
        </a:xfrm>
      </p:grpSpPr>
      <p:sp>
        <p:nvSpPr>
          <p:cNvPr id="258" name="Google Shape;258;p32"/>
          <p:cNvSpPr/>
          <p:nvPr/>
        </p:nvSpPr>
        <p:spPr>
          <a:xfrm>
            <a:off x="1500850" y="854700"/>
            <a:ext cx="6142200" cy="3434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2"/>
          <p:cNvSpPr txBox="1"/>
          <p:nvPr>
            <p:ph type="ctrTitle"/>
          </p:nvPr>
        </p:nvSpPr>
        <p:spPr>
          <a:xfrm>
            <a:off x="688400" y="1063650"/>
            <a:ext cx="5671200" cy="16734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5000"/>
              <a:buFont typeface="Inter Medium"/>
              <a:buNone/>
              <a:defRPr sz="5000">
                <a:solidFill>
                  <a:schemeClr val="lt1"/>
                </a:solidFill>
                <a:latin typeface="Inter Medium"/>
                <a:ea typeface="Inter Medium"/>
                <a:cs typeface="Inter Medium"/>
                <a:sym typeface="Inter Medium"/>
              </a:defRPr>
            </a:lvl1pPr>
            <a:lvl2pPr lvl="1" rtl="0" algn="ctr">
              <a:spcBef>
                <a:spcPts val="0"/>
              </a:spcBef>
              <a:spcAft>
                <a:spcPts val="0"/>
              </a:spcAft>
              <a:buSzPts val="5200"/>
              <a:buFont typeface="Inter"/>
              <a:buNone/>
              <a:defRPr sz="5200">
                <a:latin typeface="Inter"/>
                <a:ea typeface="Inter"/>
                <a:cs typeface="Inter"/>
                <a:sym typeface="Inter"/>
              </a:defRPr>
            </a:lvl2pPr>
            <a:lvl3pPr lvl="2" rtl="0" algn="ctr">
              <a:spcBef>
                <a:spcPts val="0"/>
              </a:spcBef>
              <a:spcAft>
                <a:spcPts val="0"/>
              </a:spcAft>
              <a:buSzPts val="5200"/>
              <a:buFont typeface="Inter"/>
              <a:buNone/>
              <a:defRPr sz="5200">
                <a:latin typeface="Inter"/>
                <a:ea typeface="Inter"/>
                <a:cs typeface="Inter"/>
                <a:sym typeface="Inter"/>
              </a:defRPr>
            </a:lvl3pPr>
            <a:lvl4pPr lvl="3" rtl="0" algn="ctr">
              <a:spcBef>
                <a:spcPts val="0"/>
              </a:spcBef>
              <a:spcAft>
                <a:spcPts val="0"/>
              </a:spcAft>
              <a:buSzPts val="5200"/>
              <a:buFont typeface="Inter"/>
              <a:buNone/>
              <a:defRPr sz="5200">
                <a:latin typeface="Inter"/>
                <a:ea typeface="Inter"/>
                <a:cs typeface="Inter"/>
                <a:sym typeface="Inter"/>
              </a:defRPr>
            </a:lvl4pPr>
            <a:lvl5pPr lvl="4" rtl="0" algn="ctr">
              <a:spcBef>
                <a:spcPts val="0"/>
              </a:spcBef>
              <a:spcAft>
                <a:spcPts val="0"/>
              </a:spcAft>
              <a:buSzPts val="5200"/>
              <a:buFont typeface="Inter"/>
              <a:buNone/>
              <a:defRPr sz="5200">
                <a:latin typeface="Inter"/>
                <a:ea typeface="Inter"/>
                <a:cs typeface="Inter"/>
                <a:sym typeface="Inter"/>
              </a:defRPr>
            </a:lvl5pPr>
            <a:lvl6pPr lvl="5" rtl="0" algn="ctr">
              <a:spcBef>
                <a:spcPts val="0"/>
              </a:spcBef>
              <a:spcAft>
                <a:spcPts val="0"/>
              </a:spcAft>
              <a:buSzPts val="5200"/>
              <a:buFont typeface="Inter"/>
              <a:buNone/>
              <a:defRPr sz="5200">
                <a:latin typeface="Inter"/>
                <a:ea typeface="Inter"/>
                <a:cs typeface="Inter"/>
                <a:sym typeface="Inter"/>
              </a:defRPr>
            </a:lvl6pPr>
            <a:lvl7pPr lvl="6" rtl="0" algn="ctr">
              <a:spcBef>
                <a:spcPts val="0"/>
              </a:spcBef>
              <a:spcAft>
                <a:spcPts val="0"/>
              </a:spcAft>
              <a:buSzPts val="5200"/>
              <a:buFont typeface="Inter"/>
              <a:buNone/>
              <a:defRPr sz="5200">
                <a:latin typeface="Inter"/>
                <a:ea typeface="Inter"/>
                <a:cs typeface="Inter"/>
                <a:sym typeface="Inter"/>
              </a:defRPr>
            </a:lvl7pPr>
            <a:lvl8pPr lvl="7" rtl="0" algn="ctr">
              <a:spcBef>
                <a:spcPts val="0"/>
              </a:spcBef>
              <a:spcAft>
                <a:spcPts val="0"/>
              </a:spcAft>
              <a:buSzPts val="5200"/>
              <a:buFont typeface="Inter"/>
              <a:buNone/>
              <a:defRPr sz="5200">
                <a:latin typeface="Inter"/>
                <a:ea typeface="Inter"/>
                <a:cs typeface="Inter"/>
                <a:sym typeface="Inter"/>
              </a:defRPr>
            </a:lvl8pPr>
            <a:lvl9pPr lvl="8" rtl="0" algn="ctr">
              <a:spcBef>
                <a:spcPts val="0"/>
              </a:spcBef>
              <a:spcAft>
                <a:spcPts val="0"/>
              </a:spcAft>
              <a:buSzPts val="5200"/>
              <a:buFont typeface="Inter"/>
              <a:buNone/>
              <a:defRPr sz="5200">
                <a:latin typeface="Inter"/>
                <a:ea typeface="Inter"/>
                <a:cs typeface="Inter"/>
                <a:sym typeface="Inter"/>
              </a:defRPr>
            </a:lvl9pPr>
          </a:lstStyle>
          <a:p/>
        </p:txBody>
      </p:sp>
      <p:sp>
        <p:nvSpPr>
          <p:cNvPr id="260" name="Google Shape;260;p32"/>
          <p:cNvSpPr txBox="1"/>
          <p:nvPr>
            <p:ph idx="1" type="subTitle"/>
          </p:nvPr>
        </p:nvSpPr>
        <p:spPr>
          <a:xfrm>
            <a:off x="3516925" y="3916825"/>
            <a:ext cx="2842500" cy="746400"/>
          </a:xfrm>
          <a:prstGeom prst="rect">
            <a:avLst/>
          </a:prstGeom>
        </p:spPr>
        <p:txBody>
          <a:bodyPr anchorCtr="0" anchor="b" bIns="91425" lIns="91425" spcFirstLastPara="1" rIns="91425" wrap="square" tIns="91425">
            <a:normAutofit/>
          </a:bodyPr>
          <a:lstStyle>
            <a:lvl1pPr lvl="0" rtl="0" algn="r">
              <a:lnSpc>
                <a:spcPct val="100000"/>
              </a:lnSpc>
              <a:spcBef>
                <a:spcPts val="0"/>
              </a:spcBef>
              <a:spcAft>
                <a:spcPts val="0"/>
              </a:spcAft>
              <a:buClr>
                <a:schemeClr val="lt1"/>
              </a:buClr>
              <a:buSzPts val="1400"/>
              <a:buFont typeface="Space Mono"/>
              <a:buNone/>
              <a:defRPr sz="1400">
                <a:solidFill>
                  <a:schemeClr val="lt1"/>
                </a:solidFill>
                <a:latin typeface="Space Mono"/>
                <a:ea typeface="Space Mono"/>
                <a:cs typeface="Space Mono"/>
                <a:sym typeface="Space Mono"/>
              </a:defRPr>
            </a:lvl1pPr>
            <a:lvl2pPr lvl="1" rtl="0" algn="r">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gn="r">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gn="r">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gn="r">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gn="r">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gn="r">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gn="r">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gn="r">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61" name="Google Shape;26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62" name="Google Shape;262;p32"/>
          <p:cNvPicPr preferRelativeResize="0"/>
          <p:nvPr/>
        </p:nvPicPr>
        <p:blipFill>
          <a:blip r:embed="rId2">
            <a:alphaModFix/>
          </a:blip>
          <a:stretch>
            <a:fillRect/>
          </a:stretch>
        </p:blipFill>
        <p:spPr>
          <a:xfrm>
            <a:off x="-1092126" y="0"/>
            <a:ext cx="852650" cy="2590802"/>
          </a:xfrm>
          <a:prstGeom prst="rect">
            <a:avLst/>
          </a:prstGeom>
          <a:noFill/>
          <a:ln>
            <a:noFill/>
          </a:ln>
        </p:spPr>
      </p:pic>
      <p:pic>
        <p:nvPicPr>
          <p:cNvPr id="263" name="Google Shape;263;p32"/>
          <p:cNvPicPr preferRelativeResize="0"/>
          <p:nvPr/>
        </p:nvPicPr>
        <p:blipFill>
          <a:blip r:embed="rId3">
            <a:alphaModFix/>
          </a:blip>
          <a:stretch>
            <a:fillRect/>
          </a:stretch>
        </p:blipFill>
        <p:spPr>
          <a:xfrm>
            <a:off x="6858000" y="0"/>
            <a:ext cx="2286000" cy="5143500"/>
          </a:xfrm>
          <a:prstGeom prst="rect">
            <a:avLst/>
          </a:prstGeom>
          <a:noFill/>
          <a:ln>
            <a:noFill/>
          </a:ln>
        </p:spPr>
      </p:pic>
      <p:sp>
        <p:nvSpPr>
          <p:cNvPr id="264" name="Google Shape;264;p32"/>
          <p:cNvSpPr txBox="1"/>
          <p:nvPr>
            <p:ph idx="2" type="subTitle"/>
          </p:nvPr>
        </p:nvSpPr>
        <p:spPr>
          <a:xfrm>
            <a:off x="688400" y="488925"/>
            <a:ext cx="5671200" cy="574800"/>
          </a:xfrm>
          <a:prstGeom prst="rect">
            <a:avLst/>
          </a:prstGeom>
        </p:spPr>
        <p:txBody>
          <a:bodyPr anchorCtr="0" anchor="b" bIns="91425" lIns="91425" spcFirstLastPara="1" rIns="91425" wrap="square" tIns="91425">
            <a:normAutofit/>
          </a:bodyPr>
          <a:lstStyle>
            <a:lvl1pPr lvl="0" rtl="0">
              <a:lnSpc>
                <a:spcPct val="100000"/>
              </a:lnSpc>
              <a:spcBef>
                <a:spcPts val="0"/>
              </a:spcBef>
              <a:spcAft>
                <a:spcPts val="0"/>
              </a:spcAft>
              <a:buClr>
                <a:schemeClr val="lt1"/>
              </a:buClr>
              <a:buSzPts val="1600"/>
              <a:buFont typeface="Space Mono"/>
              <a:buNone/>
              <a:defRPr sz="1600">
                <a:solidFill>
                  <a:schemeClr val="lt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65" name="Google Shape;265;p32"/>
          <p:cNvSpPr/>
          <p:nvPr>
            <p:ph idx="3" type="pic"/>
          </p:nvPr>
        </p:nvSpPr>
        <p:spPr>
          <a:xfrm>
            <a:off x="7143150" y="2959375"/>
            <a:ext cx="1715700" cy="1715700"/>
          </a:xfrm>
          <a:prstGeom prst="rect">
            <a:avLst/>
          </a:prstGeom>
          <a:noFill/>
          <a:ln>
            <a:noFill/>
          </a:ln>
        </p:spPr>
      </p:sp>
      <p:pic>
        <p:nvPicPr>
          <p:cNvPr id="266" name="Google Shape;266;p32"/>
          <p:cNvPicPr preferRelativeResize="0"/>
          <p:nvPr/>
        </p:nvPicPr>
        <p:blipFill>
          <a:blip r:embed="rId4">
            <a:alphaModFix/>
          </a:blip>
          <a:stretch>
            <a:fillRect/>
          </a:stretch>
        </p:blipFill>
        <p:spPr>
          <a:xfrm>
            <a:off x="797747" y="4336402"/>
            <a:ext cx="1470794" cy="22062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1)">
  <p:cSld name="TITLE_1_1">
    <p:bg>
      <p:bgPr>
        <a:solidFill>
          <a:schemeClr val="dk1"/>
        </a:solidFill>
      </p:bgPr>
    </p:bg>
    <p:spTree>
      <p:nvGrpSpPr>
        <p:cNvPr id="267" name="Shape 267"/>
        <p:cNvGrpSpPr/>
        <p:nvPr/>
      </p:nvGrpSpPr>
      <p:grpSpPr>
        <a:xfrm>
          <a:off x="0" y="0"/>
          <a:ext cx="0" cy="0"/>
          <a:chOff x="0" y="0"/>
          <a:chExt cx="0" cy="0"/>
        </a:xfrm>
      </p:grpSpPr>
      <p:pic>
        <p:nvPicPr>
          <p:cNvPr id="268" name="Google Shape;268;p33"/>
          <p:cNvPicPr preferRelativeResize="0"/>
          <p:nvPr/>
        </p:nvPicPr>
        <p:blipFill>
          <a:blip r:embed="rId2">
            <a:alphaModFix/>
          </a:blip>
          <a:stretch>
            <a:fillRect/>
          </a:stretch>
        </p:blipFill>
        <p:spPr>
          <a:xfrm>
            <a:off x="0" y="0"/>
            <a:ext cx="2286000" cy="5143500"/>
          </a:xfrm>
          <a:prstGeom prst="rect">
            <a:avLst/>
          </a:prstGeom>
          <a:noFill/>
          <a:ln>
            <a:noFill/>
          </a:ln>
        </p:spPr>
      </p:pic>
      <p:sp>
        <p:nvSpPr>
          <p:cNvPr id="269" name="Google Shape;269;p33"/>
          <p:cNvSpPr txBox="1"/>
          <p:nvPr>
            <p:ph idx="1" type="subTitle"/>
          </p:nvPr>
        </p:nvSpPr>
        <p:spPr>
          <a:xfrm>
            <a:off x="2868200"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270" name="Google Shape;270;p33"/>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71" name="Google Shape;271;p33"/>
          <p:cNvSpPr txBox="1"/>
          <p:nvPr>
            <p:ph idx="2"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72" name="Google Shape;272;p33"/>
          <p:cNvSpPr txBox="1"/>
          <p:nvPr>
            <p:ph idx="3" type="subTitle"/>
          </p:nvPr>
        </p:nvSpPr>
        <p:spPr>
          <a:xfrm>
            <a:off x="2868200"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3" name="Google Shape;273;p33"/>
          <p:cNvSpPr txBox="1"/>
          <p:nvPr>
            <p:ph idx="4" type="subTitle"/>
          </p:nvPr>
        </p:nvSpPr>
        <p:spPr>
          <a:xfrm>
            <a:off x="4862017"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4" name="Google Shape;274;p33"/>
          <p:cNvSpPr txBox="1"/>
          <p:nvPr>
            <p:ph idx="5" type="subTitle"/>
          </p:nvPr>
        </p:nvSpPr>
        <p:spPr>
          <a:xfrm>
            <a:off x="4862017"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5" name="Google Shape;275;p33"/>
          <p:cNvSpPr txBox="1"/>
          <p:nvPr>
            <p:ph idx="6" type="subTitle"/>
          </p:nvPr>
        </p:nvSpPr>
        <p:spPr>
          <a:xfrm>
            <a:off x="6855834" y="9962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6" name="Google Shape;276;p33"/>
          <p:cNvSpPr txBox="1"/>
          <p:nvPr>
            <p:ph idx="7" type="subTitle"/>
          </p:nvPr>
        </p:nvSpPr>
        <p:spPr>
          <a:xfrm>
            <a:off x="6855834" y="41570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7" name="Google Shape;277;p33"/>
          <p:cNvSpPr txBox="1"/>
          <p:nvPr>
            <p:ph idx="8" type="subTitle"/>
          </p:nvPr>
        </p:nvSpPr>
        <p:spPr>
          <a:xfrm>
            <a:off x="2868200"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78" name="Google Shape;278;p33"/>
          <p:cNvSpPr txBox="1"/>
          <p:nvPr>
            <p:ph idx="9" type="subTitle"/>
          </p:nvPr>
        </p:nvSpPr>
        <p:spPr>
          <a:xfrm>
            <a:off x="2868200"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79" name="Google Shape;279;p33"/>
          <p:cNvSpPr txBox="1"/>
          <p:nvPr>
            <p:ph idx="13" type="subTitle"/>
          </p:nvPr>
        </p:nvSpPr>
        <p:spPr>
          <a:xfrm>
            <a:off x="4862017"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0" name="Google Shape;280;p33"/>
          <p:cNvSpPr txBox="1"/>
          <p:nvPr>
            <p:ph idx="14" type="subTitle"/>
          </p:nvPr>
        </p:nvSpPr>
        <p:spPr>
          <a:xfrm>
            <a:off x="4862017"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1" name="Google Shape;281;p33"/>
          <p:cNvSpPr txBox="1"/>
          <p:nvPr>
            <p:ph idx="15" type="subTitle"/>
          </p:nvPr>
        </p:nvSpPr>
        <p:spPr>
          <a:xfrm>
            <a:off x="6855834" y="25070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2" name="Google Shape;282;p33"/>
          <p:cNvSpPr txBox="1"/>
          <p:nvPr>
            <p:ph idx="16" type="subTitle"/>
          </p:nvPr>
        </p:nvSpPr>
        <p:spPr>
          <a:xfrm>
            <a:off x="6855834" y="1926525"/>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3" name="Google Shape;283;p33"/>
          <p:cNvSpPr txBox="1"/>
          <p:nvPr>
            <p:ph idx="17" type="subTitle"/>
          </p:nvPr>
        </p:nvSpPr>
        <p:spPr>
          <a:xfrm>
            <a:off x="2868200"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4" name="Google Shape;284;p33"/>
          <p:cNvSpPr txBox="1"/>
          <p:nvPr>
            <p:ph idx="18" type="subTitle"/>
          </p:nvPr>
        </p:nvSpPr>
        <p:spPr>
          <a:xfrm>
            <a:off x="2868200"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5" name="Google Shape;285;p33"/>
          <p:cNvSpPr txBox="1"/>
          <p:nvPr>
            <p:ph idx="19" type="subTitle"/>
          </p:nvPr>
        </p:nvSpPr>
        <p:spPr>
          <a:xfrm>
            <a:off x="4862017"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6" name="Google Shape;286;p33"/>
          <p:cNvSpPr txBox="1"/>
          <p:nvPr>
            <p:ph idx="20" type="subTitle"/>
          </p:nvPr>
        </p:nvSpPr>
        <p:spPr>
          <a:xfrm>
            <a:off x="4862017"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sp>
        <p:nvSpPr>
          <p:cNvPr id="287" name="Google Shape;287;p33"/>
          <p:cNvSpPr txBox="1"/>
          <p:nvPr>
            <p:ph idx="21" type="subTitle"/>
          </p:nvPr>
        </p:nvSpPr>
        <p:spPr>
          <a:xfrm>
            <a:off x="6855834" y="40178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lt1"/>
              </a:buClr>
              <a:buSzPts val="1400"/>
              <a:buNone/>
              <a:defRPr sz="1400">
                <a:solidFill>
                  <a:schemeClr val="l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288" name="Google Shape;288;p33"/>
          <p:cNvSpPr txBox="1"/>
          <p:nvPr>
            <p:ph idx="22" type="subTitle"/>
          </p:nvPr>
        </p:nvSpPr>
        <p:spPr>
          <a:xfrm>
            <a:off x="6855834" y="3437350"/>
            <a:ext cx="17181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89" name="Google Shape;289;p33"/>
          <p:cNvPicPr preferRelativeResize="0"/>
          <p:nvPr/>
        </p:nvPicPr>
        <p:blipFill>
          <a:blip r:embed="rId4">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2)">
  <p:cSld name="TITLE_1_1_1">
    <p:bg>
      <p:bgPr>
        <a:solidFill>
          <a:schemeClr val="dk1"/>
        </a:solidFill>
      </p:bgPr>
    </p:bg>
    <p:spTree>
      <p:nvGrpSpPr>
        <p:cNvPr id="290" name="Shape 290"/>
        <p:cNvGrpSpPr/>
        <p:nvPr/>
      </p:nvGrpSpPr>
      <p:grpSpPr>
        <a:xfrm>
          <a:off x="0" y="0"/>
          <a:ext cx="0" cy="0"/>
          <a:chOff x="0" y="0"/>
          <a:chExt cx="0" cy="0"/>
        </a:xfrm>
      </p:grpSpPr>
      <p:pic>
        <p:nvPicPr>
          <p:cNvPr id="291" name="Google Shape;291;p34"/>
          <p:cNvPicPr preferRelativeResize="0"/>
          <p:nvPr/>
        </p:nvPicPr>
        <p:blipFill>
          <a:blip r:embed="rId2">
            <a:alphaModFix/>
          </a:blip>
          <a:stretch>
            <a:fillRect/>
          </a:stretch>
        </p:blipFill>
        <p:spPr>
          <a:xfrm>
            <a:off x="0" y="0"/>
            <a:ext cx="2286000" cy="5143500"/>
          </a:xfrm>
          <a:prstGeom prst="rect">
            <a:avLst/>
          </a:prstGeom>
          <a:noFill/>
          <a:ln>
            <a:noFill/>
          </a:ln>
        </p:spPr>
      </p:pic>
      <p:pic>
        <p:nvPicPr>
          <p:cNvPr id="292" name="Google Shape;292;p34"/>
          <p:cNvPicPr preferRelativeResize="0"/>
          <p:nvPr/>
        </p:nvPicPr>
        <p:blipFill>
          <a:blip r:embed="rId3">
            <a:alphaModFix/>
          </a:blip>
          <a:stretch>
            <a:fillRect/>
          </a:stretch>
        </p:blipFill>
        <p:spPr>
          <a:xfrm>
            <a:off x="-1092126" y="0"/>
            <a:ext cx="852650" cy="2590802"/>
          </a:xfrm>
          <a:prstGeom prst="rect">
            <a:avLst/>
          </a:prstGeom>
          <a:noFill/>
          <a:ln>
            <a:noFill/>
          </a:ln>
        </p:spPr>
      </p:pic>
      <p:sp>
        <p:nvSpPr>
          <p:cNvPr id="293" name="Google Shape;293;p34"/>
          <p:cNvSpPr txBox="1"/>
          <p:nvPr>
            <p:ph idx="1" type="subTitle"/>
          </p:nvPr>
        </p:nvSpPr>
        <p:spPr>
          <a:xfrm>
            <a:off x="296425" y="443350"/>
            <a:ext cx="1586400" cy="1393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lgn="ctr">
              <a:lnSpc>
                <a:spcPct val="100000"/>
              </a:lnSpc>
              <a:spcBef>
                <a:spcPts val="0"/>
              </a:spcBef>
              <a:spcAft>
                <a:spcPts val="0"/>
              </a:spcAft>
              <a:buSzPts val="2800"/>
              <a:buFont typeface="Inter"/>
              <a:buNone/>
              <a:defRPr sz="2800">
                <a:latin typeface="Inter"/>
                <a:ea typeface="Inter"/>
                <a:cs typeface="Inter"/>
                <a:sym typeface="Inter"/>
              </a:defRPr>
            </a:lvl2pPr>
            <a:lvl3pPr lvl="2" rtl="0" algn="ctr">
              <a:lnSpc>
                <a:spcPct val="100000"/>
              </a:lnSpc>
              <a:spcBef>
                <a:spcPts val="0"/>
              </a:spcBef>
              <a:spcAft>
                <a:spcPts val="0"/>
              </a:spcAft>
              <a:buSzPts val="2800"/>
              <a:buFont typeface="Inter"/>
              <a:buNone/>
              <a:defRPr sz="2800">
                <a:latin typeface="Inter"/>
                <a:ea typeface="Inter"/>
                <a:cs typeface="Inter"/>
                <a:sym typeface="Inter"/>
              </a:defRPr>
            </a:lvl3pPr>
            <a:lvl4pPr lvl="3" rtl="0" algn="ctr">
              <a:lnSpc>
                <a:spcPct val="100000"/>
              </a:lnSpc>
              <a:spcBef>
                <a:spcPts val="0"/>
              </a:spcBef>
              <a:spcAft>
                <a:spcPts val="0"/>
              </a:spcAft>
              <a:buSzPts val="2800"/>
              <a:buFont typeface="Inter"/>
              <a:buNone/>
              <a:defRPr sz="2800">
                <a:latin typeface="Inter"/>
                <a:ea typeface="Inter"/>
                <a:cs typeface="Inter"/>
                <a:sym typeface="Inter"/>
              </a:defRPr>
            </a:lvl4pPr>
            <a:lvl5pPr lvl="4" rtl="0" algn="ctr">
              <a:lnSpc>
                <a:spcPct val="100000"/>
              </a:lnSpc>
              <a:spcBef>
                <a:spcPts val="0"/>
              </a:spcBef>
              <a:spcAft>
                <a:spcPts val="0"/>
              </a:spcAft>
              <a:buSzPts val="2800"/>
              <a:buFont typeface="Inter"/>
              <a:buNone/>
              <a:defRPr sz="2800">
                <a:latin typeface="Inter"/>
                <a:ea typeface="Inter"/>
                <a:cs typeface="Inter"/>
                <a:sym typeface="Inter"/>
              </a:defRPr>
            </a:lvl5pPr>
            <a:lvl6pPr lvl="5" rtl="0" algn="ctr">
              <a:lnSpc>
                <a:spcPct val="100000"/>
              </a:lnSpc>
              <a:spcBef>
                <a:spcPts val="0"/>
              </a:spcBef>
              <a:spcAft>
                <a:spcPts val="0"/>
              </a:spcAft>
              <a:buSzPts val="2800"/>
              <a:buFont typeface="Inter"/>
              <a:buNone/>
              <a:defRPr sz="2800">
                <a:latin typeface="Inter"/>
                <a:ea typeface="Inter"/>
                <a:cs typeface="Inter"/>
                <a:sym typeface="Inter"/>
              </a:defRPr>
            </a:lvl6pPr>
            <a:lvl7pPr lvl="6" rtl="0" algn="ctr">
              <a:lnSpc>
                <a:spcPct val="100000"/>
              </a:lnSpc>
              <a:spcBef>
                <a:spcPts val="0"/>
              </a:spcBef>
              <a:spcAft>
                <a:spcPts val="0"/>
              </a:spcAft>
              <a:buSzPts val="2800"/>
              <a:buFont typeface="Inter"/>
              <a:buNone/>
              <a:defRPr sz="2800">
                <a:latin typeface="Inter"/>
                <a:ea typeface="Inter"/>
                <a:cs typeface="Inter"/>
                <a:sym typeface="Inter"/>
              </a:defRPr>
            </a:lvl7pPr>
            <a:lvl8pPr lvl="7" rtl="0" algn="ctr">
              <a:lnSpc>
                <a:spcPct val="100000"/>
              </a:lnSpc>
              <a:spcBef>
                <a:spcPts val="0"/>
              </a:spcBef>
              <a:spcAft>
                <a:spcPts val="0"/>
              </a:spcAft>
              <a:buSzPts val="2800"/>
              <a:buFont typeface="Inter"/>
              <a:buNone/>
              <a:defRPr sz="2800">
                <a:latin typeface="Inter"/>
                <a:ea typeface="Inter"/>
                <a:cs typeface="Inter"/>
                <a:sym typeface="Inter"/>
              </a:defRPr>
            </a:lvl8pPr>
            <a:lvl9pPr lvl="8" rtl="0" algn="ctr">
              <a:lnSpc>
                <a:spcPct val="100000"/>
              </a:lnSpc>
              <a:spcBef>
                <a:spcPts val="0"/>
              </a:spcBef>
              <a:spcAft>
                <a:spcPts val="0"/>
              </a:spcAft>
              <a:buSzPts val="2800"/>
              <a:buFont typeface="Inter"/>
              <a:buNone/>
              <a:defRPr sz="2800">
                <a:latin typeface="Inter"/>
                <a:ea typeface="Inter"/>
                <a:cs typeface="Inter"/>
                <a:sym typeface="Inter"/>
              </a:defRPr>
            </a:lvl9pPr>
          </a:lstStyle>
          <a:p/>
        </p:txBody>
      </p:sp>
      <p:sp>
        <p:nvSpPr>
          <p:cNvPr id="294" name="Google Shape;294;p34"/>
          <p:cNvSpPr txBox="1"/>
          <p:nvPr>
            <p:ph idx="2" type="subTitle"/>
          </p:nvPr>
        </p:nvSpPr>
        <p:spPr>
          <a:xfrm>
            <a:off x="2868200" y="415700"/>
            <a:ext cx="5775600" cy="5805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2EF098"/>
              </a:buClr>
              <a:buSzPts val="4000"/>
              <a:buFont typeface="Space Mono"/>
              <a:buNone/>
              <a:defRPr sz="4000">
                <a:solidFill>
                  <a:srgbClr val="2EF098"/>
                </a:solidFill>
                <a:latin typeface="Space Mono"/>
                <a:ea typeface="Space Mono"/>
                <a:cs typeface="Space Mono"/>
                <a:sym typeface="Space Mono"/>
              </a:defRPr>
            </a:lvl1pPr>
            <a:lvl2pPr lvl="1" rtl="0">
              <a:lnSpc>
                <a:spcPct val="100000"/>
              </a:lnSpc>
              <a:spcBef>
                <a:spcPts val="0"/>
              </a:spcBef>
              <a:spcAft>
                <a:spcPts val="0"/>
              </a:spcAft>
              <a:buSzPts val="1400"/>
              <a:buFont typeface="Space Mono"/>
              <a:buNone/>
              <a:defRPr>
                <a:latin typeface="Space Mono"/>
                <a:ea typeface="Space Mono"/>
                <a:cs typeface="Space Mono"/>
                <a:sym typeface="Space Mono"/>
              </a:defRPr>
            </a:lvl2pPr>
            <a:lvl3pPr lvl="2" rtl="0">
              <a:lnSpc>
                <a:spcPct val="100000"/>
              </a:lnSpc>
              <a:spcBef>
                <a:spcPts val="0"/>
              </a:spcBef>
              <a:spcAft>
                <a:spcPts val="0"/>
              </a:spcAft>
              <a:buSzPts val="1400"/>
              <a:buFont typeface="Space Mono"/>
              <a:buNone/>
              <a:defRPr>
                <a:latin typeface="Space Mono"/>
                <a:ea typeface="Space Mono"/>
                <a:cs typeface="Space Mono"/>
                <a:sym typeface="Space Mono"/>
              </a:defRPr>
            </a:lvl3pPr>
            <a:lvl4pPr lvl="3" rtl="0">
              <a:lnSpc>
                <a:spcPct val="100000"/>
              </a:lnSpc>
              <a:spcBef>
                <a:spcPts val="0"/>
              </a:spcBef>
              <a:spcAft>
                <a:spcPts val="0"/>
              </a:spcAft>
              <a:buSzPts val="1400"/>
              <a:buFont typeface="Space Mono"/>
              <a:buNone/>
              <a:defRPr>
                <a:latin typeface="Space Mono"/>
                <a:ea typeface="Space Mono"/>
                <a:cs typeface="Space Mono"/>
                <a:sym typeface="Space Mono"/>
              </a:defRPr>
            </a:lvl4pPr>
            <a:lvl5pPr lvl="4" rtl="0">
              <a:lnSpc>
                <a:spcPct val="100000"/>
              </a:lnSpc>
              <a:spcBef>
                <a:spcPts val="0"/>
              </a:spcBef>
              <a:spcAft>
                <a:spcPts val="0"/>
              </a:spcAft>
              <a:buSzPts val="1400"/>
              <a:buFont typeface="Space Mono"/>
              <a:buNone/>
              <a:defRPr>
                <a:latin typeface="Space Mono"/>
                <a:ea typeface="Space Mono"/>
                <a:cs typeface="Space Mono"/>
                <a:sym typeface="Space Mono"/>
              </a:defRPr>
            </a:lvl5pPr>
            <a:lvl6pPr lvl="5" rtl="0">
              <a:lnSpc>
                <a:spcPct val="100000"/>
              </a:lnSpc>
              <a:spcBef>
                <a:spcPts val="0"/>
              </a:spcBef>
              <a:spcAft>
                <a:spcPts val="0"/>
              </a:spcAft>
              <a:buSzPts val="1400"/>
              <a:buFont typeface="Space Mono"/>
              <a:buNone/>
              <a:defRPr>
                <a:latin typeface="Space Mono"/>
                <a:ea typeface="Space Mono"/>
                <a:cs typeface="Space Mono"/>
                <a:sym typeface="Space Mono"/>
              </a:defRPr>
            </a:lvl6pPr>
            <a:lvl7pPr lvl="6" rtl="0">
              <a:lnSpc>
                <a:spcPct val="100000"/>
              </a:lnSpc>
              <a:spcBef>
                <a:spcPts val="0"/>
              </a:spcBef>
              <a:spcAft>
                <a:spcPts val="0"/>
              </a:spcAft>
              <a:buSzPts val="1400"/>
              <a:buFont typeface="Space Mono"/>
              <a:buNone/>
              <a:defRPr>
                <a:latin typeface="Space Mono"/>
                <a:ea typeface="Space Mono"/>
                <a:cs typeface="Space Mono"/>
                <a:sym typeface="Space Mono"/>
              </a:defRPr>
            </a:lvl7pPr>
            <a:lvl8pPr lvl="7" rtl="0">
              <a:lnSpc>
                <a:spcPct val="100000"/>
              </a:lnSpc>
              <a:spcBef>
                <a:spcPts val="0"/>
              </a:spcBef>
              <a:spcAft>
                <a:spcPts val="0"/>
              </a:spcAft>
              <a:buSzPts val="1400"/>
              <a:buFont typeface="Space Mono"/>
              <a:buNone/>
              <a:defRPr>
                <a:latin typeface="Space Mono"/>
                <a:ea typeface="Space Mono"/>
                <a:cs typeface="Space Mono"/>
                <a:sym typeface="Space Mono"/>
              </a:defRPr>
            </a:lvl8pPr>
            <a:lvl9pPr lvl="8" rtl="0">
              <a:lnSpc>
                <a:spcPct val="100000"/>
              </a:lnSpc>
              <a:spcBef>
                <a:spcPts val="0"/>
              </a:spcBef>
              <a:spcAft>
                <a:spcPts val="0"/>
              </a:spcAft>
              <a:buSzPts val="1400"/>
              <a:buFont typeface="Space Mono"/>
              <a:buNone/>
              <a:defRPr>
                <a:latin typeface="Space Mono"/>
                <a:ea typeface="Space Mono"/>
                <a:cs typeface="Space Mono"/>
                <a:sym typeface="Space Mono"/>
              </a:defRPr>
            </a:lvl9pPr>
          </a:lstStyle>
          <a:p/>
        </p:txBody>
      </p:sp>
      <p:pic>
        <p:nvPicPr>
          <p:cNvPr id="295" name="Google Shape;295;p34"/>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296" name="Google Shape;296;p34"/>
          <p:cNvSpPr txBox="1"/>
          <p:nvPr>
            <p:ph idx="3" type="body"/>
          </p:nvPr>
        </p:nvSpPr>
        <p:spPr>
          <a:xfrm>
            <a:off x="2868200"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
        <p:nvSpPr>
          <p:cNvPr id="297" name="Google Shape;297;p34"/>
          <p:cNvSpPr txBox="1"/>
          <p:nvPr>
            <p:ph idx="4" type="body"/>
          </p:nvPr>
        </p:nvSpPr>
        <p:spPr>
          <a:xfrm>
            <a:off x="5944323" y="996200"/>
            <a:ext cx="2699400" cy="36888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Middle)" type="secHead">
  <p:cSld name="SECTION_HEADER">
    <p:bg>
      <p:bgPr>
        <a:blipFill>
          <a:blip r:embed="rId2">
            <a:alphaModFix/>
          </a:blip>
          <a:stretch>
            <a:fillRect/>
          </a:stretch>
        </a:blipFill>
      </p:bgPr>
    </p:bg>
    <p:spTree>
      <p:nvGrpSpPr>
        <p:cNvPr id="298" name="Shape 298"/>
        <p:cNvGrpSpPr/>
        <p:nvPr/>
      </p:nvGrpSpPr>
      <p:grpSpPr>
        <a:xfrm>
          <a:off x="0" y="0"/>
          <a:ext cx="0" cy="0"/>
          <a:chOff x="0" y="0"/>
          <a:chExt cx="0" cy="0"/>
        </a:xfrm>
      </p:grpSpPr>
      <p:sp>
        <p:nvSpPr>
          <p:cNvPr id="299" name="Google Shape;299;p35"/>
          <p:cNvSpPr txBox="1"/>
          <p:nvPr>
            <p:ph type="title"/>
          </p:nvPr>
        </p:nvSpPr>
        <p:spPr>
          <a:xfrm>
            <a:off x="1181525" y="1586600"/>
            <a:ext cx="6780900" cy="1970400"/>
          </a:xfrm>
          <a:prstGeom prst="rect">
            <a:avLst/>
          </a:prstGeom>
        </p:spPr>
        <p:txBody>
          <a:bodyPr anchorCtr="0" anchor="ctr" bIns="91425" lIns="91425" spcFirstLastPara="1" rIns="91425" wrap="square" tIns="91425">
            <a:normAutofit/>
          </a:bodyPr>
          <a:lstStyle>
            <a:lvl1pPr lvl="0" rtl="0" algn="ctr">
              <a:lnSpc>
                <a:spcPct val="85000"/>
              </a:lnSpc>
              <a:spcBef>
                <a:spcPts val="0"/>
              </a:spcBef>
              <a:spcAft>
                <a:spcPts val="0"/>
              </a:spcAft>
              <a:buClr>
                <a:schemeClr val="lt1"/>
              </a:buClr>
              <a:buSzPts val="6000"/>
              <a:buFont typeface="Inter SemiBold"/>
              <a:buNone/>
              <a:defRPr sz="6000">
                <a:solidFill>
                  <a:schemeClr val="lt1"/>
                </a:solidFill>
                <a:latin typeface="Inter SemiBold"/>
                <a:ea typeface="Inter SemiBold"/>
                <a:cs typeface="Inter SemiBold"/>
                <a:sym typeface="Inter SemiBol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300" name="Google Shape;300;p35"/>
          <p:cNvPicPr preferRelativeResize="0"/>
          <p:nvPr/>
        </p:nvPicPr>
        <p:blipFill>
          <a:blip r:embed="rId3">
            <a:alphaModFix/>
          </a:blip>
          <a:stretch>
            <a:fillRect/>
          </a:stretch>
        </p:blipFill>
        <p:spPr>
          <a:xfrm>
            <a:off x="457953" y="4543525"/>
            <a:ext cx="950126" cy="14165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1" name="Shape 301"/>
        <p:cNvGrpSpPr/>
        <p:nvPr/>
      </p:nvGrpSpPr>
      <p:grpSpPr>
        <a:xfrm>
          <a:off x="0" y="0"/>
          <a:ext cx="0" cy="0"/>
          <a:chOff x="0" y="0"/>
          <a:chExt cx="0" cy="0"/>
        </a:xfrm>
      </p:grpSpPr>
      <p:sp>
        <p:nvSpPr>
          <p:cNvPr id="302" name="Google Shape;302;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03" name="Google Shape;30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000"/>
              </a:spcBef>
              <a:spcAft>
                <a:spcPts val="0"/>
              </a:spcAft>
              <a:buClr>
                <a:schemeClr val="lt1"/>
              </a:buClr>
              <a:buSzPts val="1400"/>
              <a:buChar char="○"/>
              <a:defRPr>
                <a:solidFill>
                  <a:schemeClr val="lt1"/>
                </a:solidFill>
              </a:defRPr>
            </a:lvl2pPr>
            <a:lvl3pPr indent="-317500" lvl="2" marL="1371600" rtl="0">
              <a:spcBef>
                <a:spcPts val="1000"/>
              </a:spcBef>
              <a:spcAft>
                <a:spcPts val="0"/>
              </a:spcAft>
              <a:buClr>
                <a:schemeClr val="lt1"/>
              </a:buClr>
              <a:buSzPts val="1400"/>
              <a:buChar char="■"/>
              <a:defRPr>
                <a:solidFill>
                  <a:schemeClr val="lt1"/>
                </a:solidFill>
              </a:defRPr>
            </a:lvl3pPr>
            <a:lvl4pPr indent="-317500" lvl="3" marL="1828800" rtl="0">
              <a:spcBef>
                <a:spcPts val="1000"/>
              </a:spcBef>
              <a:spcAft>
                <a:spcPts val="0"/>
              </a:spcAft>
              <a:buClr>
                <a:schemeClr val="lt1"/>
              </a:buClr>
              <a:buSzPts val="1400"/>
              <a:buChar char="●"/>
              <a:defRPr>
                <a:solidFill>
                  <a:schemeClr val="lt1"/>
                </a:solidFill>
              </a:defRPr>
            </a:lvl4pPr>
            <a:lvl5pPr indent="-317500" lvl="4" marL="2286000" rtl="0">
              <a:spcBef>
                <a:spcPts val="1000"/>
              </a:spcBef>
              <a:spcAft>
                <a:spcPts val="0"/>
              </a:spcAft>
              <a:buClr>
                <a:schemeClr val="lt1"/>
              </a:buClr>
              <a:buSzPts val="1400"/>
              <a:buChar char="○"/>
              <a:defRPr>
                <a:solidFill>
                  <a:schemeClr val="lt1"/>
                </a:solidFill>
              </a:defRPr>
            </a:lvl5pPr>
            <a:lvl6pPr indent="-317500" lvl="5" marL="2743200" rtl="0">
              <a:spcBef>
                <a:spcPts val="1000"/>
              </a:spcBef>
              <a:spcAft>
                <a:spcPts val="0"/>
              </a:spcAft>
              <a:buClr>
                <a:schemeClr val="lt1"/>
              </a:buClr>
              <a:buSzPts val="1400"/>
              <a:buChar char="■"/>
              <a:defRPr>
                <a:solidFill>
                  <a:schemeClr val="lt1"/>
                </a:solidFill>
              </a:defRPr>
            </a:lvl6pPr>
            <a:lvl7pPr indent="-317500" lvl="6" marL="3200400" rtl="0">
              <a:spcBef>
                <a:spcPts val="1000"/>
              </a:spcBef>
              <a:spcAft>
                <a:spcPts val="0"/>
              </a:spcAft>
              <a:buClr>
                <a:schemeClr val="lt1"/>
              </a:buClr>
              <a:buSzPts val="1400"/>
              <a:buChar char="●"/>
              <a:defRPr>
                <a:solidFill>
                  <a:schemeClr val="lt1"/>
                </a:solidFill>
              </a:defRPr>
            </a:lvl7pPr>
            <a:lvl8pPr indent="-317500" lvl="7" marL="3657600" rtl="0">
              <a:spcBef>
                <a:spcPts val="1000"/>
              </a:spcBef>
              <a:spcAft>
                <a:spcPts val="0"/>
              </a:spcAft>
              <a:buClr>
                <a:schemeClr val="lt1"/>
              </a:buClr>
              <a:buSzPts val="1400"/>
              <a:buChar char="○"/>
              <a:defRPr>
                <a:solidFill>
                  <a:schemeClr val="lt1"/>
                </a:solidFill>
              </a:defRPr>
            </a:lvl8pPr>
            <a:lvl9pPr indent="-317500" lvl="8" marL="4114800" rtl="0">
              <a:spcBef>
                <a:spcPts val="1000"/>
              </a:spcBef>
              <a:spcAft>
                <a:spcPts val="1000"/>
              </a:spcAft>
              <a:buClr>
                <a:schemeClr val="lt1"/>
              </a:buClr>
              <a:buSzPts val="1400"/>
              <a:buChar char="■"/>
              <a:defRPr>
                <a:solidFill>
                  <a:schemeClr val="lt1"/>
                </a:solidFill>
              </a:defRPr>
            </a:lvl9pPr>
          </a:lstStyle>
          <a:p/>
        </p:txBody>
      </p:sp>
      <p:pic>
        <p:nvPicPr>
          <p:cNvPr id="304" name="Google Shape;304;p3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305" name="Google Shape;305;p3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3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7" name="Shape 307"/>
        <p:cNvGrpSpPr/>
        <p:nvPr/>
      </p:nvGrpSpPr>
      <p:grpSpPr>
        <a:xfrm>
          <a:off x="0" y="0"/>
          <a:ext cx="0" cy="0"/>
          <a:chOff x="0" y="0"/>
          <a:chExt cx="0" cy="0"/>
        </a:xfrm>
      </p:grpSpPr>
      <p:pic>
        <p:nvPicPr>
          <p:cNvPr id="308" name="Google Shape;308;p3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309" name="Google Shape;309;p37"/>
          <p:cNvSpPr/>
          <p:nvPr/>
        </p:nvSpPr>
        <p:spPr>
          <a:xfrm>
            <a:off x="420300" y="1260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1" name="Google Shape;311;p37"/>
          <p:cNvSpPr txBox="1"/>
          <p:nvPr>
            <p:ph idx="2" type="title"/>
          </p:nvPr>
        </p:nvSpPr>
        <p:spPr>
          <a:xfrm>
            <a:off x="1741300" y="1260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2" name="Google Shape;312;p37"/>
          <p:cNvSpPr txBox="1"/>
          <p:nvPr>
            <p:ph idx="1" type="subTitle"/>
          </p:nvPr>
        </p:nvSpPr>
        <p:spPr>
          <a:xfrm>
            <a:off x="600450" y="2401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3" name="Google Shape;313;p37"/>
          <p:cNvSpPr/>
          <p:nvPr/>
        </p:nvSpPr>
        <p:spPr>
          <a:xfrm>
            <a:off x="420300" y="2847950"/>
            <a:ext cx="4168800" cy="15870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7"/>
          <p:cNvSpPr txBox="1"/>
          <p:nvPr>
            <p:ph idx="3" type="title"/>
          </p:nvPr>
        </p:nvSpPr>
        <p:spPr>
          <a:xfrm>
            <a:off x="1741300" y="2847950"/>
            <a:ext cx="2676300" cy="1587000"/>
          </a:xfrm>
          <a:prstGeom prst="rect">
            <a:avLst/>
          </a:prstGeom>
        </p:spPr>
        <p:txBody>
          <a:bodyPr anchorCtr="0" anchor="ctr" bIns="91425" lIns="91425" spcFirstLastPara="1" rIns="91425" wrap="square" tIns="91425">
            <a:normAutofit/>
          </a:bodyPr>
          <a:lstStyle>
            <a:lvl1pPr lvl="0" rtl="0" algn="r">
              <a:spcBef>
                <a:spcPts val="0"/>
              </a:spcBef>
              <a:spcAft>
                <a:spcPts val="0"/>
              </a:spcAft>
              <a:buClr>
                <a:schemeClr val="dk1"/>
              </a:buClr>
              <a:buSzPts val="2800"/>
              <a:buFont typeface="Inter SemiBold"/>
              <a:buNone/>
              <a:defRPr>
                <a:solidFill>
                  <a:schemeClr val="dk1"/>
                </a:solidFill>
                <a:latin typeface="Inter SemiBold"/>
                <a:ea typeface="Inter SemiBold"/>
                <a:cs typeface="Inter SemiBold"/>
                <a:sym typeface="Inter SemiBold"/>
              </a:defRPr>
            </a:lvl1pPr>
            <a:lvl2pPr lvl="1" rtl="0" algn="r">
              <a:spcBef>
                <a:spcPts val="0"/>
              </a:spcBef>
              <a:spcAft>
                <a:spcPts val="0"/>
              </a:spcAft>
              <a:buSzPts val="2800"/>
              <a:buNone/>
              <a:defRPr/>
            </a:lvl2pPr>
            <a:lvl3pPr lvl="2" rtl="0" algn="r">
              <a:spcBef>
                <a:spcPts val="0"/>
              </a:spcBef>
              <a:spcAft>
                <a:spcPts val="0"/>
              </a:spcAft>
              <a:buSzPts val="2800"/>
              <a:buNone/>
              <a:defRPr/>
            </a:lvl3pPr>
            <a:lvl4pPr lvl="3" rtl="0" algn="r">
              <a:spcBef>
                <a:spcPts val="0"/>
              </a:spcBef>
              <a:spcAft>
                <a:spcPts val="0"/>
              </a:spcAft>
              <a:buSzPts val="2800"/>
              <a:buNone/>
              <a:defRPr/>
            </a:lvl4pPr>
            <a:lvl5pPr lvl="4" rtl="0" algn="r">
              <a:spcBef>
                <a:spcPts val="0"/>
              </a:spcBef>
              <a:spcAft>
                <a:spcPts val="0"/>
              </a:spcAft>
              <a:buSzPts val="2800"/>
              <a:buNone/>
              <a:defRPr/>
            </a:lvl5pPr>
            <a:lvl6pPr lvl="5" rtl="0" algn="r">
              <a:spcBef>
                <a:spcPts val="0"/>
              </a:spcBef>
              <a:spcAft>
                <a:spcPts val="0"/>
              </a:spcAft>
              <a:buSzPts val="2800"/>
              <a:buNone/>
              <a:defRPr/>
            </a:lvl6pPr>
            <a:lvl7pPr lvl="6" rtl="0" algn="r">
              <a:spcBef>
                <a:spcPts val="0"/>
              </a:spcBef>
              <a:spcAft>
                <a:spcPts val="0"/>
              </a:spcAft>
              <a:buSzPts val="2800"/>
              <a:buNone/>
              <a:defRPr/>
            </a:lvl7pPr>
            <a:lvl8pPr lvl="7" rtl="0" algn="r">
              <a:spcBef>
                <a:spcPts val="0"/>
              </a:spcBef>
              <a:spcAft>
                <a:spcPts val="0"/>
              </a:spcAft>
              <a:buSzPts val="2800"/>
              <a:buNone/>
              <a:defRPr/>
            </a:lvl8pPr>
            <a:lvl9pPr lvl="8" rtl="0" algn="r">
              <a:spcBef>
                <a:spcPts val="0"/>
              </a:spcBef>
              <a:spcAft>
                <a:spcPts val="0"/>
              </a:spcAft>
              <a:buSzPts val="2800"/>
              <a:buNone/>
              <a:defRPr/>
            </a:lvl9pPr>
          </a:lstStyle>
          <a:p/>
        </p:txBody>
      </p:sp>
      <p:sp>
        <p:nvSpPr>
          <p:cNvPr id="315" name="Google Shape;315;p37"/>
          <p:cNvSpPr txBox="1"/>
          <p:nvPr>
            <p:ph idx="4" type="subTitle"/>
          </p:nvPr>
        </p:nvSpPr>
        <p:spPr>
          <a:xfrm>
            <a:off x="600450" y="3988800"/>
            <a:ext cx="2316000" cy="2832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400"/>
              <a:buFont typeface="Space Mono"/>
              <a:buNone/>
              <a:defRPr sz="1400">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16" name="Google Shape;316;p37"/>
          <p:cNvSpPr/>
          <p:nvPr>
            <p:ph idx="5" type="pic"/>
          </p:nvPr>
        </p:nvSpPr>
        <p:spPr>
          <a:xfrm>
            <a:off x="5078100" y="1260950"/>
            <a:ext cx="3611400" cy="3174000"/>
          </a:xfrm>
          <a:prstGeom prst="rect">
            <a:avLst/>
          </a:prstGeom>
          <a:noFill/>
          <a:ln>
            <a:noFill/>
          </a:ln>
        </p:spPr>
      </p:sp>
      <p:cxnSp>
        <p:nvCxnSpPr>
          <p:cNvPr id="317" name="Google Shape;317;p37"/>
          <p:cNvCxnSpPr/>
          <p:nvPr/>
        </p:nvCxnSpPr>
        <p:spPr>
          <a:xfrm>
            <a:off x="599250" y="2847950"/>
            <a:ext cx="3810900" cy="0"/>
          </a:xfrm>
          <a:prstGeom prst="straightConnector1">
            <a:avLst/>
          </a:prstGeom>
          <a:noFill/>
          <a:ln cap="flat" cmpd="sng" w="9525">
            <a:solidFill>
              <a:schemeClr val="dk1"/>
            </a:solidFill>
            <a:prstDash val="solid"/>
            <a:round/>
            <a:headEnd len="med" w="med" type="none"/>
            <a:tailEnd len="med" w="med" type="none"/>
          </a:ln>
        </p:spPr>
      </p:cxnSp>
      <p:pic>
        <p:nvPicPr>
          <p:cNvPr id="318" name="Google Shape;318;p37"/>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19" name="Google Shape;319;p3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20" name="Google Shape;320;p37"/>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21" name="Shape 321"/>
        <p:cNvGrpSpPr/>
        <p:nvPr/>
      </p:nvGrpSpPr>
      <p:grpSpPr>
        <a:xfrm>
          <a:off x="0" y="0"/>
          <a:ext cx="0" cy="0"/>
          <a:chOff x="0" y="0"/>
          <a:chExt cx="0" cy="0"/>
        </a:xfrm>
      </p:grpSpPr>
      <p:pic>
        <p:nvPicPr>
          <p:cNvPr id="322" name="Google Shape;322;p3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23" name="Google Shape;323;p3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24" name="Google Shape;324;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5" name="Google Shape;325;p38"/>
          <p:cNvSpPr txBox="1"/>
          <p:nvPr>
            <p:ph idx="1"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26" name="Google Shape;326;p38"/>
          <p:cNvPicPr preferRelativeResize="0"/>
          <p:nvPr/>
        </p:nvPicPr>
        <p:blipFill>
          <a:blip r:embed="rId4">
            <a:alphaModFix/>
          </a:blip>
          <a:stretch>
            <a:fillRect/>
          </a:stretch>
        </p:blipFill>
        <p:spPr>
          <a:xfrm>
            <a:off x="457531" y="1522850"/>
            <a:ext cx="3321314" cy="3214174"/>
          </a:xfrm>
          <a:prstGeom prst="rect">
            <a:avLst/>
          </a:prstGeom>
          <a:noFill/>
          <a:ln>
            <a:noFill/>
          </a:ln>
        </p:spPr>
      </p:pic>
      <p:sp>
        <p:nvSpPr>
          <p:cNvPr id="327" name="Google Shape;327;p38"/>
          <p:cNvSpPr/>
          <p:nvPr>
            <p:ph idx="2" type="pic"/>
          </p:nvPr>
        </p:nvSpPr>
        <p:spPr>
          <a:xfrm>
            <a:off x="553351" y="1658623"/>
            <a:ext cx="315900" cy="315900"/>
          </a:xfrm>
          <a:prstGeom prst="rect">
            <a:avLst/>
          </a:prstGeom>
          <a:noFill/>
          <a:ln>
            <a:noFill/>
          </a:ln>
        </p:spPr>
      </p:sp>
      <p:sp>
        <p:nvSpPr>
          <p:cNvPr id="328" name="Google Shape;328;p38"/>
          <p:cNvSpPr txBox="1"/>
          <p:nvPr>
            <p:ph idx="3" type="body"/>
          </p:nvPr>
        </p:nvSpPr>
        <p:spPr>
          <a:xfrm>
            <a:off x="55340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29" name="Google Shape;329;p38"/>
          <p:cNvSpPr txBox="1"/>
          <p:nvPr>
            <p:ph idx="4" type="subTitle"/>
          </p:nvPr>
        </p:nvSpPr>
        <p:spPr>
          <a:xfrm>
            <a:off x="55335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pic>
        <p:nvPicPr>
          <p:cNvPr id="330" name="Google Shape;330;p38"/>
          <p:cNvPicPr preferRelativeResize="0"/>
          <p:nvPr/>
        </p:nvPicPr>
        <p:blipFill>
          <a:blip r:embed="rId4">
            <a:alphaModFix/>
          </a:blip>
          <a:stretch>
            <a:fillRect/>
          </a:stretch>
        </p:blipFill>
        <p:spPr>
          <a:xfrm>
            <a:off x="4172281" y="1522850"/>
            <a:ext cx="3321314" cy="3214174"/>
          </a:xfrm>
          <a:prstGeom prst="rect">
            <a:avLst/>
          </a:prstGeom>
          <a:noFill/>
          <a:ln>
            <a:noFill/>
          </a:ln>
        </p:spPr>
      </p:pic>
      <p:sp>
        <p:nvSpPr>
          <p:cNvPr id="331" name="Google Shape;331;p38"/>
          <p:cNvSpPr/>
          <p:nvPr>
            <p:ph idx="5" type="pic"/>
          </p:nvPr>
        </p:nvSpPr>
        <p:spPr>
          <a:xfrm>
            <a:off x="4268101" y="1658623"/>
            <a:ext cx="315900" cy="315900"/>
          </a:xfrm>
          <a:prstGeom prst="rect">
            <a:avLst/>
          </a:prstGeom>
          <a:noFill/>
          <a:ln>
            <a:noFill/>
          </a:ln>
        </p:spPr>
      </p:sp>
      <p:sp>
        <p:nvSpPr>
          <p:cNvPr id="332" name="Google Shape;332;p38"/>
          <p:cNvSpPr txBox="1"/>
          <p:nvPr>
            <p:ph idx="6" type="body"/>
          </p:nvPr>
        </p:nvSpPr>
        <p:spPr>
          <a:xfrm>
            <a:off x="4268150" y="2411050"/>
            <a:ext cx="3094800" cy="21321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33" name="Google Shape;333;p38"/>
          <p:cNvSpPr txBox="1"/>
          <p:nvPr>
            <p:ph idx="7" type="subTitle"/>
          </p:nvPr>
        </p:nvSpPr>
        <p:spPr>
          <a:xfrm>
            <a:off x="4268100" y="2013375"/>
            <a:ext cx="3094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34" name="Google Shape;334;p3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38"/>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336" name="Shape 336"/>
        <p:cNvGrpSpPr/>
        <p:nvPr/>
      </p:nvGrpSpPr>
      <p:grpSpPr>
        <a:xfrm>
          <a:off x="0" y="0"/>
          <a:ext cx="0" cy="0"/>
          <a:chOff x="0" y="0"/>
          <a:chExt cx="0" cy="0"/>
        </a:xfrm>
      </p:grpSpPr>
      <p:sp>
        <p:nvSpPr>
          <p:cNvPr id="337" name="Google Shape;337;p3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38" name="Google Shape;338;p39"/>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39" name="Google Shape;339;p39"/>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40" name="Google Shape;340;p39"/>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41" name="Google Shape;341;p39"/>
          <p:cNvSpPr/>
          <p:nvPr>
            <p:ph idx="2" type="pic"/>
          </p:nvPr>
        </p:nvSpPr>
        <p:spPr>
          <a:xfrm>
            <a:off x="410476" y="1541323"/>
            <a:ext cx="315900" cy="315900"/>
          </a:xfrm>
          <a:prstGeom prst="rect">
            <a:avLst/>
          </a:prstGeom>
          <a:noFill/>
          <a:ln>
            <a:noFill/>
          </a:ln>
        </p:spPr>
      </p:sp>
      <p:sp>
        <p:nvSpPr>
          <p:cNvPr id="342" name="Google Shape;342;p39"/>
          <p:cNvSpPr txBox="1"/>
          <p:nvPr>
            <p:ph idx="3" type="body"/>
          </p:nvPr>
        </p:nvSpPr>
        <p:spPr>
          <a:xfrm>
            <a:off x="410526"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3" name="Google Shape;343;p39"/>
          <p:cNvSpPr txBox="1"/>
          <p:nvPr>
            <p:ph idx="4" type="subTitle"/>
          </p:nvPr>
        </p:nvSpPr>
        <p:spPr>
          <a:xfrm>
            <a:off x="410475"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4" name="Google Shape;344;p39"/>
          <p:cNvSpPr/>
          <p:nvPr>
            <p:ph idx="5" type="pic"/>
          </p:nvPr>
        </p:nvSpPr>
        <p:spPr>
          <a:xfrm>
            <a:off x="4803338" y="1541323"/>
            <a:ext cx="315900" cy="315900"/>
          </a:xfrm>
          <a:prstGeom prst="rect">
            <a:avLst/>
          </a:prstGeom>
          <a:noFill/>
          <a:ln>
            <a:noFill/>
          </a:ln>
        </p:spPr>
      </p:sp>
      <p:sp>
        <p:nvSpPr>
          <p:cNvPr id="345" name="Google Shape;345;p39"/>
          <p:cNvSpPr txBox="1"/>
          <p:nvPr>
            <p:ph idx="6" type="body"/>
          </p:nvPr>
        </p:nvSpPr>
        <p:spPr>
          <a:xfrm>
            <a:off x="4697173" y="2293757"/>
            <a:ext cx="40098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46" name="Google Shape;346;p39"/>
          <p:cNvSpPr txBox="1"/>
          <p:nvPr>
            <p:ph idx="7" type="subTitle"/>
          </p:nvPr>
        </p:nvSpPr>
        <p:spPr>
          <a:xfrm>
            <a:off x="4697122" y="1896075"/>
            <a:ext cx="40098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47" name="Google Shape;347;p3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48" name="Google Shape;348;p39"/>
          <p:cNvSpPr txBox="1"/>
          <p:nvPr>
            <p:ph idx="8"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bg>
      <p:bgPr>
        <a:solidFill>
          <a:schemeClr val="dk1"/>
        </a:solidFill>
      </p:bgPr>
    </p:bg>
    <p:spTree>
      <p:nvGrpSpPr>
        <p:cNvPr id="349" name="Shape 349"/>
        <p:cNvGrpSpPr/>
        <p:nvPr/>
      </p:nvGrpSpPr>
      <p:grpSpPr>
        <a:xfrm>
          <a:off x="0" y="0"/>
          <a:ext cx="0" cy="0"/>
          <a:chOff x="0" y="0"/>
          <a:chExt cx="0" cy="0"/>
        </a:xfrm>
      </p:grpSpPr>
      <p:sp>
        <p:nvSpPr>
          <p:cNvPr id="350" name="Google Shape;350;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51" name="Google Shape;351;p40"/>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352" name="Google Shape;352;p40"/>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353" name="Google Shape;353;p40"/>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354" name="Google Shape;354;p4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55" name="Google Shape;355;p4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p:cSld name="TITLE_ONLY_2_2">
    <p:bg>
      <p:bgPr>
        <a:solidFill>
          <a:schemeClr val="dk1"/>
        </a:solidFill>
      </p:bgPr>
    </p:bg>
    <p:spTree>
      <p:nvGrpSpPr>
        <p:cNvPr id="356" name="Shape 356"/>
        <p:cNvGrpSpPr/>
        <p:nvPr/>
      </p:nvGrpSpPr>
      <p:grpSpPr>
        <a:xfrm>
          <a:off x="0" y="0"/>
          <a:ext cx="0" cy="0"/>
          <a:chOff x="0" y="0"/>
          <a:chExt cx="0" cy="0"/>
        </a:xfrm>
      </p:grpSpPr>
      <p:pic>
        <p:nvPicPr>
          <p:cNvPr id="357" name="Google Shape;357;p41"/>
          <p:cNvPicPr preferRelativeResize="0"/>
          <p:nvPr/>
        </p:nvPicPr>
        <p:blipFill>
          <a:blip r:embed="rId2">
            <a:alphaModFix/>
          </a:blip>
          <a:stretch>
            <a:fillRect/>
          </a:stretch>
        </p:blipFill>
        <p:spPr>
          <a:xfrm>
            <a:off x="412825" y="1658625"/>
            <a:ext cx="2682475" cy="2595924"/>
          </a:xfrm>
          <a:prstGeom prst="rect">
            <a:avLst/>
          </a:prstGeom>
          <a:noFill/>
          <a:ln>
            <a:noFill/>
          </a:ln>
        </p:spPr>
      </p:pic>
      <p:pic>
        <p:nvPicPr>
          <p:cNvPr id="358" name="Google Shape;358;p41"/>
          <p:cNvPicPr preferRelativeResize="0"/>
          <p:nvPr/>
        </p:nvPicPr>
        <p:blipFill>
          <a:blip r:embed="rId2">
            <a:alphaModFix/>
          </a:blip>
          <a:stretch>
            <a:fillRect/>
          </a:stretch>
        </p:blipFill>
        <p:spPr>
          <a:xfrm>
            <a:off x="3230763" y="1658625"/>
            <a:ext cx="2682475" cy="2595924"/>
          </a:xfrm>
          <a:prstGeom prst="rect">
            <a:avLst/>
          </a:prstGeom>
          <a:noFill/>
          <a:ln>
            <a:noFill/>
          </a:ln>
        </p:spPr>
      </p:pic>
      <p:pic>
        <p:nvPicPr>
          <p:cNvPr id="359" name="Google Shape;359;p41"/>
          <p:cNvPicPr preferRelativeResize="0"/>
          <p:nvPr/>
        </p:nvPicPr>
        <p:blipFill>
          <a:blip r:embed="rId2">
            <a:alphaModFix/>
          </a:blip>
          <a:stretch>
            <a:fillRect/>
          </a:stretch>
        </p:blipFill>
        <p:spPr>
          <a:xfrm>
            <a:off x="6048687" y="1658625"/>
            <a:ext cx="2682475" cy="2595924"/>
          </a:xfrm>
          <a:prstGeom prst="rect">
            <a:avLst/>
          </a:prstGeom>
          <a:noFill/>
          <a:ln>
            <a:noFill/>
          </a:ln>
        </p:spPr>
      </p:pic>
      <p:sp>
        <p:nvSpPr>
          <p:cNvPr id="360" name="Google Shape;360;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61" name="Google Shape;361;p41"/>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362" name="Google Shape;362;p4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363" name="Google Shape;363;p41"/>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364" name="Google Shape;364;p41"/>
          <p:cNvSpPr/>
          <p:nvPr>
            <p:ph idx="2" type="pic"/>
          </p:nvPr>
        </p:nvSpPr>
        <p:spPr>
          <a:xfrm>
            <a:off x="535276" y="1720023"/>
            <a:ext cx="315900" cy="315900"/>
          </a:xfrm>
          <a:prstGeom prst="rect">
            <a:avLst/>
          </a:prstGeom>
          <a:noFill/>
          <a:ln>
            <a:noFill/>
          </a:ln>
        </p:spPr>
      </p:sp>
      <p:sp>
        <p:nvSpPr>
          <p:cNvPr id="365" name="Google Shape;365;p41"/>
          <p:cNvSpPr txBox="1"/>
          <p:nvPr>
            <p:ph idx="3" type="body"/>
          </p:nvPr>
        </p:nvSpPr>
        <p:spPr>
          <a:xfrm>
            <a:off x="50507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6" name="Google Shape;366;p41"/>
          <p:cNvSpPr txBox="1"/>
          <p:nvPr>
            <p:ph idx="4" type="subTitle"/>
          </p:nvPr>
        </p:nvSpPr>
        <p:spPr>
          <a:xfrm>
            <a:off x="50507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67" name="Google Shape;367;p41"/>
          <p:cNvSpPr/>
          <p:nvPr>
            <p:ph idx="5" type="pic"/>
          </p:nvPr>
        </p:nvSpPr>
        <p:spPr>
          <a:xfrm>
            <a:off x="3358251" y="1720023"/>
            <a:ext cx="315900" cy="315900"/>
          </a:xfrm>
          <a:prstGeom prst="rect">
            <a:avLst/>
          </a:prstGeom>
          <a:noFill/>
          <a:ln>
            <a:noFill/>
          </a:ln>
        </p:spPr>
      </p:sp>
      <p:sp>
        <p:nvSpPr>
          <p:cNvPr id="368" name="Google Shape;368;p41"/>
          <p:cNvSpPr txBox="1"/>
          <p:nvPr>
            <p:ph idx="6" type="body"/>
          </p:nvPr>
        </p:nvSpPr>
        <p:spPr>
          <a:xfrm>
            <a:off x="3328050"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69" name="Google Shape;369;p41"/>
          <p:cNvSpPr txBox="1"/>
          <p:nvPr>
            <p:ph idx="7" type="subTitle"/>
          </p:nvPr>
        </p:nvSpPr>
        <p:spPr>
          <a:xfrm>
            <a:off x="3328050"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0" name="Google Shape;370;p41"/>
          <p:cNvSpPr/>
          <p:nvPr>
            <p:ph idx="8" type="pic"/>
          </p:nvPr>
        </p:nvSpPr>
        <p:spPr>
          <a:xfrm>
            <a:off x="6181226" y="1720023"/>
            <a:ext cx="315900" cy="315900"/>
          </a:xfrm>
          <a:prstGeom prst="rect">
            <a:avLst/>
          </a:prstGeom>
          <a:noFill/>
          <a:ln>
            <a:noFill/>
          </a:ln>
        </p:spPr>
      </p:sp>
      <p:sp>
        <p:nvSpPr>
          <p:cNvPr id="371" name="Google Shape;371;p41"/>
          <p:cNvSpPr txBox="1"/>
          <p:nvPr>
            <p:ph idx="9" type="body"/>
          </p:nvPr>
        </p:nvSpPr>
        <p:spPr>
          <a:xfrm>
            <a:off x="6151025" y="2369958"/>
            <a:ext cx="24879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72" name="Google Shape;372;p41"/>
          <p:cNvSpPr txBox="1"/>
          <p:nvPr>
            <p:ph idx="13" type="subTitle"/>
          </p:nvPr>
        </p:nvSpPr>
        <p:spPr>
          <a:xfrm>
            <a:off x="6151025" y="201685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73" name="Google Shape;373;p4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74" name="Google Shape;374;p41"/>
          <p:cNvSpPr txBox="1"/>
          <p:nvPr>
            <p:ph idx="1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375" name="Shape 375"/>
        <p:cNvGrpSpPr/>
        <p:nvPr/>
      </p:nvGrpSpPr>
      <p:grpSpPr>
        <a:xfrm>
          <a:off x="0" y="0"/>
          <a:ext cx="0" cy="0"/>
          <a:chOff x="0" y="0"/>
          <a:chExt cx="0" cy="0"/>
        </a:xfrm>
      </p:grpSpPr>
      <p:pic>
        <p:nvPicPr>
          <p:cNvPr id="376" name="Google Shape;376;p42"/>
          <p:cNvPicPr preferRelativeResize="0"/>
          <p:nvPr/>
        </p:nvPicPr>
        <p:blipFill>
          <a:blip r:embed="rId2">
            <a:alphaModFix/>
          </a:blip>
          <a:stretch>
            <a:fillRect/>
          </a:stretch>
        </p:blipFill>
        <p:spPr>
          <a:xfrm>
            <a:off x="3230775" y="1234851"/>
            <a:ext cx="2682450" cy="3028579"/>
          </a:xfrm>
          <a:prstGeom prst="rect">
            <a:avLst/>
          </a:prstGeom>
          <a:noFill/>
          <a:ln>
            <a:noFill/>
          </a:ln>
        </p:spPr>
      </p:pic>
      <p:pic>
        <p:nvPicPr>
          <p:cNvPr id="377" name="Google Shape;377;p42"/>
          <p:cNvPicPr preferRelativeResize="0"/>
          <p:nvPr/>
        </p:nvPicPr>
        <p:blipFill>
          <a:blip r:embed="rId2">
            <a:alphaModFix/>
          </a:blip>
          <a:stretch>
            <a:fillRect/>
          </a:stretch>
        </p:blipFill>
        <p:spPr>
          <a:xfrm>
            <a:off x="6048700" y="1234851"/>
            <a:ext cx="2682450" cy="3028579"/>
          </a:xfrm>
          <a:prstGeom prst="rect">
            <a:avLst/>
          </a:prstGeom>
          <a:noFill/>
          <a:ln>
            <a:noFill/>
          </a:ln>
        </p:spPr>
      </p:pic>
      <p:pic>
        <p:nvPicPr>
          <p:cNvPr id="378" name="Google Shape;378;p42"/>
          <p:cNvPicPr preferRelativeResize="0"/>
          <p:nvPr/>
        </p:nvPicPr>
        <p:blipFill>
          <a:blip r:embed="rId2">
            <a:alphaModFix/>
          </a:blip>
          <a:stretch>
            <a:fillRect/>
          </a:stretch>
        </p:blipFill>
        <p:spPr>
          <a:xfrm>
            <a:off x="412850" y="1234851"/>
            <a:ext cx="2682450" cy="3028579"/>
          </a:xfrm>
          <a:prstGeom prst="rect">
            <a:avLst/>
          </a:prstGeom>
          <a:noFill/>
          <a:ln>
            <a:noFill/>
          </a:ln>
        </p:spPr>
      </p:pic>
      <p:pic>
        <p:nvPicPr>
          <p:cNvPr id="379" name="Google Shape;379;p42"/>
          <p:cNvPicPr preferRelativeResize="0"/>
          <p:nvPr/>
        </p:nvPicPr>
        <p:blipFill>
          <a:blip r:embed="rId3">
            <a:alphaModFix/>
          </a:blip>
          <a:stretch>
            <a:fillRect/>
          </a:stretch>
        </p:blipFill>
        <p:spPr>
          <a:xfrm>
            <a:off x="412825" y="1234850"/>
            <a:ext cx="2682475" cy="3019700"/>
          </a:xfrm>
          <a:prstGeom prst="rect">
            <a:avLst/>
          </a:prstGeom>
          <a:noFill/>
          <a:ln>
            <a:noFill/>
          </a:ln>
        </p:spPr>
      </p:pic>
      <p:sp>
        <p:nvSpPr>
          <p:cNvPr id="380" name="Google Shape;380;p4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1" name="Google Shape;381;p42"/>
          <p:cNvPicPr preferRelativeResize="0"/>
          <p:nvPr/>
        </p:nvPicPr>
        <p:blipFill>
          <a:blip r:embed="rId4">
            <a:alphaModFix/>
          </a:blip>
          <a:stretch>
            <a:fillRect/>
          </a:stretch>
        </p:blipFill>
        <p:spPr>
          <a:xfrm>
            <a:off x="-762396" y="0"/>
            <a:ext cx="548700" cy="2288640"/>
          </a:xfrm>
          <a:prstGeom prst="rect">
            <a:avLst/>
          </a:prstGeom>
          <a:noFill/>
          <a:ln>
            <a:noFill/>
          </a:ln>
        </p:spPr>
      </p:pic>
      <p:pic>
        <p:nvPicPr>
          <p:cNvPr id="382" name="Google Shape;382;p42"/>
          <p:cNvPicPr preferRelativeResize="0"/>
          <p:nvPr/>
        </p:nvPicPr>
        <p:blipFill>
          <a:blip r:embed="rId5">
            <a:alphaModFix/>
          </a:blip>
          <a:stretch>
            <a:fillRect/>
          </a:stretch>
        </p:blipFill>
        <p:spPr>
          <a:xfrm>
            <a:off x="457529" y="4543025"/>
            <a:ext cx="950976" cy="142646"/>
          </a:xfrm>
          <a:prstGeom prst="rect">
            <a:avLst/>
          </a:prstGeom>
          <a:noFill/>
          <a:ln>
            <a:noFill/>
          </a:ln>
        </p:spPr>
      </p:pic>
      <p:sp>
        <p:nvSpPr>
          <p:cNvPr id="383" name="Google Shape;383;p42"/>
          <p:cNvSpPr/>
          <p:nvPr>
            <p:ph idx="2" type="pic"/>
          </p:nvPr>
        </p:nvSpPr>
        <p:spPr>
          <a:xfrm>
            <a:off x="535276" y="1372373"/>
            <a:ext cx="315900" cy="315900"/>
          </a:xfrm>
          <a:prstGeom prst="rect">
            <a:avLst/>
          </a:prstGeom>
          <a:noFill/>
          <a:ln>
            <a:noFill/>
          </a:ln>
        </p:spPr>
      </p:sp>
      <p:sp>
        <p:nvSpPr>
          <p:cNvPr id="384" name="Google Shape;384;p42"/>
          <p:cNvSpPr txBox="1"/>
          <p:nvPr>
            <p:ph idx="1" type="body"/>
          </p:nvPr>
        </p:nvSpPr>
        <p:spPr>
          <a:xfrm>
            <a:off x="50507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5" name="Google Shape;385;p42"/>
          <p:cNvSpPr txBox="1"/>
          <p:nvPr>
            <p:ph idx="3" type="subTitle"/>
          </p:nvPr>
        </p:nvSpPr>
        <p:spPr>
          <a:xfrm>
            <a:off x="50507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6" name="Google Shape;386;p42"/>
          <p:cNvSpPr/>
          <p:nvPr>
            <p:ph idx="4" type="pic"/>
          </p:nvPr>
        </p:nvSpPr>
        <p:spPr>
          <a:xfrm>
            <a:off x="3358251" y="1372373"/>
            <a:ext cx="315900" cy="315900"/>
          </a:xfrm>
          <a:prstGeom prst="rect">
            <a:avLst/>
          </a:prstGeom>
          <a:noFill/>
          <a:ln>
            <a:noFill/>
          </a:ln>
        </p:spPr>
      </p:sp>
      <p:sp>
        <p:nvSpPr>
          <p:cNvPr id="387" name="Google Shape;387;p42"/>
          <p:cNvSpPr txBox="1"/>
          <p:nvPr>
            <p:ph idx="5" type="body"/>
          </p:nvPr>
        </p:nvSpPr>
        <p:spPr>
          <a:xfrm>
            <a:off x="3328050"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88" name="Google Shape;388;p42"/>
          <p:cNvSpPr txBox="1"/>
          <p:nvPr>
            <p:ph idx="6" type="subTitle"/>
          </p:nvPr>
        </p:nvSpPr>
        <p:spPr>
          <a:xfrm>
            <a:off x="3328050"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89" name="Google Shape;389;p42"/>
          <p:cNvSpPr/>
          <p:nvPr>
            <p:ph idx="7" type="pic"/>
          </p:nvPr>
        </p:nvSpPr>
        <p:spPr>
          <a:xfrm>
            <a:off x="6181226" y="1372373"/>
            <a:ext cx="315900" cy="315900"/>
          </a:xfrm>
          <a:prstGeom prst="rect">
            <a:avLst/>
          </a:prstGeom>
          <a:noFill/>
          <a:ln>
            <a:noFill/>
          </a:ln>
        </p:spPr>
      </p:sp>
      <p:sp>
        <p:nvSpPr>
          <p:cNvPr id="390" name="Google Shape;390;p42"/>
          <p:cNvSpPr txBox="1"/>
          <p:nvPr>
            <p:ph idx="8" type="body"/>
          </p:nvPr>
        </p:nvSpPr>
        <p:spPr>
          <a:xfrm>
            <a:off x="6151025" y="2022300"/>
            <a:ext cx="2487900" cy="20385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391" name="Google Shape;391;p42"/>
          <p:cNvSpPr txBox="1"/>
          <p:nvPr>
            <p:ph idx="9" type="subTitle"/>
          </p:nvPr>
        </p:nvSpPr>
        <p:spPr>
          <a:xfrm>
            <a:off x="6151025" y="1669200"/>
            <a:ext cx="24879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392" name="Google Shape;392;p4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4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2 1">
  <p:cSld name="TITLE_ONLY_2_2_1">
    <p:bg>
      <p:bgPr>
        <a:solidFill>
          <a:schemeClr val="dk1"/>
        </a:solidFill>
      </p:bgPr>
    </p:bg>
    <p:spTree>
      <p:nvGrpSpPr>
        <p:cNvPr id="394" name="Shape 394"/>
        <p:cNvGrpSpPr/>
        <p:nvPr/>
      </p:nvGrpSpPr>
      <p:grpSpPr>
        <a:xfrm>
          <a:off x="0" y="0"/>
          <a:ext cx="0" cy="0"/>
          <a:chOff x="0" y="0"/>
          <a:chExt cx="0" cy="0"/>
        </a:xfrm>
      </p:grpSpPr>
      <p:pic>
        <p:nvPicPr>
          <p:cNvPr id="395" name="Google Shape;395;p43"/>
          <p:cNvPicPr preferRelativeResize="0"/>
          <p:nvPr/>
        </p:nvPicPr>
        <p:blipFill>
          <a:blip r:embed="rId2">
            <a:alphaModFix/>
          </a:blip>
          <a:stretch>
            <a:fillRect/>
          </a:stretch>
        </p:blipFill>
        <p:spPr>
          <a:xfrm>
            <a:off x="412825" y="1661900"/>
            <a:ext cx="1944175" cy="2637826"/>
          </a:xfrm>
          <a:prstGeom prst="rect">
            <a:avLst/>
          </a:prstGeom>
          <a:noFill/>
          <a:ln>
            <a:noFill/>
          </a:ln>
        </p:spPr>
      </p:pic>
      <p:pic>
        <p:nvPicPr>
          <p:cNvPr id="396" name="Google Shape;396;p43"/>
          <p:cNvPicPr preferRelativeResize="0"/>
          <p:nvPr/>
        </p:nvPicPr>
        <p:blipFill>
          <a:blip r:embed="rId2">
            <a:alphaModFix/>
          </a:blip>
          <a:stretch>
            <a:fillRect/>
          </a:stretch>
        </p:blipFill>
        <p:spPr>
          <a:xfrm>
            <a:off x="2536084" y="1661900"/>
            <a:ext cx="1944175" cy="2637826"/>
          </a:xfrm>
          <a:prstGeom prst="rect">
            <a:avLst/>
          </a:prstGeom>
          <a:noFill/>
          <a:ln>
            <a:noFill/>
          </a:ln>
        </p:spPr>
      </p:pic>
      <p:pic>
        <p:nvPicPr>
          <p:cNvPr id="397" name="Google Shape;397;p43"/>
          <p:cNvPicPr preferRelativeResize="0"/>
          <p:nvPr/>
        </p:nvPicPr>
        <p:blipFill>
          <a:blip r:embed="rId2">
            <a:alphaModFix/>
          </a:blip>
          <a:stretch>
            <a:fillRect/>
          </a:stretch>
        </p:blipFill>
        <p:spPr>
          <a:xfrm>
            <a:off x="4659344" y="1661900"/>
            <a:ext cx="1944175" cy="2637826"/>
          </a:xfrm>
          <a:prstGeom prst="rect">
            <a:avLst/>
          </a:prstGeom>
          <a:noFill/>
          <a:ln>
            <a:noFill/>
          </a:ln>
        </p:spPr>
      </p:pic>
      <p:pic>
        <p:nvPicPr>
          <p:cNvPr id="398" name="Google Shape;398;p43"/>
          <p:cNvPicPr preferRelativeResize="0"/>
          <p:nvPr/>
        </p:nvPicPr>
        <p:blipFill>
          <a:blip r:embed="rId3">
            <a:alphaModFix/>
          </a:blip>
          <a:stretch>
            <a:fillRect/>
          </a:stretch>
        </p:blipFill>
        <p:spPr>
          <a:xfrm>
            <a:off x="412829" y="1808437"/>
            <a:ext cx="1944176" cy="2491293"/>
          </a:xfrm>
          <a:prstGeom prst="rect">
            <a:avLst/>
          </a:prstGeom>
          <a:noFill/>
          <a:ln>
            <a:noFill/>
          </a:ln>
        </p:spPr>
      </p:pic>
      <p:sp>
        <p:nvSpPr>
          <p:cNvPr id="399" name="Google Shape;399;p4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0" name="Google Shape;400;p43"/>
          <p:cNvPicPr preferRelativeResize="0"/>
          <p:nvPr/>
        </p:nvPicPr>
        <p:blipFill>
          <a:blip r:embed="rId4">
            <a:alphaModFix/>
          </a:blip>
          <a:stretch>
            <a:fillRect/>
          </a:stretch>
        </p:blipFill>
        <p:spPr>
          <a:xfrm>
            <a:off x="-762396" y="0"/>
            <a:ext cx="548700" cy="2288640"/>
          </a:xfrm>
          <a:prstGeom prst="rect">
            <a:avLst/>
          </a:prstGeom>
          <a:noFill/>
          <a:ln>
            <a:noFill/>
          </a:ln>
        </p:spPr>
      </p:pic>
      <p:sp>
        <p:nvSpPr>
          <p:cNvPr id="401" name="Google Shape;401;p43"/>
          <p:cNvSpPr/>
          <p:nvPr>
            <p:ph idx="2" type="pic"/>
          </p:nvPr>
        </p:nvSpPr>
        <p:spPr>
          <a:xfrm>
            <a:off x="535276" y="1720023"/>
            <a:ext cx="315900" cy="315900"/>
          </a:xfrm>
          <a:prstGeom prst="rect">
            <a:avLst/>
          </a:prstGeom>
          <a:noFill/>
          <a:ln>
            <a:noFill/>
          </a:ln>
        </p:spPr>
      </p:sp>
      <p:sp>
        <p:nvSpPr>
          <p:cNvPr id="402" name="Google Shape;402;p43"/>
          <p:cNvSpPr txBox="1"/>
          <p:nvPr>
            <p:ph idx="1" type="body"/>
          </p:nvPr>
        </p:nvSpPr>
        <p:spPr>
          <a:xfrm>
            <a:off x="5050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03" name="Google Shape;403;p43"/>
          <p:cNvSpPr txBox="1"/>
          <p:nvPr>
            <p:ph idx="3" type="subTitle"/>
          </p:nvPr>
        </p:nvSpPr>
        <p:spPr>
          <a:xfrm>
            <a:off x="5050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04" name="Google Shape;404;p43"/>
          <p:cNvSpPr txBox="1"/>
          <p:nvPr>
            <p:ph idx="4" type="subTitle"/>
          </p:nvPr>
        </p:nvSpPr>
        <p:spPr>
          <a:xfrm>
            <a:off x="311700" y="10518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05" name="Google Shape;405;p43"/>
          <p:cNvPicPr preferRelativeResize="0"/>
          <p:nvPr/>
        </p:nvPicPr>
        <p:blipFill>
          <a:blip r:embed="rId5">
            <a:alphaModFix/>
          </a:blip>
          <a:stretch>
            <a:fillRect/>
          </a:stretch>
        </p:blipFill>
        <p:spPr>
          <a:xfrm>
            <a:off x="457529" y="4543025"/>
            <a:ext cx="950976" cy="142646"/>
          </a:xfrm>
          <a:prstGeom prst="rect">
            <a:avLst/>
          </a:prstGeom>
          <a:noFill/>
          <a:ln>
            <a:noFill/>
          </a:ln>
        </p:spPr>
      </p:pic>
      <p:pic>
        <p:nvPicPr>
          <p:cNvPr id="406" name="Google Shape;406;p43"/>
          <p:cNvPicPr preferRelativeResize="0"/>
          <p:nvPr/>
        </p:nvPicPr>
        <p:blipFill>
          <a:blip r:embed="rId2">
            <a:alphaModFix/>
          </a:blip>
          <a:stretch>
            <a:fillRect/>
          </a:stretch>
        </p:blipFill>
        <p:spPr>
          <a:xfrm>
            <a:off x="6782603" y="1661900"/>
            <a:ext cx="1944175" cy="2637826"/>
          </a:xfrm>
          <a:prstGeom prst="rect">
            <a:avLst/>
          </a:prstGeom>
          <a:noFill/>
          <a:ln>
            <a:noFill/>
          </a:ln>
        </p:spPr>
      </p:pic>
      <p:pic>
        <p:nvPicPr>
          <p:cNvPr id="407" name="Google Shape;407;p43"/>
          <p:cNvPicPr preferRelativeResize="0"/>
          <p:nvPr/>
        </p:nvPicPr>
        <p:blipFill>
          <a:blip r:embed="rId3">
            <a:alphaModFix/>
          </a:blip>
          <a:stretch>
            <a:fillRect/>
          </a:stretch>
        </p:blipFill>
        <p:spPr>
          <a:xfrm>
            <a:off x="4669739" y="1808437"/>
            <a:ext cx="1944176" cy="2491293"/>
          </a:xfrm>
          <a:prstGeom prst="rect">
            <a:avLst/>
          </a:prstGeom>
          <a:noFill/>
          <a:ln>
            <a:noFill/>
          </a:ln>
        </p:spPr>
      </p:pic>
      <p:sp>
        <p:nvSpPr>
          <p:cNvPr id="408" name="Google Shape;408;p43"/>
          <p:cNvSpPr/>
          <p:nvPr>
            <p:ph idx="5" type="pic"/>
          </p:nvPr>
        </p:nvSpPr>
        <p:spPr>
          <a:xfrm>
            <a:off x="2665988" y="1720023"/>
            <a:ext cx="315900" cy="315900"/>
          </a:xfrm>
          <a:prstGeom prst="rect">
            <a:avLst/>
          </a:prstGeom>
          <a:noFill/>
          <a:ln>
            <a:noFill/>
          </a:ln>
        </p:spPr>
      </p:sp>
      <p:sp>
        <p:nvSpPr>
          <p:cNvPr id="409" name="Google Shape;409;p43"/>
          <p:cNvSpPr txBox="1"/>
          <p:nvPr>
            <p:ph idx="6" type="body"/>
          </p:nvPr>
        </p:nvSpPr>
        <p:spPr>
          <a:xfrm>
            <a:off x="2635788"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0" name="Google Shape;410;p43"/>
          <p:cNvSpPr txBox="1"/>
          <p:nvPr>
            <p:ph idx="7" type="subTitle"/>
          </p:nvPr>
        </p:nvSpPr>
        <p:spPr>
          <a:xfrm>
            <a:off x="2635788"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1" name="Google Shape;411;p43"/>
          <p:cNvSpPr/>
          <p:nvPr>
            <p:ph idx="8" type="pic"/>
          </p:nvPr>
        </p:nvSpPr>
        <p:spPr>
          <a:xfrm>
            <a:off x="4780001" y="1720023"/>
            <a:ext cx="315900" cy="315900"/>
          </a:xfrm>
          <a:prstGeom prst="rect">
            <a:avLst/>
          </a:prstGeom>
          <a:noFill/>
          <a:ln>
            <a:noFill/>
          </a:ln>
        </p:spPr>
      </p:sp>
      <p:sp>
        <p:nvSpPr>
          <p:cNvPr id="412" name="Google Shape;412;p43"/>
          <p:cNvSpPr txBox="1"/>
          <p:nvPr>
            <p:ph idx="9" type="body"/>
          </p:nvPr>
        </p:nvSpPr>
        <p:spPr>
          <a:xfrm>
            <a:off x="4749800"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3" name="Google Shape;413;p43"/>
          <p:cNvSpPr txBox="1"/>
          <p:nvPr>
            <p:ph idx="13" type="subTitle"/>
          </p:nvPr>
        </p:nvSpPr>
        <p:spPr>
          <a:xfrm>
            <a:off x="4749800"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4" name="Google Shape;414;p43"/>
          <p:cNvSpPr/>
          <p:nvPr>
            <p:ph idx="14" type="pic"/>
          </p:nvPr>
        </p:nvSpPr>
        <p:spPr>
          <a:xfrm>
            <a:off x="6896376" y="1720023"/>
            <a:ext cx="315900" cy="315900"/>
          </a:xfrm>
          <a:prstGeom prst="rect">
            <a:avLst/>
          </a:prstGeom>
          <a:noFill/>
          <a:ln>
            <a:noFill/>
          </a:ln>
        </p:spPr>
      </p:sp>
      <p:sp>
        <p:nvSpPr>
          <p:cNvPr id="415" name="Google Shape;415;p43"/>
          <p:cNvSpPr txBox="1"/>
          <p:nvPr>
            <p:ph idx="15" type="body"/>
          </p:nvPr>
        </p:nvSpPr>
        <p:spPr>
          <a:xfrm>
            <a:off x="6866175" y="2369959"/>
            <a:ext cx="1781700" cy="19524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Clr>
                <a:schemeClr val="lt1"/>
              </a:buClr>
              <a:buSzPts val="1100"/>
              <a:buChar char="●"/>
              <a:defRPr sz="1100">
                <a:solidFill>
                  <a:schemeClr val="lt1"/>
                </a:solidFill>
              </a:defRPr>
            </a:lvl1pPr>
            <a:lvl2pPr indent="-298450" lvl="1" marL="914400" rtl="0">
              <a:spcBef>
                <a:spcPts val="1000"/>
              </a:spcBef>
              <a:spcAft>
                <a:spcPts val="0"/>
              </a:spcAft>
              <a:buClr>
                <a:schemeClr val="lt1"/>
              </a:buClr>
              <a:buSzPts val="1100"/>
              <a:buChar char="○"/>
              <a:defRPr sz="1100">
                <a:solidFill>
                  <a:schemeClr val="lt1"/>
                </a:solidFill>
              </a:defRPr>
            </a:lvl2pPr>
            <a:lvl3pPr indent="-298450" lvl="2" marL="1371600" rtl="0">
              <a:spcBef>
                <a:spcPts val="1000"/>
              </a:spcBef>
              <a:spcAft>
                <a:spcPts val="0"/>
              </a:spcAft>
              <a:buClr>
                <a:schemeClr val="lt1"/>
              </a:buClr>
              <a:buSzPts val="1100"/>
              <a:buChar char="■"/>
              <a:defRPr sz="1100">
                <a:solidFill>
                  <a:schemeClr val="lt1"/>
                </a:solidFill>
              </a:defRPr>
            </a:lvl3pPr>
            <a:lvl4pPr indent="-298450" lvl="3" marL="1828800" rtl="0">
              <a:spcBef>
                <a:spcPts val="1000"/>
              </a:spcBef>
              <a:spcAft>
                <a:spcPts val="0"/>
              </a:spcAft>
              <a:buClr>
                <a:schemeClr val="lt1"/>
              </a:buClr>
              <a:buSzPts val="1100"/>
              <a:buChar char="●"/>
              <a:defRPr sz="1100">
                <a:solidFill>
                  <a:schemeClr val="lt1"/>
                </a:solidFill>
              </a:defRPr>
            </a:lvl4pPr>
            <a:lvl5pPr indent="-298450" lvl="4" marL="2286000" rtl="0">
              <a:spcBef>
                <a:spcPts val="1000"/>
              </a:spcBef>
              <a:spcAft>
                <a:spcPts val="0"/>
              </a:spcAft>
              <a:buClr>
                <a:schemeClr val="lt1"/>
              </a:buClr>
              <a:buSzPts val="1100"/>
              <a:buChar char="○"/>
              <a:defRPr sz="1100">
                <a:solidFill>
                  <a:schemeClr val="lt1"/>
                </a:solidFill>
              </a:defRPr>
            </a:lvl5pPr>
            <a:lvl6pPr indent="-298450" lvl="5" marL="2743200" rtl="0">
              <a:spcBef>
                <a:spcPts val="1000"/>
              </a:spcBef>
              <a:spcAft>
                <a:spcPts val="0"/>
              </a:spcAft>
              <a:buClr>
                <a:schemeClr val="lt1"/>
              </a:buClr>
              <a:buSzPts val="1100"/>
              <a:buChar char="■"/>
              <a:defRPr sz="1100">
                <a:solidFill>
                  <a:schemeClr val="lt1"/>
                </a:solidFill>
              </a:defRPr>
            </a:lvl6pPr>
            <a:lvl7pPr indent="-298450" lvl="6" marL="3200400" rtl="0">
              <a:spcBef>
                <a:spcPts val="1000"/>
              </a:spcBef>
              <a:spcAft>
                <a:spcPts val="0"/>
              </a:spcAft>
              <a:buClr>
                <a:schemeClr val="lt1"/>
              </a:buClr>
              <a:buSzPts val="1100"/>
              <a:buChar char="●"/>
              <a:defRPr sz="1100">
                <a:solidFill>
                  <a:schemeClr val="lt1"/>
                </a:solidFill>
              </a:defRPr>
            </a:lvl7pPr>
            <a:lvl8pPr indent="-298450" lvl="7" marL="3657600" rtl="0">
              <a:spcBef>
                <a:spcPts val="1000"/>
              </a:spcBef>
              <a:spcAft>
                <a:spcPts val="0"/>
              </a:spcAft>
              <a:buClr>
                <a:schemeClr val="lt1"/>
              </a:buClr>
              <a:buSzPts val="1100"/>
              <a:buChar char="○"/>
              <a:defRPr sz="1100">
                <a:solidFill>
                  <a:schemeClr val="lt1"/>
                </a:solidFill>
              </a:defRPr>
            </a:lvl8pPr>
            <a:lvl9pPr indent="-298450" lvl="8" marL="4114800" rtl="0">
              <a:spcBef>
                <a:spcPts val="1000"/>
              </a:spcBef>
              <a:spcAft>
                <a:spcPts val="1000"/>
              </a:spcAft>
              <a:buClr>
                <a:schemeClr val="lt1"/>
              </a:buClr>
              <a:buSzPts val="1100"/>
              <a:buChar char="■"/>
              <a:defRPr sz="1100">
                <a:solidFill>
                  <a:schemeClr val="lt1"/>
                </a:solidFill>
              </a:defRPr>
            </a:lvl9pPr>
          </a:lstStyle>
          <a:p/>
        </p:txBody>
      </p:sp>
      <p:sp>
        <p:nvSpPr>
          <p:cNvPr id="416" name="Google Shape;416;p43"/>
          <p:cNvSpPr txBox="1"/>
          <p:nvPr>
            <p:ph idx="16" type="subTitle"/>
          </p:nvPr>
        </p:nvSpPr>
        <p:spPr>
          <a:xfrm>
            <a:off x="6866175" y="2016850"/>
            <a:ext cx="1781700" cy="3861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2pPr>
            <a:lvl3pPr lvl="2"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3pPr>
            <a:lvl4pPr lvl="3"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4pPr>
            <a:lvl5pPr lvl="4"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5pPr>
            <a:lvl6pPr lvl="5"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6pPr>
            <a:lvl7pPr lvl="6"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7pPr>
            <a:lvl8pPr lvl="7" rtl="0">
              <a:spcBef>
                <a:spcPts val="1000"/>
              </a:spcBef>
              <a:spcAft>
                <a:spcPts val="0"/>
              </a:spcAft>
              <a:buClr>
                <a:schemeClr val="lt1"/>
              </a:buClr>
              <a:buSzPts val="1400"/>
              <a:buFont typeface="Inter Medium"/>
              <a:buNone/>
              <a:defRPr>
                <a:solidFill>
                  <a:schemeClr val="lt1"/>
                </a:solidFill>
                <a:latin typeface="Inter Medium"/>
                <a:ea typeface="Inter Medium"/>
                <a:cs typeface="Inter Medium"/>
                <a:sym typeface="Inter Medium"/>
              </a:defRPr>
            </a:lvl8pPr>
            <a:lvl9pPr lvl="8" rtl="0">
              <a:spcBef>
                <a:spcPts val="1000"/>
              </a:spcBef>
              <a:spcAft>
                <a:spcPts val="1000"/>
              </a:spcAft>
              <a:buClr>
                <a:schemeClr val="lt1"/>
              </a:buClr>
              <a:buSzPts val="1400"/>
              <a:buFont typeface="Inter Medium"/>
              <a:buNone/>
              <a:defRPr>
                <a:solidFill>
                  <a:schemeClr val="lt1"/>
                </a:solidFill>
                <a:latin typeface="Inter Medium"/>
                <a:ea typeface="Inter Medium"/>
                <a:cs typeface="Inter Medium"/>
                <a:sym typeface="Inter Medium"/>
              </a:defRPr>
            </a:lvl9pPr>
          </a:lstStyle>
          <a:p/>
        </p:txBody>
      </p:sp>
      <p:sp>
        <p:nvSpPr>
          <p:cNvPr id="417" name="Google Shape;417;p4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18" name="Google Shape;418;p43"/>
          <p:cNvSpPr txBox="1"/>
          <p:nvPr>
            <p:ph idx="17"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419" name="Shape 419"/>
        <p:cNvGrpSpPr/>
        <p:nvPr/>
      </p:nvGrpSpPr>
      <p:grpSpPr>
        <a:xfrm>
          <a:off x="0" y="0"/>
          <a:ext cx="0" cy="0"/>
          <a:chOff x="0" y="0"/>
          <a:chExt cx="0" cy="0"/>
        </a:xfrm>
      </p:grpSpPr>
      <p:pic>
        <p:nvPicPr>
          <p:cNvPr id="420" name="Google Shape;420;p44"/>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421" name="Google Shape;421;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2" name="Google Shape;422;p44"/>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23" name="Google Shape;423;p44"/>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1)">
  <p:cSld name="TITLE_ONLY_2_1">
    <p:bg>
      <p:bgPr>
        <a:blipFill>
          <a:blip r:embed="rId2">
            <a:alphaModFix/>
          </a:blip>
          <a:stretch>
            <a:fillRect/>
          </a:stretch>
        </a:blipFill>
      </p:bgPr>
    </p:bg>
    <p:spTree>
      <p:nvGrpSpPr>
        <p:cNvPr id="424" name="Shape 424"/>
        <p:cNvGrpSpPr/>
        <p:nvPr/>
      </p:nvGrpSpPr>
      <p:grpSpPr>
        <a:xfrm>
          <a:off x="0" y="0"/>
          <a:ext cx="0" cy="0"/>
          <a:chOff x="0" y="0"/>
          <a:chExt cx="0" cy="0"/>
        </a:xfrm>
      </p:grpSpPr>
      <p:sp>
        <p:nvSpPr>
          <p:cNvPr id="425" name="Google Shape;425;p45"/>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6" name="Google Shape;426;p45"/>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27" name="Google Shape;427;p45"/>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28" name="Google Shape;428;p45"/>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29" name="Google Shape;429;p45"/>
          <p:cNvPicPr preferRelativeResize="0"/>
          <p:nvPr/>
        </p:nvPicPr>
        <p:blipFill>
          <a:blip r:embed="rId4">
            <a:alphaModFix/>
          </a:blip>
          <a:stretch>
            <a:fillRect/>
          </a:stretch>
        </p:blipFill>
        <p:spPr>
          <a:xfrm>
            <a:off x="324503" y="4543525"/>
            <a:ext cx="950126" cy="141650"/>
          </a:xfrm>
          <a:prstGeom prst="rect">
            <a:avLst/>
          </a:prstGeom>
          <a:noFill/>
          <a:ln>
            <a:noFill/>
          </a:ln>
        </p:spPr>
      </p:pic>
      <p:sp>
        <p:nvSpPr>
          <p:cNvPr id="430" name="Google Shape;430;p4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1" name="Google Shape;431;p45"/>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2)">
  <p:cSld name="TITLE_ONLY_2_1_2">
    <p:bg>
      <p:bgPr>
        <a:blipFill>
          <a:blip r:embed="rId2">
            <a:alphaModFix/>
          </a:blip>
          <a:stretch>
            <a:fillRect/>
          </a:stretch>
        </a:blipFill>
      </p:bgPr>
    </p:bg>
    <p:spTree>
      <p:nvGrpSpPr>
        <p:cNvPr id="432" name="Shape 432"/>
        <p:cNvGrpSpPr/>
        <p:nvPr/>
      </p:nvGrpSpPr>
      <p:grpSpPr>
        <a:xfrm>
          <a:off x="0" y="0"/>
          <a:ext cx="0" cy="0"/>
          <a:chOff x="0" y="0"/>
          <a:chExt cx="0" cy="0"/>
        </a:xfrm>
      </p:grpSpPr>
      <p:sp>
        <p:nvSpPr>
          <p:cNvPr id="433" name="Google Shape;433;p46"/>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3200"/>
              <a:buFont typeface="Inter ExtraBold"/>
              <a:buNone/>
              <a:defRPr sz="3200">
                <a:solidFill>
                  <a:schemeClr val="dk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34" name="Google Shape;434;p46"/>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35" name="Google Shape;435;p46"/>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36" name="Google Shape;436;p46"/>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chemeClr val="dk1"/>
              </a:buClr>
              <a:buSzPts val="1800"/>
              <a:buChar char="●"/>
              <a:defRPr>
                <a:solidFill>
                  <a:schemeClr val="dk1"/>
                </a:solidFill>
              </a:defRPr>
            </a:lvl1pPr>
            <a:lvl2pPr indent="-317500" lvl="1" marL="914400" rtl="0">
              <a:spcBef>
                <a:spcPts val="1000"/>
              </a:spcBef>
              <a:spcAft>
                <a:spcPts val="0"/>
              </a:spcAft>
              <a:buClr>
                <a:schemeClr val="dk1"/>
              </a:buClr>
              <a:buSzPts val="1400"/>
              <a:buChar char="○"/>
              <a:defRPr>
                <a:solidFill>
                  <a:schemeClr val="dk1"/>
                </a:solidFill>
              </a:defRPr>
            </a:lvl2pPr>
            <a:lvl3pPr indent="-317500" lvl="2" marL="1371600" rtl="0">
              <a:spcBef>
                <a:spcPts val="1000"/>
              </a:spcBef>
              <a:spcAft>
                <a:spcPts val="0"/>
              </a:spcAft>
              <a:buClr>
                <a:schemeClr val="dk1"/>
              </a:buClr>
              <a:buSzPts val="1400"/>
              <a:buChar char="■"/>
              <a:defRPr>
                <a:solidFill>
                  <a:schemeClr val="dk1"/>
                </a:solidFill>
              </a:defRPr>
            </a:lvl3pPr>
            <a:lvl4pPr indent="-317500" lvl="3" marL="1828800" rtl="0">
              <a:spcBef>
                <a:spcPts val="1000"/>
              </a:spcBef>
              <a:spcAft>
                <a:spcPts val="0"/>
              </a:spcAft>
              <a:buClr>
                <a:schemeClr val="dk1"/>
              </a:buClr>
              <a:buSzPts val="1400"/>
              <a:buChar char="●"/>
              <a:defRPr>
                <a:solidFill>
                  <a:schemeClr val="dk1"/>
                </a:solidFill>
              </a:defRPr>
            </a:lvl4pPr>
            <a:lvl5pPr indent="-317500" lvl="4" marL="2286000" rtl="0">
              <a:spcBef>
                <a:spcPts val="1000"/>
              </a:spcBef>
              <a:spcAft>
                <a:spcPts val="0"/>
              </a:spcAft>
              <a:buClr>
                <a:schemeClr val="dk1"/>
              </a:buClr>
              <a:buSzPts val="1400"/>
              <a:buChar char="○"/>
              <a:defRPr>
                <a:solidFill>
                  <a:schemeClr val="dk1"/>
                </a:solidFill>
              </a:defRPr>
            </a:lvl5pPr>
            <a:lvl6pPr indent="-317500" lvl="5" marL="2743200" rtl="0">
              <a:spcBef>
                <a:spcPts val="1000"/>
              </a:spcBef>
              <a:spcAft>
                <a:spcPts val="0"/>
              </a:spcAft>
              <a:buClr>
                <a:schemeClr val="dk1"/>
              </a:buClr>
              <a:buSzPts val="1400"/>
              <a:buChar char="■"/>
              <a:defRPr>
                <a:solidFill>
                  <a:schemeClr val="dk1"/>
                </a:solidFill>
              </a:defRPr>
            </a:lvl6pPr>
            <a:lvl7pPr indent="-317500" lvl="6" marL="3200400" rtl="0">
              <a:spcBef>
                <a:spcPts val="1000"/>
              </a:spcBef>
              <a:spcAft>
                <a:spcPts val="0"/>
              </a:spcAft>
              <a:buClr>
                <a:schemeClr val="dk1"/>
              </a:buClr>
              <a:buSzPts val="1400"/>
              <a:buChar char="●"/>
              <a:defRPr>
                <a:solidFill>
                  <a:schemeClr val="dk1"/>
                </a:solidFill>
              </a:defRPr>
            </a:lvl7pPr>
            <a:lvl8pPr indent="-317500" lvl="7" marL="3657600" rtl="0">
              <a:spcBef>
                <a:spcPts val="1000"/>
              </a:spcBef>
              <a:spcAft>
                <a:spcPts val="0"/>
              </a:spcAft>
              <a:buClr>
                <a:schemeClr val="dk1"/>
              </a:buClr>
              <a:buSzPts val="1400"/>
              <a:buChar char="○"/>
              <a:defRPr>
                <a:solidFill>
                  <a:schemeClr val="dk1"/>
                </a:solidFill>
              </a:defRPr>
            </a:lvl8pPr>
            <a:lvl9pPr indent="-317500" lvl="8" marL="4114800" rtl="0">
              <a:spcBef>
                <a:spcPts val="1000"/>
              </a:spcBef>
              <a:spcAft>
                <a:spcPts val="1000"/>
              </a:spcAft>
              <a:buClr>
                <a:schemeClr val="dk1"/>
              </a:buClr>
              <a:buSzPts val="1400"/>
              <a:buChar char="■"/>
              <a:defRPr>
                <a:solidFill>
                  <a:schemeClr val="dk1"/>
                </a:solidFill>
              </a:defRPr>
            </a:lvl9pPr>
          </a:lstStyle>
          <a:p/>
        </p:txBody>
      </p:sp>
      <p:pic>
        <p:nvPicPr>
          <p:cNvPr id="437" name="Google Shape;437;p46"/>
          <p:cNvPicPr preferRelativeResize="0"/>
          <p:nvPr/>
        </p:nvPicPr>
        <p:blipFill>
          <a:blip r:embed="rId4">
            <a:alphaModFix/>
          </a:blip>
          <a:stretch>
            <a:fillRect/>
          </a:stretch>
        </p:blipFill>
        <p:spPr>
          <a:xfrm>
            <a:off x="457953" y="4543525"/>
            <a:ext cx="950126" cy="141650"/>
          </a:xfrm>
          <a:prstGeom prst="rect">
            <a:avLst/>
          </a:prstGeom>
          <a:noFill/>
          <a:ln>
            <a:noFill/>
          </a:ln>
        </p:spPr>
      </p:pic>
      <p:sp>
        <p:nvSpPr>
          <p:cNvPr id="438" name="Google Shape;438;p4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39" name="Google Shape;439;p46"/>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3)">
  <p:cSld name="TITLE_ONLY_2_1_2_1">
    <p:bg>
      <p:bgPr>
        <a:blipFill>
          <a:blip r:embed="rId2">
            <a:alphaModFix/>
          </a:blip>
          <a:stretch>
            <a:fillRect/>
          </a:stretch>
        </a:blipFill>
      </p:bgPr>
    </p:bg>
    <p:spTree>
      <p:nvGrpSpPr>
        <p:cNvPr id="440" name="Shape 440"/>
        <p:cNvGrpSpPr/>
        <p:nvPr/>
      </p:nvGrpSpPr>
      <p:grpSpPr>
        <a:xfrm>
          <a:off x="0" y="0"/>
          <a:ext cx="0" cy="0"/>
          <a:chOff x="0" y="0"/>
          <a:chExt cx="0" cy="0"/>
        </a:xfrm>
      </p:grpSpPr>
      <p:sp>
        <p:nvSpPr>
          <p:cNvPr id="441" name="Google Shape;441;p47"/>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2" name="Google Shape;442;p47"/>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43" name="Google Shape;443;p47"/>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44" name="Google Shape;444;p47"/>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45" name="Google Shape;445;p47"/>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46" name="Google Shape;446;p4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47" name="Google Shape;447;p4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4)">
  <p:cSld name="TITLE_ONLY_2_1_2_1_2">
    <p:bg>
      <p:bgPr>
        <a:blipFill>
          <a:blip r:embed="rId2">
            <a:alphaModFix/>
          </a:blip>
          <a:stretch>
            <a:fillRect/>
          </a:stretch>
        </a:blipFill>
      </p:bgPr>
    </p:bg>
    <p:spTree>
      <p:nvGrpSpPr>
        <p:cNvPr id="448" name="Shape 448"/>
        <p:cNvGrpSpPr/>
        <p:nvPr/>
      </p:nvGrpSpPr>
      <p:grpSpPr>
        <a:xfrm>
          <a:off x="0" y="0"/>
          <a:ext cx="0" cy="0"/>
          <a:chOff x="0" y="0"/>
          <a:chExt cx="0" cy="0"/>
        </a:xfrm>
      </p:grpSpPr>
      <p:sp>
        <p:nvSpPr>
          <p:cNvPr id="449" name="Google Shape;449;p48"/>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0" name="Google Shape;450;p48"/>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1" name="Google Shape;451;p48"/>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52" name="Google Shape;452;p48"/>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53" name="Google Shape;453;p48"/>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54" name="Google Shape;454;p4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55" name="Google Shape;455;p48"/>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5)">
  <p:cSld name="TITLE_ONLY_2_1_2_1_1">
    <p:bg>
      <p:bgPr>
        <a:blipFill>
          <a:blip r:embed="rId2">
            <a:alphaModFix/>
          </a:blip>
          <a:stretch>
            <a:fillRect/>
          </a:stretch>
        </a:blipFill>
      </p:bgPr>
    </p:bg>
    <p:spTree>
      <p:nvGrpSpPr>
        <p:cNvPr id="456" name="Shape 456"/>
        <p:cNvGrpSpPr/>
        <p:nvPr/>
      </p:nvGrpSpPr>
      <p:grpSpPr>
        <a:xfrm>
          <a:off x="0" y="0"/>
          <a:ext cx="0" cy="0"/>
          <a:chOff x="0" y="0"/>
          <a:chExt cx="0" cy="0"/>
        </a:xfrm>
      </p:grpSpPr>
      <p:sp>
        <p:nvSpPr>
          <p:cNvPr id="457" name="Google Shape;457;p49"/>
          <p:cNvSpPr txBox="1"/>
          <p:nvPr>
            <p:ph type="title"/>
          </p:nvPr>
        </p:nvSpPr>
        <p:spPr>
          <a:xfrm>
            <a:off x="311700" y="445025"/>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200"/>
              <a:buFont typeface="Inter ExtraBold"/>
              <a:buNone/>
              <a:defRPr sz="3200">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9"/>
          <p:cNvSpPr txBox="1"/>
          <p:nvPr>
            <p:ph idx="1" type="subTitle"/>
          </p:nvPr>
        </p:nvSpPr>
        <p:spPr>
          <a:xfrm>
            <a:off x="311700" y="973750"/>
            <a:ext cx="61803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None/>
              <a:defRPr>
                <a:solidFill>
                  <a:schemeClr val="dk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459" name="Google Shape;459;p49"/>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0" name="Google Shape;460;p49"/>
          <p:cNvSpPr txBox="1"/>
          <p:nvPr>
            <p:ph idx="2" type="body"/>
          </p:nvPr>
        </p:nvSpPr>
        <p:spPr>
          <a:xfrm>
            <a:off x="311700" y="1546450"/>
            <a:ext cx="6180300" cy="28659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461" name="Google Shape;461;p49"/>
          <p:cNvPicPr preferRelativeResize="0"/>
          <p:nvPr/>
        </p:nvPicPr>
        <p:blipFill>
          <a:blip r:embed="rId4">
            <a:alphaModFix/>
          </a:blip>
          <a:stretch>
            <a:fillRect/>
          </a:stretch>
        </p:blipFill>
        <p:spPr>
          <a:xfrm>
            <a:off x="457529" y="4543025"/>
            <a:ext cx="950976" cy="142646"/>
          </a:xfrm>
          <a:prstGeom prst="rect">
            <a:avLst/>
          </a:prstGeom>
          <a:noFill/>
          <a:ln>
            <a:noFill/>
          </a:ln>
        </p:spPr>
      </p:pic>
      <p:sp>
        <p:nvSpPr>
          <p:cNvPr id="462" name="Google Shape;462;p49"/>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3" name="Google Shape;463;p49"/>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1">
  <p:cSld name="TITLE_ONLY_2_1_1">
    <p:bg>
      <p:bgPr>
        <a:blipFill>
          <a:blip r:embed="rId2">
            <a:alphaModFix/>
          </a:blip>
          <a:stretch>
            <a:fillRect/>
          </a:stretch>
        </a:blipFill>
      </p:bgPr>
    </p:bg>
    <p:spTree>
      <p:nvGrpSpPr>
        <p:cNvPr id="464" name="Shape 464"/>
        <p:cNvGrpSpPr/>
        <p:nvPr/>
      </p:nvGrpSpPr>
      <p:grpSpPr>
        <a:xfrm>
          <a:off x="0" y="0"/>
          <a:ext cx="0" cy="0"/>
          <a:chOff x="0" y="0"/>
          <a:chExt cx="0" cy="0"/>
        </a:xfrm>
      </p:grpSpPr>
      <p:sp>
        <p:nvSpPr>
          <p:cNvPr id="465" name="Google Shape;465;p50"/>
          <p:cNvSpPr txBox="1"/>
          <p:nvPr>
            <p:ph type="title"/>
          </p:nvPr>
        </p:nvSpPr>
        <p:spPr>
          <a:xfrm>
            <a:off x="1481850" y="1302275"/>
            <a:ext cx="6180300" cy="5727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dk1"/>
              </a:buClr>
              <a:buSzPts val="3200"/>
              <a:buFont typeface="Inter Medium"/>
              <a:buNone/>
              <a:defRPr sz="3200">
                <a:solidFill>
                  <a:schemeClr val="dk1"/>
                </a:solidFill>
                <a:latin typeface="Inter Medium"/>
                <a:ea typeface="Inter Medium"/>
                <a:cs typeface="Inter Medium"/>
                <a:sym typeface="Inter Medium"/>
              </a:defRPr>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466" name="Google Shape;466;p50"/>
          <p:cNvSpPr txBox="1"/>
          <p:nvPr>
            <p:ph idx="1" type="subTitle"/>
          </p:nvPr>
        </p:nvSpPr>
        <p:spPr>
          <a:xfrm>
            <a:off x="2285825" y="1802425"/>
            <a:ext cx="4572300" cy="1655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dk1"/>
              </a:buClr>
              <a:buSzPts val="1800"/>
              <a:buNone/>
              <a:defRPr>
                <a:solidFill>
                  <a:schemeClr val="dk1"/>
                </a:solidFill>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pic>
        <p:nvPicPr>
          <p:cNvPr id="467" name="Google Shape;467;p50"/>
          <p:cNvPicPr preferRelativeResize="0"/>
          <p:nvPr/>
        </p:nvPicPr>
        <p:blipFill>
          <a:blip r:embed="rId3">
            <a:alphaModFix/>
          </a:blip>
          <a:stretch>
            <a:fillRect/>
          </a:stretch>
        </p:blipFill>
        <p:spPr>
          <a:xfrm>
            <a:off x="-762396" y="0"/>
            <a:ext cx="548700" cy="2288640"/>
          </a:xfrm>
          <a:prstGeom prst="rect">
            <a:avLst/>
          </a:prstGeom>
          <a:noFill/>
          <a:ln>
            <a:noFill/>
          </a:ln>
        </p:spPr>
      </p:pic>
      <p:sp>
        <p:nvSpPr>
          <p:cNvPr id="468" name="Google Shape;468;p5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69" name="Google Shape;469;p5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470" name="Google Shape;470;p50"/>
          <p:cNvPicPr preferRelativeResize="0"/>
          <p:nvPr/>
        </p:nvPicPr>
        <p:blipFill>
          <a:blip r:embed="rId4">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bg>
      <p:bgPr>
        <a:solidFill>
          <a:schemeClr val="dk1"/>
        </a:solidFill>
      </p:bgPr>
    </p:bg>
    <p:spTree>
      <p:nvGrpSpPr>
        <p:cNvPr id="471" name="Shape 471"/>
        <p:cNvGrpSpPr/>
        <p:nvPr/>
      </p:nvGrpSpPr>
      <p:grpSpPr>
        <a:xfrm>
          <a:off x="0" y="0"/>
          <a:ext cx="0" cy="0"/>
          <a:chOff x="0" y="0"/>
          <a:chExt cx="0" cy="0"/>
        </a:xfrm>
      </p:grpSpPr>
      <p:sp>
        <p:nvSpPr>
          <p:cNvPr id="472" name="Google Shape;472;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Medium"/>
              <a:buNone/>
              <a:defRPr sz="3200">
                <a:solidFill>
                  <a:schemeClr val="lt1"/>
                </a:solidFill>
                <a:latin typeface="Inter Medium"/>
                <a:ea typeface="Inter Medium"/>
                <a:cs typeface="Inter Medium"/>
                <a:sym typeface="Inter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3" name="Google Shape;473;p5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474" name="Google Shape;474;p51"/>
          <p:cNvSpPr/>
          <p:nvPr/>
        </p:nvSpPr>
        <p:spPr>
          <a:xfrm>
            <a:off x="3252525" y="1724150"/>
            <a:ext cx="2638800" cy="2693400"/>
          </a:xfrm>
          <a:prstGeom prst="rect">
            <a:avLst/>
          </a:prstGeom>
          <a:solidFill>
            <a:srgbClr val="9945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51"/>
          <p:cNvSpPr/>
          <p:nvPr/>
        </p:nvSpPr>
        <p:spPr>
          <a:xfrm>
            <a:off x="454625" y="1724150"/>
            <a:ext cx="2638800" cy="2693400"/>
          </a:xfrm>
          <a:prstGeom prst="rect">
            <a:avLst/>
          </a:prstGeom>
          <a:solidFill>
            <a:srgbClr val="2EF0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51"/>
          <p:cNvSpPr/>
          <p:nvPr/>
        </p:nvSpPr>
        <p:spPr>
          <a:xfrm>
            <a:off x="6050425" y="1724150"/>
            <a:ext cx="2638800" cy="2693400"/>
          </a:xfrm>
          <a:prstGeom prst="rect">
            <a:avLst/>
          </a:prstGeom>
          <a:solidFill>
            <a:srgbClr val="FD51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7" name="Google Shape;477;p51"/>
          <p:cNvPicPr preferRelativeResize="0"/>
          <p:nvPr/>
        </p:nvPicPr>
        <p:blipFill>
          <a:blip r:embed="rId2">
            <a:alphaModFix/>
          </a:blip>
          <a:stretch>
            <a:fillRect/>
          </a:stretch>
        </p:blipFill>
        <p:spPr>
          <a:xfrm>
            <a:off x="-762396" y="0"/>
            <a:ext cx="548700" cy="2288640"/>
          </a:xfrm>
          <a:prstGeom prst="rect">
            <a:avLst/>
          </a:prstGeom>
          <a:noFill/>
          <a:ln>
            <a:noFill/>
          </a:ln>
        </p:spPr>
      </p:pic>
      <p:sp>
        <p:nvSpPr>
          <p:cNvPr id="478" name="Google Shape;478;p51"/>
          <p:cNvSpPr txBox="1"/>
          <p:nvPr>
            <p:ph idx="2" type="body"/>
          </p:nvPr>
        </p:nvSpPr>
        <p:spPr>
          <a:xfrm>
            <a:off x="5918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79" name="Google Shape;479;p51"/>
          <p:cNvSpPr/>
          <p:nvPr>
            <p:ph idx="3" type="pic"/>
          </p:nvPr>
        </p:nvSpPr>
        <p:spPr>
          <a:xfrm>
            <a:off x="717350" y="1835650"/>
            <a:ext cx="548700" cy="548700"/>
          </a:xfrm>
          <a:prstGeom prst="rect">
            <a:avLst/>
          </a:prstGeom>
          <a:noFill/>
          <a:ln>
            <a:noFill/>
          </a:ln>
        </p:spPr>
      </p:sp>
      <p:sp>
        <p:nvSpPr>
          <p:cNvPr id="480" name="Google Shape;480;p51"/>
          <p:cNvSpPr txBox="1"/>
          <p:nvPr>
            <p:ph idx="4" type="subTitle"/>
          </p:nvPr>
        </p:nvSpPr>
        <p:spPr>
          <a:xfrm>
            <a:off x="5918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1" name="Google Shape;481;p51"/>
          <p:cNvSpPr txBox="1"/>
          <p:nvPr>
            <p:ph idx="5" type="body"/>
          </p:nvPr>
        </p:nvSpPr>
        <p:spPr>
          <a:xfrm>
            <a:off x="338962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
        <p:nvSpPr>
          <p:cNvPr id="482" name="Google Shape;482;p51"/>
          <p:cNvSpPr/>
          <p:nvPr>
            <p:ph idx="6" type="pic"/>
          </p:nvPr>
        </p:nvSpPr>
        <p:spPr>
          <a:xfrm>
            <a:off x="3515100" y="1835650"/>
            <a:ext cx="548700" cy="548700"/>
          </a:xfrm>
          <a:prstGeom prst="rect">
            <a:avLst/>
          </a:prstGeom>
          <a:noFill/>
          <a:ln>
            <a:noFill/>
          </a:ln>
        </p:spPr>
      </p:sp>
      <p:sp>
        <p:nvSpPr>
          <p:cNvPr id="483" name="Google Shape;483;p51"/>
          <p:cNvSpPr txBox="1"/>
          <p:nvPr>
            <p:ph idx="7" type="subTitle"/>
          </p:nvPr>
        </p:nvSpPr>
        <p:spPr>
          <a:xfrm>
            <a:off x="338962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84" name="Google Shape;484;p51"/>
          <p:cNvSpPr/>
          <p:nvPr>
            <p:ph idx="8" type="pic"/>
          </p:nvPr>
        </p:nvSpPr>
        <p:spPr>
          <a:xfrm>
            <a:off x="6312850" y="1835650"/>
            <a:ext cx="548700" cy="548700"/>
          </a:xfrm>
          <a:prstGeom prst="rect">
            <a:avLst/>
          </a:prstGeom>
          <a:noFill/>
          <a:ln>
            <a:noFill/>
          </a:ln>
        </p:spPr>
      </p:sp>
      <p:sp>
        <p:nvSpPr>
          <p:cNvPr id="485" name="Google Shape;485;p51"/>
          <p:cNvSpPr txBox="1"/>
          <p:nvPr>
            <p:ph idx="9" type="subTitle"/>
          </p:nvPr>
        </p:nvSpPr>
        <p:spPr>
          <a:xfrm>
            <a:off x="6187375" y="2384350"/>
            <a:ext cx="23646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Inter Medium"/>
              <a:buNone/>
              <a:defRPr>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pic>
        <p:nvPicPr>
          <p:cNvPr id="486" name="Google Shape;486;p5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487" name="Google Shape;487;p5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488" name="Google Shape;488;p51"/>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
        <p:nvSpPr>
          <p:cNvPr id="489" name="Google Shape;489;p51"/>
          <p:cNvSpPr txBox="1"/>
          <p:nvPr>
            <p:ph idx="14" type="body"/>
          </p:nvPr>
        </p:nvSpPr>
        <p:spPr>
          <a:xfrm>
            <a:off x="6187375" y="3096550"/>
            <a:ext cx="2364600" cy="10380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chemeClr val="dk1"/>
              </a:buClr>
              <a:buSzPts val="1200"/>
              <a:buChar char="●"/>
              <a:defRPr sz="1200">
                <a:solidFill>
                  <a:schemeClr val="dk1"/>
                </a:solidFill>
              </a:defRPr>
            </a:lvl1pPr>
            <a:lvl2pPr indent="-304800" lvl="1" marL="914400" rtl="0">
              <a:spcBef>
                <a:spcPts val="1000"/>
              </a:spcBef>
              <a:spcAft>
                <a:spcPts val="0"/>
              </a:spcAft>
              <a:buClr>
                <a:schemeClr val="dk1"/>
              </a:buClr>
              <a:buSzPts val="1200"/>
              <a:buChar char="○"/>
              <a:defRPr sz="1200">
                <a:solidFill>
                  <a:schemeClr val="dk1"/>
                </a:solidFill>
              </a:defRPr>
            </a:lvl2pPr>
            <a:lvl3pPr indent="-304800" lvl="2" marL="1371600" rtl="0">
              <a:spcBef>
                <a:spcPts val="1000"/>
              </a:spcBef>
              <a:spcAft>
                <a:spcPts val="0"/>
              </a:spcAft>
              <a:buClr>
                <a:schemeClr val="dk1"/>
              </a:buClr>
              <a:buSzPts val="1200"/>
              <a:buChar char="■"/>
              <a:defRPr sz="1200">
                <a:solidFill>
                  <a:schemeClr val="dk1"/>
                </a:solidFill>
              </a:defRPr>
            </a:lvl3pPr>
            <a:lvl4pPr indent="-304800" lvl="3" marL="1828800" rtl="0">
              <a:spcBef>
                <a:spcPts val="1000"/>
              </a:spcBef>
              <a:spcAft>
                <a:spcPts val="0"/>
              </a:spcAft>
              <a:buClr>
                <a:schemeClr val="dk1"/>
              </a:buClr>
              <a:buSzPts val="1200"/>
              <a:buChar char="●"/>
              <a:defRPr sz="1200">
                <a:solidFill>
                  <a:schemeClr val="dk1"/>
                </a:solidFill>
              </a:defRPr>
            </a:lvl4pPr>
            <a:lvl5pPr indent="-304800" lvl="4" marL="2286000" rtl="0">
              <a:spcBef>
                <a:spcPts val="1000"/>
              </a:spcBef>
              <a:spcAft>
                <a:spcPts val="0"/>
              </a:spcAft>
              <a:buClr>
                <a:schemeClr val="dk1"/>
              </a:buClr>
              <a:buSzPts val="1200"/>
              <a:buChar char="○"/>
              <a:defRPr sz="1200">
                <a:solidFill>
                  <a:schemeClr val="dk1"/>
                </a:solidFill>
              </a:defRPr>
            </a:lvl5pPr>
            <a:lvl6pPr indent="-304800" lvl="5" marL="2743200" rtl="0">
              <a:spcBef>
                <a:spcPts val="1000"/>
              </a:spcBef>
              <a:spcAft>
                <a:spcPts val="0"/>
              </a:spcAft>
              <a:buClr>
                <a:schemeClr val="dk1"/>
              </a:buClr>
              <a:buSzPts val="1200"/>
              <a:buChar char="■"/>
              <a:defRPr sz="1200">
                <a:solidFill>
                  <a:schemeClr val="dk1"/>
                </a:solidFill>
              </a:defRPr>
            </a:lvl6pPr>
            <a:lvl7pPr indent="-304800" lvl="6" marL="3200400" rtl="0">
              <a:spcBef>
                <a:spcPts val="1000"/>
              </a:spcBef>
              <a:spcAft>
                <a:spcPts val="0"/>
              </a:spcAft>
              <a:buClr>
                <a:schemeClr val="dk1"/>
              </a:buClr>
              <a:buSzPts val="1200"/>
              <a:buChar char="●"/>
              <a:defRPr sz="1200">
                <a:solidFill>
                  <a:schemeClr val="dk1"/>
                </a:solidFill>
              </a:defRPr>
            </a:lvl7pPr>
            <a:lvl8pPr indent="-304800" lvl="7" marL="3657600" rtl="0">
              <a:spcBef>
                <a:spcPts val="1000"/>
              </a:spcBef>
              <a:spcAft>
                <a:spcPts val="0"/>
              </a:spcAft>
              <a:buClr>
                <a:schemeClr val="dk1"/>
              </a:buClr>
              <a:buSzPts val="1200"/>
              <a:buChar char="○"/>
              <a:defRPr sz="1200">
                <a:solidFill>
                  <a:schemeClr val="dk1"/>
                </a:solidFill>
              </a:defRPr>
            </a:lvl8pPr>
            <a:lvl9pPr indent="-304800" lvl="8" marL="4114800" rtl="0">
              <a:spcBef>
                <a:spcPts val="1000"/>
              </a:spcBef>
              <a:spcAft>
                <a:spcPts val="1000"/>
              </a:spcAft>
              <a:buClr>
                <a:schemeClr val="dk1"/>
              </a:buClr>
              <a:buSzPts val="1200"/>
              <a:buChar char="■"/>
              <a:defRPr sz="1200">
                <a:solidFill>
                  <a:schemeClr val="dk1"/>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1">
  <p:cSld name="TITLE_ONLY_1_1">
    <p:bg>
      <p:bgPr>
        <a:solidFill>
          <a:schemeClr val="dk1"/>
        </a:solidFill>
      </p:bgPr>
    </p:bg>
    <p:spTree>
      <p:nvGrpSpPr>
        <p:cNvPr id="490" name="Shape 490"/>
        <p:cNvGrpSpPr/>
        <p:nvPr/>
      </p:nvGrpSpPr>
      <p:grpSpPr>
        <a:xfrm>
          <a:off x="0" y="0"/>
          <a:ext cx="0" cy="0"/>
          <a:chOff x="0" y="0"/>
          <a:chExt cx="0" cy="0"/>
        </a:xfrm>
      </p:grpSpPr>
      <p:pic>
        <p:nvPicPr>
          <p:cNvPr id="491" name="Google Shape;491;p52"/>
          <p:cNvPicPr preferRelativeResize="0"/>
          <p:nvPr/>
        </p:nvPicPr>
        <p:blipFill>
          <a:blip r:embed="rId2">
            <a:alphaModFix/>
          </a:blip>
          <a:stretch>
            <a:fillRect/>
          </a:stretch>
        </p:blipFill>
        <p:spPr>
          <a:xfrm>
            <a:off x="409575" y="1136775"/>
            <a:ext cx="2917548" cy="1305947"/>
          </a:xfrm>
          <a:prstGeom prst="rect">
            <a:avLst/>
          </a:prstGeom>
          <a:noFill/>
          <a:ln>
            <a:noFill/>
          </a:ln>
        </p:spPr>
      </p:pic>
      <p:pic>
        <p:nvPicPr>
          <p:cNvPr id="492" name="Google Shape;492;p52"/>
          <p:cNvPicPr preferRelativeResize="0"/>
          <p:nvPr/>
        </p:nvPicPr>
        <p:blipFill>
          <a:blip r:embed="rId3">
            <a:alphaModFix/>
          </a:blip>
          <a:stretch>
            <a:fillRect/>
          </a:stretch>
        </p:blipFill>
        <p:spPr>
          <a:xfrm>
            <a:off x="3524880" y="1136781"/>
            <a:ext cx="2917548" cy="1305947"/>
          </a:xfrm>
          <a:prstGeom prst="rect">
            <a:avLst/>
          </a:prstGeom>
          <a:noFill/>
          <a:ln>
            <a:noFill/>
          </a:ln>
        </p:spPr>
      </p:pic>
      <p:pic>
        <p:nvPicPr>
          <p:cNvPr id="493" name="Google Shape;493;p52"/>
          <p:cNvPicPr preferRelativeResize="0"/>
          <p:nvPr/>
        </p:nvPicPr>
        <p:blipFill>
          <a:blip r:embed="rId4">
            <a:alphaModFix/>
          </a:blip>
          <a:stretch>
            <a:fillRect/>
          </a:stretch>
        </p:blipFill>
        <p:spPr>
          <a:xfrm>
            <a:off x="409586" y="2641499"/>
            <a:ext cx="2917548" cy="1305947"/>
          </a:xfrm>
          <a:prstGeom prst="rect">
            <a:avLst/>
          </a:prstGeom>
          <a:noFill/>
          <a:ln>
            <a:noFill/>
          </a:ln>
        </p:spPr>
      </p:pic>
      <p:pic>
        <p:nvPicPr>
          <p:cNvPr id="494" name="Google Shape;494;p52"/>
          <p:cNvPicPr preferRelativeResize="0"/>
          <p:nvPr/>
        </p:nvPicPr>
        <p:blipFill>
          <a:blip r:embed="rId5">
            <a:alphaModFix/>
          </a:blip>
          <a:stretch>
            <a:fillRect/>
          </a:stretch>
        </p:blipFill>
        <p:spPr>
          <a:xfrm>
            <a:off x="3524877" y="2641490"/>
            <a:ext cx="2917548" cy="1305947"/>
          </a:xfrm>
          <a:prstGeom prst="rect">
            <a:avLst/>
          </a:prstGeom>
          <a:noFill/>
          <a:ln>
            <a:noFill/>
          </a:ln>
        </p:spPr>
      </p:pic>
      <p:sp>
        <p:nvSpPr>
          <p:cNvPr id="495" name="Google Shape;495;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96" name="Google Shape;496;p52"/>
          <p:cNvPicPr preferRelativeResize="0"/>
          <p:nvPr/>
        </p:nvPicPr>
        <p:blipFill>
          <a:blip r:embed="rId6">
            <a:alphaModFix/>
          </a:blip>
          <a:stretch>
            <a:fillRect/>
          </a:stretch>
        </p:blipFill>
        <p:spPr>
          <a:xfrm>
            <a:off x="-762396" y="0"/>
            <a:ext cx="548700" cy="2288640"/>
          </a:xfrm>
          <a:prstGeom prst="rect">
            <a:avLst/>
          </a:prstGeom>
          <a:noFill/>
          <a:ln>
            <a:noFill/>
          </a:ln>
        </p:spPr>
      </p:pic>
      <p:sp>
        <p:nvSpPr>
          <p:cNvPr id="497" name="Google Shape;497;p52"/>
          <p:cNvSpPr/>
          <p:nvPr>
            <p:ph idx="2" type="pic"/>
          </p:nvPr>
        </p:nvSpPr>
        <p:spPr>
          <a:xfrm>
            <a:off x="8595300" y="0"/>
            <a:ext cx="548700" cy="548700"/>
          </a:xfrm>
          <a:prstGeom prst="rect">
            <a:avLst/>
          </a:prstGeom>
          <a:noFill/>
          <a:ln>
            <a:noFill/>
          </a:ln>
        </p:spPr>
      </p:sp>
      <p:sp>
        <p:nvSpPr>
          <p:cNvPr id="498" name="Google Shape;498;p52"/>
          <p:cNvSpPr txBox="1"/>
          <p:nvPr>
            <p:ph idx="1" type="subTitle"/>
          </p:nvPr>
        </p:nvSpPr>
        <p:spPr>
          <a:xfrm>
            <a:off x="4096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499" name="Google Shape;499;p52"/>
          <p:cNvSpPr txBox="1"/>
          <p:nvPr>
            <p:ph idx="3" type="subTitle"/>
          </p:nvPr>
        </p:nvSpPr>
        <p:spPr>
          <a:xfrm>
            <a:off x="13408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0" name="Google Shape;500;p52"/>
          <p:cNvSpPr txBox="1"/>
          <p:nvPr>
            <p:ph idx="4" type="subTitle"/>
          </p:nvPr>
        </p:nvSpPr>
        <p:spPr>
          <a:xfrm>
            <a:off x="3524900" y="1141338"/>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1" name="Google Shape;501;p52"/>
          <p:cNvSpPr txBox="1"/>
          <p:nvPr>
            <p:ph idx="5" type="subTitle"/>
          </p:nvPr>
        </p:nvSpPr>
        <p:spPr>
          <a:xfrm>
            <a:off x="4456100" y="1853550"/>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2" name="Google Shape;502;p52"/>
          <p:cNvSpPr txBox="1"/>
          <p:nvPr>
            <p:ph idx="6" type="subTitle"/>
          </p:nvPr>
        </p:nvSpPr>
        <p:spPr>
          <a:xfrm>
            <a:off x="4096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3" name="Google Shape;503;p52"/>
          <p:cNvSpPr txBox="1"/>
          <p:nvPr>
            <p:ph idx="7" type="subTitle"/>
          </p:nvPr>
        </p:nvSpPr>
        <p:spPr>
          <a:xfrm>
            <a:off x="13408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sp>
        <p:nvSpPr>
          <p:cNvPr id="504" name="Google Shape;504;p52"/>
          <p:cNvSpPr txBox="1"/>
          <p:nvPr>
            <p:ph idx="8" type="subTitle"/>
          </p:nvPr>
        </p:nvSpPr>
        <p:spPr>
          <a:xfrm>
            <a:off x="3524900" y="2617713"/>
            <a:ext cx="2917500" cy="712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6200"/>
              <a:buFont typeface="Inter Medium"/>
              <a:buNone/>
              <a:defRPr sz="6200">
                <a:solidFill>
                  <a:schemeClr val="dk1"/>
                </a:solidFill>
                <a:latin typeface="Inter Medium"/>
                <a:ea typeface="Inter Medium"/>
                <a:cs typeface="Inter Medium"/>
                <a:sym typeface="Inter Medium"/>
              </a:defRPr>
            </a:lvl1pPr>
            <a:lvl2pPr lvl="1"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2pPr>
            <a:lvl3pPr lvl="2"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3pPr>
            <a:lvl4pPr lvl="3"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4pPr>
            <a:lvl5pPr lvl="4"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5pPr>
            <a:lvl6pPr lvl="5"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6pPr>
            <a:lvl7pPr lvl="6"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7pPr>
            <a:lvl8pPr lvl="7" rtl="0">
              <a:spcBef>
                <a:spcPts val="1000"/>
              </a:spcBef>
              <a:spcAft>
                <a:spcPts val="0"/>
              </a:spcAft>
              <a:buClr>
                <a:schemeClr val="dk1"/>
              </a:buClr>
              <a:buSzPts val="1400"/>
              <a:buFont typeface="Inter Medium"/>
              <a:buNone/>
              <a:defRPr>
                <a:solidFill>
                  <a:schemeClr val="dk1"/>
                </a:solidFill>
                <a:latin typeface="Inter Medium"/>
                <a:ea typeface="Inter Medium"/>
                <a:cs typeface="Inter Medium"/>
                <a:sym typeface="Inter Medium"/>
              </a:defRPr>
            </a:lvl8pPr>
            <a:lvl9pPr lvl="8" rtl="0">
              <a:spcBef>
                <a:spcPts val="1000"/>
              </a:spcBef>
              <a:spcAft>
                <a:spcPts val="1000"/>
              </a:spcAft>
              <a:buClr>
                <a:schemeClr val="dk1"/>
              </a:buClr>
              <a:buSzPts val="1400"/>
              <a:buFont typeface="Inter Medium"/>
              <a:buNone/>
              <a:defRPr>
                <a:solidFill>
                  <a:schemeClr val="dk1"/>
                </a:solidFill>
                <a:latin typeface="Inter Medium"/>
                <a:ea typeface="Inter Medium"/>
                <a:cs typeface="Inter Medium"/>
                <a:sym typeface="Inter Medium"/>
              </a:defRPr>
            </a:lvl9pPr>
          </a:lstStyle>
          <a:p/>
        </p:txBody>
      </p:sp>
      <p:sp>
        <p:nvSpPr>
          <p:cNvPr id="505" name="Google Shape;505;p52"/>
          <p:cNvSpPr txBox="1"/>
          <p:nvPr>
            <p:ph idx="9" type="subTitle"/>
          </p:nvPr>
        </p:nvSpPr>
        <p:spPr>
          <a:xfrm>
            <a:off x="4456100" y="3329925"/>
            <a:ext cx="1986300" cy="513900"/>
          </a:xfrm>
          <a:prstGeom prst="rect">
            <a:avLst/>
          </a:prstGeom>
        </p:spPr>
        <p:txBody>
          <a:bodyPr anchorCtr="0" anchor="t" bIns="91425" lIns="91425" spcFirstLastPara="1" rIns="91425" wrap="square" tIns="91425">
            <a:normAutofit/>
          </a:bodyPr>
          <a:lstStyle>
            <a:lvl1pPr lvl="0" rtl="0" algn="r">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lgn="r">
              <a:spcBef>
                <a:spcPts val="1000"/>
              </a:spcBef>
              <a:spcAft>
                <a:spcPts val="0"/>
              </a:spcAft>
              <a:buSzPts val="1200"/>
              <a:buFont typeface="Space Mono"/>
              <a:buNone/>
              <a:defRPr sz="1200">
                <a:latin typeface="Space Mono"/>
                <a:ea typeface="Space Mono"/>
                <a:cs typeface="Space Mono"/>
                <a:sym typeface="Space Mono"/>
              </a:defRPr>
            </a:lvl2pPr>
            <a:lvl3pPr lvl="2" rtl="0" algn="r">
              <a:spcBef>
                <a:spcPts val="1000"/>
              </a:spcBef>
              <a:spcAft>
                <a:spcPts val="0"/>
              </a:spcAft>
              <a:buSzPts val="1200"/>
              <a:buFont typeface="Space Mono"/>
              <a:buNone/>
              <a:defRPr sz="1200">
                <a:latin typeface="Space Mono"/>
                <a:ea typeface="Space Mono"/>
                <a:cs typeface="Space Mono"/>
                <a:sym typeface="Space Mono"/>
              </a:defRPr>
            </a:lvl3pPr>
            <a:lvl4pPr lvl="3" rtl="0" algn="r">
              <a:spcBef>
                <a:spcPts val="1000"/>
              </a:spcBef>
              <a:spcAft>
                <a:spcPts val="0"/>
              </a:spcAft>
              <a:buSzPts val="1200"/>
              <a:buFont typeface="Space Mono"/>
              <a:buNone/>
              <a:defRPr sz="1200">
                <a:latin typeface="Space Mono"/>
                <a:ea typeface="Space Mono"/>
                <a:cs typeface="Space Mono"/>
                <a:sym typeface="Space Mono"/>
              </a:defRPr>
            </a:lvl4pPr>
            <a:lvl5pPr lvl="4" rtl="0" algn="r">
              <a:spcBef>
                <a:spcPts val="1000"/>
              </a:spcBef>
              <a:spcAft>
                <a:spcPts val="0"/>
              </a:spcAft>
              <a:buSzPts val="1200"/>
              <a:buFont typeface="Space Mono"/>
              <a:buNone/>
              <a:defRPr sz="1200">
                <a:latin typeface="Space Mono"/>
                <a:ea typeface="Space Mono"/>
                <a:cs typeface="Space Mono"/>
                <a:sym typeface="Space Mono"/>
              </a:defRPr>
            </a:lvl5pPr>
            <a:lvl6pPr lvl="5" rtl="0" algn="r">
              <a:spcBef>
                <a:spcPts val="1000"/>
              </a:spcBef>
              <a:spcAft>
                <a:spcPts val="0"/>
              </a:spcAft>
              <a:buSzPts val="1200"/>
              <a:buFont typeface="Space Mono"/>
              <a:buNone/>
              <a:defRPr sz="1200">
                <a:latin typeface="Space Mono"/>
                <a:ea typeface="Space Mono"/>
                <a:cs typeface="Space Mono"/>
                <a:sym typeface="Space Mono"/>
              </a:defRPr>
            </a:lvl6pPr>
            <a:lvl7pPr lvl="6" rtl="0" algn="r">
              <a:spcBef>
                <a:spcPts val="1000"/>
              </a:spcBef>
              <a:spcAft>
                <a:spcPts val="0"/>
              </a:spcAft>
              <a:buSzPts val="1200"/>
              <a:buFont typeface="Space Mono"/>
              <a:buNone/>
              <a:defRPr sz="1200">
                <a:latin typeface="Space Mono"/>
                <a:ea typeface="Space Mono"/>
                <a:cs typeface="Space Mono"/>
                <a:sym typeface="Space Mono"/>
              </a:defRPr>
            </a:lvl7pPr>
            <a:lvl8pPr lvl="7" rtl="0" algn="r">
              <a:spcBef>
                <a:spcPts val="1000"/>
              </a:spcBef>
              <a:spcAft>
                <a:spcPts val="0"/>
              </a:spcAft>
              <a:buSzPts val="1200"/>
              <a:buFont typeface="Space Mono"/>
              <a:buNone/>
              <a:defRPr sz="1200">
                <a:latin typeface="Space Mono"/>
                <a:ea typeface="Space Mono"/>
                <a:cs typeface="Space Mono"/>
                <a:sym typeface="Space Mono"/>
              </a:defRPr>
            </a:lvl8pPr>
            <a:lvl9pPr lvl="8" rtl="0" algn="r">
              <a:spcBef>
                <a:spcPts val="1000"/>
              </a:spcBef>
              <a:spcAft>
                <a:spcPts val="1000"/>
              </a:spcAft>
              <a:buSzPts val="1200"/>
              <a:buFont typeface="Space Mono"/>
              <a:buNone/>
              <a:defRPr sz="1200">
                <a:latin typeface="Space Mono"/>
                <a:ea typeface="Space Mono"/>
                <a:cs typeface="Space Mono"/>
                <a:sym typeface="Space Mono"/>
              </a:defRPr>
            </a:lvl9pPr>
          </a:lstStyle>
          <a:p/>
        </p:txBody>
      </p:sp>
      <p:pic>
        <p:nvPicPr>
          <p:cNvPr id="506" name="Google Shape;506;p52"/>
          <p:cNvPicPr preferRelativeResize="0"/>
          <p:nvPr/>
        </p:nvPicPr>
        <p:blipFill>
          <a:blip r:embed="rId7">
            <a:alphaModFix/>
          </a:blip>
          <a:stretch>
            <a:fillRect/>
          </a:stretch>
        </p:blipFill>
        <p:spPr>
          <a:xfrm>
            <a:off x="457529" y="4543025"/>
            <a:ext cx="950976" cy="142646"/>
          </a:xfrm>
          <a:prstGeom prst="rect">
            <a:avLst/>
          </a:prstGeom>
          <a:noFill/>
          <a:ln>
            <a:noFill/>
          </a:ln>
        </p:spPr>
      </p:pic>
      <p:sp>
        <p:nvSpPr>
          <p:cNvPr id="507" name="Google Shape;507;p5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08" name="Google Shape;508;p52"/>
          <p:cNvSpPr txBox="1"/>
          <p:nvPr>
            <p:ph idx="1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p:cSld name="ONE_COLUMN_TEXT">
    <p:spTree>
      <p:nvGrpSpPr>
        <p:cNvPr id="509" name="Shape 509"/>
        <p:cNvGrpSpPr/>
        <p:nvPr/>
      </p:nvGrpSpPr>
      <p:grpSpPr>
        <a:xfrm>
          <a:off x="0" y="0"/>
          <a:ext cx="0" cy="0"/>
          <a:chOff x="0" y="0"/>
          <a:chExt cx="0" cy="0"/>
        </a:xfrm>
      </p:grpSpPr>
      <p:sp>
        <p:nvSpPr>
          <p:cNvPr id="510" name="Google Shape;510;p53"/>
          <p:cNvSpPr txBox="1"/>
          <p:nvPr>
            <p:ph type="title"/>
          </p:nvPr>
        </p:nvSpPr>
        <p:spPr>
          <a:xfrm>
            <a:off x="12943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1" name="Google Shape;511;p53"/>
          <p:cNvSpPr txBox="1"/>
          <p:nvPr>
            <p:ph idx="1" type="body"/>
          </p:nvPr>
        </p:nvSpPr>
        <p:spPr>
          <a:xfrm>
            <a:off x="129432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2" name="Google Shape;512;p53"/>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3" name="Google Shape;513;p53"/>
          <p:cNvSpPr/>
          <p:nvPr>
            <p:ph idx="3" type="pic"/>
          </p:nvPr>
        </p:nvSpPr>
        <p:spPr>
          <a:xfrm>
            <a:off x="444075" y="1157850"/>
            <a:ext cx="760800" cy="760800"/>
          </a:xfrm>
          <a:prstGeom prst="ellipse">
            <a:avLst/>
          </a:prstGeom>
          <a:noFill/>
          <a:ln>
            <a:noFill/>
          </a:ln>
        </p:spPr>
      </p:sp>
      <p:sp>
        <p:nvSpPr>
          <p:cNvPr id="514" name="Google Shape;514;p53"/>
          <p:cNvSpPr txBox="1"/>
          <p:nvPr>
            <p:ph idx="4" type="title"/>
          </p:nvPr>
        </p:nvSpPr>
        <p:spPr>
          <a:xfrm>
            <a:off x="394127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5" name="Google Shape;515;p53"/>
          <p:cNvSpPr txBox="1"/>
          <p:nvPr>
            <p:ph idx="5" type="body"/>
          </p:nvPr>
        </p:nvSpPr>
        <p:spPr>
          <a:xfrm>
            <a:off x="3941275" y="18617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16" name="Google Shape;516;p53"/>
          <p:cNvSpPr/>
          <p:nvPr>
            <p:ph idx="6" type="pic"/>
          </p:nvPr>
        </p:nvSpPr>
        <p:spPr>
          <a:xfrm>
            <a:off x="3091025" y="1157850"/>
            <a:ext cx="760800" cy="760800"/>
          </a:xfrm>
          <a:prstGeom prst="ellipse">
            <a:avLst/>
          </a:prstGeom>
          <a:noFill/>
          <a:ln>
            <a:noFill/>
          </a:ln>
        </p:spPr>
      </p:sp>
      <p:sp>
        <p:nvSpPr>
          <p:cNvPr id="517" name="Google Shape;517;p53"/>
          <p:cNvSpPr txBox="1"/>
          <p:nvPr>
            <p:ph idx="7" type="title"/>
          </p:nvPr>
        </p:nvSpPr>
        <p:spPr>
          <a:xfrm>
            <a:off x="6588225" y="13801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18" name="Google Shape;518;p53"/>
          <p:cNvSpPr/>
          <p:nvPr>
            <p:ph idx="8" type="pic"/>
          </p:nvPr>
        </p:nvSpPr>
        <p:spPr>
          <a:xfrm>
            <a:off x="5737975" y="1157850"/>
            <a:ext cx="760800" cy="760800"/>
          </a:xfrm>
          <a:prstGeom prst="ellipse">
            <a:avLst/>
          </a:prstGeom>
          <a:noFill/>
          <a:ln>
            <a:noFill/>
          </a:ln>
        </p:spPr>
      </p:sp>
      <p:sp>
        <p:nvSpPr>
          <p:cNvPr id="519" name="Google Shape;519;p53"/>
          <p:cNvSpPr txBox="1"/>
          <p:nvPr>
            <p:ph idx="9" type="title"/>
          </p:nvPr>
        </p:nvSpPr>
        <p:spPr>
          <a:xfrm>
            <a:off x="12943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0" name="Google Shape;520;p53"/>
          <p:cNvSpPr txBox="1"/>
          <p:nvPr>
            <p:ph idx="13" type="body"/>
          </p:nvPr>
        </p:nvSpPr>
        <p:spPr>
          <a:xfrm>
            <a:off x="129432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1" name="Google Shape;521;p53"/>
          <p:cNvSpPr/>
          <p:nvPr>
            <p:ph idx="14" type="pic"/>
          </p:nvPr>
        </p:nvSpPr>
        <p:spPr>
          <a:xfrm>
            <a:off x="444075" y="3020950"/>
            <a:ext cx="760800" cy="760800"/>
          </a:xfrm>
          <a:prstGeom prst="ellipse">
            <a:avLst/>
          </a:prstGeom>
          <a:noFill/>
          <a:ln>
            <a:noFill/>
          </a:ln>
        </p:spPr>
      </p:sp>
      <p:sp>
        <p:nvSpPr>
          <p:cNvPr id="522" name="Google Shape;522;p53"/>
          <p:cNvSpPr txBox="1"/>
          <p:nvPr>
            <p:ph idx="15" type="title"/>
          </p:nvPr>
        </p:nvSpPr>
        <p:spPr>
          <a:xfrm>
            <a:off x="394127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3" name="Google Shape;523;p53"/>
          <p:cNvSpPr txBox="1"/>
          <p:nvPr>
            <p:ph idx="16" type="body"/>
          </p:nvPr>
        </p:nvSpPr>
        <p:spPr>
          <a:xfrm>
            <a:off x="3941275" y="37248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24" name="Google Shape;524;p53"/>
          <p:cNvSpPr/>
          <p:nvPr>
            <p:ph idx="17" type="pic"/>
          </p:nvPr>
        </p:nvSpPr>
        <p:spPr>
          <a:xfrm>
            <a:off x="3091025" y="3020950"/>
            <a:ext cx="760800" cy="760800"/>
          </a:xfrm>
          <a:prstGeom prst="ellipse">
            <a:avLst/>
          </a:prstGeom>
          <a:noFill/>
          <a:ln>
            <a:noFill/>
          </a:ln>
        </p:spPr>
      </p:sp>
      <p:sp>
        <p:nvSpPr>
          <p:cNvPr id="525" name="Google Shape;525;p53"/>
          <p:cNvSpPr txBox="1"/>
          <p:nvPr>
            <p:ph idx="18" type="title"/>
          </p:nvPr>
        </p:nvSpPr>
        <p:spPr>
          <a:xfrm>
            <a:off x="6588225" y="3243250"/>
            <a:ext cx="17967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26" name="Google Shape;526;p53"/>
          <p:cNvSpPr/>
          <p:nvPr>
            <p:ph idx="19" type="pic"/>
          </p:nvPr>
        </p:nvSpPr>
        <p:spPr>
          <a:xfrm>
            <a:off x="5737975" y="3020950"/>
            <a:ext cx="760800" cy="760800"/>
          </a:xfrm>
          <a:prstGeom prst="ellipse">
            <a:avLst/>
          </a:prstGeom>
          <a:noFill/>
          <a:ln>
            <a:noFill/>
          </a:ln>
        </p:spPr>
      </p:sp>
      <p:sp>
        <p:nvSpPr>
          <p:cNvPr id="527" name="Google Shape;527;p53"/>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28" name="Google Shape;528;p53"/>
          <p:cNvSpPr txBox="1"/>
          <p:nvPr>
            <p:ph idx="20"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sp>
        <p:nvSpPr>
          <p:cNvPr id="529" name="Google Shape;529;p53"/>
          <p:cNvSpPr txBox="1"/>
          <p:nvPr>
            <p:ph idx="21" type="body"/>
          </p:nvPr>
        </p:nvSpPr>
        <p:spPr>
          <a:xfrm>
            <a:off x="6740625" y="20141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sp>
        <p:nvSpPr>
          <p:cNvPr id="530" name="Google Shape;530;p53"/>
          <p:cNvSpPr txBox="1"/>
          <p:nvPr>
            <p:ph idx="22" type="body"/>
          </p:nvPr>
        </p:nvSpPr>
        <p:spPr>
          <a:xfrm>
            <a:off x="6740625" y="3877246"/>
            <a:ext cx="1796700" cy="1159200"/>
          </a:xfrm>
          <a:prstGeom prst="rect">
            <a:avLst/>
          </a:prstGeom>
        </p:spPr>
        <p:txBody>
          <a:bodyPr anchorCtr="0" anchor="t" bIns="91425" lIns="91425" spcFirstLastPara="1" rIns="91425" wrap="square" tIns="91425">
            <a:normAutofit/>
          </a:bodyPr>
          <a:lstStyle>
            <a:lvl1pPr indent="-298450" lvl="0" marL="457200" rtl="0">
              <a:spcBef>
                <a:spcPts val="0"/>
              </a:spcBef>
              <a:spcAft>
                <a:spcPts val="0"/>
              </a:spcAft>
              <a:buSzPts val="1100"/>
              <a:buChar char="●"/>
              <a:defRPr sz="1100"/>
            </a:lvl1pPr>
            <a:lvl2pPr indent="-298450" lvl="1" marL="914400" rtl="0">
              <a:spcBef>
                <a:spcPts val="1000"/>
              </a:spcBef>
              <a:spcAft>
                <a:spcPts val="0"/>
              </a:spcAft>
              <a:buSzPts val="1100"/>
              <a:buChar char="○"/>
              <a:defRPr sz="1100"/>
            </a:lvl2pPr>
            <a:lvl3pPr indent="-298450" lvl="2" marL="1371600" rtl="0">
              <a:spcBef>
                <a:spcPts val="1000"/>
              </a:spcBef>
              <a:spcAft>
                <a:spcPts val="0"/>
              </a:spcAft>
              <a:buSzPts val="1100"/>
              <a:buChar char="■"/>
              <a:defRPr sz="1100"/>
            </a:lvl3pPr>
            <a:lvl4pPr indent="-298450" lvl="3" marL="1828800" rtl="0">
              <a:spcBef>
                <a:spcPts val="1000"/>
              </a:spcBef>
              <a:spcAft>
                <a:spcPts val="0"/>
              </a:spcAft>
              <a:buSzPts val="1100"/>
              <a:buChar char="●"/>
              <a:defRPr sz="1100"/>
            </a:lvl4pPr>
            <a:lvl5pPr indent="-298450" lvl="4" marL="2286000" rtl="0">
              <a:spcBef>
                <a:spcPts val="1000"/>
              </a:spcBef>
              <a:spcAft>
                <a:spcPts val="0"/>
              </a:spcAft>
              <a:buSzPts val="1100"/>
              <a:buChar char="○"/>
              <a:defRPr sz="1100"/>
            </a:lvl5pPr>
            <a:lvl6pPr indent="-298450" lvl="5" marL="2743200" rtl="0">
              <a:spcBef>
                <a:spcPts val="1000"/>
              </a:spcBef>
              <a:spcAft>
                <a:spcPts val="0"/>
              </a:spcAft>
              <a:buSzPts val="1100"/>
              <a:buChar char="■"/>
              <a:defRPr sz="1100"/>
            </a:lvl6pPr>
            <a:lvl7pPr indent="-298450" lvl="6" marL="3200400" rtl="0">
              <a:spcBef>
                <a:spcPts val="1000"/>
              </a:spcBef>
              <a:spcAft>
                <a:spcPts val="0"/>
              </a:spcAft>
              <a:buSzPts val="1100"/>
              <a:buChar char="●"/>
              <a:defRPr sz="1100"/>
            </a:lvl7pPr>
            <a:lvl8pPr indent="-298450" lvl="7" marL="3657600" rtl="0">
              <a:spcBef>
                <a:spcPts val="1000"/>
              </a:spcBef>
              <a:spcAft>
                <a:spcPts val="0"/>
              </a:spcAft>
              <a:buSzPts val="1100"/>
              <a:buChar char="○"/>
              <a:defRPr sz="1100"/>
            </a:lvl8pPr>
            <a:lvl9pPr indent="-298450" lvl="8" marL="4114800" rtl="0">
              <a:spcBef>
                <a:spcPts val="1000"/>
              </a:spcBef>
              <a:spcAft>
                <a:spcPts val="1000"/>
              </a:spcAft>
              <a:buSzPts val="1100"/>
              <a:buChar char="■"/>
              <a:defRPr sz="1100"/>
            </a:lvl9pPr>
          </a:lstStyle>
          <a:p/>
        </p:txBody>
      </p:sp>
      <p:pic>
        <p:nvPicPr>
          <p:cNvPr id="531" name="Google Shape;531;p53"/>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ix Heads (Small)">
  <p:cSld name="ONE_COLUMN_TEXT_1">
    <p:spTree>
      <p:nvGrpSpPr>
        <p:cNvPr id="532" name="Shape 532"/>
        <p:cNvGrpSpPr/>
        <p:nvPr/>
      </p:nvGrpSpPr>
      <p:grpSpPr>
        <a:xfrm>
          <a:off x="0" y="0"/>
          <a:ext cx="0" cy="0"/>
          <a:chOff x="0" y="0"/>
          <a:chExt cx="0" cy="0"/>
        </a:xfrm>
      </p:grpSpPr>
      <p:sp>
        <p:nvSpPr>
          <p:cNvPr id="533" name="Google Shape;533;p54"/>
          <p:cNvSpPr txBox="1"/>
          <p:nvPr>
            <p:ph type="title"/>
          </p:nvPr>
        </p:nvSpPr>
        <p:spPr>
          <a:xfrm>
            <a:off x="1219800"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4" name="Google Shape;534;p54"/>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5" name="Google Shape;535;p54"/>
          <p:cNvSpPr/>
          <p:nvPr>
            <p:ph idx="3" type="pic"/>
          </p:nvPr>
        </p:nvSpPr>
        <p:spPr>
          <a:xfrm>
            <a:off x="311700" y="1466325"/>
            <a:ext cx="908100" cy="908100"/>
          </a:xfrm>
          <a:prstGeom prst="ellipse">
            <a:avLst/>
          </a:prstGeom>
          <a:noFill/>
          <a:ln>
            <a:noFill/>
          </a:ln>
        </p:spPr>
      </p:sp>
      <p:sp>
        <p:nvSpPr>
          <p:cNvPr id="536" name="Google Shape;536;p54"/>
          <p:cNvSpPr txBox="1"/>
          <p:nvPr>
            <p:ph idx="1" type="subTitle"/>
          </p:nvPr>
        </p:nvSpPr>
        <p:spPr>
          <a:xfrm>
            <a:off x="1219800"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7" name="Google Shape;537;p54"/>
          <p:cNvSpPr txBox="1"/>
          <p:nvPr>
            <p:ph idx="4" type="title"/>
          </p:nvPr>
        </p:nvSpPr>
        <p:spPr>
          <a:xfrm>
            <a:off x="4033502"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38" name="Google Shape;538;p54"/>
          <p:cNvSpPr txBox="1"/>
          <p:nvPr>
            <p:ph idx="5" type="subTitle"/>
          </p:nvPr>
        </p:nvSpPr>
        <p:spPr>
          <a:xfrm>
            <a:off x="4033503"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39" name="Google Shape;539;p54"/>
          <p:cNvSpPr txBox="1"/>
          <p:nvPr>
            <p:ph idx="6" type="title"/>
          </p:nvPr>
        </p:nvSpPr>
        <p:spPr>
          <a:xfrm>
            <a:off x="6847205" y="1466325"/>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0" name="Google Shape;540;p54"/>
          <p:cNvSpPr txBox="1"/>
          <p:nvPr>
            <p:ph idx="7" type="subTitle"/>
          </p:nvPr>
        </p:nvSpPr>
        <p:spPr>
          <a:xfrm>
            <a:off x="6847205" y="1947825"/>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1" name="Google Shape;541;p54"/>
          <p:cNvSpPr/>
          <p:nvPr>
            <p:ph idx="8" type="pic"/>
          </p:nvPr>
        </p:nvSpPr>
        <p:spPr>
          <a:xfrm>
            <a:off x="3125400" y="1466325"/>
            <a:ext cx="908100" cy="908100"/>
          </a:xfrm>
          <a:prstGeom prst="ellipse">
            <a:avLst/>
          </a:prstGeom>
          <a:noFill/>
          <a:ln>
            <a:noFill/>
          </a:ln>
        </p:spPr>
      </p:sp>
      <p:sp>
        <p:nvSpPr>
          <p:cNvPr id="542" name="Google Shape;542;p54"/>
          <p:cNvSpPr/>
          <p:nvPr>
            <p:ph idx="9" type="pic"/>
          </p:nvPr>
        </p:nvSpPr>
        <p:spPr>
          <a:xfrm>
            <a:off x="5914500" y="1466325"/>
            <a:ext cx="908100" cy="908100"/>
          </a:xfrm>
          <a:prstGeom prst="ellipse">
            <a:avLst/>
          </a:prstGeom>
          <a:noFill/>
          <a:ln>
            <a:noFill/>
          </a:ln>
        </p:spPr>
      </p:sp>
      <p:sp>
        <p:nvSpPr>
          <p:cNvPr id="543" name="Google Shape;543;p54"/>
          <p:cNvSpPr txBox="1"/>
          <p:nvPr>
            <p:ph idx="13" type="title"/>
          </p:nvPr>
        </p:nvSpPr>
        <p:spPr>
          <a:xfrm>
            <a:off x="1219800"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4" name="Google Shape;544;p54"/>
          <p:cNvSpPr/>
          <p:nvPr>
            <p:ph idx="14" type="pic"/>
          </p:nvPr>
        </p:nvSpPr>
        <p:spPr>
          <a:xfrm>
            <a:off x="311700" y="2961750"/>
            <a:ext cx="908100" cy="908100"/>
          </a:xfrm>
          <a:prstGeom prst="ellipse">
            <a:avLst/>
          </a:prstGeom>
          <a:noFill/>
          <a:ln>
            <a:noFill/>
          </a:ln>
        </p:spPr>
      </p:sp>
      <p:sp>
        <p:nvSpPr>
          <p:cNvPr id="545" name="Google Shape;545;p54"/>
          <p:cNvSpPr txBox="1"/>
          <p:nvPr>
            <p:ph idx="15" type="subTitle"/>
          </p:nvPr>
        </p:nvSpPr>
        <p:spPr>
          <a:xfrm>
            <a:off x="1219800"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6" name="Google Shape;546;p54"/>
          <p:cNvSpPr txBox="1"/>
          <p:nvPr>
            <p:ph idx="16" type="title"/>
          </p:nvPr>
        </p:nvSpPr>
        <p:spPr>
          <a:xfrm>
            <a:off x="4033502"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7" name="Google Shape;547;p54"/>
          <p:cNvSpPr txBox="1"/>
          <p:nvPr>
            <p:ph idx="17" type="subTitle"/>
          </p:nvPr>
        </p:nvSpPr>
        <p:spPr>
          <a:xfrm>
            <a:off x="4033503"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48" name="Google Shape;548;p54"/>
          <p:cNvSpPr txBox="1"/>
          <p:nvPr>
            <p:ph idx="18" type="title"/>
          </p:nvPr>
        </p:nvSpPr>
        <p:spPr>
          <a:xfrm>
            <a:off x="6847205" y="2961750"/>
            <a:ext cx="1856400" cy="481500"/>
          </a:xfrm>
          <a:prstGeom prst="rect">
            <a:avLst/>
          </a:prstGeom>
        </p:spPr>
        <p:txBody>
          <a:bodyPr anchorCtr="0" anchor="b" bIns="91425" lIns="91425" spcFirstLastPara="1" rIns="91425" wrap="square" tIns="91425">
            <a:normAutofit/>
          </a:bodyPr>
          <a:lstStyle>
            <a:lvl1pPr lvl="0" rtl="0">
              <a:spcBef>
                <a:spcPts val="0"/>
              </a:spcBef>
              <a:spcAft>
                <a:spcPts val="0"/>
              </a:spcAft>
              <a:buSzPts val="1800"/>
              <a:buFont typeface="Inter Medium"/>
              <a:buNone/>
              <a:defRPr sz="1800">
                <a:latin typeface="Inter Medium"/>
                <a:ea typeface="Inter Medium"/>
                <a:cs typeface="Inter Medium"/>
                <a:sym typeface="Inter Medium"/>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549" name="Google Shape;549;p54"/>
          <p:cNvSpPr txBox="1"/>
          <p:nvPr>
            <p:ph idx="19" type="subTitle"/>
          </p:nvPr>
        </p:nvSpPr>
        <p:spPr>
          <a:xfrm>
            <a:off x="6847205" y="3443250"/>
            <a:ext cx="1856400" cy="839100"/>
          </a:xfrm>
          <a:prstGeom prst="rect">
            <a:avLst/>
          </a:prstGeom>
        </p:spPr>
        <p:txBody>
          <a:bodyPr anchorCtr="0" anchor="t" bIns="91425" lIns="91425" spcFirstLastPara="1" rIns="91425" wrap="square" tIns="91425">
            <a:normAutofit/>
          </a:bodyPr>
          <a:lstStyle>
            <a:lvl1pPr lvl="0" rtl="0">
              <a:spcBef>
                <a:spcPts val="0"/>
              </a:spcBef>
              <a:spcAft>
                <a:spcPts val="0"/>
              </a:spcAft>
              <a:buSzPts val="1100"/>
              <a:buFont typeface="Space Mono"/>
              <a:buNone/>
              <a:defRPr sz="1100">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550" name="Google Shape;550;p54"/>
          <p:cNvSpPr/>
          <p:nvPr>
            <p:ph idx="20" type="pic"/>
          </p:nvPr>
        </p:nvSpPr>
        <p:spPr>
          <a:xfrm>
            <a:off x="3125400" y="2961750"/>
            <a:ext cx="908100" cy="908100"/>
          </a:xfrm>
          <a:prstGeom prst="ellipse">
            <a:avLst/>
          </a:prstGeom>
          <a:noFill/>
          <a:ln>
            <a:noFill/>
          </a:ln>
        </p:spPr>
      </p:sp>
      <p:sp>
        <p:nvSpPr>
          <p:cNvPr id="551" name="Google Shape;551;p54"/>
          <p:cNvSpPr/>
          <p:nvPr>
            <p:ph idx="21" type="pic"/>
          </p:nvPr>
        </p:nvSpPr>
        <p:spPr>
          <a:xfrm>
            <a:off x="5914500" y="2961750"/>
            <a:ext cx="908100" cy="908100"/>
          </a:xfrm>
          <a:prstGeom prst="ellipse">
            <a:avLst/>
          </a:prstGeom>
          <a:noFill/>
          <a:ln>
            <a:noFill/>
          </a:ln>
        </p:spPr>
      </p:sp>
      <p:sp>
        <p:nvSpPr>
          <p:cNvPr id="552" name="Google Shape;552;p54"/>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54"/>
          <p:cNvSpPr txBox="1"/>
          <p:nvPr>
            <p:ph idx="2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54" name="Google Shape;554;p54"/>
          <p:cNvPicPr preferRelativeResize="0"/>
          <p:nvPr/>
        </p:nvPicPr>
        <p:blipFill>
          <a:blip r:embed="rId2">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Five Heads (Cards)">
  <p:cSld name="ONE_COLUMN_TEXT_1_1">
    <p:spTree>
      <p:nvGrpSpPr>
        <p:cNvPr id="555" name="Shape 555"/>
        <p:cNvGrpSpPr/>
        <p:nvPr/>
      </p:nvGrpSpPr>
      <p:grpSpPr>
        <a:xfrm>
          <a:off x="0" y="0"/>
          <a:ext cx="0" cy="0"/>
          <a:chOff x="0" y="0"/>
          <a:chExt cx="0" cy="0"/>
        </a:xfrm>
      </p:grpSpPr>
      <p:sp>
        <p:nvSpPr>
          <p:cNvPr id="556" name="Google Shape;556;p5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7" name="Google Shape;557;p55"/>
          <p:cNvPicPr preferRelativeResize="0"/>
          <p:nvPr/>
        </p:nvPicPr>
        <p:blipFill>
          <a:blip r:embed="rId2">
            <a:alphaModFix/>
          </a:blip>
          <a:stretch>
            <a:fillRect/>
          </a:stretch>
        </p:blipFill>
        <p:spPr>
          <a:xfrm>
            <a:off x="457529" y="4543025"/>
            <a:ext cx="950976" cy="142646"/>
          </a:xfrm>
          <a:prstGeom prst="rect">
            <a:avLst/>
          </a:prstGeom>
          <a:noFill/>
          <a:ln>
            <a:noFill/>
          </a:ln>
        </p:spPr>
      </p:pic>
      <p:pic>
        <p:nvPicPr>
          <p:cNvPr id="558" name="Google Shape;558;p55"/>
          <p:cNvPicPr preferRelativeResize="0"/>
          <p:nvPr/>
        </p:nvPicPr>
        <p:blipFill>
          <a:blip r:embed="rId3">
            <a:alphaModFix amt="10000"/>
          </a:blip>
          <a:stretch>
            <a:fillRect/>
          </a:stretch>
        </p:blipFill>
        <p:spPr>
          <a:xfrm>
            <a:off x="414563" y="1811724"/>
            <a:ext cx="1515025" cy="2192350"/>
          </a:xfrm>
          <a:prstGeom prst="rect">
            <a:avLst/>
          </a:prstGeom>
          <a:noFill/>
          <a:ln>
            <a:noFill/>
          </a:ln>
        </p:spPr>
      </p:pic>
      <p:sp>
        <p:nvSpPr>
          <p:cNvPr id="559" name="Google Shape;559;p55"/>
          <p:cNvSpPr txBox="1"/>
          <p:nvPr>
            <p:ph idx="2" type="title"/>
          </p:nvPr>
        </p:nvSpPr>
        <p:spPr>
          <a:xfrm>
            <a:off x="414575"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0" name="Google Shape;560;p55"/>
          <p:cNvSpPr txBox="1"/>
          <p:nvPr>
            <p:ph idx="1" type="subTitle"/>
          </p:nvPr>
        </p:nvSpPr>
        <p:spPr>
          <a:xfrm>
            <a:off x="414575"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1" name="Google Shape;561;p55"/>
          <p:cNvSpPr/>
          <p:nvPr>
            <p:ph idx="3" type="pic"/>
          </p:nvPr>
        </p:nvSpPr>
        <p:spPr>
          <a:xfrm>
            <a:off x="718038" y="1237000"/>
            <a:ext cx="908100" cy="908100"/>
          </a:xfrm>
          <a:prstGeom prst="ellipse">
            <a:avLst/>
          </a:prstGeom>
          <a:noFill/>
          <a:ln>
            <a:noFill/>
          </a:ln>
        </p:spPr>
      </p:sp>
      <p:pic>
        <p:nvPicPr>
          <p:cNvPr id="562" name="Google Shape;562;p55"/>
          <p:cNvPicPr preferRelativeResize="0"/>
          <p:nvPr/>
        </p:nvPicPr>
        <p:blipFill>
          <a:blip r:embed="rId3">
            <a:alphaModFix amt="10000"/>
          </a:blip>
          <a:stretch>
            <a:fillRect/>
          </a:stretch>
        </p:blipFill>
        <p:spPr>
          <a:xfrm>
            <a:off x="2112948" y="1811724"/>
            <a:ext cx="1515025" cy="2192350"/>
          </a:xfrm>
          <a:prstGeom prst="rect">
            <a:avLst/>
          </a:prstGeom>
          <a:noFill/>
          <a:ln>
            <a:noFill/>
          </a:ln>
        </p:spPr>
      </p:pic>
      <p:sp>
        <p:nvSpPr>
          <p:cNvPr id="563" name="Google Shape;563;p55"/>
          <p:cNvSpPr txBox="1"/>
          <p:nvPr>
            <p:ph idx="4" type="title"/>
          </p:nvPr>
        </p:nvSpPr>
        <p:spPr>
          <a:xfrm>
            <a:off x="2112960"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4" name="Google Shape;564;p55"/>
          <p:cNvSpPr txBox="1"/>
          <p:nvPr>
            <p:ph idx="5" type="subTitle"/>
          </p:nvPr>
        </p:nvSpPr>
        <p:spPr>
          <a:xfrm>
            <a:off x="211296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5" name="Google Shape;565;p55"/>
          <p:cNvSpPr/>
          <p:nvPr>
            <p:ph idx="6" type="pic"/>
          </p:nvPr>
        </p:nvSpPr>
        <p:spPr>
          <a:xfrm>
            <a:off x="2416423" y="1237000"/>
            <a:ext cx="908100" cy="908100"/>
          </a:xfrm>
          <a:prstGeom prst="ellipse">
            <a:avLst/>
          </a:prstGeom>
          <a:noFill/>
          <a:ln>
            <a:noFill/>
          </a:ln>
        </p:spPr>
      </p:sp>
      <p:pic>
        <p:nvPicPr>
          <p:cNvPr id="566" name="Google Shape;566;p55"/>
          <p:cNvPicPr preferRelativeResize="0"/>
          <p:nvPr/>
        </p:nvPicPr>
        <p:blipFill>
          <a:blip r:embed="rId3">
            <a:alphaModFix amt="10000"/>
          </a:blip>
          <a:stretch>
            <a:fillRect/>
          </a:stretch>
        </p:blipFill>
        <p:spPr>
          <a:xfrm>
            <a:off x="3811333" y="1811724"/>
            <a:ext cx="1515025" cy="2192350"/>
          </a:xfrm>
          <a:prstGeom prst="rect">
            <a:avLst/>
          </a:prstGeom>
          <a:noFill/>
          <a:ln>
            <a:noFill/>
          </a:ln>
        </p:spPr>
      </p:pic>
      <p:sp>
        <p:nvSpPr>
          <p:cNvPr id="567" name="Google Shape;567;p55"/>
          <p:cNvSpPr txBox="1"/>
          <p:nvPr>
            <p:ph idx="7" type="title"/>
          </p:nvPr>
        </p:nvSpPr>
        <p:spPr>
          <a:xfrm>
            <a:off x="3811346"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68" name="Google Shape;568;p55"/>
          <p:cNvSpPr txBox="1"/>
          <p:nvPr>
            <p:ph idx="8" type="subTitle"/>
          </p:nvPr>
        </p:nvSpPr>
        <p:spPr>
          <a:xfrm>
            <a:off x="3811346"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69" name="Google Shape;569;p55"/>
          <p:cNvSpPr/>
          <p:nvPr>
            <p:ph idx="9" type="pic"/>
          </p:nvPr>
        </p:nvSpPr>
        <p:spPr>
          <a:xfrm>
            <a:off x="4114808" y="1237000"/>
            <a:ext cx="908100" cy="908100"/>
          </a:xfrm>
          <a:prstGeom prst="ellipse">
            <a:avLst/>
          </a:prstGeom>
          <a:noFill/>
          <a:ln>
            <a:noFill/>
          </a:ln>
        </p:spPr>
      </p:sp>
      <p:pic>
        <p:nvPicPr>
          <p:cNvPr id="570" name="Google Shape;570;p55"/>
          <p:cNvPicPr preferRelativeResize="0"/>
          <p:nvPr/>
        </p:nvPicPr>
        <p:blipFill>
          <a:blip r:embed="rId3">
            <a:alphaModFix amt="10000"/>
          </a:blip>
          <a:stretch>
            <a:fillRect/>
          </a:stretch>
        </p:blipFill>
        <p:spPr>
          <a:xfrm>
            <a:off x="5509719" y="1811724"/>
            <a:ext cx="1515025" cy="2192350"/>
          </a:xfrm>
          <a:prstGeom prst="rect">
            <a:avLst/>
          </a:prstGeom>
          <a:noFill/>
          <a:ln>
            <a:noFill/>
          </a:ln>
        </p:spPr>
      </p:pic>
      <p:sp>
        <p:nvSpPr>
          <p:cNvPr id="571" name="Google Shape;571;p55"/>
          <p:cNvSpPr txBox="1"/>
          <p:nvPr>
            <p:ph idx="13" type="title"/>
          </p:nvPr>
        </p:nvSpPr>
        <p:spPr>
          <a:xfrm>
            <a:off x="5509731"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2" name="Google Shape;572;p55"/>
          <p:cNvSpPr txBox="1"/>
          <p:nvPr>
            <p:ph idx="14" type="subTitle"/>
          </p:nvPr>
        </p:nvSpPr>
        <p:spPr>
          <a:xfrm>
            <a:off x="5509731"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3" name="Google Shape;573;p55"/>
          <p:cNvSpPr/>
          <p:nvPr>
            <p:ph idx="15" type="pic"/>
          </p:nvPr>
        </p:nvSpPr>
        <p:spPr>
          <a:xfrm>
            <a:off x="5813194" y="1237000"/>
            <a:ext cx="908100" cy="908100"/>
          </a:xfrm>
          <a:prstGeom prst="ellipse">
            <a:avLst/>
          </a:prstGeom>
          <a:noFill/>
          <a:ln>
            <a:noFill/>
          </a:ln>
        </p:spPr>
      </p:sp>
      <p:pic>
        <p:nvPicPr>
          <p:cNvPr id="574" name="Google Shape;574;p55"/>
          <p:cNvPicPr preferRelativeResize="0"/>
          <p:nvPr/>
        </p:nvPicPr>
        <p:blipFill>
          <a:blip r:embed="rId3">
            <a:alphaModFix amt="10000"/>
          </a:blip>
          <a:stretch>
            <a:fillRect/>
          </a:stretch>
        </p:blipFill>
        <p:spPr>
          <a:xfrm>
            <a:off x="7208104" y="1811724"/>
            <a:ext cx="1515025" cy="2192350"/>
          </a:xfrm>
          <a:prstGeom prst="rect">
            <a:avLst/>
          </a:prstGeom>
          <a:noFill/>
          <a:ln>
            <a:noFill/>
          </a:ln>
        </p:spPr>
      </p:pic>
      <p:sp>
        <p:nvSpPr>
          <p:cNvPr id="575" name="Google Shape;575;p55"/>
          <p:cNvSpPr txBox="1"/>
          <p:nvPr>
            <p:ph idx="16" type="title"/>
          </p:nvPr>
        </p:nvSpPr>
        <p:spPr>
          <a:xfrm>
            <a:off x="7208117" y="2562750"/>
            <a:ext cx="1515000" cy="481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800"/>
              <a:buFont typeface="Inter Medium"/>
              <a:buNone/>
              <a:defRPr sz="1800">
                <a:latin typeface="Inter Medium"/>
                <a:ea typeface="Inter Medium"/>
                <a:cs typeface="Inter Medium"/>
                <a:sym typeface="Inter Medium"/>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576" name="Google Shape;576;p55"/>
          <p:cNvSpPr txBox="1"/>
          <p:nvPr>
            <p:ph idx="17" type="subTitle"/>
          </p:nvPr>
        </p:nvSpPr>
        <p:spPr>
          <a:xfrm>
            <a:off x="7208117" y="3044250"/>
            <a:ext cx="1515000" cy="8391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100"/>
              <a:buFont typeface="Space Mono"/>
              <a:buNone/>
              <a:defRPr sz="1100">
                <a:latin typeface="Space Mono"/>
                <a:ea typeface="Space Mono"/>
                <a:cs typeface="Space Mono"/>
                <a:sym typeface="Space Mono"/>
              </a:defRPr>
            </a:lvl1pPr>
            <a:lvl2pPr lvl="1" rtl="0" algn="ctr">
              <a:spcBef>
                <a:spcPts val="1000"/>
              </a:spcBef>
              <a:spcAft>
                <a:spcPts val="0"/>
              </a:spcAft>
              <a:buSzPts val="1400"/>
              <a:buNone/>
              <a:defRPr/>
            </a:lvl2pPr>
            <a:lvl3pPr lvl="2" rtl="0" algn="ctr">
              <a:spcBef>
                <a:spcPts val="1000"/>
              </a:spcBef>
              <a:spcAft>
                <a:spcPts val="0"/>
              </a:spcAft>
              <a:buSzPts val="1400"/>
              <a:buNone/>
              <a:defRPr/>
            </a:lvl3pPr>
            <a:lvl4pPr lvl="3" rtl="0" algn="ctr">
              <a:spcBef>
                <a:spcPts val="1000"/>
              </a:spcBef>
              <a:spcAft>
                <a:spcPts val="0"/>
              </a:spcAft>
              <a:buSzPts val="1400"/>
              <a:buNone/>
              <a:defRPr/>
            </a:lvl4pPr>
            <a:lvl5pPr lvl="4" rtl="0" algn="ctr">
              <a:spcBef>
                <a:spcPts val="1000"/>
              </a:spcBef>
              <a:spcAft>
                <a:spcPts val="0"/>
              </a:spcAft>
              <a:buSzPts val="1400"/>
              <a:buNone/>
              <a:defRPr/>
            </a:lvl5pPr>
            <a:lvl6pPr lvl="5" rtl="0" algn="ctr">
              <a:spcBef>
                <a:spcPts val="1000"/>
              </a:spcBef>
              <a:spcAft>
                <a:spcPts val="0"/>
              </a:spcAft>
              <a:buSzPts val="1400"/>
              <a:buNone/>
              <a:defRPr/>
            </a:lvl6pPr>
            <a:lvl7pPr lvl="6" rtl="0" algn="ctr">
              <a:spcBef>
                <a:spcPts val="1000"/>
              </a:spcBef>
              <a:spcAft>
                <a:spcPts val="0"/>
              </a:spcAft>
              <a:buSzPts val="1400"/>
              <a:buNone/>
              <a:defRPr/>
            </a:lvl7pPr>
            <a:lvl8pPr lvl="7" rtl="0" algn="ctr">
              <a:spcBef>
                <a:spcPts val="1000"/>
              </a:spcBef>
              <a:spcAft>
                <a:spcPts val="0"/>
              </a:spcAft>
              <a:buSzPts val="1400"/>
              <a:buNone/>
              <a:defRPr/>
            </a:lvl8pPr>
            <a:lvl9pPr lvl="8" rtl="0" algn="ctr">
              <a:spcBef>
                <a:spcPts val="1000"/>
              </a:spcBef>
              <a:spcAft>
                <a:spcPts val="1000"/>
              </a:spcAft>
              <a:buSzPts val="1400"/>
              <a:buNone/>
              <a:defRPr/>
            </a:lvl9pPr>
          </a:lstStyle>
          <a:p/>
        </p:txBody>
      </p:sp>
      <p:sp>
        <p:nvSpPr>
          <p:cNvPr id="577" name="Google Shape;577;p55"/>
          <p:cNvSpPr/>
          <p:nvPr>
            <p:ph idx="18" type="pic"/>
          </p:nvPr>
        </p:nvSpPr>
        <p:spPr>
          <a:xfrm>
            <a:off x="7511579" y="1237000"/>
            <a:ext cx="908100" cy="908100"/>
          </a:xfrm>
          <a:prstGeom prst="ellipse">
            <a:avLst/>
          </a:prstGeom>
          <a:noFill/>
          <a:ln>
            <a:noFill/>
          </a:ln>
        </p:spPr>
      </p:sp>
      <p:sp>
        <p:nvSpPr>
          <p:cNvPr id="578" name="Google Shape;578;p55"/>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79" name="Google Shape;579;p55"/>
          <p:cNvSpPr txBox="1"/>
          <p:nvPr>
            <p:ph idx="19"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eft)">
  <p:cSld name="MAIN_POINT">
    <p:spTree>
      <p:nvGrpSpPr>
        <p:cNvPr id="580" name="Shape 580"/>
        <p:cNvGrpSpPr/>
        <p:nvPr/>
      </p:nvGrpSpPr>
      <p:grpSpPr>
        <a:xfrm>
          <a:off x="0" y="0"/>
          <a:ext cx="0" cy="0"/>
          <a:chOff x="0" y="0"/>
          <a:chExt cx="0" cy="0"/>
        </a:xfrm>
      </p:grpSpPr>
      <p:sp>
        <p:nvSpPr>
          <p:cNvPr id="581" name="Google Shape;581;p5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Font typeface="Inter ExtraBold"/>
              <a:buNone/>
              <a:defRPr sz="4800">
                <a:latin typeface="Inter ExtraBold"/>
                <a:ea typeface="Inter ExtraBold"/>
                <a:cs typeface="Inter ExtraBold"/>
                <a:sym typeface="Inter ExtraBold"/>
              </a:defRPr>
            </a:lvl1pPr>
            <a:lvl2pPr lvl="1" rtl="0">
              <a:spcBef>
                <a:spcPts val="0"/>
              </a:spcBef>
              <a:spcAft>
                <a:spcPts val="0"/>
              </a:spcAft>
              <a:buSzPts val="4800"/>
              <a:buFont typeface="Inter ExtraBold"/>
              <a:buNone/>
              <a:defRPr sz="4800">
                <a:latin typeface="Inter ExtraBold"/>
                <a:ea typeface="Inter ExtraBold"/>
                <a:cs typeface="Inter ExtraBold"/>
                <a:sym typeface="Inter ExtraBold"/>
              </a:defRPr>
            </a:lvl2pPr>
            <a:lvl3pPr lvl="2" rtl="0">
              <a:spcBef>
                <a:spcPts val="0"/>
              </a:spcBef>
              <a:spcAft>
                <a:spcPts val="0"/>
              </a:spcAft>
              <a:buSzPts val="4800"/>
              <a:buFont typeface="Inter ExtraBold"/>
              <a:buNone/>
              <a:defRPr sz="4800">
                <a:latin typeface="Inter ExtraBold"/>
                <a:ea typeface="Inter ExtraBold"/>
                <a:cs typeface="Inter ExtraBold"/>
                <a:sym typeface="Inter ExtraBold"/>
              </a:defRPr>
            </a:lvl3pPr>
            <a:lvl4pPr lvl="3" rtl="0">
              <a:spcBef>
                <a:spcPts val="0"/>
              </a:spcBef>
              <a:spcAft>
                <a:spcPts val="0"/>
              </a:spcAft>
              <a:buSzPts val="4800"/>
              <a:buFont typeface="Inter ExtraBold"/>
              <a:buNone/>
              <a:defRPr sz="4800">
                <a:latin typeface="Inter ExtraBold"/>
                <a:ea typeface="Inter ExtraBold"/>
                <a:cs typeface="Inter ExtraBold"/>
                <a:sym typeface="Inter ExtraBold"/>
              </a:defRPr>
            </a:lvl4pPr>
            <a:lvl5pPr lvl="4" rtl="0">
              <a:spcBef>
                <a:spcPts val="0"/>
              </a:spcBef>
              <a:spcAft>
                <a:spcPts val="0"/>
              </a:spcAft>
              <a:buSzPts val="4800"/>
              <a:buFont typeface="Inter ExtraBold"/>
              <a:buNone/>
              <a:defRPr sz="4800">
                <a:latin typeface="Inter ExtraBold"/>
                <a:ea typeface="Inter ExtraBold"/>
                <a:cs typeface="Inter ExtraBold"/>
                <a:sym typeface="Inter ExtraBold"/>
              </a:defRPr>
            </a:lvl5pPr>
            <a:lvl6pPr lvl="5" rtl="0">
              <a:spcBef>
                <a:spcPts val="0"/>
              </a:spcBef>
              <a:spcAft>
                <a:spcPts val="0"/>
              </a:spcAft>
              <a:buSzPts val="4800"/>
              <a:buFont typeface="Inter ExtraBold"/>
              <a:buNone/>
              <a:defRPr sz="4800">
                <a:latin typeface="Inter ExtraBold"/>
                <a:ea typeface="Inter ExtraBold"/>
                <a:cs typeface="Inter ExtraBold"/>
                <a:sym typeface="Inter ExtraBold"/>
              </a:defRPr>
            </a:lvl6pPr>
            <a:lvl7pPr lvl="6" rtl="0">
              <a:spcBef>
                <a:spcPts val="0"/>
              </a:spcBef>
              <a:spcAft>
                <a:spcPts val="0"/>
              </a:spcAft>
              <a:buSzPts val="4800"/>
              <a:buFont typeface="Inter ExtraBold"/>
              <a:buNone/>
              <a:defRPr sz="4800">
                <a:latin typeface="Inter ExtraBold"/>
                <a:ea typeface="Inter ExtraBold"/>
                <a:cs typeface="Inter ExtraBold"/>
                <a:sym typeface="Inter ExtraBold"/>
              </a:defRPr>
            </a:lvl7pPr>
            <a:lvl8pPr lvl="7" rtl="0">
              <a:spcBef>
                <a:spcPts val="0"/>
              </a:spcBef>
              <a:spcAft>
                <a:spcPts val="0"/>
              </a:spcAft>
              <a:buSzPts val="4800"/>
              <a:buFont typeface="Inter ExtraBold"/>
              <a:buNone/>
              <a:defRPr sz="4800">
                <a:latin typeface="Inter ExtraBold"/>
                <a:ea typeface="Inter ExtraBold"/>
                <a:cs typeface="Inter ExtraBold"/>
                <a:sym typeface="Inter ExtraBold"/>
              </a:defRPr>
            </a:lvl8pPr>
            <a:lvl9pPr lvl="8" rtl="0">
              <a:spcBef>
                <a:spcPts val="0"/>
              </a:spcBef>
              <a:spcAft>
                <a:spcPts val="0"/>
              </a:spcAft>
              <a:buSzPts val="4800"/>
              <a:buFont typeface="Inter ExtraBold"/>
              <a:buNone/>
              <a:defRPr sz="4800">
                <a:latin typeface="Inter ExtraBold"/>
                <a:ea typeface="Inter ExtraBold"/>
                <a:cs typeface="Inter ExtraBold"/>
                <a:sym typeface="Inter ExtraBold"/>
              </a:defRPr>
            </a:lvl9pPr>
          </a:lstStyle>
          <a:p/>
        </p:txBody>
      </p:sp>
      <p:pic>
        <p:nvPicPr>
          <p:cNvPr id="582" name="Google Shape;582;p56"/>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83" name="Google Shape;583;p56"/>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84" name="Google Shape;584;p56"/>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5" name="Shape 585"/>
        <p:cNvGrpSpPr/>
        <p:nvPr/>
      </p:nvGrpSpPr>
      <p:grpSpPr>
        <a:xfrm>
          <a:off x="0" y="0"/>
          <a:ext cx="0" cy="0"/>
          <a:chOff x="0" y="0"/>
          <a:chExt cx="0" cy="0"/>
        </a:xfrm>
      </p:grpSpPr>
      <p:sp>
        <p:nvSpPr>
          <p:cNvPr id="586" name="Google Shape;586;p5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87" name="Google Shape;587;p5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88" name="Google Shape;588;p5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1000"/>
              </a:spcBef>
              <a:spcAft>
                <a:spcPts val="0"/>
              </a:spcAft>
              <a:buSzPts val="1400"/>
              <a:buChar char="○"/>
              <a:defRPr/>
            </a:lvl2pPr>
            <a:lvl3pPr indent="-317500" lvl="2" marL="1371600" rtl="0">
              <a:spcBef>
                <a:spcPts val="1000"/>
              </a:spcBef>
              <a:spcAft>
                <a:spcPts val="0"/>
              </a:spcAft>
              <a:buSzPts val="1400"/>
              <a:buChar char="■"/>
              <a:defRPr/>
            </a:lvl3pPr>
            <a:lvl4pPr indent="-317500" lvl="3" marL="1828800" rtl="0">
              <a:spcBef>
                <a:spcPts val="1000"/>
              </a:spcBef>
              <a:spcAft>
                <a:spcPts val="0"/>
              </a:spcAft>
              <a:buSzPts val="1400"/>
              <a:buChar char="●"/>
              <a:defRPr/>
            </a:lvl4pPr>
            <a:lvl5pPr indent="-317500" lvl="4" marL="2286000" rtl="0">
              <a:spcBef>
                <a:spcPts val="1000"/>
              </a:spcBef>
              <a:spcAft>
                <a:spcPts val="0"/>
              </a:spcAft>
              <a:buSzPts val="1400"/>
              <a:buChar char="○"/>
              <a:defRPr/>
            </a:lvl5pPr>
            <a:lvl6pPr indent="-317500" lvl="5" marL="2743200" rtl="0">
              <a:spcBef>
                <a:spcPts val="1000"/>
              </a:spcBef>
              <a:spcAft>
                <a:spcPts val="0"/>
              </a:spcAft>
              <a:buSzPts val="1400"/>
              <a:buChar char="■"/>
              <a:defRPr/>
            </a:lvl6pPr>
            <a:lvl7pPr indent="-317500" lvl="6" marL="3200400" rtl="0">
              <a:spcBef>
                <a:spcPts val="1000"/>
              </a:spcBef>
              <a:spcAft>
                <a:spcPts val="0"/>
              </a:spcAft>
              <a:buSzPts val="1400"/>
              <a:buChar char="●"/>
              <a:defRPr/>
            </a:lvl7pPr>
            <a:lvl8pPr indent="-317500" lvl="7" marL="3657600" rtl="0">
              <a:spcBef>
                <a:spcPts val="1000"/>
              </a:spcBef>
              <a:spcAft>
                <a:spcPts val="0"/>
              </a:spcAft>
              <a:buSzPts val="1400"/>
              <a:buChar char="○"/>
              <a:defRPr/>
            </a:lvl8pPr>
            <a:lvl9pPr indent="-317500" lvl="8" marL="4114800" rtl="0">
              <a:spcBef>
                <a:spcPts val="1000"/>
              </a:spcBef>
              <a:spcAft>
                <a:spcPts val="1000"/>
              </a:spcAft>
              <a:buSzPts val="1400"/>
              <a:buChar char="■"/>
              <a:defRPr/>
            </a:lvl9pPr>
          </a:lstStyle>
          <a:p/>
        </p:txBody>
      </p:sp>
      <p:pic>
        <p:nvPicPr>
          <p:cNvPr id="589" name="Google Shape;589;p57"/>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0" name="Google Shape;590;p57"/>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1" name="Google Shape;591;p57"/>
          <p:cNvSpPr txBox="1"/>
          <p:nvPr>
            <p:ph idx="3"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592" name="Shape 592"/>
        <p:cNvGrpSpPr/>
        <p:nvPr/>
      </p:nvGrpSpPr>
      <p:grpSpPr>
        <a:xfrm>
          <a:off x="0" y="0"/>
          <a:ext cx="0" cy="0"/>
          <a:chOff x="0" y="0"/>
          <a:chExt cx="0" cy="0"/>
        </a:xfrm>
      </p:grpSpPr>
      <p:sp>
        <p:nvSpPr>
          <p:cNvPr id="593" name="Google Shape;593;p58"/>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94" name="Google Shape;594;p58"/>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95" name="Google Shape;595;p58"/>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6" name="Google Shape;596;p58"/>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597" name="Google Shape;597;p58"/>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598" name="Google Shape;598;p58"/>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99" name="Google Shape;599;p58"/>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600" name="Shape 600"/>
        <p:cNvGrpSpPr/>
        <p:nvPr/>
      </p:nvGrpSpPr>
      <p:grpSpPr>
        <a:xfrm>
          <a:off x="0" y="0"/>
          <a:ext cx="0" cy="0"/>
          <a:chOff x="0" y="0"/>
          <a:chExt cx="0" cy="0"/>
        </a:xfrm>
      </p:grpSpPr>
      <p:sp>
        <p:nvSpPr>
          <p:cNvPr id="601" name="Google Shape;601;p59"/>
          <p:cNvSpPr txBox="1"/>
          <p:nvPr>
            <p:ph type="title"/>
          </p:nvPr>
        </p:nvSpPr>
        <p:spPr>
          <a:xfrm>
            <a:off x="656250" y="942850"/>
            <a:ext cx="7831500" cy="888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602" name="Google Shape;602;p59"/>
          <p:cNvSpPr txBox="1"/>
          <p:nvPr>
            <p:ph idx="1" type="subTitle"/>
          </p:nvPr>
        </p:nvSpPr>
        <p:spPr>
          <a:xfrm>
            <a:off x="656250" y="1919425"/>
            <a:ext cx="7831500" cy="1896900"/>
          </a:xfrm>
          <a:prstGeom prst="rect">
            <a:avLst/>
          </a:prstGeom>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603" name="Google Shape;603;p59"/>
          <p:cNvSpPr txBox="1"/>
          <p:nvPr>
            <p:ph idx="12" type="sldNum"/>
          </p:nvPr>
        </p:nvSpPr>
        <p:spPr>
          <a:xfrm>
            <a:off x="8140933" y="4417542"/>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4" name="Google Shape;604;p59"/>
          <p:cNvSpPr txBox="1"/>
          <p:nvPr>
            <p:ph idx="2" type="sldNum"/>
          </p:nvPr>
        </p:nvSpPr>
        <p:spPr>
          <a:xfrm>
            <a:off x="7704106" y="4417550"/>
            <a:ext cx="7776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Inter"/>
                <a:ea typeface="Inter"/>
                <a:cs typeface="Inter"/>
                <a:sym typeface="Inter"/>
              </a:defRPr>
            </a:lvl1pPr>
            <a:lvl2pPr lvl="1" rtl="0">
              <a:buNone/>
              <a:defRPr>
                <a:solidFill>
                  <a:schemeClr val="dk1"/>
                </a:solidFill>
                <a:latin typeface="Inter"/>
                <a:ea typeface="Inter"/>
                <a:cs typeface="Inter"/>
                <a:sym typeface="Inter"/>
              </a:defRPr>
            </a:lvl2pPr>
            <a:lvl3pPr lvl="2" rtl="0">
              <a:buNone/>
              <a:defRPr>
                <a:solidFill>
                  <a:schemeClr val="dk1"/>
                </a:solidFill>
                <a:latin typeface="Inter"/>
                <a:ea typeface="Inter"/>
                <a:cs typeface="Inter"/>
                <a:sym typeface="Inter"/>
              </a:defRPr>
            </a:lvl3pPr>
            <a:lvl4pPr lvl="3" rtl="0">
              <a:buNone/>
              <a:defRPr>
                <a:solidFill>
                  <a:schemeClr val="dk1"/>
                </a:solidFill>
                <a:latin typeface="Inter"/>
                <a:ea typeface="Inter"/>
                <a:cs typeface="Inter"/>
                <a:sym typeface="Inter"/>
              </a:defRPr>
            </a:lvl4pPr>
            <a:lvl5pPr lvl="4" rtl="0">
              <a:buNone/>
              <a:defRPr>
                <a:solidFill>
                  <a:schemeClr val="dk1"/>
                </a:solidFill>
                <a:latin typeface="Inter"/>
                <a:ea typeface="Inter"/>
                <a:cs typeface="Inter"/>
                <a:sym typeface="Inter"/>
              </a:defRPr>
            </a:lvl5pPr>
            <a:lvl6pPr lvl="5" rtl="0">
              <a:buNone/>
              <a:defRPr>
                <a:solidFill>
                  <a:schemeClr val="dk1"/>
                </a:solidFill>
                <a:latin typeface="Inter"/>
                <a:ea typeface="Inter"/>
                <a:cs typeface="Inter"/>
                <a:sym typeface="Inter"/>
              </a:defRPr>
            </a:lvl6pPr>
            <a:lvl7pPr lvl="6" rtl="0">
              <a:buNone/>
              <a:defRPr>
                <a:solidFill>
                  <a:schemeClr val="dk1"/>
                </a:solidFill>
                <a:latin typeface="Inter"/>
                <a:ea typeface="Inter"/>
                <a:cs typeface="Inter"/>
                <a:sym typeface="Inter"/>
              </a:defRPr>
            </a:lvl7pPr>
            <a:lvl8pPr lvl="7" rtl="0">
              <a:buNone/>
              <a:defRPr>
                <a:solidFill>
                  <a:schemeClr val="dk1"/>
                </a:solidFill>
                <a:latin typeface="Inter"/>
                <a:ea typeface="Inter"/>
                <a:cs typeface="Inter"/>
                <a:sym typeface="Inter"/>
              </a:defRPr>
            </a:lvl8pPr>
            <a:lvl9pPr lvl="8" rtl="0">
              <a:buNone/>
              <a:defRPr>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605" name="Google Shape;605;p59"/>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06" name="Google Shape;606;p59"/>
          <p:cNvSpPr txBox="1"/>
          <p:nvPr>
            <p:ph idx="3"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07" name="Google Shape;607;p59"/>
          <p:cNvSpPr txBox="1"/>
          <p:nvPr>
            <p:ph idx="4"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8" name="Shape 608"/>
        <p:cNvGrpSpPr/>
        <p:nvPr/>
      </p:nvGrpSpPr>
      <p:grpSpPr>
        <a:xfrm>
          <a:off x="0" y="0"/>
          <a:ext cx="0" cy="0"/>
          <a:chOff x="0" y="0"/>
          <a:chExt cx="0" cy="0"/>
        </a:xfrm>
      </p:grpSpPr>
      <p:sp>
        <p:nvSpPr>
          <p:cNvPr id="609" name="Google Shape;609;p60"/>
          <p:cNvSpPr txBox="1"/>
          <p:nvPr>
            <p:ph idx="1" type="body"/>
          </p:nvPr>
        </p:nvSpPr>
        <p:spPr>
          <a:xfrm>
            <a:off x="311700" y="361752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pic>
        <p:nvPicPr>
          <p:cNvPr id="610" name="Google Shape;610;p60"/>
          <p:cNvPicPr preferRelativeResize="0"/>
          <p:nvPr/>
        </p:nvPicPr>
        <p:blipFill>
          <a:blip r:embed="rId2">
            <a:alphaModFix/>
          </a:blip>
          <a:stretch>
            <a:fillRect/>
          </a:stretch>
        </p:blipFill>
        <p:spPr>
          <a:xfrm>
            <a:off x="457529" y="4543025"/>
            <a:ext cx="950976" cy="142646"/>
          </a:xfrm>
          <a:prstGeom prst="rect">
            <a:avLst/>
          </a:prstGeom>
          <a:noFill/>
          <a:ln>
            <a:noFill/>
          </a:ln>
        </p:spPr>
      </p:pic>
      <p:sp>
        <p:nvSpPr>
          <p:cNvPr id="611" name="Google Shape;611;p60"/>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12" name="Google Shape;612;p60"/>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13" name="Shape 613"/>
        <p:cNvGrpSpPr/>
        <p:nvPr/>
      </p:nvGrpSpPr>
      <p:grpSpPr>
        <a:xfrm>
          <a:off x="0" y="0"/>
          <a:ext cx="0" cy="0"/>
          <a:chOff x="0" y="0"/>
          <a:chExt cx="0" cy="0"/>
        </a:xfrm>
      </p:grpSpPr>
      <p:pic>
        <p:nvPicPr>
          <p:cNvPr id="614" name="Google Shape;614;p61"/>
          <p:cNvPicPr preferRelativeResize="0"/>
          <p:nvPr/>
        </p:nvPicPr>
        <p:blipFill>
          <a:blip r:embed="rId2">
            <a:alphaModFix/>
          </a:blip>
          <a:stretch>
            <a:fillRect/>
          </a:stretch>
        </p:blipFill>
        <p:spPr>
          <a:xfrm>
            <a:off x="388775" y="1652350"/>
            <a:ext cx="8367226" cy="2812650"/>
          </a:xfrm>
          <a:prstGeom prst="rect">
            <a:avLst/>
          </a:prstGeom>
          <a:noFill/>
          <a:ln>
            <a:noFill/>
          </a:ln>
        </p:spPr>
      </p:pic>
      <p:sp>
        <p:nvSpPr>
          <p:cNvPr id="615" name="Google Shape;615;p61"/>
          <p:cNvSpPr txBox="1"/>
          <p:nvPr>
            <p:ph hasCustomPrompt="1" type="title"/>
          </p:nvPr>
        </p:nvSpPr>
        <p:spPr>
          <a:xfrm>
            <a:off x="590401" y="1647950"/>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16" name="Google Shape;616;p61"/>
          <p:cNvSpPr txBox="1"/>
          <p:nvPr>
            <p:ph idx="2"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7" name="Google Shape;617;p61"/>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18" name="Google Shape;618;p61"/>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19" name="Google Shape;619;p61"/>
          <p:cNvSpPr txBox="1"/>
          <p:nvPr>
            <p:ph idx="3" type="subTitle"/>
          </p:nvPr>
        </p:nvSpPr>
        <p:spPr>
          <a:xfrm>
            <a:off x="590400" y="3005625"/>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20" name="Google Shape;620;p61"/>
          <p:cNvSpPr txBox="1"/>
          <p:nvPr>
            <p:ph hasCustomPrompt="1" idx="4" type="title"/>
          </p:nvPr>
        </p:nvSpPr>
        <p:spPr>
          <a:xfrm>
            <a:off x="4776726" y="1652738"/>
            <a:ext cx="3793200" cy="16248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10000"/>
              <a:buFont typeface="Inter SemiBold"/>
              <a:buNone/>
              <a:defRPr sz="100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21" name="Google Shape;621;p61"/>
          <p:cNvSpPr txBox="1"/>
          <p:nvPr>
            <p:ph idx="5" type="subTitle"/>
          </p:nvPr>
        </p:nvSpPr>
        <p:spPr>
          <a:xfrm>
            <a:off x="4776725" y="3010413"/>
            <a:ext cx="3793200" cy="7452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800"/>
              <a:buFont typeface="Space Mono"/>
              <a:buNone/>
              <a:defRPr>
                <a:solidFill>
                  <a:schemeClr val="dk1"/>
                </a:solidFill>
                <a:latin typeface="Space Mono"/>
                <a:ea typeface="Space Mono"/>
                <a:cs typeface="Space Mono"/>
                <a:sym typeface="Space Mono"/>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pic>
        <p:nvPicPr>
          <p:cNvPr id="622" name="Google Shape;622;p61"/>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23" name="Google Shape;623;p61"/>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24" name="Google Shape;624;p61"/>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1)">
  <p:cSld name="BIG_NUMBER_1">
    <p:bg>
      <p:bgPr>
        <a:solidFill>
          <a:schemeClr val="dk1"/>
        </a:solidFill>
      </p:bgPr>
    </p:bg>
    <p:spTree>
      <p:nvGrpSpPr>
        <p:cNvPr id="625" name="Shape 625"/>
        <p:cNvGrpSpPr/>
        <p:nvPr/>
      </p:nvGrpSpPr>
      <p:grpSpPr>
        <a:xfrm>
          <a:off x="0" y="0"/>
          <a:ext cx="0" cy="0"/>
          <a:chOff x="0" y="0"/>
          <a:chExt cx="0" cy="0"/>
        </a:xfrm>
      </p:grpSpPr>
      <p:sp>
        <p:nvSpPr>
          <p:cNvPr id="626" name="Google Shape;626;p62"/>
          <p:cNvSpPr txBox="1"/>
          <p:nvPr>
            <p:ph type="title"/>
          </p:nvPr>
        </p:nvSpPr>
        <p:spPr>
          <a:xfrm>
            <a:off x="311700" y="445025"/>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7" name="Google Shape;627;p62"/>
          <p:cNvSpPr txBox="1"/>
          <p:nvPr>
            <p:ph idx="1" type="subTitle"/>
          </p:nvPr>
        </p:nvSpPr>
        <p:spPr>
          <a:xfrm>
            <a:off x="311700" y="1055100"/>
            <a:ext cx="44127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cxnSp>
        <p:nvCxnSpPr>
          <p:cNvPr id="628" name="Google Shape;628;p62"/>
          <p:cNvCxnSpPr/>
          <p:nvPr/>
        </p:nvCxnSpPr>
        <p:spPr>
          <a:xfrm rot="10800000">
            <a:off x="4549601" y="1710538"/>
            <a:ext cx="0" cy="2168700"/>
          </a:xfrm>
          <a:prstGeom prst="straightConnector1">
            <a:avLst/>
          </a:prstGeom>
          <a:noFill/>
          <a:ln cap="flat" cmpd="sng" w="9525">
            <a:solidFill>
              <a:schemeClr val="dk1"/>
            </a:solidFill>
            <a:prstDash val="solid"/>
            <a:round/>
            <a:headEnd len="med" w="med" type="none"/>
            <a:tailEnd len="med" w="med" type="none"/>
          </a:ln>
        </p:spPr>
      </p:cxnSp>
      <p:sp>
        <p:nvSpPr>
          <p:cNvPr id="629" name="Google Shape;629;p62"/>
          <p:cNvSpPr txBox="1"/>
          <p:nvPr>
            <p:ph idx="2" type="body"/>
          </p:nvPr>
        </p:nvSpPr>
        <p:spPr>
          <a:xfrm>
            <a:off x="311700" y="1570900"/>
            <a:ext cx="4412700" cy="2534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D9D9D9"/>
              </a:buClr>
              <a:buSzPts val="1800"/>
              <a:buChar char="●"/>
              <a:defRPr>
                <a:solidFill>
                  <a:srgbClr val="D9D9D9"/>
                </a:solidFill>
              </a:defRPr>
            </a:lvl1pPr>
            <a:lvl2pPr indent="-317500" lvl="1" marL="914400" rtl="0">
              <a:spcBef>
                <a:spcPts val="1000"/>
              </a:spcBef>
              <a:spcAft>
                <a:spcPts val="0"/>
              </a:spcAft>
              <a:buClr>
                <a:srgbClr val="D9D9D9"/>
              </a:buClr>
              <a:buSzPts val="1400"/>
              <a:buChar char="○"/>
              <a:defRPr>
                <a:solidFill>
                  <a:srgbClr val="D9D9D9"/>
                </a:solidFill>
              </a:defRPr>
            </a:lvl2pPr>
            <a:lvl3pPr indent="-317500" lvl="2" marL="1371600" rtl="0">
              <a:spcBef>
                <a:spcPts val="1000"/>
              </a:spcBef>
              <a:spcAft>
                <a:spcPts val="0"/>
              </a:spcAft>
              <a:buClr>
                <a:srgbClr val="D9D9D9"/>
              </a:buClr>
              <a:buSzPts val="1400"/>
              <a:buChar char="■"/>
              <a:defRPr>
                <a:solidFill>
                  <a:srgbClr val="D9D9D9"/>
                </a:solidFill>
              </a:defRPr>
            </a:lvl3pPr>
            <a:lvl4pPr indent="-317500" lvl="3" marL="1828800" rtl="0">
              <a:spcBef>
                <a:spcPts val="1000"/>
              </a:spcBef>
              <a:spcAft>
                <a:spcPts val="0"/>
              </a:spcAft>
              <a:buClr>
                <a:srgbClr val="D9D9D9"/>
              </a:buClr>
              <a:buSzPts val="1400"/>
              <a:buChar char="●"/>
              <a:defRPr>
                <a:solidFill>
                  <a:srgbClr val="D9D9D9"/>
                </a:solidFill>
              </a:defRPr>
            </a:lvl4pPr>
            <a:lvl5pPr indent="-317500" lvl="4" marL="2286000" rtl="0">
              <a:spcBef>
                <a:spcPts val="1000"/>
              </a:spcBef>
              <a:spcAft>
                <a:spcPts val="0"/>
              </a:spcAft>
              <a:buClr>
                <a:srgbClr val="D9D9D9"/>
              </a:buClr>
              <a:buSzPts val="1400"/>
              <a:buChar char="○"/>
              <a:defRPr>
                <a:solidFill>
                  <a:srgbClr val="D9D9D9"/>
                </a:solidFill>
              </a:defRPr>
            </a:lvl5pPr>
            <a:lvl6pPr indent="-317500" lvl="5" marL="2743200" rtl="0">
              <a:spcBef>
                <a:spcPts val="1000"/>
              </a:spcBef>
              <a:spcAft>
                <a:spcPts val="0"/>
              </a:spcAft>
              <a:buClr>
                <a:srgbClr val="D9D9D9"/>
              </a:buClr>
              <a:buSzPts val="1400"/>
              <a:buChar char="■"/>
              <a:defRPr>
                <a:solidFill>
                  <a:srgbClr val="D9D9D9"/>
                </a:solidFill>
              </a:defRPr>
            </a:lvl6pPr>
            <a:lvl7pPr indent="-317500" lvl="6" marL="3200400" rtl="0">
              <a:spcBef>
                <a:spcPts val="1000"/>
              </a:spcBef>
              <a:spcAft>
                <a:spcPts val="0"/>
              </a:spcAft>
              <a:buClr>
                <a:srgbClr val="D9D9D9"/>
              </a:buClr>
              <a:buSzPts val="1400"/>
              <a:buChar char="●"/>
              <a:defRPr>
                <a:solidFill>
                  <a:srgbClr val="D9D9D9"/>
                </a:solidFill>
              </a:defRPr>
            </a:lvl7pPr>
            <a:lvl8pPr indent="-317500" lvl="7" marL="3657600" rtl="0">
              <a:spcBef>
                <a:spcPts val="1000"/>
              </a:spcBef>
              <a:spcAft>
                <a:spcPts val="0"/>
              </a:spcAft>
              <a:buClr>
                <a:srgbClr val="D9D9D9"/>
              </a:buClr>
              <a:buSzPts val="1400"/>
              <a:buChar char="○"/>
              <a:defRPr>
                <a:solidFill>
                  <a:srgbClr val="D9D9D9"/>
                </a:solidFill>
              </a:defRPr>
            </a:lvl8pPr>
            <a:lvl9pPr indent="-317500" lvl="8" marL="4114800" rtl="0">
              <a:spcBef>
                <a:spcPts val="1000"/>
              </a:spcBef>
              <a:spcAft>
                <a:spcPts val="1000"/>
              </a:spcAft>
              <a:buClr>
                <a:srgbClr val="D9D9D9"/>
              </a:buClr>
              <a:buSzPts val="1400"/>
              <a:buChar char="■"/>
              <a:defRPr>
                <a:solidFill>
                  <a:srgbClr val="D9D9D9"/>
                </a:solidFill>
              </a:defRPr>
            </a:lvl9pPr>
          </a:lstStyle>
          <a:p/>
        </p:txBody>
      </p:sp>
      <p:sp>
        <p:nvSpPr>
          <p:cNvPr id="630" name="Google Shape;630;p62"/>
          <p:cNvSpPr/>
          <p:nvPr>
            <p:ph idx="3" type="pic"/>
          </p:nvPr>
        </p:nvSpPr>
        <p:spPr>
          <a:xfrm>
            <a:off x="5133600" y="0"/>
            <a:ext cx="4010400" cy="2775900"/>
          </a:xfrm>
          <a:prstGeom prst="rect">
            <a:avLst/>
          </a:prstGeom>
          <a:noFill/>
          <a:ln>
            <a:noFill/>
          </a:ln>
        </p:spPr>
      </p:sp>
      <p:pic>
        <p:nvPicPr>
          <p:cNvPr id="631" name="Google Shape;631;p62"/>
          <p:cNvPicPr preferRelativeResize="0"/>
          <p:nvPr/>
        </p:nvPicPr>
        <p:blipFill>
          <a:blip r:embed="rId2">
            <a:alphaModFix/>
          </a:blip>
          <a:stretch>
            <a:fillRect/>
          </a:stretch>
        </p:blipFill>
        <p:spPr>
          <a:xfrm>
            <a:off x="5133599" y="2946925"/>
            <a:ext cx="3572248" cy="1596099"/>
          </a:xfrm>
          <a:prstGeom prst="rect">
            <a:avLst/>
          </a:prstGeom>
          <a:noFill/>
          <a:ln>
            <a:noFill/>
          </a:ln>
        </p:spPr>
      </p:pic>
      <p:sp>
        <p:nvSpPr>
          <p:cNvPr id="632" name="Google Shape;632;p62"/>
          <p:cNvSpPr txBox="1"/>
          <p:nvPr>
            <p:ph hasCustomPrompt="1" idx="4" type="title"/>
          </p:nvPr>
        </p:nvSpPr>
        <p:spPr>
          <a:xfrm>
            <a:off x="5276850" y="2946925"/>
            <a:ext cx="3285900" cy="1015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dk1"/>
              </a:buClr>
              <a:buSzPts val="6500"/>
              <a:buFont typeface="Inter SemiBold"/>
              <a:buNone/>
              <a:defRPr sz="6500">
                <a:solidFill>
                  <a:schemeClr val="dk1"/>
                </a:solidFill>
                <a:latin typeface="Inter SemiBold"/>
                <a:ea typeface="Inter SemiBold"/>
                <a:cs typeface="Inter SemiBold"/>
                <a:sym typeface="Inter SemiBold"/>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633" name="Google Shape;633;p62"/>
          <p:cNvSpPr txBox="1"/>
          <p:nvPr>
            <p:ph idx="5" type="subTitle"/>
          </p:nvPr>
        </p:nvSpPr>
        <p:spPr>
          <a:xfrm>
            <a:off x="5276988" y="3715100"/>
            <a:ext cx="32859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dk1"/>
              </a:buClr>
              <a:buSzPts val="1200"/>
              <a:buFont typeface="Space Mono"/>
              <a:buNone/>
              <a:defRPr sz="1200">
                <a:solidFill>
                  <a:schemeClr val="dk1"/>
                </a:solidFill>
                <a:latin typeface="Space Mono"/>
                <a:ea typeface="Space Mono"/>
                <a:cs typeface="Space Mono"/>
                <a:sym typeface="Space Mono"/>
              </a:defRPr>
            </a:lvl1pPr>
            <a:lvl2pPr lvl="1" rtl="0">
              <a:spcBef>
                <a:spcPts val="1000"/>
              </a:spcBef>
              <a:spcAft>
                <a:spcPts val="0"/>
              </a:spcAft>
              <a:buSzPts val="1200"/>
              <a:buNone/>
              <a:defRPr sz="1200"/>
            </a:lvl2pPr>
            <a:lvl3pPr lvl="2" rtl="0">
              <a:spcBef>
                <a:spcPts val="1000"/>
              </a:spcBef>
              <a:spcAft>
                <a:spcPts val="0"/>
              </a:spcAft>
              <a:buSzPts val="1200"/>
              <a:buNone/>
              <a:defRPr sz="1200"/>
            </a:lvl3pPr>
            <a:lvl4pPr lvl="3" rtl="0">
              <a:spcBef>
                <a:spcPts val="1000"/>
              </a:spcBef>
              <a:spcAft>
                <a:spcPts val="0"/>
              </a:spcAft>
              <a:buSzPts val="1200"/>
              <a:buNone/>
              <a:defRPr sz="1200"/>
            </a:lvl4pPr>
            <a:lvl5pPr lvl="4" rtl="0">
              <a:spcBef>
                <a:spcPts val="1000"/>
              </a:spcBef>
              <a:spcAft>
                <a:spcPts val="0"/>
              </a:spcAft>
              <a:buSzPts val="1200"/>
              <a:buNone/>
              <a:defRPr sz="1200"/>
            </a:lvl5pPr>
            <a:lvl6pPr lvl="5" rtl="0">
              <a:spcBef>
                <a:spcPts val="1000"/>
              </a:spcBef>
              <a:spcAft>
                <a:spcPts val="0"/>
              </a:spcAft>
              <a:buSzPts val="1200"/>
              <a:buNone/>
              <a:defRPr sz="1200"/>
            </a:lvl6pPr>
            <a:lvl7pPr lvl="6" rtl="0">
              <a:spcBef>
                <a:spcPts val="1000"/>
              </a:spcBef>
              <a:spcAft>
                <a:spcPts val="0"/>
              </a:spcAft>
              <a:buSzPts val="1200"/>
              <a:buNone/>
              <a:defRPr sz="1200"/>
            </a:lvl7pPr>
            <a:lvl8pPr lvl="7" rtl="0">
              <a:spcBef>
                <a:spcPts val="1000"/>
              </a:spcBef>
              <a:spcAft>
                <a:spcPts val="0"/>
              </a:spcAft>
              <a:buSzPts val="1200"/>
              <a:buNone/>
              <a:defRPr sz="1200"/>
            </a:lvl8pPr>
            <a:lvl9pPr lvl="8" rtl="0">
              <a:spcBef>
                <a:spcPts val="1000"/>
              </a:spcBef>
              <a:spcAft>
                <a:spcPts val="1000"/>
              </a:spcAft>
              <a:buSzPts val="1200"/>
              <a:buNone/>
              <a:defRPr sz="1200"/>
            </a:lvl9pPr>
          </a:lstStyle>
          <a:p/>
        </p:txBody>
      </p:sp>
      <p:sp>
        <p:nvSpPr>
          <p:cNvPr id="634" name="Google Shape;634;p62"/>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5" name="Google Shape;635;p62"/>
          <p:cNvSpPr txBox="1"/>
          <p:nvPr>
            <p:ph idx="6"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pic>
        <p:nvPicPr>
          <p:cNvPr id="636" name="Google Shape;636;p62"/>
          <p:cNvPicPr preferRelativeResize="0"/>
          <p:nvPr/>
        </p:nvPicPr>
        <p:blipFill>
          <a:blip r:embed="rId3">
            <a:alphaModFix/>
          </a:blip>
          <a:stretch>
            <a:fillRect/>
          </a:stretch>
        </p:blipFill>
        <p:spPr>
          <a:xfrm>
            <a:off x="457529" y="4543025"/>
            <a:ext cx="950976" cy="142646"/>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K" type="blank">
  <p:cSld name="BLANK">
    <p:spTree>
      <p:nvGrpSpPr>
        <p:cNvPr id="637" name="Shape 637"/>
        <p:cNvGrpSpPr/>
        <p:nvPr/>
      </p:nvGrpSpPr>
      <p:grpSpPr>
        <a:xfrm>
          <a:off x="0" y="0"/>
          <a:ext cx="0" cy="0"/>
          <a:chOff x="0" y="0"/>
          <a:chExt cx="0" cy="0"/>
        </a:xfrm>
      </p:grpSpPr>
      <p:sp>
        <p:nvSpPr>
          <p:cNvPr id="638" name="Google Shape;638;p63"/>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63"/>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adient">
  <p:cSld name="BLANK_2">
    <p:bg>
      <p:bgPr>
        <a:blipFill>
          <a:blip r:embed="rId2">
            <a:alphaModFix/>
          </a:blip>
          <a:stretch>
            <a:fillRect/>
          </a:stretch>
        </a:blipFill>
      </p:bgPr>
    </p:bg>
    <p:spTree>
      <p:nvGrpSpPr>
        <p:cNvPr id="640" name="Shape 640"/>
        <p:cNvGrpSpPr/>
        <p:nvPr/>
      </p:nvGrpSpPr>
      <p:grpSpPr>
        <a:xfrm>
          <a:off x="0" y="0"/>
          <a:ext cx="0" cy="0"/>
          <a:chOff x="0" y="0"/>
          <a:chExt cx="0" cy="0"/>
        </a:xfrm>
      </p:grpSpPr>
      <p:sp>
        <p:nvSpPr>
          <p:cNvPr id="641" name="Google Shape;641;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HT">
  <p:cSld name="BLANK_1">
    <p:bg>
      <p:bgPr>
        <a:solidFill>
          <a:schemeClr val="lt1"/>
        </a:solidFill>
      </p:bgPr>
    </p:bg>
    <p:spTree>
      <p:nvGrpSpPr>
        <p:cNvPr id="642" name="Shape 642"/>
        <p:cNvGrpSpPr/>
        <p:nvPr/>
      </p:nvGrpSpPr>
      <p:grpSpPr>
        <a:xfrm>
          <a:off x="0" y="0"/>
          <a:ext cx="0" cy="0"/>
          <a:chOff x="0" y="0"/>
          <a:chExt cx="0" cy="0"/>
        </a:xfrm>
      </p:grpSpPr>
      <p:sp>
        <p:nvSpPr>
          <p:cNvPr id="643" name="Google Shape;643;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3">
  <p:cSld name="TITLE_3">
    <p:spTree>
      <p:nvGrpSpPr>
        <p:cNvPr id="644" name="Shape 644"/>
        <p:cNvGrpSpPr/>
        <p:nvPr/>
      </p:nvGrpSpPr>
      <p:grpSpPr>
        <a:xfrm>
          <a:off x="0" y="0"/>
          <a:ext cx="0" cy="0"/>
          <a:chOff x="0" y="0"/>
          <a:chExt cx="0" cy="0"/>
        </a:xfrm>
      </p:grpSpPr>
      <p:sp>
        <p:nvSpPr>
          <p:cNvPr id="645" name="Google Shape;645;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46" name="Google Shape;646;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s + Assets">
  <p:cSld name="TITLE_3_1">
    <p:spTree>
      <p:nvGrpSpPr>
        <p:cNvPr id="647" name="Shape 647"/>
        <p:cNvGrpSpPr/>
        <p:nvPr/>
      </p:nvGrpSpPr>
      <p:grpSpPr>
        <a:xfrm>
          <a:off x="0" y="0"/>
          <a:ext cx="0" cy="0"/>
          <a:chOff x="0" y="0"/>
          <a:chExt cx="0" cy="0"/>
        </a:xfrm>
      </p:grpSpPr>
      <p:cxnSp>
        <p:nvCxnSpPr>
          <p:cNvPr id="648" name="Google Shape;648;p67"/>
          <p:cNvCxnSpPr/>
          <p:nvPr/>
        </p:nvCxnSpPr>
        <p:spPr>
          <a:xfrm>
            <a:off x="414650" y="913250"/>
            <a:ext cx="3749400" cy="0"/>
          </a:xfrm>
          <a:prstGeom prst="straightConnector1">
            <a:avLst/>
          </a:prstGeom>
          <a:noFill/>
          <a:ln cap="flat" cmpd="sng" w="9525">
            <a:solidFill>
              <a:srgbClr val="595959"/>
            </a:solidFill>
            <a:prstDash val="solid"/>
            <a:round/>
            <a:headEnd len="med" w="med" type="none"/>
            <a:tailEnd len="med" w="med" type="none"/>
          </a:ln>
        </p:spPr>
      </p:cxnSp>
      <p:sp>
        <p:nvSpPr>
          <p:cNvPr id="649" name="Google Shape;649;p67"/>
          <p:cNvSpPr txBox="1"/>
          <p:nvPr/>
        </p:nvSpPr>
        <p:spPr>
          <a:xfrm>
            <a:off x="414650" y="445025"/>
            <a:ext cx="37494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Icons &amp; Symbols</a:t>
            </a:r>
            <a:endParaRPr sz="1820">
              <a:solidFill>
                <a:srgbClr val="FFFFFF"/>
              </a:solidFill>
              <a:latin typeface="Inter"/>
              <a:ea typeface="Inter"/>
              <a:cs typeface="Inter"/>
              <a:sym typeface="Inter"/>
            </a:endParaRPr>
          </a:p>
        </p:txBody>
      </p:sp>
      <p:pic>
        <p:nvPicPr>
          <p:cNvPr id="650" name="Google Shape;650;p67"/>
          <p:cNvPicPr preferRelativeResize="0"/>
          <p:nvPr/>
        </p:nvPicPr>
        <p:blipFill>
          <a:blip r:embed="rId2">
            <a:alphaModFix/>
          </a:blip>
          <a:stretch>
            <a:fillRect/>
          </a:stretch>
        </p:blipFill>
        <p:spPr>
          <a:xfrm>
            <a:off x="5818300" y="1853016"/>
            <a:ext cx="2213224" cy="441384"/>
          </a:xfrm>
          <a:prstGeom prst="rect">
            <a:avLst/>
          </a:prstGeom>
          <a:noFill/>
          <a:ln>
            <a:noFill/>
          </a:ln>
        </p:spPr>
      </p:pic>
      <p:pic>
        <p:nvPicPr>
          <p:cNvPr id="651" name="Google Shape;651;p67"/>
          <p:cNvPicPr preferRelativeResize="0"/>
          <p:nvPr/>
        </p:nvPicPr>
        <p:blipFill>
          <a:blip r:embed="rId3">
            <a:alphaModFix/>
          </a:blip>
          <a:stretch>
            <a:fillRect/>
          </a:stretch>
        </p:blipFill>
        <p:spPr>
          <a:xfrm>
            <a:off x="5818300" y="1162450"/>
            <a:ext cx="2213224" cy="441384"/>
          </a:xfrm>
          <a:prstGeom prst="rect">
            <a:avLst/>
          </a:prstGeom>
          <a:noFill/>
          <a:ln>
            <a:noFill/>
          </a:ln>
        </p:spPr>
      </p:pic>
      <p:cxnSp>
        <p:nvCxnSpPr>
          <p:cNvPr id="652" name="Google Shape;652;p67"/>
          <p:cNvCxnSpPr/>
          <p:nvPr/>
        </p:nvCxnSpPr>
        <p:spPr>
          <a:xfrm>
            <a:off x="4554500" y="913250"/>
            <a:ext cx="4167000" cy="0"/>
          </a:xfrm>
          <a:prstGeom prst="straightConnector1">
            <a:avLst/>
          </a:prstGeom>
          <a:noFill/>
          <a:ln cap="flat" cmpd="sng" w="9525">
            <a:solidFill>
              <a:srgbClr val="595959"/>
            </a:solidFill>
            <a:prstDash val="solid"/>
            <a:round/>
            <a:headEnd len="med" w="med" type="none"/>
            <a:tailEnd len="med" w="med" type="none"/>
          </a:ln>
        </p:spPr>
      </p:cxnSp>
      <p:sp>
        <p:nvSpPr>
          <p:cNvPr id="653" name="Google Shape;653;p67"/>
          <p:cNvSpPr txBox="1"/>
          <p:nvPr/>
        </p:nvSpPr>
        <p:spPr>
          <a:xfrm>
            <a:off x="4546950" y="445025"/>
            <a:ext cx="4212000" cy="572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n" sz="1820">
                <a:solidFill>
                  <a:srgbClr val="FFFFFF"/>
                </a:solidFill>
                <a:latin typeface="Inter"/>
                <a:ea typeface="Inter"/>
                <a:cs typeface="Inter"/>
                <a:sym typeface="Inter"/>
              </a:rPr>
              <a:t xml:space="preserve">Logos &amp; Stat Boxes </a:t>
            </a:r>
            <a:endParaRPr sz="1820">
              <a:solidFill>
                <a:srgbClr val="FFFFFF"/>
              </a:solidFill>
              <a:latin typeface="Inter"/>
              <a:ea typeface="Inter"/>
              <a:cs typeface="Inter"/>
              <a:sym typeface="Inter"/>
            </a:endParaRPr>
          </a:p>
        </p:txBody>
      </p:sp>
      <p:pic>
        <p:nvPicPr>
          <p:cNvPr id="654" name="Google Shape;654;p67"/>
          <p:cNvPicPr preferRelativeResize="0"/>
          <p:nvPr/>
        </p:nvPicPr>
        <p:blipFill rotWithShape="1">
          <a:blip r:embed="rId2">
            <a:alphaModFix/>
          </a:blip>
          <a:srcRect b="0" l="0" r="79563" t="0"/>
          <a:stretch/>
        </p:blipFill>
        <p:spPr>
          <a:xfrm>
            <a:off x="5053925" y="1853025"/>
            <a:ext cx="452324" cy="441375"/>
          </a:xfrm>
          <a:prstGeom prst="rect">
            <a:avLst/>
          </a:prstGeom>
          <a:noFill/>
          <a:ln>
            <a:noFill/>
          </a:ln>
        </p:spPr>
      </p:pic>
      <p:pic>
        <p:nvPicPr>
          <p:cNvPr id="655" name="Google Shape;655;p67"/>
          <p:cNvPicPr preferRelativeResize="0"/>
          <p:nvPr/>
        </p:nvPicPr>
        <p:blipFill rotWithShape="1">
          <a:blip r:embed="rId3">
            <a:alphaModFix/>
          </a:blip>
          <a:srcRect b="0" l="0" r="79563" t="0"/>
          <a:stretch/>
        </p:blipFill>
        <p:spPr>
          <a:xfrm>
            <a:off x="5058068" y="1162450"/>
            <a:ext cx="452324" cy="441375"/>
          </a:xfrm>
          <a:prstGeom prst="rect">
            <a:avLst/>
          </a:prstGeom>
          <a:noFill/>
          <a:ln>
            <a:noFill/>
          </a:ln>
        </p:spPr>
      </p:pic>
      <p:pic>
        <p:nvPicPr>
          <p:cNvPr id="656" name="Google Shape;656;p67"/>
          <p:cNvPicPr preferRelativeResize="0"/>
          <p:nvPr/>
        </p:nvPicPr>
        <p:blipFill>
          <a:blip r:embed="rId4">
            <a:alphaModFix/>
          </a:blip>
          <a:stretch>
            <a:fillRect/>
          </a:stretch>
        </p:blipFill>
        <p:spPr>
          <a:xfrm>
            <a:off x="2007939" y="1144536"/>
            <a:ext cx="452325" cy="452325"/>
          </a:xfrm>
          <a:prstGeom prst="rect">
            <a:avLst/>
          </a:prstGeom>
          <a:noFill/>
          <a:ln>
            <a:noFill/>
          </a:ln>
        </p:spPr>
      </p:pic>
      <p:pic>
        <p:nvPicPr>
          <p:cNvPr id="657" name="Google Shape;657;p67"/>
          <p:cNvPicPr preferRelativeResize="0"/>
          <p:nvPr/>
        </p:nvPicPr>
        <p:blipFill>
          <a:blip r:embed="rId5">
            <a:alphaModFix/>
          </a:blip>
          <a:stretch>
            <a:fillRect/>
          </a:stretch>
        </p:blipFill>
        <p:spPr>
          <a:xfrm>
            <a:off x="590989" y="2550548"/>
            <a:ext cx="452325" cy="452325"/>
          </a:xfrm>
          <a:prstGeom prst="rect">
            <a:avLst/>
          </a:prstGeom>
          <a:noFill/>
          <a:ln>
            <a:noFill/>
          </a:ln>
        </p:spPr>
      </p:pic>
      <p:pic>
        <p:nvPicPr>
          <p:cNvPr id="658" name="Google Shape;658;p67"/>
          <p:cNvPicPr preferRelativeResize="0"/>
          <p:nvPr/>
        </p:nvPicPr>
        <p:blipFill>
          <a:blip r:embed="rId6">
            <a:alphaModFix/>
          </a:blip>
          <a:stretch>
            <a:fillRect/>
          </a:stretch>
        </p:blipFill>
        <p:spPr>
          <a:xfrm>
            <a:off x="3424889" y="1144536"/>
            <a:ext cx="452325" cy="452325"/>
          </a:xfrm>
          <a:prstGeom prst="rect">
            <a:avLst/>
          </a:prstGeom>
          <a:noFill/>
          <a:ln>
            <a:noFill/>
          </a:ln>
        </p:spPr>
      </p:pic>
      <p:pic>
        <p:nvPicPr>
          <p:cNvPr id="659" name="Google Shape;659;p67"/>
          <p:cNvPicPr preferRelativeResize="0"/>
          <p:nvPr/>
        </p:nvPicPr>
        <p:blipFill>
          <a:blip r:embed="rId7">
            <a:alphaModFix/>
          </a:blip>
          <a:stretch>
            <a:fillRect/>
          </a:stretch>
        </p:blipFill>
        <p:spPr>
          <a:xfrm>
            <a:off x="590989" y="3253548"/>
            <a:ext cx="452325" cy="452325"/>
          </a:xfrm>
          <a:prstGeom prst="rect">
            <a:avLst/>
          </a:prstGeom>
          <a:noFill/>
          <a:ln>
            <a:noFill/>
          </a:ln>
        </p:spPr>
      </p:pic>
      <p:pic>
        <p:nvPicPr>
          <p:cNvPr id="660" name="Google Shape;660;p67"/>
          <p:cNvPicPr preferRelativeResize="0"/>
          <p:nvPr/>
        </p:nvPicPr>
        <p:blipFill>
          <a:blip r:embed="rId8">
            <a:alphaModFix/>
          </a:blip>
          <a:stretch>
            <a:fillRect/>
          </a:stretch>
        </p:blipFill>
        <p:spPr>
          <a:xfrm>
            <a:off x="1299464" y="1847548"/>
            <a:ext cx="452325" cy="452325"/>
          </a:xfrm>
          <a:prstGeom prst="rect">
            <a:avLst/>
          </a:prstGeom>
          <a:noFill/>
          <a:ln>
            <a:noFill/>
          </a:ln>
        </p:spPr>
      </p:pic>
      <p:pic>
        <p:nvPicPr>
          <p:cNvPr id="661" name="Google Shape;661;p67"/>
          <p:cNvPicPr preferRelativeResize="0"/>
          <p:nvPr/>
        </p:nvPicPr>
        <p:blipFill>
          <a:blip r:embed="rId9">
            <a:alphaModFix/>
          </a:blip>
          <a:stretch>
            <a:fillRect/>
          </a:stretch>
        </p:blipFill>
        <p:spPr>
          <a:xfrm>
            <a:off x="1309214" y="3253548"/>
            <a:ext cx="452325" cy="452325"/>
          </a:xfrm>
          <a:prstGeom prst="rect">
            <a:avLst/>
          </a:prstGeom>
          <a:noFill/>
          <a:ln>
            <a:noFill/>
          </a:ln>
        </p:spPr>
      </p:pic>
      <p:pic>
        <p:nvPicPr>
          <p:cNvPr id="662" name="Google Shape;662;p67"/>
          <p:cNvPicPr preferRelativeResize="0"/>
          <p:nvPr/>
        </p:nvPicPr>
        <p:blipFill>
          <a:blip r:embed="rId10">
            <a:alphaModFix/>
          </a:blip>
          <a:stretch>
            <a:fillRect/>
          </a:stretch>
        </p:blipFill>
        <p:spPr>
          <a:xfrm>
            <a:off x="2007926" y="3253548"/>
            <a:ext cx="452325" cy="452325"/>
          </a:xfrm>
          <a:prstGeom prst="rect">
            <a:avLst/>
          </a:prstGeom>
          <a:noFill/>
          <a:ln>
            <a:noFill/>
          </a:ln>
        </p:spPr>
      </p:pic>
      <p:pic>
        <p:nvPicPr>
          <p:cNvPr id="663" name="Google Shape;663;p67"/>
          <p:cNvPicPr preferRelativeResize="0"/>
          <p:nvPr/>
        </p:nvPicPr>
        <p:blipFill>
          <a:blip r:embed="rId11">
            <a:alphaModFix/>
          </a:blip>
          <a:stretch>
            <a:fillRect/>
          </a:stretch>
        </p:blipFill>
        <p:spPr>
          <a:xfrm>
            <a:off x="2716401" y="3961386"/>
            <a:ext cx="452325" cy="452325"/>
          </a:xfrm>
          <a:prstGeom prst="rect">
            <a:avLst/>
          </a:prstGeom>
          <a:noFill/>
          <a:ln>
            <a:noFill/>
          </a:ln>
        </p:spPr>
      </p:pic>
      <p:pic>
        <p:nvPicPr>
          <p:cNvPr id="664" name="Google Shape;664;p67"/>
          <p:cNvPicPr preferRelativeResize="0"/>
          <p:nvPr/>
        </p:nvPicPr>
        <p:blipFill>
          <a:blip r:embed="rId12">
            <a:alphaModFix/>
          </a:blip>
          <a:stretch>
            <a:fillRect/>
          </a:stretch>
        </p:blipFill>
        <p:spPr>
          <a:xfrm>
            <a:off x="2007926" y="3956536"/>
            <a:ext cx="452325" cy="452325"/>
          </a:xfrm>
          <a:prstGeom prst="rect">
            <a:avLst/>
          </a:prstGeom>
          <a:noFill/>
          <a:ln>
            <a:noFill/>
          </a:ln>
        </p:spPr>
      </p:pic>
      <p:pic>
        <p:nvPicPr>
          <p:cNvPr id="665" name="Google Shape;665;p67"/>
          <p:cNvPicPr preferRelativeResize="0"/>
          <p:nvPr/>
        </p:nvPicPr>
        <p:blipFill>
          <a:blip r:embed="rId13">
            <a:alphaModFix/>
          </a:blip>
          <a:stretch>
            <a:fillRect/>
          </a:stretch>
        </p:blipFill>
        <p:spPr>
          <a:xfrm>
            <a:off x="1299451" y="1144536"/>
            <a:ext cx="452325" cy="452325"/>
          </a:xfrm>
          <a:prstGeom prst="rect">
            <a:avLst/>
          </a:prstGeom>
          <a:noFill/>
          <a:ln>
            <a:noFill/>
          </a:ln>
        </p:spPr>
      </p:pic>
      <p:pic>
        <p:nvPicPr>
          <p:cNvPr id="666" name="Google Shape;666;p67"/>
          <p:cNvPicPr preferRelativeResize="0"/>
          <p:nvPr/>
        </p:nvPicPr>
        <p:blipFill>
          <a:blip r:embed="rId14">
            <a:alphaModFix/>
          </a:blip>
          <a:stretch>
            <a:fillRect/>
          </a:stretch>
        </p:blipFill>
        <p:spPr>
          <a:xfrm>
            <a:off x="2007926" y="2550548"/>
            <a:ext cx="452325" cy="452325"/>
          </a:xfrm>
          <a:prstGeom prst="rect">
            <a:avLst/>
          </a:prstGeom>
          <a:noFill/>
          <a:ln>
            <a:noFill/>
          </a:ln>
        </p:spPr>
      </p:pic>
      <p:pic>
        <p:nvPicPr>
          <p:cNvPr id="667" name="Google Shape;667;p67"/>
          <p:cNvPicPr preferRelativeResize="0"/>
          <p:nvPr/>
        </p:nvPicPr>
        <p:blipFill>
          <a:blip r:embed="rId15">
            <a:alphaModFix/>
          </a:blip>
          <a:stretch>
            <a:fillRect/>
          </a:stretch>
        </p:blipFill>
        <p:spPr>
          <a:xfrm>
            <a:off x="2716401" y="2545698"/>
            <a:ext cx="452325" cy="452325"/>
          </a:xfrm>
          <a:prstGeom prst="rect">
            <a:avLst/>
          </a:prstGeom>
          <a:noFill/>
          <a:ln>
            <a:noFill/>
          </a:ln>
        </p:spPr>
      </p:pic>
      <p:pic>
        <p:nvPicPr>
          <p:cNvPr id="668" name="Google Shape;668;p67"/>
          <p:cNvPicPr preferRelativeResize="0"/>
          <p:nvPr/>
        </p:nvPicPr>
        <p:blipFill>
          <a:blip r:embed="rId16">
            <a:alphaModFix/>
          </a:blip>
          <a:stretch>
            <a:fillRect/>
          </a:stretch>
        </p:blipFill>
        <p:spPr>
          <a:xfrm>
            <a:off x="3424889" y="2550548"/>
            <a:ext cx="452325" cy="452325"/>
          </a:xfrm>
          <a:prstGeom prst="rect">
            <a:avLst/>
          </a:prstGeom>
          <a:noFill/>
          <a:ln>
            <a:noFill/>
          </a:ln>
        </p:spPr>
      </p:pic>
      <p:pic>
        <p:nvPicPr>
          <p:cNvPr id="669" name="Google Shape;669;p67"/>
          <p:cNvPicPr preferRelativeResize="0"/>
          <p:nvPr/>
        </p:nvPicPr>
        <p:blipFill>
          <a:blip r:embed="rId17">
            <a:alphaModFix/>
          </a:blip>
          <a:stretch>
            <a:fillRect/>
          </a:stretch>
        </p:blipFill>
        <p:spPr>
          <a:xfrm>
            <a:off x="590976" y="1144548"/>
            <a:ext cx="452325" cy="452325"/>
          </a:xfrm>
          <a:prstGeom prst="rect">
            <a:avLst/>
          </a:prstGeom>
          <a:noFill/>
          <a:ln>
            <a:noFill/>
          </a:ln>
        </p:spPr>
      </p:pic>
      <p:pic>
        <p:nvPicPr>
          <p:cNvPr id="670" name="Google Shape;670;p67"/>
          <p:cNvPicPr preferRelativeResize="0"/>
          <p:nvPr/>
        </p:nvPicPr>
        <p:blipFill>
          <a:blip r:embed="rId18">
            <a:alphaModFix/>
          </a:blip>
          <a:stretch>
            <a:fillRect/>
          </a:stretch>
        </p:blipFill>
        <p:spPr>
          <a:xfrm>
            <a:off x="2716401" y="1857223"/>
            <a:ext cx="452325" cy="452325"/>
          </a:xfrm>
          <a:prstGeom prst="rect">
            <a:avLst/>
          </a:prstGeom>
          <a:noFill/>
          <a:ln>
            <a:noFill/>
          </a:ln>
        </p:spPr>
      </p:pic>
      <p:pic>
        <p:nvPicPr>
          <p:cNvPr id="671" name="Google Shape;671;p67"/>
          <p:cNvPicPr preferRelativeResize="0"/>
          <p:nvPr/>
        </p:nvPicPr>
        <p:blipFill>
          <a:blip r:embed="rId19">
            <a:alphaModFix/>
          </a:blip>
          <a:stretch>
            <a:fillRect/>
          </a:stretch>
        </p:blipFill>
        <p:spPr>
          <a:xfrm>
            <a:off x="2716414" y="3253536"/>
            <a:ext cx="452325" cy="452325"/>
          </a:xfrm>
          <a:prstGeom prst="rect">
            <a:avLst/>
          </a:prstGeom>
          <a:noFill/>
          <a:ln>
            <a:noFill/>
          </a:ln>
        </p:spPr>
      </p:pic>
      <p:pic>
        <p:nvPicPr>
          <p:cNvPr id="672" name="Google Shape;672;p67"/>
          <p:cNvPicPr preferRelativeResize="0"/>
          <p:nvPr/>
        </p:nvPicPr>
        <p:blipFill>
          <a:blip r:embed="rId20">
            <a:alphaModFix/>
          </a:blip>
          <a:stretch>
            <a:fillRect/>
          </a:stretch>
        </p:blipFill>
        <p:spPr>
          <a:xfrm>
            <a:off x="590989" y="3956536"/>
            <a:ext cx="452325" cy="452325"/>
          </a:xfrm>
          <a:prstGeom prst="rect">
            <a:avLst/>
          </a:prstGeom>
          <a:noFill/>
          <a:ln>
            <a:noFill/>
          </a:ln>
        </p:spPr>
      </p:pic>
      <p:pic>
        <p:nvPicPr>
          <p:cNvPr id="673" name="Google Shape;673;p67"/>
          <p:cNvPicPr preferRelativeResize="0"/>
          <p:nvPr/>
        </p:nvPicPr>
        <p:blipFill>
          <a:blip r:embed="rId21">
            <a:alphaModFix/>
          </a:blip>
          <a:stretch>
            <a:fillRect/>
          </a:stretch>
        </p:blipFill>
        <p:spPr>
          <a:xfrm>
            <a:off x="1299451" y="3956536"/>
            <a:ext cx="452325" cy="452325"/>
          </a:xfrm>
          <a:prstGeom prst="rect">
            <a:avLst/>
          </a:prstGeom>
          <a:noFill/>
          <a:ln>
            <a:noFill/>
          </a:ln>
        </p:spPr>
      </p:pic>
      <p:pic>
        <p:nvPicPr>
          <p:cNvPr id="674" name="Google Shape;674;p67"/>
          <p:cNvPicPr preferRelativeResize="0"/>
          <p:nvPr/>
        </p:nvPicPr>
        <p:blipFill>
          <a:blip r:embed="rId22">
            <a:alphaModFix/>
          </a:blip>
          <a:stretch>
            <a:fillRect/>
          </a:stretch>
        </p:blipFill>
        <p:spPr>
          <a:xfrm>
            <a:off x="590989" y="1847548"/>
            <a:ext cx="452325" cy="452325"/>
          </a:xfrm>
          <a:prstGeom prst="rect">
            <a:avLst/>
          </a:prstGeom>
          <a:noFill/>
          <a:ln>
            <a:noFill/>
          </a:ln>
        </p:spPr>
      </p:pic>
      <p:pic>
        <p:nvPicPr>
          <p:cNvPr id="675" name="Google Shape;675;p67"/>
          <p:cNvPicPr preferRelativeResize="0"/>
          <p:nvPr/>
        </p:nvPicPr>
        <p:blipFill>
          <a:blip r:embed="rId23">
            <a:alphaModFix/>
          </a:blip>
          <a:stretch>
            <a:fillRect/>
          </a:stretch>
        </p:blipFill>
        <p:spPr>
          <a:xfrm>
            <a:off x="2007926" y="1847548"/>
            <a:ext cx="452325" cy="452325"/>
          </a:xfrm>
          <a:prstGeom prst="rect">
            <a:avLst/>
          </a:prstGeom>
          <a:noFill/>
          <a:ln>
            <a:noFill/>
          </a:ln>
        </p:spPr>
      </p:pic>
      <p:pic>
        <p:nvPicPr>
          <p:cNvPr id="676" name="Google Shape;676;p67"/>
          <p:cNvPicPr preferRelativeResize="0"/>
          <p:nvPr/>
        </p:nvPicPr>
        <p:blipFill>
          <a:blip r:embed="rId24">
            <a:alphaModFix/>
          </a:blip>
          <a:stretch>
            <a:fillRect/>
          </a:stretch>
        </p:blipFill>
        <p:spPr>
          <a:xfrm>
            <a:off x="3424889" y="1847548"/>
            <a:ext cx="452325" cy="452325"/>
          </a:xfrm>
          <a:prstGeom prst="rect">
            <a:avLst/>
          </a:prstGeom>
          <a:noFill/>
          <a:ln>
            <a:noFill/>
          </a:ln>
        </p:spPr>
      </p:pic>
      <p:pic>
        <p:nvPicPr>
          <p:cNvPr id="677" name="Google Shape;677;p67"/>
          <p:cNvPicPr preferRelativeResize="0"/>
          <p:nvPr/>
        </p:nvPicPr>
        <p:blipFill>
          <a:blip r:embed="rId25">
            <a:alphaModFix/>
          </a:blip>
          <a:stretch>
            <a:fillRect/>
          </a:stretch>
        </p:blipFill>
        <p:spPr>
          <a:xfrm>
            <a:off x="2716401" y="1144536"/>
            <a:ext cx="452325" cy="452325"/>
          </a:xfrm>
          <a:prstGeom prst="rect">
            <a:avLst/>
          </a:prstGeom>
          <a:noFill/>
          <a:ln>
            <a:noFill/>
          </a:ln>
        </p:spPr>
      </p:pic>
      <p:pic>
        <p:nvPicPr>
          <p:cNvPr id="678" name="Google Shape;678;p67"/>
          <p:cNvPicPr preferRelativeResize="0"/>
          <p:nvPr/>
        </p:nvPicPr>
        <p:blipFill>
          <a:blip r:embed="rId26">
            <a:alphaModFix/>
          </a:blip>
          <a:stretch>
            <a:fillRect/>
          </a:stretch>
        </p:blipFill>
        <p:spPr>
          <a:xfrm>
            <a:off x="1299464" y="2550548"/>
            <a:ext cx="452325" cy="452325"/>
          </a:xfrm>
          <a:prstGeom prst="rect">
            <a:avLst/>
          </a:prstGeom>
          <a:noFill/>
          <a:ln>
            <a:noFill/>
          </a:ln>
        </p:spPr>
      </p:pic>
      <p:pic>
        <p:nvPicPr>
          <p:cNvPr id="679" name="Google Shape;679;p67"/>
          <p:cNvPicPr preferRelativeResize="0"/>
          <p:nvPr/>
        </p:nvPicPr>
        <p:blipFill>
          <a:blip r:embed="rId27">
            <a:alphaModFix/>
          </a:blip>
          <a:stretch>
            <a:fillRect/>
          </a:stretch>
        </p:blipFill>
        <p:spPr>
          <a:xfrm>
            <a:off x="3424901" y="3263236"/>
            <a:ext cx="452325" cy="452325"/>
          </a:xfrm>
          <a:prstGeom prst="rect">
            <a:avLst/>
          </a:prstGeom>
          <a:noFill/>
          <a:ln>
            <a:noFill/>
          </a:ln>
        </p:spPr>
      </p:pic>
      <p:pic>
        <p:nvPicPr>
          <p:cNvPr id="680" name="Google Shape;680;p67"/>
          <p:cNvPicPr preferRelativeResize="0"/>
          <p:nvPr/>
        </p:nvPicPr>
        <p:blipFill>
          <a:blip r:embed="rId28">
            <a:alphaModFix/>
          </a:blip>
          <a:stretch>
            <a:fillRect/>
          </a:stretch>
        </p:blipFill>
        <p:spPr>
          <a:xfrm>
            <a:off x="3424876" y="3956573"/>
            <a:ext cx="452325" cy="452325"/>
          </a:xfrm>
          <a:prstGeom prst="rect">
            <a:avLst/>
          </a:prstGeom>
          <a:noFill/>
          <a:ln>
            <a:noFill/>
          </a:ln>
        </p:spPr>
      </p:pic>
      <p:pic>
        <p:nvPicPr>
          <p:cNvPr id="681" name="Google Shape;681;p67"/>
          <p:cNvPicPr preferRelativeResize="0"/>
          <p:nvPr/>
        </p:nvPicPr>
        <p:blipFill>
          <a:blip r:embed="rId29">
            <a:alphaModFix/>
          </a:blip>
          <a:stretch>
            <a:fillRect/>
          </a:stretch>
        </p:blipFill>
        <p:spPr>
          <a:xfrm>
            <a:off x="4935600" y="2518125"/>
            <a:ext cx="3198422" cy="711882"/>
          </a:xfrm>
          <a:prstGeom prst="rect">
            <a:avLst/>
          </a:prstGeom>
          <a:noFill/>
          <a:ln>
            <a:noFill/>
          </a:ln>
        </p:spPr>
      </p:pic>
      <p:pic>
        <p:nvPicPr>
          <p:cNvPr id="682" name="Google Shape;682;p67"/>
          <p:cNvPicPr preferRelativeResize="0"/>
          <p:nvPr/>
        </p:nvPicPr>
        <p:blipFill>
          <a:blip r:embed="rId30">
            <a:alphaModFix/>
          </a:blip>
          <a:stretch>
            <a:fillRect/>
          </a:stretch>
        </p:blipFill>
        <p:spPr>
          <a:xfrm>
            <a:off x="6105043" y="3859765"/>
            <a:ext cx="932250" cy="723659"/>
          </a:xfrm>
          <a:prstGeom prst="rect">
            <a:avLst/>
          </a:prstGeom>
          <a:noFill/>
          <a:ln>
            <a:noFill/>
          </a:ln>
        </p:spPr>
      </p:pic>
      <p:pic>
        <p:nvPicPr>
          <p:cNvPr id="683" name="Google Shape;683;p67"/>
          <p:cNvPicPr preferRelativeResize="0"/>
          <p:nvPr/>
        </p:nvPicPr>
        <p:blipFill>
          <a:blip r:embed="rId31">
            <a:alphaModFix/>
          </a:blip>
          <a:stretch>
            <a:fillRect/>
          </a:stretch>
        </p:blipFill>
        <p:spPr>
          <a:xfrm>
            <a:off x="4935601" y="3181831"/>
            <a:ext cx="1339187" cy="724431"/>
          </a:xfrm>
          <a:prstGeom prst="rect">
            <a:avLst/>
          </a:prstGeom>
          <a:noFill/>
          <a:ln>
            <a:noFill/>
          </a:ln>
        </p:spPr>
      </p:pic>
      <p:pic>
        <p:nvPicPr>
          <p:cNvPr id="684" name="Google Shape;684;p67"/>
          <p:cNvPicPr preferRelativeResize="0"/>
          <p:nvPr/>
        </p:nvPicPr>
        <p:blipFill>
          <a:blip r:embed="rId32">
            <a:alphaModFix/>
          </a:blip>
          <a:stretch>
            <a:fillRect/>
          </a:stretch>
        </p:blipFill>
        <p:spPr>
          <a:xfrm>
            <a:off x="4935606" y="3859765"/>
            <a:ext cx="1055698" cy="723659"/>
          </a:xfrm>
          <a:prstGeom prst="rect">
            <a:avLst/>
          </a:prstGeom>
          <a:noFill/>
          <a:ln>
            <a:noFill/>
          </a:ln>
        </p:spPr>
      </p:pic>
      <p:pic>
        <p:nvPicPr>
          <p:cNvPr id="685" name="Google Shape;685;p67"/>
          <p:cNvPicPr preferRelativeResize="0"/>
          <p:nvPr/>
        </p:nvPicPr>
        <p:blipFill>
          <a:blip r:embed="rId33">
            <a:alphaModFix/>
          </a:blip>
          <a:stretch>
            <a:fillRect/>
          </a:stretch>
        </p:blipFill>
        <p:spPr>
          <a:xfrm>
            <a:off x="6381266" y="3181831"/>
            <a:ext cx="1339187" cy="724431"/>
          </a:xfrm>
          <a:prstGeom prst="rect">
            <a:avLst/>
          </a:prstGeom>
          <a:noFill/>
          <a:ln>
            <a:noFill/>
          </a:ln>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1">
  <p:cSld name="TITLE_ONLY_2_1_3">
    <p:bg>
      <p:bgPr>
        <a:solidFill>
          <a:schemeClr val="dk1"/>
        </a:solidFill>
      </p:bgPr>
    </p:bg>
    <p:spTree>
      <p:nvGrpSpPr>
        <p:cNvPr id="686" name="Shape 686"/>
        <p:cNvGrpSpPr/>
        <p:nvPr/>
      </p:nvGrpSpPr>
      <p:grpSpPr>
        <a:xfrm>
          <a:off x="0" y="0"/>
          <a:ext cx="0" cy="0"/>
          <a:chOff x="0" y="0"/>
          <a:chExt cx="0" cy="0"/>
        </a:xfrm>
      </p:grpSpPr>
      <p:sp>
        <p:nvSpPr>
          <p:cNvPr id="687" name="Google Shape;687;p6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88" name="Google Shape;688;p68"/>
          <p:cNvPicPr preferRelativeResize="0"/>
          <p:nvPr/>
        </p:nvPicPr>
        <p:blipFill>
          <a:blip r:embed="rId2">
            <a:alphaModFix/>
          </a:blip>
          <a:stretch>
            <a:fillRect/>
          </a:stretch>
        </p:blipFill>
        <p:spPr>
          <a:xfrm>
            <a:off x="-762396" y="0"/>
            <a:ext cx="548700" cy="2288640"/>
          </a:xfrm>
          <a:prstGeom prst="rect">
            <a:avLst/>
          </a:prstGeom>
          <a:noFill/>
          <a:ln>
            <a:noFill/>
          </a:ln>
        </p:spPr>
      </p:pic>
      <p:pic>
        <p:nvPicPr>
          <p:cNvPr id="689" name="Google Shape;689;p68"/>
          <p:cNvPicPr preferRelativeResize="0"/>
          <p:nvPr/>
        </p:nvPicPr>
        <p:blipFill>
          <a:blip r:embed="rId3">
            <a:alphaModFix/>
          </a:blip>
          <a:stretch>
            <a:fillRect/>
          </a:stretch>
        </p:blipFill>
        <p:spPr>
          <a:xfrm>
            <a:off x="457529" y="4543025"/>
            <a:ext cx="950976" cy="142646"/>
          </a:xfrm>
          <a:prstGeom prst="rect">
            <a:avLst/>
          </a:prstGeom>
          <a:noFill/>
          <a:ln>
            <a:noFill/>
          </a:ln>
        </p:spPr>
      </p:pic>
      <p:sp>
        <p:nvSpPr>
          <p:cNvPr id="690" name="Google Shape;690;p68"/>
          <p:cNvSpPr txBox="1"/>
          <p:nvPr>
            <p:ph idx="1" type="subTitle"/>
          </p:nvPr>
        </p:nvSpPr>
        <p:spPr>
          <a:xfrm>
            <a:off x="311700" y="1055100"/>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1800"/>
              <a:buNone/>
              <a:defRPr>
                <a:solidFill>
                  <a:schemeClr val="lt1"/>
                </a:solidFill>
              </a:defRPr>
            </a:lvl1pPr>
            <a:lvl2pPr lvl="1" rtl="0">
              <a:spcBef>
                <a:spcPts val="1000"/>
              </a:spcBef>
              <a:spcAft>
                <a:spcPts val="0"/>
              </a:spcAft>
              <a:buSzPts val="1400"/>
              <a:buNone/>
              <a:defRPr/>
            </a:lvl2pPr>
            <a:lvl3pPr lvl="2" rtl="0">
              <a:spcBef>
                <a:spcPts val="1000"/>
              </a:spcBef>
              <a:spcAft>
                <a:spcPts val="0"/>
              </a:spcAft>
              <a:buSzPts val="1400"/>
              <a:buNone/>
              <a:defRPr/>
            </a:lvl3pPr>
            <a:lvl4pPr lvl="3" rtl="0">
              <a:spcBef>
                <a:spcPts val="1000"/>
              </a:spcBef>
              <a:spcAft>
                <a:spcPts val="0"/>
              </a:spcAft>
              <a:buSzPts val="1400"/>
              <a:buNone/>
              <a:defRPr/>
            </a:lvl4pPr>
            <a:lvl5pPr lvl="4" rtl="0">
              <a:spcBef>
                <a:spcPts val="1000"/>
              </a:spcBef>
              <a:spcAft>
                <a:spcPts val="0"/>
              </a:spcAft>
              <a:buSzPts val="1400"/>
              <a:buNone/>
              <a:defRPr/>
            </a:lvl5pPr>
            <a:lvl6pPr lvl="5" rtl="0">
              <a:spcBef>
                <a:spcPts val="1000"/>
              </a:spcBef>
              <a:spcAft>
                <a:spcPts val="0"/>
              </a:spcAft>
              <a:buSzPts val="1400"/>
              <a:buNone/>
              <a:defRPr/>
            </a:lvl6pPr>
            <a:lvl7pPr lvl="6" rtl="0">
              <a:spcBef>
                <a:spcPts val="1000"/>
              </a:spcBef>
              <a:spcAft>
                <a:spcPts val="0"/>
              </a:spcAft>
              <a:buSzPts val="1400"/>
              <a:buNone/>
              <a:defRPr/>
            </a:lvl7pPr>
            <a:lvl8pPr lvl="7" rtl="0">
              <a:spcBef>
                <a:spcPts val="1000"/>
              </a:spcBef>
              <a:spcAft>
                <a:spcPts val="0"/>
              </a:spcAft>
              <a:buSzPts val="1400"/>
              <a:buNone/>
              <a:defRPr/>
            </a:lvl8pPr>
            <a:lvl9pPr lvl="8" rtl="0">
              <a:spcBef>
                <a:spcPts val="1000"/>
              </a:spcBef>
              <a:spcAft>
                <a:spcPts val="1000"/>
              </a:spcAft>
              <a:buSzPts val="1400"/>
              <a:buNone/>
              <a:defRPr/>
            </a:lvl9pPr>
          </a:lstStyle>
          <a:p/>
        </p:txBody>
      </p:sp>
      <p:sp>
        <p:nvSpPr>
          <p:cNvPr id="691" name="Google Shape;691;p68"/>
          <p:cNvSpPr txBox="1"/>
          <p:nvPr>
            <p:ph idx="12" type="sldNum"/>
          </p:nvPr>
        </p:nvSpPr>
        <p:spPr>
          <a:xfrm>
            <a:off x="8096041" y="4417542"/>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692" name="Google Shape;692;p68"/>
          <p:cNvSpPr txBox="1"/>
          <p:nvPr>
            <p:ph idx="2" type="sldNum"/>
          </p:nvPr>
        </p:nvSpPr>
        <p:spPr>
          <a:xfrm>
            <a:off x="8474304" y="4417550"/>
            <a:ext cx="281700" cy="393600"/>
          </a:xfrm>
          <a:prstGeom prst="rect">
            <a:avLst/>
          </a:prstGeom>
        </p:spPr>
        <p:txBody>
          <a:bodyPr anchorCtr="0" anchor="ctr" bIns="91425" lIns="91425" spcFirstLastPara="1" rIns="91425" wrap="square" tIns="91425">
            <a:normAutofit/>
          </a:bodyPr>
          <a:lstStyle>
            <a:lvl1pPr lvl="0" rtl="0" algn="l">
              <a:buNone/>
              <a:defRPr sz="1108">
                <a:solidFill>
                  <a:srgbClr val="666666"/>
                </a:solidFill>
                <a:latin typeface="Inter"/>
                <a:ea typeface="Inter"/>
                <a:cs typeface="Inter"/>
                <a:sym typeface="Inter"/>
              </a:defRPr>
            </a:lvl1pPr>
            <a:lvl2pPr lvl="1" rtl="0" algn="l">
              <a:buNone/>
              <a:defRPr sz="1108">
                <a:solidFill>
                  <a:srgbClr val="666666"/>
                </a:solidFill>
                <a:latin typeface="Inter"/>
                <a:ea typeface="Inter"/>
                <a:cs typeface="Inter"/>
                <a:sym typeface="Inter"/>
              </a:defRPr>
            </a:lvl2pPr>
            <a:lvl3pPr lvl="2" rtl="0" algn="l">
              <a:buNone/>
              <a:defRPr sz="1108">
                <a:solidFill>
                  <a:srgbClr val="666666"/>
                </a:solidFill>
                <a:latin typeface="Inter"/>
                <a:ea typeface="Inter"/>
                <a:cs typeface="Inter"/>
                <a:sym typeface="Inter"/>
              </a:defRPr>
            </a:lvl3pPr>
            <a:lvl4pPr lvl="3" rtl="0" algn="l">
              <a:buNone/>
              <a:defRPr sz="1108">
                <a:solidFill>
                  <a:srgbClr val="666666"/>
                </a:solidFill>
                <a:latin typeface="Inter"/>
                <a:ea typeface="Inter"/>
                <a:cs typeface="Inter"/>
                <a:sym typeface="Inter"/>
              </a:defRPr>
            </a:lvl4pPr>
            <a:lvl5pPr lvl="4" rtl="0" algn="l">
              <a:buNone/>
              <a:defRPr sz="1108">
                <a:solidFill>
                  <a:srgbClr val="666666"/>
                </a:solidFill>
                <a:latin typeface="Inter"/>
                <a:ea typeface="Inter"/>
                <a:cs typeface="Inter"/>
                <a:sym typeface="Inter"/>
              </a:defRPr>
            </a:lvl5pPr>
            <a:lvl6pPr lvl="5" rtl="0" algn="l">
              <a:buNone/>
              <a:defRPr sz="1108">
                <a:solidFill>
                  <a:srgbClr val="666666"/>
                </a:solidFill>
                <a:latin typeface="Inter"/>
                <a:ea typeface="Inter"/>
                <a:cs typeface="Inter"/>
                <a:sym typeface="Inter"/>
              </a:defRPr>
            </a:lvl6pPr>
            <a:lvl7pPr lvl="6" rtl="0" algn="l">
              <a:buNone/>
              <a:defRPr sz="1108">
                <a:solidFill>
                  <a:srgbClr val="666666"/>
                </a:solidFill>
                <a:latin typeface="Inter"/>
                <a:ea typeface="Inter"/>
                <a:cs typeface="Inter"/>
                <a:sym typeface="Inter"/>
              </a:defRPr>
            </a:lvl7pPr>
            <a:lvl8pPr lvl="7" rtl="0" algn="l">
              <a:buNone/>
              <a:defRPr sz="1108">
                <a:solidFill>
                  <a:srgbClr val="666666"/>
                </a:solidFill>
                <a:latin typeface="Inter"/>
                <a:ea typeface="Inter"/>
                <a:cs typeface="Inter"/>
                <a:sym typeface="Inter"/>
              </a:defRPr>
            </a:lvl8pPr>
            <a:lvl9pPr lvl="8" rtl="0" algn="l">
              <a:buNone/>
              <a:defRPr sz="1108">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5">
    <p:spTree>
      <p:nvGrpSpPr>
        <p:cNvPr id="693" name="Shape 693"/>
        <p:cNvGrpSpPr/>
        <p:nvPr/>
      </p:nvGrpSpPr>
      <p:grpSpPr>
        <a:xfrm>
          <a:off x="0" y="0"/>
          <a:ext cx="0" cy="0"/>
          <a:chOff x="0" y="0"/>
          <a:chExt cx="0" cy="0"/>
        </a:xfrm>
      </p:grpSpPr>
      <p:sp>
        <p:nvSpPr>
          <p:cNvPr id="694" name="Google Shape;694;p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5" name="Google Shape;695;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696" name="Shape 696"/>
        <p:cNvGrpSpPr/>
        <p:nvPr/>
      </p:nvGrpSpPr>
      <p:grpSpPr>
        <a:xfrm>
          <a:off x="0" y="0"/>
          <a:ext cx="0" cy="0"/>
          <a:chOff x="0" y="0"/>
          <a:chExt cx="0" cy="0"/>
        </a:xfrm>
      </p:grpSpPr>
      <p:sp>
        <p:nvSpPr>
          <p:cNvPr id="697" name="Google Shape;697;p70"/>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373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8" name="Google Shape;698;p70"/>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699" name="Google Shape;699;p70"/>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00" name="Google Shape;700;p70"/>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01" name="Shape 701"/>
        <p:cNvGrpSpPr/>
        <p:nvPr/>
      </p:nvGrpSpPr>
      <p:grpSpPr>
        <a:xfrm>
          <a:off x="0" y="0"/>
          <a:ext cx="0" cy="0"/>
          <a:chOff x="0" y="0"/>
          <a:chExt cx="0" cy="0"/>
        </a:xfrm>
      </p:grpSpPr>
      <p:sp>
        <p:nvSpPr>
          <p:cNvPr id="702" name="Google Shape;702;p7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1" type="tx">
  <p:cSld name="TITLE_AND_BODY">
    <p:spTree>
      <p:nvGrpSpPr>
        <p:cNvPr id="708" name="Shape 708"/>
        <p:cNvGrpSpPr/>
        <p:nvPr/>
      </p:nvGrpSpPr>
      <p:grpSpPr>
        <a:xfrm>
          <a:off x="0" y="0"/>
          <a:ext cx="0" cy="0"/>
          <a:chOff x="0" y="0"/>
          <a:chExt cx="0" cy="0"/>
        </a:xfrm>
      </p:grpSpPr>
      <p:sp>
        <p:nvSpPr>
          <p:cNvPr id="709" name="Google Shape;709;p73"/>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4" showMasterSp="0">
  <p:cSld name="Gradient 4">
    <p:bg>
      <p:bgPr>
        <a:gradFill>
          <a:gsLst>
            <a:gs pos="0">
              <a:srgbClr val="242424"/>
            </a:gs>
            <a:gs pos="100000">
              <a:srgbClr val="101010"/>
            </a:gs>
          </a:gsLst>
          <a:lin ang="8100019" scaled="0"/>
        </a:gradFill>
      </p:bgPr>
    </p:bg>
    <p:spTree>
      <p:nvGrpSpPr>
        <p:cNvPr id="710" name="Shape 710"/>
        <p:cNvGrpSpPr/>
        <p:nvPr/>
      </p:nvGrpSpPr>
      <p:grpSpPr>
        <a:xfrm>
          <a:off x="0" y="0"/>
          <a:ext cx="0" cy="0"/>
          <a:chOff x="0" y="0"/>
          <a:chExt cx="0" cy="0"/>
        </a:xfrm>
      </p:grpSpPr>
      <p:pic>
        <p:nvPicPr>
          <p:cNvPr descr="Google Shape;315;p34" id="711" name="Google Shape;711;p7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12" name="Google Shape;712;p7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p:bg>
      <p:bgPr>
        <a:blipFill>
          <a:blip r:embed="rId2">
            <a:alphaModFix/>
          </a:blip>
          <a:stretch>
            <a:fillRect/>
          </a:stretch>
        </a:blipFill>
      </p:bgPr>
    </p:bg>
    <p:spTree>
      <p:nvGrpSpPr>
        <p:cNvPr id="713" name="Shape 713"/>
        <p:cNvGrpSpPr/>
        <p:nvPr/>
      </p:nvGrpSpPr>
      <p:grpSpPr>
        <a:xfrm>
          <a:off x="0" y="0"/>
          <a:ext cx="0" cy="0"/>
          <a:chOff x="0" y="0"/>
          <a:chExt cx="0" cy="0"/>
        </a:xfrm>
      </p:grpSpPr>
      <p:sp>
        <p:nvSpPr>
          <p:cNvPr id="714" name="Google Shape;714;p75"/>
          <p:cNvSpPr/>
          <p:nvPr/>
        </p:nvSpPr>
        <p:spPr>
          <a:xfrm>
            <a:off x="2669688" y="669438"/>
            <a:ext cx="3804600" cy="3804600"/>
          </a:xfrm>
          <a:prstGeom prst="roundRect">
            <a:avLst>
              <a:gd fmla="val 3689" name="adj"/>
            </a:avLst>
          </a:prstGeom>
          <a:solidFill>
            <a:srgbClr val="000000"/>
          </a:solidFill>
          <a:ln>
            <a:noFill/>
          </a:ln>
          <a:effectLst>
            <a:outerShdw blurRad="393700" rotWithShape="0" dir="2506067" dist="439514">
              <a:srgbClr val="000000">
                <a:alpha val="54120"/>
              </a:srgbClr>
            </a:outerShdw>
          </a:effectLst>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5" name="Google Shape;715;p75"/>
          <p:cNvSpPr/>
          <p:nvPr/>
        </p:nvSpPr>
        <p:spPr>
          <a:xfrm>
            <a:off x="-12576"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6" name="Google Shape;716;p75"/>
          <p:cNvSpPr/>
          <p:nvPr/>
        </p:nvSpPr>
        <p:spPr>
          <a:xfrm>
            <a:off x="8247608" y="1056912"/>
            <a:ext cx="909000" cy="13500"/>
          </a:xfrm>
          <a:prstGeom prst="rect">
            <a:avLst/>
          </a:prstGeom>
          <a:solidFill>
            <a:srgbClr val="FFFFFF"/>
          </a:solidFill>
          <a:ln>
            <a:noFill/>
          </a:ln>
        </p:spPr>
        <p:txBody>
          <a:bodyPr anchorCtr="0" anchor="ctr" bIns="19050" lIns="19050" spcFirstLastPara="1" rIns="19050" wrap="square" tIns="19050">
            <a:noAutofit/>
          </a:bodyPr>
          <a:lstStyle/>
          <a:p>
            <a:pPr indent="0" lvl="0" marL="0" marR="0" rtl="0" algn="ctr">
              <a:lnSpc>
                <a:spcPct val="100000"/>
              </a:lnSpc>
              <a:spcBef>
                <a:spcPts val="0"/>
              </a:spcBef>
              <a:spcAft>
                <a:spcPts val="0"/>
              </a:spcAft>
              <a:buClr>
                <a:srgbClr val="000000"/>
              </a:buClr>
              <a:buSzPts val="1200"/>
              <a:buFont typeface="Helvetica Neue"/>
              <a:buNone/>
            </a:pPr>
            <a:r>
              <a:t/>
            </a:r>
            <a:endParaRPr b="0" i="0" sz="1200" u="none" cap="none" strike="noStrike">
              <a:solidFill>
                <a:srgbClr val="000000"/>
              </a:solidFill>
              <a:latin typeface="Helvetica Neue"/>
              <a:ea typeface="Helvetica Neue"/>
              <a:cs typeface="Helvetica Neue"/>
              <a:sym typeface="Helvetica Neue"/>
            </a:endParaRPr>
          </a:p>
        </p:txBody>
      </p:sp>
      <p:sp>
        <p:nvSpPr>
          <p:cNvPr id="717" name="Google Shape;717;p7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1 Column">
  <p:cSld name="BLANK_2_1">
    <p:spTree>
      <p:nvGrpSpPr>
        <p:cNvPr id="718" name="Shape 718"/>
        <p:cNvGrpSpPr/>
        <p:nvPr/>
      </p:nvGrpSpPr>
      <p:grpSpPr>
        <a:xfrm>
          <a:off x="0" y="0"/>
          <a:ext cx="0" cy="0"/>
          <a:chOff x="0" y="0"/>
          <a:chExt cx="0" cy="0"/>
        </a:xfrm>
      </p:grpSpPr>
      <p:sp>
        <p:nvSpPr>
          <p:cNvPr id="719" name="Google Shape;719;p76"/>
          <p:cNvSpPr txBox="1"/>
          <p:nvPr>
            <p:ph type="title"/>
          </p:nvPr>
        </p:nvSpPr>
        <p:spPr>
          <a:xfrm>
            <a:off x="767625" y="880575"/>
            <a:ext cx="7197300" cy="4524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SzPts val="2800"/>
              <a:buNone/>
              <a:defRPr sz="2400">
                <a:solidFill>
                  <a:srgbClr val="09091A"/>
                </a:solidFill>
                <a:latin typeface="Source Sans Pro"/>
                <a:ea typeface="Source Sans Pro"/>
                <a:cs typeface="Source Sans Pro"/>
                <a:sym typeface="Source Sans Pro"/>
              </a:defRPr>
            </a:lvl1pPr>
            <a:lvl2pPr lvl="1" rtl="0" algn="l">
              <a:lnSpc>
                <a:spcPct val="100000"/>
              </a:lnSpc>
              <a:spcBef>
                <a:spcPts val="0"/>
              </a:spcBef>
              <a:spcAft>
                <a:spcPts val="0"/>
              </a:spcAft>
              <a:buSzPts val="2800"/>
              <a:buNone/>
              <a:defRPr sz="2400"/>
            </a:lvl2pPr>
            <a:lvl3pPr lvl="2" rtl="0" algn="l">
              <a:lnSpc>
                <a:spcPct val="100000"/>
              </a:lnSpc>
              <a:spcBef>
                <a:spcPts val="0"/>
              </a:spcBef>
              <a:spcAft>
                <a:spcPts val="0"/>
              </a:spcAft>
              <a:buSzPts val="2800"/>
              <a:buNone/>
              <a:defRPr sz="2400"/>
            </a:lvl3pPr>
            <a:lvl4pPr lvl="3" rtl="0" algn="l">
              <a:lnSpc>
                <a:spcPct val="100000"/>
              </a:lnSpc>
              <a:spcBef>
                <a:spcPts val="0"/>
              </a:spcBef>
              <a:spcAft>
                <a:spcPts val="0"/>
              </a:spcAft>
              <a:buSzPts val="2800"/>
              <a:buNone/>
              <a:defRPr sz="2400"/>
            </a:lvl4pPr>
            <a:lvl5pPr lvl="4" rtl="0" algn="l">
              <a:lnSpc>
                <a:spcPct val="100000"/>
              </a:lnSpc>
              <a:spcBef>
                <a:spcPts val="0"/>
              </a:spcBef>
              <a:spcAft>
                <a:spcPts val="0"/>
              </a:spcAft>
              <a:buSzPts val="2800"/>
              <a:buNone/>
              <a:defRPr sz="2400"/>
            </a:lvl5pPr>
            <a:lvl6pPr lvl="5" rtl="0" algn="l">
              <a:lnSpc>
                <a:spcPct val="100000"/>
              </a:lnSpc>
              <a:spcBef>
                <a:spcPts val="0"/>
              </a:spcBef>
              <a:spcAft>
                <a:spcPts val="0"/>
              </a:spcAft>
              <a:buSzPts val="2800"/>
              <a:buNone/>
              <a:defRPr sz="2400"/>
            </a:lvl6pPr>
            <a:lvl7pPr lvl="6" rtl="0" algn="l">
              <a:lnSpc>
                <a:spcPct val="100000"/>
              </a:lnSpc>
              <a:spcBef>
                <a:spcPts val="0"/>
              </a:spcBef>
              <a:spcAft>
                <a:spcPts val="0"/>
              </a:spcAft>
              <a:buSzPts val="2800"/>
              <a:buNone/>
              <a:defRPr sz="2400"/>
            </a:lvl7pPr>
            <a:lvl8pPr lvl="7" rtl="0" algn="l">
              <a:lnSpc>
                <a:spcPct val="100000"/>
              </a:lnSpc>
              <a:spcBef>
                <a:spcPts val="0"/>
              </a:spcBef>
              <a:spcAft>
                <a:spcPts val="0"/>
              </a:spcAft>
              <a:buSzPts val="2800"/>
              <a:buNone/>
              <a:defRPr sz="2400"/>
            </a:lvl8pPr>
            <a:lvl9pPr lvl="8" rtl="0" algn="l">
              <a:lnSpc>
                <a:spcPct val="100000"/>
              </a:lnSpc>
              <a:spcBef>
                <a:spcPts val="0"/>
              </a:spcBef>
              <a:spcAft>
                <a:spcPts val="0"/>
              </a:spcAft>
              <a:buSzPts val="2800"/>
              <a:buNone/>
              <a:defRPr sz="2400"/>
            </a:lvl9pPr>
          </a:lstStyle>
          <a:p/>
        </p:txBody>
      </p:sp>
      <p:sp>
        <p:nvSpPr>
          <p:cNvPr id="720" name="Google Shape;720;p76"/>
          <p:cNvSpPr txBox="1"/>
          <p:nvPr>
            <p:ph idx="1" type="body"/>
          </p:nvPr>
        </p:nvSpPr>
        <p:spPr>
          <a:xfrm>
            <a:off x="767625" y="1505200"/>
            <a:ext cx="7197300" cy="3218700"/>
          </a:xfrm>
          <a:prstGeom prst="rect">
            <a:avLst/>
          </a:prstGeom>
          <a:noFill/>
          <a:ln>
            <a:noFill/>
          </a:ln>
        </p:spPr>
        <p:txBody>
          <a:bodyPr anchorCtr="0" anchor="t" bIns="91425" lIns="91425" spcFirstLastPara="1" rIns="91425" wrap="square" tIns="91425">
            <a:normAutofit/>
          </a:bodyPr>
          <a:lstStyle>
            <a:lvl1pPr indent="-311150" lvl="0" marL="457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1pPr>
            <a:lvl2pPr indent="-311150" lvl="1" marL="914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2pPr>
            <a:lvl3pPr indent="-311150" lvl="2" marL="1371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3pPr>
            <a:lvl4pPr indent="-311150" lvl="3" marL="18288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4pPr>
            <a:lvl5pPr indent="-311150" lvl="4" marL="22860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5pPr>
            <a:lvl6pPr indent="-311150" lvl="5" marL="27432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6pPr>
            <a:lvl7pPr indent="-311150" lvl="6" marL="32004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7pPr>
            <a:lvl8pPr indent="-311150" lvl="7" marL="3657600" rtl="0" algn="l">
              <a:lnSpc>
                <a:spcPct val="130000"/>
              </a:lnSpc>
              <a:spcBef>
                <a:spcPts val="1200"/>
              </a:spcBef>
              <a:spcAft>
                <a:spcPts val="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8pPr>
            <a:lvl9pPr indent="-311150" lvl="8" marL="4114800" rtl="0" algn="l">
              <a:lnSpc>
                <a:spcPct val="130000"/>
              </a:lnSpc>
              <a:spcBef>
                <a:spcPts val="1200"/>
              </a:spcBef>
              <a:spcAft>
                <a:spcPts val="1200"/>
              </a:spcAft>
              <a:buClr>
                <a:srgbClr val="5A4FFF"/>
              </a:buClr>
              <a:buSzPts val="1300"/>
              <a:buFont typeface="Source Sans Pro"/>
              <a:buChar char="■"/>
              <a:defRPr sz="1300">
                <a:solidFill>
                  <a:srgbClr val="666666"/>
                </a:solidFill>
                <a:latin typeface="Source Sans Pro"/>
                <a:ea typeface="Source Sans Pro"/>
                <a:cs typeface="Source Sans Pro"/>
                <a:sym typeface="Source Sans Pro"/>
              </a:defRPr>
            </a:lvl9pPr>
          </a:lstStyle>
          <a:p/>
        </p:txBody>
      </p:sp>
      <p:sp>
        <p:nvSpPr>
          <p:cNvPr id="721" name="Google Shape;721;p76"/>
          <p:cNvSpPr txBox="1"/>
          <p:nvPr>
            <p:ph idx="2" type="subTitle"/>
          </p:nvPr>
        </p:nvSpPr>
        <p:spPr>
          <a:xfrm>
            <a:off x="767625" y="602072"/>
            <a:ext cx="7638600" cy="383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SzPts val="1800"/>
              <a:buNone/>
              <a:defRPr sz="1200">
                <a:solidFill>
                  <a:srgbClr val="999999"/>
                </a:solidFill>
                <a:latin typeface="Source Sans Pro"/>
                <a:ea typeface="Source Sans Pro"/>
                <a:cs typeface="Source Sans Pro"/>
                <a:sym typeface="Source Sans Pro"/>
              </a:defRPr>
            </a:lvl1pPr>
            <a:lvl2pPr lvl="1" rtl="0" algn="l">
              <a:lnSpc>
                <a:spcPct val="115000"/>
              </a:lnSpc>
              <a:spcBef>
                <a:spcPts val="0"/>
              </a:spcBef>
              <a:spcAft>
                <a:spcPts val="0"/>
              </a:spcAft>
              <a:buSzPts val="1800"/>
              <a:buNone/>
              <a:defRPr sz="1200">
                <a:solidFill>
                  <a:srgbClr val="B7B7B7"/>
                </a:solidFill>
              </a:defRPr>
            </a:lvl2pPr>
            <a:lvl3pPr lvl="2" rtl="0" algn="l">
              <a:lnSpc>
                <a:spcPct val="115000"/>
              </a:lnSpc>
              <a:spcBef>
                <a:spcPts val="0"/>
              </a:spcBef>
              <a:spcAft>
                <a:spcPts val="0"/>
              </a:spcAft>
              <a:buSzPts val="1800"/>
              <a:buNone/>
              <a:defRPr sz="1200">
                <a:solidFill>
                  <a:srgbClr val="B7B7B7"/>
                </a:solidFill>
              </a:defRPr>
            </a:lvl3pPr>
            <a:lvl4pPr lvl="3" rtl="0" algn="l">
              <a:lnSpc>
                <a:spcPct val="115000"/>
              </a:lnSpc>
              <a:spcBef>
                <a:spcPts val="0"/>
              </a:spcBef>
              <a:spcAft>
                <a:spcPts val="0"/>
              </a:spcAft>
              <a:buSzPts val="1800"/>
              <a:buNone/>
              <a:defRPr sz="1200">
                <a:solidFill>
                  <a:srgbClr val="B7B7B7"/>
                </a:solidFill>
              </a:defRPr>
            </a:lvl4pPr>
            <a:lvl5pPr lvl="4" rtl="0" algn="l">
              <a:lnSpc>
                <a:spcPct val="115000"/>
              </a:lnSpc>
              <a:spcBef>
                <a:spcPts val="0"/>
              </a:spcBef>
              <a:spcAft>
                <a:spcPts val="0"/>
              </a:spcAft>
              <a:buSzPts val="1800"/>
              <a:buNone/>
              <a:defRPr sz="1200">
                <a:solidFill>
                  <a:srgbClr val="B7B7B7"/>
                </a:solidFill>
              </a:defRPr>
            </a:lvl5pPr>
            <a:lvl6pPr lvl="5" rtl="0" algn="l">
              <a:lnSpc>
                <a:spcPct val="115000"/>
              </a:lnSpc>
              <a:spcBef>
                <a:spcPts val="0"/>
              </a:spcBef>
              <a:spcAft>
                <a:spcPts val="0"/>
              </a:spcAft>
              <a:buSzPts val="1800"/>
              <a:buNone/>
              <a:defRPr sz="1200">
                <a:solidFill>
                  <a:srgbClr val="B7B7B7"/>
                </a:solidFill>
              </a:defRPr>
            </a:lvl6pPr>
            <a:lvl7pPr lvl="6" rtl="0" algn="l">
              <a:lnSpc>
                <a:spcPct val="115000"/>
              </a:lnSpc>
              <a:spcBef>
                <a:spcPts val="0"/>
              </a:spcBef>
              <a:spcAft>
                <a:spcPts val="0"/>
              </a:spcAft>
              <a:buSzPts val="1800"/>
              <a:buNone/>
              <a:defRPr sz="1200">
                <a:solidFill>
                  <a:srgbClr val="B7B7B7"/>
                </a:solidFill>
              </a:defRPr>
            </a:lvl7pPr>
            <a:lvl8pPr lvl="7" rtl="0" algn="l">
              <a:lnSpc>
                <a:spcPct val="115000"/>
              </a:lnSpc>
              <a:spcBef>
                <a:spcPts val="0"/>
              </a:spcBef>
              <a:spcAft>
                <a:spcPts val="0"/>
              </a:spcAft>
              <a:buSzPts val="1800"/>
              <a:buNone/>
              <a:defRPr sz="1200">
                <a:solidFill>
                  <a:srgbClr val="B7B7B7"/>
                </a:solidFill>
              </a:defRPr>
            </a:lvl8pPr>
            <a:lvl9pPr lvl="8" rtl="0" algn="l">
              <a:lnSpc>
                <a:spcPct val="115000"/>
              </a:lnSpc>
              <a:spcBef>
                <a:spcPts val="0"/>
              </a:spcBef>
              <a:spcAft>
                <a:spcPts val="0"/>
              </a:spcAft>
              <a:buSzPts val="1800"/>
              <a:buNone/>
              <a:defRPr sz="1200">
                <a:solidFill>
                  <a:srgbClr val="B7B7B7"/>
                </a:solidFill>
              </a:defRPr>
            </a:lvl9pPr>
          </a:lstStyle>
          <a:p/>
        </p:txBody>
      </p:sp>
      <p:sp>
        <p:nvSpPr>
          <p:cNvPr id="722" name="Google Shape;722;p7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7" showMasterSp="0">
  <p:cSld name="Gradient 7">
    <p:bg>
      <p:bgPr>
        <a:gradFill>
          <a:gsLst>
            <a:gs pos="0">
              <a:srgbClr val="242424"/>
            </a:gs>
            <a:gs pos="100000">
              <a:srgbClr val="101010"/>
            </a:gs>
          </a:gsLst>
          <a:lin ang="8100019" scaled="0"/>
        </a:gradFill>
      </p:bgPr>
    </p:bg>
    <p:spTree>
      <p:nvGrpSpPr>
        <p:cNvPr id="723" name="Shape 723"/>
        <p:cNvGrpSpPr/>
        <p:nvPr/>
      </p:nvGrpSpPr>
      <p:grpSpPr>
        <a:xfrm>
          <a:off x="0" y="0"/>
          <a:ext cx="0" cy="0"/>
          <a:chOff x="0" y="0"/>
          <a:chExt cx="0" cy="0"/>
        </a:xfrm>
      </p:grpSpPr>
      <p:pic>
        <p:nvPicPr>
          <p:cNvPr descr="Google Shape;428;p46" id="724" name="Google Shape;724;p77"/>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25" name="Google Shape;725;p7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 50/50">
  <p:cSld name="ONE_COLUMN_TEXT">
    <p:spTree>
      <p:nvGrpSpPr>
        <p:cNvPr id="726" name="Shape 726"/>
        <p:cNvGrpSpPr/>
        <p:nvPr/>
      </p:nvGrpSpPr>
      <p:grpSpPr>
        <a:xfrm>
          <a:off x="0" y="0"/>
          <a:ext cx="0" cy="0"/>
          <a:chOff x="0" y="0"/>
          <a:chExt cx="0" cy="0"/>
        </a:xfrm>
      </p:grpSpPr>
      <p:sp>
        <p:nvSpPr>
          <p:cNvPr id="727" name="Google Shape;727;p78"/>
          <p:cNvSpPr txBox="1"/>
          <p:nvPr>
            <p:ph type="title"/>
          </p:nvPr>
        </p:nvSpPr>
        <p:spPr>
          <a:xfrm>
            <a:off x="263300" y="548640"/>
            <a:ext cx="3703500" cy="755700"/>
          </a:xfrm>
          <a:prstGeom prst="rect">
            <a:avLst/>
          </a:prstGeom>
          <a:noFill/>
          <a:ln>
            <a:noFill/>
          </a:ln>
        </p:spPr>
        <p:txBody>
          <a:bodyPr anchorCtr="0" anchor="b" bIns="91425" lIns="91425" spcFirstLastPara="1" rIns="91425" wrap="square" tIns="91425">
            <a:normAutofit/>
          </a:bodyPr>
          <a:lstStyle>
            <a:lvl1pPr lvl="0" rtl="0" algn="l">
              <a:lnSpc>
                <a:spcPct val="100000"/>
              </a:lnSpc>
              <a:spcBef>
                <a:spcPts val="0"/>
              </a:spcBef>
              <a:spcAft>
                <a:spcPts val="0"/>
              </a:spcAft>
              <a:buSzPts val="2100"/>
              <a:buNone/>
              <a:defRPr sz="2100"/>
            </a:lvl1pPr>
            <a:lvl2pPr lvl="1" rtl="0" algn="l">
              <a:lnSpc>
                <a:spcPct val="100000"/>
              </a:lnSpc>
              <a:spcBef>
                <a:spcPts val="0"/>
              </a:spcBef>
              <a:spcAft>
                <a:spcPts val="0"/>
              </a:spcAft>
              <a:buSzPts val="2400"/>
              <a:buNone/>
              <a:defRPr sz="2400"/>
            </a:lvl2pPr>
            <a:lvl3pPr lvl="2" rtl="0" algn="l">
              <a:lnSpc>
                <a:spcPct val="100000"/>
              </a:lnSpc>
              <a:spcBef>
                <a:spcPts val="0"/>
              </a:spcBef>
              <a:spcAft>
                <a:spcPts val="0"/>
              </a:spcAft>
              <a:buSzPts val="2400"/>
              <a:buNone/>
              <a:defRPr sz="2400"/>
            </a:lvl3pPr>
            <a:lvl4pPr lvl="3" rtl="0" algn="l">
              <a:lnSpc>
                <a:spcPct val="100000"/>
              </a:lnSpc>
              <a:spcBef>
                <a:spcPts val="0"/>
              </a:spcBef>
              <a:spcAft>
                <a:spcPts val="0"/>
              </a:spcAft>
              <a:buSzPts val="2400"/>
              <a:buNone/>
              <a:defRPr sz="2400"/>
            </a:lvl4pPr>
            <a:lvl5pPr lvl="4" rtl="0" algn="l">
              <a:lnSpc>
                <a:spcPct val="100000"/>
              </a:lnSpc>
              <a:spcBef>
                <a:spcPts val="0"/>
              </a:spcBef>
              <a:spcAft>
                <a:spcPts val="0"/>
              </a:spcAft>
              <a:buSzPts val="2400"/>
              <a:buNone/>
              <a:defRPr sz="2400"/>
            </a:lvl5pPr>
            <a:lvl6pPr lvl="5" rtl="0" algn="l">
              <a:lnSpc>
                <a:spcPct val="100000"/>
              </a:lnSpc>
              <a:spcBef>
                <a:spcPts val="0"/>
              </a:spcBef>
              <a:spcAft>
                <a:spcPts val="0"/>
              </a:spcAft>
              <a:buSzPts val="2400"/>
              <a:buNone/>
              <a:defRPr sz="2400"/>
            </a:lvl6pPr>
            <a:lvl7pPr lvl="6" rtl="0" algn="l">
              <a:lnSpc>
                <a:spcPct val="100000"/>
              </a:lnSpc>
              <a:spcBef>
                <a:spcPts val="0"/>
              </a:spcBef>
              <a:spcAft>
                <a:spcPts val="0"/>
              </a:spcAft>
              <a:buSzPts val="2400"/>
              <a:buNone/>
              <a:defRPr sz="2400"/>
            </a:lvl7pPr>
            <a:lvl8pPr lvl="7" rtl="0" algn="l">
              <a:lnSpc>
                <a:spcPct val="100000"/>
              </a:lnSpc>
              <a:spcBef>
                <a:spcPts val="0"/>
              </a:spcBef>
              <a:spcAft>
                <a:spcPts val="0"/>
              </a:spcAft>
              <a:buSzPts val="2400"/>
              <a:buNone/>
              <a:defRPr sz="2400"/>
            </a:lvl8pPr>
            <a:lvl9pPr lvl="8" rtl="0" algn="l">
              <a:lnSpc>
                <a:spcPct val="100000"/>
              </a:lnSpc>
              <a:spcBef>
                <a:spcPts val="0"/>
              </a:spcBef>
              <a:spcAft>
                <a:spcPts val="0"/>
              </a:spcAft>
              <a:buSzPts val="2400"/>
              <a:buNone/>
              <a:defRPr sz="2400"/>
            </a:lvl9pPr>
          </a:lstStyle>
          <a:p/>
        </p:txBody>
      </p:sp>
      <p:sp>
        <p:nvSpPr>
          <p:cNvPr id="728" name="Google Shape;728;p78"/>
          <p:cNvSpPr txBox="1"/>
          <p:nvPr>
            <p:ph idx="1" type="body"/>
          </p:nvPr>
        </p:nvSpPr>
        <p:spPr>
          <a:xfrm>
            <a:off x="274320" y="1371600"/>
            <a:ext cx="3703500" cy="3179400"/>
          </a:xfrm>
          <a:prstGeom prst="rect">
            <a:avLst/>
          </a:prstGeom>
          <a:noFill/>
          <a:ln>
            <a:noFill/>
          </a:ln>
        </p:spPr>
        <p:txBody>
          <a:bodyPr anchorCtr="0" anchor="t" bIns="91425" lIns="91425" spcFirstLastPara="1" rIns="91425" wrap="square" tIns="91425">
            <a:normAutofit/>
          </a:bodyPr>
          <a:lstStyle>
            <a:lvl1pPr indent="-304800" lvl="0" marL="457200" rtl="0" algn="l">
              <a:lnSpc>
                <a:spcPct val="150000"/>
              </a:lnSpc>
              <a:spcBef>
                <a:spcPts val="0"/>
              </a:spcBef>
              <a:spcAft>
                <a:spcPts val="0"/>
              </a:spcAft>
              <a:buSzPts val="1200"/>
              <a:buChar char="●"/>
              <a:defRPr sz="1200"/>
            </a:lvl1pPr>
            <a:lvl2pPr indent="-304800" lvl="1" marL="914400" rtl="0" algn="l">
              <a:lnSpc>
                <a:spcPct val="150000"/>
              </a:lnSpc>
              <a:spcBef>
                <a:spcPts val="0"/>
              </a:spcBef>
              <a:spcAft>
                <a:spcPts val="0"/>
              </a:spcAft>
              <a:buSzPts val="1200"/>
              <a:buChar char="○"/>
              <a:defRPr sz="1200"/>
            </a:lvl2pPr>
            <a:lvl3pPr indent="-304800" lvl="2" marL="1371600" rtl="0" algn="l">
              <a:lnSpc>
                <a:spcPct val="150000"/>
              </a:lnSpc>
              <a:spcBef>
                <a:spcPts val="0"/>
              </a:spcBef>
              <a:spcAft>
                <a:spcPts val="0"/>
              </a:spcAft>
              <a:buSzPts val="1200"/>
              <a:buChar char="■"/>
              <a:defRPr sz="1200"/>
            </a:lvl3pPr>
            <a:lvl4pPr indent="-304800" lvl="3" marL="1828800" rtl="0" algn="l">
              <a:lnSpc>
                <a:spcPct val="150000"/>
              </a:lnSpc>
              <a:spcBef>
                <a:spcPts val="0"/>
              </a:spcBef>
              <a:spcAft>
                <a:spcPts val="0"/>
              </a:spcAft>
              <a:buSzPts val="1200"/>
              <a:buChar char="●"/>
              <a:defRPr sz="1200"/>
            </a:lvl4pPr>
            <a:lvl5pPr indent="-304800" lvl="4" marL="2286000" rtl="0" algn="l">
              <a:lnSpc>
                <a:spcPct val="150000"/>
              </a:lnSpc>
              <a:spcBef>
                <a:spcPts val="0"/>
              </a:spcBef>
              <a:spcAft>
                <a:spcPts val="0"/>
              </a:spcAft>
              <a:buSzPts val="1200"/>
              <a:buChar char="○"/>
              <a:defRPr sz="1200"/>
            </a:lvl5pPr>
            <a:lvl6pPr indent="-304800" lvl="5" marL="2743200" rtl="0" algn="l">
              <a:lnSpc>
                <a:spcPct val="150000"/>
              </a:lnSpc>
              <a:spcBef>
                <a:spcPts val="0"/>
              </a:spcBef>
              <a:spcAft>
                <a:spcPts val="0"/>
              </a:spcAft>
              <a:buSzPts val="1200"/>
              <a:buChar char="■"/>
              <a:defRPr sz="1200"/>
            </a:lvl6pPr>
            <a:lvl7pPr indent="-304800" lvl="6" marL="3200400" rtl="0" algn="l">
              <a:lnSpc>
                <a:spcPct val="150000"/>
              </a:lnSpc>
              <a:spcBef>
                <a:spcPts val="0"/>
              </a:spcBef>
              <a:spcAft>
                <a:spcPts val="0"/>
              </a:spcAft>
              <a:buSzPts val="1200"/>
              <a:buChar char="●"/>
              <a:defRPr sz="1200"/>
            </a:lvl7pPr>
            <a:lvl8pPr indent="-304800" lvl="7" marL="3657600" rtl="0" algn="l">
              <a:lnSpc>
                <a:spcPct val="150000"/>
              </a:lnSpc>
              <a:spcBef>
                <a:spcPts val="0"/>
              </a:spcBef>
              <a:spcAft>
                <a:spcPts val="0"/>
              </a:spcAft>
              <a:buSzPts val="1200"/>
              <a:buChar char="○"/>
              <a:defRPr sz="1200"/>
            </a:lvl8pPr>
            <a:lvl9pPr indent="-304800" lvl="8" marL="4114800" rtl="0" algn="l">
              <a:lnSpc>
                <a:spcPct val="150000"/>
              </a:lnSpc>
              <a:spcBef>
                <a:spcPts val="0"/>
              </a:spcBef>
              <a:spcAft>
                <a:spcPts val="0"/>
              </a:spcAft>
              <a:buSzPts val="1200"/>
              <a:buChar char="■"/>
              <a:defRPr sz="1200"/>
            </a:lvl9pPr>
          </a:lstStyle>
          <a:p/>
        </p:txBody>
      </p:sp>
      <p:sp>
        <p:nvSpPr>
          <p:cNvPr id="729" name="Google Shape;729;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166">
          <p15:clr>
            <a:srgbClr val="FA7B17"/>
          </p15:clr>
        </p15:guide>
        <p15:guide id="2" pos="5594">
          <p15:clr>
            <a:srgbClr val="FA7B17"/>
          </p15:clr>
        </p15:guide>
        <p15:guide id="3" orient="horz" pos="171">
          <p15:clr>
            <a:srgbClr val="FA7B17"/>
          </p15:clr>
        </p15:guide>
        <p15:guide id="4" orient="horz" pos="3069">
          <p15:clr>
            <a:srgbClr val="FA7B17"/>
          </p15:clr>
        </p15:guide>
        <p15:guide id="5" pos="2880">
          <p15:clr>
            <a:srgbClr val="FA7B17"/>
          </p15:clr>
        </p15:guide>
      </p15:sldGuideLst>
    </p:ext>
  </p:extLs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fo Cards _ No Sub">
  <p:cSld name="TITLE_ONLY_2_2_2">
    <p:bg>
      <p:bgPr>
        <a:solidFill>
          <a:schemeClr val="dk1"/>
        </a:solidFill>
      </p:bgPr>
    </p:bg>
    <p:spTree>
      <p:nvGrpSpPr>
        <p:cNvPr id="730" name="Shape 730"/>
        <p:cNvGrpSpPr/>
        <p:nvPr/>
      </p:nvGrpSpPr>
      <p:grpSpPr>
        <a:xfrm>
          <a:off x="0" y="0"/>
          <a:ext cx="0" cy="0"/>
          <a:chOff x="0" y="0"/>
          <a:chExt cx="0" cy="0"/>
        </a:xfrm>
      </p:grpSpPr>
      <p:pic>
        <p:nvPicPr>
          <p:cNvPr id="731" name="Google Shape;731;p79"/>
          <p:cNvPicPr preferRelativeResize="0"/>
          <p:nvPr/>
        </p:nvPicPr>
        <p:blipFill rotWithShape="1">
          <a:blip r:embed="rId2">
            <a:alphaModFix/>
          </a:blip>
          <a:srcRect b="0" l="0" r="0" t="0"/>
          <a:stretch/>
        </p:blipFill>
        <p:spPr>
          <a:xfrm>
            <a:off x="3230775" y="1234851"/>
            <a:ext cx="2682450" cy="3028579"/>
          </a:xfrm>
          <a:prstGeom prst="rect">
            <a:avLst/>
          </a:prstGeom>
          <a:noFill/>
          <a:ln>
            <a:noFill/>
          </a:ln>
        </p:spPr>
      </p:pic>
      <p:pic>
        <p:nvPicPr>
          <p:cNvPr id="732" name="Google Shape;732;p79"/>
          <p:cNvPicPr preferRelativeResize="0"/>
          <p:nvPr/>
        </p:nvPicPr>
        <p:blipFill rotWithShape="1">
          <a:blip r:embed="rId2">
            <a:alphaModFix/>
          </a:blip>
          <a:srcRect b="0" l="0" r="0" t="0"/>
          <a:stretch/>
        </p:blipFill>
        <p:spPr>
          <a:xfrm>
            <a:off x="6048701" y="1234851"/>
            <a:ext cx="2682450" cy="3028579"/>
          </a:xfrm>
          <a:prstGeom prst="rect">
            <a:avLst/>
          </a:prstGeom>
          <a:noFill/>
          <a:ln>
            <a:noFill/>
          </a:ln>
        </p:spPr>
      </p:pic>
      <p:pic>
        <p:nvPicPr>
          <p:cNvPr id="733" name="Google Shape;733;p79"/>
          <p:cNvPicPr preferRelativeResize="0"/>
          <p:nvPr/>
        </p:nvPicPr>
        <p:blipFill rotWithShape="1">
          <a:blip r:embed="rId2">
            <a:alphaModFix/>
          </a:blip>
          <a:srcRect b="0" l="0" r="0" t="0"/>
          <a:stretch/>
        </p:blipFill>
        <p:spPr>
          <a:xfrm>
            <a:off x="412850" y="1234851"/>
            <a:ext cx="2682450" cy="3028579"/>
          </a:xfrm>
          <a:prstGeom prst="rect">
            <a:avLst/>
          </a:prstGeom>
          <a:noFill/>
          <a:ln>
            <a:noFill/>
          </a:ln>
        </p:spPr>
      </p:pic>
      <p:pic>
        <p:nvPicPr>
          <p:cNvPr id="734" name="Google Shape;734;p79"/>
          <p:cNvPicPr preferRelativeResize="0"/>
          <p:nvPr/>
        </p:nvPicPr>
        <p:blipFill rotWithShape="1">
          <a:blip r:embed="rId3">
            <a:alphaModFix/>
          </a:blip>
          <a:srcRect b="0" l="0" r="0" t="0"/>
          <a:stretch/>
        </p:blipFill>
        <p:spPr>
          <a:xfrm>
            <a:off x="412825" y="1234850"/>
            <a:ext cx="2682475" cy="3019700"/>
          </a:xfrm>
          <a:prstGeom prst="rect">
            <a:avLst/>
          </a:prstGeom>
          <a:noFill/>
          <a:ln>
            <a:noFill/>
          </a:ln>
        </p:spPr>
      </p:pic>
      <p:sp>
        <p:nvSpPr>
          <p:cNvPr id="735" name="Google Shape;735;p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pic>
        <p:nvPicPr>
          <p:cNvPr id="736" name="Google Shape;736;p79"/>
          <p:cNvPicPr preferRelativeResize="0"/>
          <p:nvPr/>
        </p:nvPicPr>
        <p:blipFill rotWithShape="1">
          <a:blip r:embed="rId4">
            <a:alphaModFix/>
          </a:blip>
          <a:srcRect b="0" l="0" r="0" t="0"/>
          <a:stretch/>
        </p:blipFill>
        <p:spPr>
          <a:xfrm>
            <a:off x="-762396" y="0"/>
            <a:ext cx="548700" cy="2288640"/>
          </a:xfrm>
          <a:prstGeom prst="rect">
            <a:avLst/>
          </a:prstGeom>
          <a:noFill/>
          <a:ln>
            <a:noFill/>
          </a:ln>
        </p:spPr>
      </p:pic>
      <p:pic>
        <p:nvPicPr>
          <p:cNvPr id="737" name="Google Shape;737;p79"/>
          <p:cNvPicPr preferRelativeResize="0"/>
          <p:nvPr/>
        </p:nvPicPr>
        <p:blipFill rotWithShape="1">
          <a:blip r:embed="rId5">
            <a:alphaModFix/>
          </a:blip>
          <a:srcRect b="0" l="0" r="0" t="0"/>
          <a:stretch/>
        </p:blipFill>
        <p:spPr>
          <a:xfrm>
            <a:off x="457529" y="4543025"/>
            <a:ext cx="950976" cy="142646"/>
          </a:xfrm>
          <a:prstGeom prst="rect">
            <a:avLst/>
          </a:prstGeom>
          <a:noFill/>
          <a:ln>
            <a:noFill/>
          </a:ln>
        </p:spPr>
      </p:pic>
      <p:sp>
        <p:nvSpPr>
          <p:cNvPr id="738" name="Google Shape;738;p79"/>
          <p:cNvSpPr/>
          <p:nvPr>
            <p:ph idx="2" type="pic"/>
          </p:nvPr>
        </p:nvSpPr>
        <p:spPr>
          <a:xfrm>
            <a:off x="535276" y="1372373"/>
            <a:ext cx="315900" cy="315900"/>
          </a:xfrm>
          <a:prstGeom prst="rect">
            <a:avLst/>
          </a:prstGeom>
          <a:noFill/>
          <a:ln>
            <a:noFill/>
          </a:ln>
        </p:spPr>
      </p:sp>
      <p:sp>
        <p:nvSpPr>
          <p:cNvPr id="739" name="Google Shape;739;p79"/>
          <p:cNvSpPr txBox="1"/>
          <p:nvPr>
            <p:ph idx="1" type="body"/>
          </p:nvPr>
        </p:nvSpPr>
        <p:spPr>
          <a:xfrm>
            <a:off x="50507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0" name="Google Shape;740;p79"/>
          <p:cNvSpPr txBox="1"/>
          <p:nvPr>
            <p:ph idx="3" type="subTitle"/>
          </p:nvPr>
        </p:nvSpPr>
        <p:spPr>
          <a:xfrm>
            <a:off x="50507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1" name="Google Shape;741;p79"/>
          <p:cNvSpPr/>
          <p:nvPr>
            <p:ph idx="4" type="pic"/>
          </p:nvPr>
        </p:nvSpPr>
        <p:spPr>
          <a:xfrm>
            <a:off x="3358251" y="1372373"/>
            <a:ext cx="315900" cy="315900"/>
          </a:xfrm>
          <a:prstGeom prst="rect">
            <a:avLst/>
          </a:prstGeom>
          <a:noFill/>
          <a:ln>
            <a:noFill/>
          </a:ln>
        </p:spPr>
      </p:sp>
      <p:sp>
        <p:nvSpPr>
          <p:cNvPr id="742" name="Google Shape;742;p79"/>
          <p:cNvSpPr txBox="1"/>
          <p:nvPr>
            <p:ph idx="5" type="body"/>
          </p:nvPr>
        </p:nvSpPr>
        <p:spPr>
          <a:xfrm>
            <a:off x="3328050"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3" name="Google Shape;743;p79"/>
          <p:cNvSpPr txBox="1"/>
          <p:nvPr>
            <p:ph idx="6" type="subTitle"/>
          </p:nvPr>
        </p:nvSpPr>
        <p:spPr>
          <a:xfrm>
            <a:off x="3328050"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4" name="Google Shape;744;p79"/>
          <p:cNvSpPr/>
          <p:nvPr>
            <p:ph idx="7" type="pic"/>
          </p:nvPr>
        </p:nvSpPr>
        <p:spPr>
          <a:xfrm>
            <a:off x="6181226" y="1372373"/>
            <a:ext cx="315900" cy="315900"/>
          </a:xfrm>
          <a:prstGeom prst="rect">
            <a:avLst/>
          </a:prstGeom>
          <a:noFill/>
          <a:ln>
            <a:noFill/>
          </a:ln>
        </p:spPr>
      </p:sp>
      <p:sp>
        <p:nvSpPr>
          <p:cNvPr id="745" name="Google Shape;745;p79"/>
          <p:cNvSpPr txBox="1"/>
          <p:nvPr>
            <p:ph idx="8" type="body"/>
          </p:nvPr>
        </p:nvSpPr>
        <p:spPr>
          <a:xfrm>
            <a:off x="6151025" y="2022300"/>
            <a:ext cx="2487900" cy="20385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746" name="Google Shape;746;p79"/>
          <p:cNvSpPr txBox="1"/>
          <p:nvPr>
            <p:ph idx="9" type="subTitle"/>
          </p:nvPr>
        </p:nvSpPr>
        <p:spPr>
          <a:xfrm>
            <a:off x="6151025" y="1669200"/>
            <a:ext cx="24879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747" name="Google Shape;747;p79"/>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748" name="Google Shape;748;p79"/>
          <p:cNvSpPr txBox="1"/>
          <p:nvPr>
            <p:ph idx="13"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gradFill>
          <a:gsLst>
            <a:gs pos="0">
              <a:srgbClr val="0F0F0F"/>
            </a:gs>
            <a:gs pos="100000">
              <a:srgbClr val="000000"/>
            </a:gs>
          </a:gsLst>
          <a:lin ang="5400012" scaled="0"/>
        </a:gradFill>
      </p:bgPr>
    </p:bg>
    <p:spTree>
      <p:nvGrpSpPr>
        <p:cNvPr id="749" name="Shape 749"/>
        <p:cNvGrpSpPr/>
        <p:nvPr/>
      </p:nvGrpSpPr>
      <p:grpSpPr>
        <a:xfrm>
          <a:off x="0" y="0"/>
          <a:ext cx="0" cy="0"/>
          <a:chOff x="0" y="0"/>
          <a:chExt cx="0" cy="0"/>
        </a:xfrm>
      </p:grpSpPr>
      <p:sp>
        <p:nvSpPr>
          <p:cNvPr id="750" name="Google Shape;750;p8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s" showMasterSp="0">
  <p:cSld name="Title &amp; Bullets">
    <p:bg>
      <p:bgPr>
        <a:gradFill>
          <a:gsLst>
            <a:gs pos="0">
              <a:srgbClr val="0F0F0F"/>
            </a:gs>
            <a:gs pos="100000">
              <a:srgbClr val="000000"/>
            </a:gs>
          </a:gsLst>
          <a:lin ang="5400012" scaled="0"/>
        </a:gradFill>
      </p:bgPr>
    </p:bg>
    <p:spTree>
      <p:nvGrpSpPr>
        <p:cNvPr id="751" name="Shape 751"/>
        <p:cNvGrpSpPr/>
        <p:nvPr/>
      </p:nvGrpSpPr>
      <p:grpSpPr>
        <a:xfrm>
          <a:off x="0" y="0"/>
          <a:ext cx="0" cy="0"/>
          <a:chOff x="0" y="0"/>
          <a:chExt cx="0" cy="0"/>
        </a:xfrm>
      </p:grpSpPr>
      <p:sp>
        <p:nvSpPr>
          <p:cNvPr id="752" name="Google Shape;752;p81"/>
          <p:cNvSpPr txBox="1"/>
          <p:nvPr>
            <p:ph type="title"/>
          </p:nvPr>
        </p:nvSpPr>
        <p:spPr>
          <a:xfrm>
            <a:off x="452438" y="357188"/>
            <a:ext cx="8239200" cy="5373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53" name="Google Shape;753;p81"/>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4" name="Google Shape;754;p81"/>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55" name="Google Shape;755;p81"/>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5" showMasterSp="0">
  <p:cSld name="Gradient 5">
    <p:bg>
      <p:bgPr>
        <a:gradFill>
          <a:gsLst>
            <a:gs pos="0">
              <a:srgbClr val="242424"/>
            </a:gs>
            <a:gs pos="100000">
              <a:srgbClr val="101010"/>
            </a:gs>
          </a:gsLst>
          <a:lin ang="8100019" scaled="0"/>
        </a:gradFill>
      </p:bgPr>
    </p:bg>
    <p:spTree>
      <p:nvGrpSpPr>
        <p:cNvPr id="756" name="Shape 756"/>
        <p:cNvGrpSpPr/>
        <p:nvPr/>
      </p:nvGrpSpPr>
      <p:grpSpPr>
        <a:xfrm>
          <a:off x="0" y="0"/>
          <a:ext cx="0" cy="0"/>
          <a:chOff x="0" y="0"/>
          <a:chExt cx="0" cy="0"/>
        </a:xfrm>
      </p:grpSpPr>
      <p:pic>
        <p:nvPicPr>
          <p:cNvPr descr="Google Shape;350;p38" id="757" name="Google Shape;757;p82"/>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58" name="Google Shape;758;p8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Alt" showMasterSp="0">
  <p:cSld name="Title &amp; Photo Alt">
    <p:bg>
      <p:bgPr>
        <a:gradFill>
          <a:gsLst>
            <a:gs pos="0">
              <a:srgbClr val="0F0F0F"/>
            </a:gs>
            <a:gs pos="100000">
              <a:srgbClr val="000000"/>
            </a:gs>
          </a:gsLst>
          <a:lin ang="5400012" scaled="0"/>
        </a:gradFill>
      </p:bgPr>
    </p:bg>
    <p:spTree>
      <p:nvGrpSpPr>
        <p:cNvPr id="759" name="Shape 759"/>
        <p:cNvGrpSpPr/>
        <p:nvPr/>
      </p:nvGrpSpPr>
      <p:grpSpPr>
        <a:xfrm>
          <a:off x="0" y="0"/>
          <a:ext cx="0" cy="0"/>
          <a:chOff x="0" y="0"/>
          <a:chExt cx="0" cy="0"/>
        </a:xfrm>
      </p:grpSpPr>
      <p:sp>
        <p:nvSpPr>
          <p:cNvPr id="760" name="Google Shape;760;p83"/>
          <p:cNvSpPr txBox="1"/>
          <p:nvPr>
            <p:ph type="title"/>
          </p:nvPr>
        </p:nvSpPr>
        <p:spPr>
          <a:xfrm>
            <a:off x="452438" y="357336"/>
            <a:ext cx="3667200" cy="562500"/>
          </a:xfrm>
          <a:prstGeom prst="rect">
            <a:avLst/>
          </a:prstGeom>
          <a:noFill/>
          <a:ln>
            <a:noFill/>
          </a:ln>
        </p:spPr>
        <p:txBody>
          <a:bodyPr anchorCtr="0" anchor="t" bIns="19050" lIns="19050" spcFirstLastPara="1" rIns="19050" wrap="square" tIns="19050">
            <a:no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61" name="Google Shape;761;p83"/>
          <p:cNvSpPr txBox="1"/>
          <p:nvPr>
            <p:ph idx="1" type="body"/>
          </p:nvPr>
        </p:nvSpPr>
        <p:spPr>
          <a:xfrm>
            <a:off x="452438" y="1142766"/>
            <a:ext cx="3667200" cy="2018400"/>
          </a:xfrm>
          <a:prstGeom prst="rect">
            <a:avLst/>
          </a:prstGeom>
          <a:noFill/>
          <a:ln>
            <a:noFill/>
          </a:ln>
        </p:spPr>
        <p:txBody>
          <a:bodyPr anchorCtr="0" anchor="t" bIns="19050" lIns="19050" spcFirstLastPara="1" rIns="19050" wrap="square" tIns="19050">
            <a:no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pic>
        <p:nvPicPr>
          <p:cNvPr descr="Google Shape;116;p20" id="762" name="Google Shape;762;p83"/>
          <p:cNvPicPr preferRelativeResize="0"/>
          <p:nvPr/>
        </p:nvPicPr>
        <p:blipFill rotWithShape="1">
          <a:blip r:embed="rId2">
            <a:alphaModFix/>
          </a:blip>
          <a:srcRect b="2121" l="42797" r="9085" t="2786"/>
          <a:stretch/>
        </p:blipFill>
        <p:spPr>
          <a:xfrm>
            <a:off x="4516925" y="0"/>
            <a:ext cx="4626898" cy="5143500"/>
          </a:xfrm>
          <a:prstGeom prst="rect">
            <a:avLst/>
          </a:prstGeom>
          <a:noFill/>
          <a:ln>
            <a:noFill/>
          </a:ln>
        </p:spPr>
      </p:pic>
      <p:sp>
        <p:nvSpPr>
          <p:cNvPr id="763" name="Google Shape;763;p83"/>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2" showMasterSp="0">
  <p:cSld name="Gradient 2">
    <p:spTree>
      <p:nvGrpSpPr>
        <p:cNvPr id="764" name="Shape 764"/>
        <p:cNvGrpSpPr/>
        <p:nvPr/>
      </p:nvGrpSpPr>
      <p:grpSpPr>
        <a:xfrm>
          <a:off x="0" y="0"/>
          <a:ext cx="0" cy="0"/>
          <a:chOff x="0" y="0"/>
          <a:chExt cx="0" cy="0"/>
        </a:xfrm>
      </p:grpSpPr>
      <p:pic>
        <p:nvPicPr>
          <p:cNvPr descr="Google Shape;236;p31" id="765" name="Google Shape;765;p84"/>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766" name="Google Shape;766;p84"/>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6" showMasterSp="0">
  <p:cSld name="Gradient 6">
    <p:bg>
      <p:bgPr>
        <a:gradFill>
          <a:gsLst>
            <a:gs pos="0">
              <a:srgbClr val="242424"/>
            </a:gs>
            <a:gs pos="100000">
              <a:srgbClr val="101010"/>
            </a:gs>
          </a:gsLst>
          <a:lin ang="8100019" scaled="0"/>
        </a:gradFill>
      </p:bgPr>
    </p:bg>
    <p:spTree>
      <p:nvGrpSpPr>
        <p:cNvPr id="767" name="Shape 767"/>
        <p:cNvGrpSpPr/>
        <p:nvPr/>
      </p:nvGrpSpPr>
      <p:grpSpPr>
        <a:xfrm>
          <a:off x="0" y="0"/>
          <a:ext cx="0" cy="0"/>
          <a:chOff x="0" y="0"/>
          <a:chExt cx="0" cy="0"/>
        </a:xfrm>
      </p:grpSpPr>
      <p:pic>
        <p:nvPicPr>
          <p:cNvPr descr="Google Shape;376;p41" id="768" name="Google Shape;768;p85"/>
          <p:cNvPicPr preferRelativeResize="0"/>
          <p:nvPr/>
        </p:nvPicPr>
        <p:blipFill rotWithShape="1">
          <a:blip r:embed="rId2">
            <a:alphaModFix/>
          </a:blip>
          <a:srcRect b="0" l="0" r="0" t="0"/>
          <a:stretch/>
        </p:blipFill>
        <p:spPr>
          <a:xfrm>
            <a:off x="0" y="-2375"/>
            <a:ext cx="9144003" cy="5143496"/>
          </a:xfrm>
          <a:prstGeom prst="rect">
            <a:avLst/>
          </a:prstGeom>
          <a:noFill/>
          <a:ln>
            <a:noFill/>
          </a:ln>
        </p:spPr>
      </p:pic>
      <p:sp>
        <p:nvSpPr>
          <p:cNvPr id="769" name="Google Shape;769;p85"/>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 3" showMasterSp="0">
  <p:cSld name="Gradient 3">
    <p:bg>
      <p:bgPr>
        <a:gradFill>
          <a:gsLst>
            <a:gs pos="0">
              <a:srgbClr val="242424"/>
            </a:gs>
            <a:gs pos="100000">
              <a:srgbClr val="101010"/>
            </a:gs>
          </a:gsLst>
          <a:lin ang="8100019" scaled="0"/>
        </a:gradFill>
      </p:bgPr>
    </p:bg>
    <p:spTree>
      <p:nvGrpSpPr>
        <p:cNvPr id="770" name="Shape 770"/>
        <p:cNvGrpSpPr/>
        <p:nvPr/>
      </p:nvGrpSpPr>
      <p:grpSpPr>
        <a:xfrm>
          <a:off x="0" y="0"/>
          <a:ext cx="0" cy="0"/>
          <a:chOff x="0" y="0"/>
          <a:chExt cx="0" cy="0"/>
        </a:xfrm>
      </p:grpSpPr>
      <p:pic>
        <p:nvPicPr>
          <p:cNvPr descr="Google Shape;388;p42" id="771" name="Google Shape;771;p86"/>
          <p:cNvPicPr preferRelativeResize="0"/>
          <p:nvPr/>
        </p:nvPicPr>
        <p:blipFill rotWithShape="1">
          <a:blip r:embed="rId2">
            <a:alphaModFix/>
          </a:blip>
          <a:srcRect b="0" l="0" r="0" t="0"/>
          <a:stretch/>
        </p:blipFill>
        <p:spPr>
          <a:xfrm>
            <a:off x="0" y="0"/>
            <a:ext cx="9144008" cy="5143501"/>
          </a:xfrm>
          <a:prstGeom prst="rect">
            <a:avLst/>
          </a:prstGeom>
          <a:noFill/>
          <a:ln>
            <a:noFill/>
          </a:ln>
        </p:spPr>
      </p:pic>
      <p:sp>
        <p:nvSpPr>
          <p:cNvPr id="772" name="Google Shape;772;p86"/>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3" name="Shape 773"/>
        <p:cNvGrpSpPr/>
        <p:nvPr/>
      </p:nvGrpSpPr>
      <p:grpSpPr>
        <a:xfrm>
          <a:off x="0" y="0"/>
          <a:ext cx="0" cy="0"/>
          <a:chOff x="0" y="0"/>
          <a:chExt cx="0" cy="0"/>
        </a:xfrm>
      </p:grpSpPr>
      <p:sp>
        <p:nvSpPr>
          <p:cNvPr id="774" name="Google Shape;774;p87"/>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ADADAD"/>
              </a:buClr>
              <a:buSzPts val="1000"/>
              <a:buFont typeface="Source Code Pro"/>
              <a:buNone/>
              <a:defRPr b="0" i="0" sz="1000" u="none" cap="none" strike="noStrike">
                <a:solidFill>
                  <a:srgbClr val="ADADAD"/>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latin typeface="Helvetica Neue"/>
              <a:ea typeface="Helvetica Neue"/>
              <a:cs typeface="Helvetica Neue"/>
              <a:sym typeface="Helvetica Neue"/>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bg>
      <p:bgPr>
        <a:gradFill>
          <a:gsLst>
            <a:gs pos="0">
              <a:srgbClr val="0F0F0F"/>
            </a:gs>
            <a:gs pos="100000">
              <a:srgbClr val="000000"/>
            </a:gs>
          </a:gsLst>
          <a:lin ang="5400012" scaled="0"/>
        </a:gradFill>
      </p:bgPr>
    </p:bg>
    <p:spTree>
      <p:nvGrpSpPr>
        <p:cNvPr id="775" name="Shape 775"/>
        <p:cNvGrpSpPr/>
        <p:nvPr/>
      </p:nvGrpSpPr>
      <p:grpSpPr>
        <a:xfrm>
          <a:off x="0" y="0"/>
          <a:ext cx="0" cy="0"/>
          <a:chOff x="0" y="0"/>
          <a:chExt cx="0" cy="0"/>
        </a:xfrm>
      </p:grpSpPr>
      <p:sp>
        <p:nvSpPr>
          <p:cNvPr id="776" name="Google Shape;776;p88"/>
          <p:cNvSpPr txBox="1"/>
          <p:nvPr>
            <p:ph type="title"/>
          </p:nvPr>
        </p:nvSpPr>
        <p:spPr>
          <a:xfrm>
            <a:off x="452436" y="1317312"/>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77" name="Google Shape;777;p88"/>
          <p:cNvSpPr txBox="1"/>
          <p:nvPr>
            <p:ph idx="12" type="sldNum"/>
          </p:nvPr>
        </p:nvSpPr>
        <p:spPr>
          <a:xfrm>
            <a:off x="4502892"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p:cSld name="Title Only">
    <p:bg>
      <p:bgPr>
        <a:gradFill>
          <a:gsLst>
            <a:gs pos="0">
              <a:srgbClr val="0D0D0D"/>
            </a:gs>
            <a:gs pos="100000">
              <a:srgbClr val="000000"/>
            </a:gs>
          </a:gsLst>
          <a:lin ang="5400012" scaled="0"/>
        </a:gradFill>
      </p:bgPr>
    </p:bg>
    <p:spTree>
      <p:nvGrpSpPr>
        <p:cNvPr id="778" name="Shape 778"/>
        <p:cNvGrpSpPr/>
        <p:nvPr/>
      </p:nvGrpSpPr>
      <p:grpSpPr>
        <a:xfrm>
          <a:off x="0" y="0"/>
          <a:ext cx="0" cy="0"/>
          <a:chOff x="0" y="0"/>
          <a:chExt cx="0" cy="0"/>
        </a:xfrm>
      </p:grpSpPr>
      <p:sp>
        <p:nvSpPr>
          <p:cNvPr id="779" name="Google Shape;779;p89"/>
          <p:cNvSpPr txBox="1"/>
          <p:nvPr/>
        </p:nvSpPr>
        <p:spPr>
          <a:xfrm>
            <a:off x="452438" y="347811"/>
            <a:ext cx="3667200" cy="562500"/>
          </a:xfrm>
          <a:prstGeom prst="rect">
            <a:avLst/>
          </a:prstGeom>
          <a:noFill/>
          <a:ln>
            <a:noFill/>
          </a:ln>
        </p:spPr>
        <p:txBody>
          <a:bodyPr anchorCtr="0" anchor="t" bIns="19050" lIns="19050" spcFirstLastPara="1" rIns="19050" wrap="square" tIns="19050">
            <a:normAutofit/>
          </a:bodyPr>
          <a:lstStyle/>
          <a:p>
            <a:pPr indent="0" lvl="0" marL="0" marR="0" rtl="0" algn="l">
              <a:lnSpc>
                <a:spcPct val="90000"/>
              </a:lnSpc>
              <a:spcBef>
                <a:spcPts val="0"/>
              </a:spcBef>
              <a:spcAft>
                <a:spcPts val="0"/>
              </a:spcAft>
              <a:buClr>
                <a:srgbClr val="FFFFFF"/>
              </a:buClr>
              <a:buSzPts val="3300"/>
              <a:buFont typeface="Helvetica Neue"/>
              <a:buNone/>
            </a:pPr>
            <a:r>
              <a:rPr b="1" i="0" lang="en" sz="3300" u="none" cap="none" strike="noStrike">
                <a:solidFill>
                  <a:srgbClr val="FFFFFF"/>
                </a:solidFill>
                <a:latin typeface="Helvetica Neue"/>
                <a:ea typeface="Helvetica Neue"/>
                <a:cs typeface="Helvetica Neue"/>
                <a:sym typeface="Helvetica Neue"/>
              </a:rPr>
              <a:t>Slide Title</a:t>
            </a:r>
            <a:endParaRPr b="0" i="0" sz="500" u="none" cap="none" strike="noStrike">
              <a:solidFill>
                <a:srgbClr val="000000"/>
              </a:solidFill>
              <a:latin typeface="Arial"/>
              <a:ea typeface="Arial"/>
              <a:cs typeface="Arial"/>
              <a:sym typeface="Arial"/>
            </a:endParaRPr>
          </a:p>
        </p:txBody>
      </p:sp>
      <p:sp>
        <p:nvSpPr>
          <p:cNvPr id="780" name="Google Shape;780;p89"/>
          <p:cNvSpPr txBox="1"/>
          <p:nvPr/>
        </p:nvSpPr>
        <p:spPr>
          <a:xfrm>
            <a:off x="452438" y="1152291"/>
            <a:ext cx="3667200" cy="2018400"/>
          </a:xfrm>
          <a:prstGeom prst="rect">
            <a:avLst/>
          </a:prstGeom>
          <a:noFill/>
          <a:ln>
            <a:noFill/>
          </a:ln>
        </p:spPr>
        <p:txBody>
          <a:bodyPr anchorCtr="0" anchor="t" bIns="19050" lIns="19050" spcFirstLastPara="1" rIns="19050" wrap="square" tIns="19050">
            <a:normAutofit/>
          </a:bodyPr>
          <a:lstStyle/>
          <a:p>
            <a:pPr indent="0" lvl="0" marL="0" marR="0" rtl="0" algn="l">
              <a:lnSpc>
                <a:spcPct val="100000"/>
              </a:lnSpc>
              <a:spcBef>
                <a:spcPts val="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One</a:t>
            </a:r>
            <a:endParaRPr b="0" i="0" sz="500" u="none" cap="none" strike="noStrike">
              <a:solidFill>
                <a:srgbClr val="000000"/>
              </a:solidFill>
              <a:latin typeface="Arial"/>
              <a:ea typeface="Arial"/>
              <a:cs typeface="Arial"/>
              <a:sym typeface="Arial"/>
            </a:endParaRPr>
          </a:p>
          <a:p>
            <a:pPr indent="177800" lvl="1"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Two</a:t>
            </a:r>
            <a:endParaRPr b="0" i="0" sz="500" u="none" cap="none" strike="noStrike">
              <a:solidFill>
                <a:srgbClr val="000000"/>
              </a:solidFill>
              <a:latin typeface="Arial"/>
              <a:ea typeface="Arial"/>
              <a:cs typeface="Arial"/>
              <a:sym typeface="Arial"/>
            </a:endParaRPr>
          </a:p>
          <a:p>
            <a:pPr indent="342900" lvl="2"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Three</a:t>
            </a:r>
            <a:endParaRPr b="0" i="0" sz="500" u="none" cap="none" strike="noStrike">
              <a:solidFill>
                <a:srgbClr val="000000"/>
              </a:solidFill>
              <a:latin typeface="Arial"/>
              <a:ea typeface="Arial"/>
              <a:cs typeface="Arial"/>
              <a:sym typeface="Arial"/>
            </a:endParaRPr>
          </a:p>
          <a:p>
            <a:pPr indent="520700" lvl="3"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Four</a:t>
            </a:r>
            <a:endParaRPr b="0" i="0" sz="500" u="none" cap="none" strike="noStrike">
              <a:solidFill>
                <a:srgbClr val="000000"/>
              </a:solidFill>
              <a:latin typeface="Arial"/>
              <a:ea typeface="Arial"/>
              <a:cs typeface="Arial"/>
              <a:sym typeface="Arial"/>
            </a:endParaRPr>
          </a:p>
          <a:p>
            <a:pPr indent="685800" lvl="4" marL="0" marR="0" rtl="0" algn="l">
              <a:lnSpc>
                <a:spcPct val="100000"/>
              </a:lnSpc>
              <a:spcBef>
                <a:spcPts val="500"/>
              </a:spcBef>
              <a:spcAft>
                <a:spcPts val="0"/>
              </a:spcAft>
              <a:buClr>
                <a:srgbClr val="FFFFFF"/>
              </a:buClr>
              <a:buSzPts val="2100"/>
              <a:buFont typeface="Helvetica Neue"/>
              <a:buNone/>
            </a:pPr>
            <a:r>
              <a:rPr b="1" i="0" lang="en" sz="2100" u="none" cap="none" strike="noStrike">
                <a:solidFill>
                  <a:srgbClr val="FFFFFF"/>
                </a:solidFill>
                <a:latin typeface="Helvetica Neue"/>
                <a:ea typeface="Helvetica Neue"/>
                <a:cs typeface="Helvetica Neue"/>
                <a:sym typeface="Helvetica Neue"/>
              </a:rPr>
              <a:t>Body Level Five</a:t>
            </a:r>
            <a:endParaRPr b="0" i="0" sz="500" u="none" cap="none" strike="noStrike">
              <a:solidFill>
                <a:srgbClr val="000000"/>
              </a:solidFill>
              <a:latin typeface="Arial"/>
              <a:ea typeface="Arial"/>
              <a:cs typeface="Arial"/>
              <a:sym typeface="Arial"/>
            </a:endParaRPr>
          </a:p>
        </p:txBody>
      </p:sp>
      <p:sp>
        <p:nvSpPr>
          <p:cNvPr id="781" name="Google Shape;781;p8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Fact" showMasterSp="0">
  <p:cSld name="Big Fact">
    <p:bg>
      <p:bgPr>
        <a:gradFill>
          <a:gsLst>
            <a:gs pos="0">
              <a:srgbClr val="0F0F0F"/>
            </a:gs>
            <a:gs pos="100000">
              <a:srgbClr val="000000"/>
            </a:gs>
          </a:gsLst>
          <a:lin ang="5400012" scaled="0"/>
        </a:gradFill>
      </p:bgPr>
    </p:bg>
    <p:spTree>
      <p:nvGrpSpPr>
        <p:cNvPr id="782" name="Shape 782"/>
        <p:cNvGrpSpPr/>
        <p:nvPr/>
      </p:nvGrpSpPr>
      <p:grpSpPr>
        <a:xfrm>
          <a:off x="0" y="0"/>
          <a:ext cx="0" cy="0"/>
          <a:chOff x="0" y="0"/>
          <a:chExt cx="0" cy="0"/>
        </a:xfrm>
      </p:grpSpPr>
      <p:sp>
        <p:nvSpPr>
          <p:cNvPr id="783" name="Google Shape;783;p90"/>
          <p:cNvSpPr txBox="1"/>
          <p:nvPr>
            <p:ph idx="1" type="body"/>
          </p:nvPr>
        </p:nvSpPr>
        <p:spPr>
          <a:xfrm>
            <a:off x="452438" y="3097509"/>
            <a:ext cx="8239200" cy="3507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4" name="Google Shape;784;p90"/>
          <p:cNvSpPr txBox="1"/>
          <p:nvPr>
            <p:ph idx="2" type="body"/>
          </p:nvPr>
        </p:nvSpPr>
        <p:spPr>
          <a:xfrm>
            <a:off x="452438" y="350722"/>
            <a:ext cx="8239200" cy="2759700"/>
          </a:xfrm>
          <a:prstGeom prst="rect">
            <a:avLst/>
          </a:prstGeom>
          <a:noFill/>
          <a:ln>
            <a:noFill/>
          </a:ln>
        </p:spPr>
        <p:txBody>
          <a:bodyPr anchorCtr="0" anchor="b"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9400"/>
              <a:buFont typeface="Helvetica Neue"/>
              <a:buNone/>
              <a:defRPr sz="9400"/>
            </a:lvl1pPr>
            <a:lvl2pPr indent="-228600" lvl="1" marL="914400" rtl="0" algn="ctr">
              <a:lnSpc>
                <a:spcPct val="80000"/>
              </a:lnSpc>
              <a:spcBef>
                <a:spcPts val="0"/>
              </a:spcBef>
              <a:spcAft>
                <a:spcPts val="0"/>
              </a:spcAft>
              <a:buClr>
                <a:srgbClr val="FFFFFF"/>
              </a:buClr>
              <a:buSzPts val="9400"/>
              <a:buFont typeface="Helvetica Neue"/>
              <a:buNone/>
              <a:defRPr sz="9400"/>
            </a:lvl2pPr>
            <a:lvl3pPr indent="-228600" lvl="2" marL="1371600" rtl="0" algn="ctr">
              <a:lnSpc>
                <a:spcPct val="80000"/>
              </a:lnSpc>
              <a:spcBef>
                <a:spcPts val="0"/>
              </a:spcBef>
              <a:spcAft>
                <a:spcPts val="0"/>
              </a:spcAft>
              <a:buClr>
                <a:srgbClr val="FFFFFF"/>
              </a:buClr>
              <a:buSzPts val="9400"/>
              <a:buFont typeface="Helvetica Neue"/>
              <a:buNone/>
              <a:defRPr sz="9400"/>
            </a:lvl3pPr>
            <a:lvl4pPr indent="-228600" lvl="3" marL="1828800" rtl="0" algn="ctr">
              <a:lnSpc>
                <a:spcPct val="80000"/>
              </a:lnSpc>
              <a:spcBef>
                <a:spcPts val="0"/>
              </a:spcBef>
              <a:spcAft>
                <a:spcPts val="0"/>
              </a:spcAft>
              <a:buClr>
                <a:srgbClr val="FFFFFF"/>
              </a:buClr>
              <a:buSzPts val="9400"/>
              <a:buFont typeface="Helvetica Neue"/>
              <a:buNone/>
              <a:defRPr sz="9400"/>
            </a:lvl4pPr>
            <a:lvl5pPr indent="-228600" lvl="4" marL="2286000" rtl="0" algn="ctr">
              <a:lnSpc>
                <a:spcPct val="80000"/>
              </a:lnSpc>
              <a:spcBef>
                <a:spcPts val="0"/>
              </a:spcBef>
              <a:spcAft>
                <a:spcPts val="0"/>
              </a:spcAft>
              <a:buClr>
                <a:srgbClr val="FFFFFF"/>
              </a:buClr>
              <a:buSzPts val="9400"/>
              <a:buFont typeface="Helvetica Neue"/>
              <a:buNone/>
              <a:defRPr sz="9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85" name="Google Shape;785;p90"/>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howMasterSp="0">
  <p:cSld name="Section 2">
    <p:bg>
      <p:bgPr>
        <a:gradFill>
          <a:gsLst>
            <a:gs pos="0">
              <a:srgbClr val="0F0F0F"/>
            </a:gs>
            <a:gs pos="100000">
              <a:srgbClr val="000000"/>
            </a:gs>
          </a:gsLst>
          <a:lin ang="5400012" scaled="0"/>
        </a:gradFill>
      </p:bgPr>
    </p:bg>
    <p:spTree>
      <p:nvGrpSpPr>
        <p:cNvPr id="786" name="Shape 786"/>
        <p:cNvGrpSpPr/>
        <p:nvPr/>
      </p:nvGrpSpPr>
      <p:grpSpPr>
        <a:xfrm>
          <a:off x="0" y="0"/>
          <a:ext cx="0" cy="0"/>
          <a:chOff x="0" y="0"/>
          <a:chExt cx="0" cy="0"/>
        </a:xfrm>
      </p:grpSpPr>
      <p:sp>
        <p:nvSpPr>
          <p:cNvPr id="787" name="Google Shape;787;p91"/>
          <p:cNvSpPr txBox="1"/>
          <p:nvPr>
            <p:ph type="title"/>
          </p:nvPr>
        </p:nvSpPr>
        <p:spPr>
          <a:xfrm>
            <a:off x="452436" y="1700213"/>
            <a:ext cx="8239200" cy="1743000"/>
          </a:xfrm>
          <a:prstGeom prst="rect">
            <a:avLst/>
          </a:prstGeom>
          <a:noFill/>
          <a:ln>
            <a:noFill/>
          </a:ln>
        </p:spPr>
        <p:txBody>
          <a:bodyPr anchorCtr="0" anchor="ctr" bIns="19050" lIns="19050" spcFirstLastPara="1" rIns="19050" wrap="square" tIns="19050">
            <a:normAutofit/>
          </a:bodyPr>
          <a:lstStyle>
            <a:lvl1pPr lvl="0" rtl="0" algn="l">
              <a:lnSpc>
                <a:spcPct val="80000"/>
              </a:lnSpc>
              <a:spcBef>
                <a:spcPts val="0"/>
              </a:spcBef>
              <a:spcAft>
                <a:spcPts val="0"/>
              </a:spcAft>
              <a:buClr>
                <a:srgbClr val="FFFFFF"/>
              </a:buClr>
              <a:buSzPts val="7400"/>
              <a:buFont typeface="Helvetica Neue"/>
              <a:buNone/>
              <a:defRPr sz="74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88" name="Google Shape;788;p91"/>
          <p:cNvSpPr txBox="1"/>
          <p:nvPr>
            <p:ph idx="12" type="sldNum"/>
          </p:nvPr>
        </p:nvSpPr>
        <p:spPr>
          <a:xfrm>
            <a:off x="4500549" y="4904562"/>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Photo" showMasterSp="0">
  <p:cSld name="Title &amp; Photo">
    <p:bg>
      <p:bgPr>
        <a:solidFill>
          <a:srgbClr val="000000"/>
        </a:solidFill>
      </p:bgPr>
    </p:bg>
    <p:spTree>
      <p:nvGrpSpPr>
        <p:cNvPr id="789" name="Shape 789"/>
        <p:cNvGrpSpPr/>
        <p:nvPr/>
      </p:nvGrpSpPr>
      <p:grpSpPr>
        <a:xfrm>
          <a:off x="0" y="0"/>
          <a:ext cx="0" cy="0"/>
          <a:chOff x="0" y="0"/>
          <a:chExt cx="0" cy="0"/>
        </a:xfrm>
      </p:grpSpPr>
      <p:sp>
        <p:nvSpPr>
          <p:cNvPr id="790" name="Google Shape;790;p92"/>
          <p:cNvSpPr/>
          <p:nvPr>
            <p:ph idx="2" type="pic"/>
          </p:nvPr>
        </p:nvSpPr>
        <p:spPr>
          <a:xfrm>
            <a:off x="-161925" y="-1514475"/>
            <a:ext cx="11049000" cy="6762600"/>
          </a:xfrm>
          <a:prstGeom prst="rect">
            <a:avLst/>
          </a:prstGeom>
          <a:noFill/>
          <a:ln>
            <a:noFill/>
          </a:ln>
        </p:spPr>
      </p:sp>
      <p:sp>
        <p:nvSpPr>
          <p:cNvPr id="791" name="Google Shape;791;p92"/>
          <p:cNvSpPr txBox="1"/>
          <p:nvPr>
            <p:ph type="title"/>
          </p:nvPr>
        </p:nvSpPr>
        <p:spPr>
          <a:xfrm>
            <a:off x="452438" y="2671763"/>
            <a:ext cx="8239200" cy="1743000"/>
          </a:xfrm>
          <a:prstGeom prst="rect">
            <a:avLst/>
          </a:prstGeom>
          <a:noFill/>
          <a:ln>
            <a:noFill/>
          </a:ln>
        </p:spPr>
        <p:txBody>
          <a:bodyPr anchorCtr="0" anchor="b" bIns="19050" lIns="19050" spcFirstLastPara="1" rIns="19050" wrap="square" tIns="19050">
            <a:normAutofit/>
          </a:bodyPr>
          <a:lstStyle>
            <a:lvl1pPr lvl="0" rtl="0" algn="l">
              <a:lnSpc>
                <a:spcPct val="80000"/>
              </a:lnSpc>
              <a:spcBef>
                <a:spcPts val="0"/>
              </a:spcBef>
              <a:spcAft>
                <a:spcPts val="0"/>
              </a:spcAft>
              <a:buClr>
                <a:srgbClr val="FFFFFF"/>
              </a:buClr>
              <a:buSzPts val="4800"/>
              <a:buFont typeface="Helvetica Neue"/>
              <a:buNone/>
              <a:defRPr sz="48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792" name="Google Shape;792;p92"/>
          <p:cNvSpPr txBox="1"/>
          <p:nvPr>
            <p:ph idx="1" type="body"/>
          </p:nvPr>
        </p:nvSpPr>
        <p:spPr>
          <a:xfrm>
            <a:off x="452884" y="414801"/>
            <a:ext cx="8238300" cy="238800"/>
          </a:xfrm>
          <a:prstGeom prst="rect">
            <a:avLst/>
          </a:prstGeom>
          <a:noFill/>
          <a:ln>
            <a:noFill/>
          </a:ln>
        </p:spPr>
        <p:txBody>
          <a:bodyPr anchorCtr="0" anchor="t" bIns="17150" lIns="17150" spcFirstLastPara="1" rIns="17150" wrap="square" tIns="17150">
            <a:normAutofit/>
          </a:bodyPr>
          <a:lstStyle>
            <a:lvl1pPr indent="-228600" lvl="0" marL="457200" rtl="0" algn="ctr">
              <a:lnSpc>
                <a:spcPct val="100000"/>
              </a:lnSpc>
              <a:spcBef>
                <a:spcPts val="0"/>
              </a:spcBef>
              <a:spcAft>
                <a:spcPts val="0"/>
              </a:spcAft>
              <a:buClr>
                <a:srgbClr val="FFFFFF"/>
              </a:buClr>
              <a:buSzPts val="1400"/>
              <a:buFont typeface="Helvetica Neue"/>
              <a:buNone/>
              <a:defRPr b="0"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3" name="Google Shape;793;p92"/>
          <p:cNvSpPr txBox="1"/>
          <p:nvPr>
            <p:ph idx="3" type="body"/>
          </p:nvPr>
        </p:nvSpPr>
        <p:spPr>
          <a:xfrm>
            <a:off x="452438" y="4353716"/>
            <a:ext cx="8239200" cy="4293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794" name="Google Shape;794;p92"/>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showMasterSp="0">
  <p:cSld name="Photo">
    <p:bg>
      <p:bgPr>
        <a:gradFill>
          <a:gsLst>
            <a:gs pos="0">
              <a:srgbClr val="0F0F0F"/>
            </a:gs>
            <a:gs pos="100000">
              <a:srgbClr val="000000"/>
            </a:gs>
          </a:gsLst>
          <a:lin ang="5400012" scaled="0"/>
        </a:gradFill>
      </p:bgPr>
    </p:bg>
    <p:spTree>
      <p:nvGrpSpPr>
        <p:cNvPr id="795" name="Shape 795"/>
        <p:cNvGrpSpPr/>
        <p:nvPr/>
      </p:nvGrpSpPr>
      <p:grpSpPr>
        <a:xfrm>
          <a:off x="0" y="0"/>
          <a:ext cx="0" cy="0"/>
          <a:chOff x="0" y="0"/>
          <a:chExt cx="0" cy="0"/>
        </a:xfrm>
      </p:grpSpPr>
      <p:sp>
        <p:nvSpPr>
          <p:cNvPr id="796" name="Google Shape;796;p93"/>
          <p:cNvSpPr/>
          <p:nvPr>
            <p:ph idx="2" type="pic"/>
          </p:nvPr>
        </p:nvSpPr>
        <p:spPr>
          <a:xfrm>
            <a:off x="-566737" y="-1395412"/>
            <a:ext cx="10691700" cy="7136400"/>
          </a:xfrm>
          <a:prstGeom prst="rect">
            <a:avLst/>
          </a:prstGeom>
          <a:noFill/>
          <a:ln>
            <a:noFill/>
          </a:ln>
        </p:spPr>
      </p:sp>
      <p:sp>
        <p:nvSpPr>
          <p:cNvPr id="797" name="Google Shape;797;p93"/>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3 Up" showMasterSp="0">
  <p:cSld name="Photo - 3 Up">
    <p:bg>
      <p:bgPr>
        <a:solidFill>
          <a:srgbClr val="000000"/>
        </a:solidFill>
      </p:bgPr>
    </p:bg>
    <p:spTree>
      <p:nvGrpSpPr>
        <p:cNvPr id="798" name="Shape 798"/>
        <p:cNvGrpSpPr/>
        <p:nvPr/>
      </p:nvGrpSpPr>
      <p:grpSpPr>
        <a:xfrm>
          <a:off x="0" y="0"/>
          <a:ext cx="0" cy="0"/>
          <a:chOff x="0" y="0"/>
          <a:chExt cx="0" cy="0"/>
        </a:xfrm>
      </p:grpSpPr>
      <p:sp>
        <p:nvSpPr>
          <p:cNvPr id="799" name="Google Shape;799;p94"/>
          <p:cNvSpPr/>
          <p:nvPr>
            <p:ph idx="2" type="pic"/>
          </p:nvPr>
        </p:nvSpPr>
        <p:spPr>
          <a:xfrm>
            <a:off x="5786438" y="2657028"/>
            <a:ext cx="3048000" cy="2028900"/>
          </a:xfrm>
          <a:prstGeom prst="rect">
            <a:avLst/>
          </a:prstGeom>
          <a:noFill/>
          <a:ln>
            <a:noFill/>
          </a:ln>
        </p:spPr>
      </p:sp>
      <p:sp>
        <p:nvSpPr>
          <p:cNvPr id="800" name="Google Shape;800;p94"/>
          <p:cNvSpPr/>
          <p:nvPr>
            <p:ph idx="3" type="pic"/>
          </p:nvPr>
        </p:nvSpPr>
        <p:spPr>
          <a:xfrm>
            <a:off x="-1100137" y="476250"/>
            <a:ext cx="8512200" cy="4229100"/>
          </a:xfrm>
          <a:prstGeom prst="rect">
            <a:avLst/>
          </a:prstGeom>
          <a:noFill/>
          <a:ln>
            <a:noFill/>
          </a:ln>
        </p:spPr>
      </p:sp>
      <p:sp>
        <p:nvSpPr>
          <p:cNvPr id="801" name="Google Shape;801;p94"/>
          <p:cNvSpPr/>
          <p:nvPr>
            <p:ph idx="4" type="pic"/>
          </p:nvPr>
        </p:nvSpPr>
        <p:spPr>
          <a:xfrm>
            <a:off x="5786438" y="476250"/>
            <a:ext cx="3048000" cy="2028900"/>
          </a:xfrm>
          <a:prstGeom prst="rect">
            <a:avLst/>
          </a:prstGeom>
          <a:noFill/>
          <a:ln>
            <a:noFill/>
          </a:ln>
        </p:spPr>
      </p:sp>
      <p:sp>
        <p:nvSpPr>
          <p:cNvPr id="802" name="Google Shape;802;p94"/>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ullets &amp; Photo" showMasterSp="0">
  <p:cSld name="Title, Bullets &amp; Photo">
    <p:bg>
      <p:bgPr>
        <a:gradFill>
          <a:gsLst>
            <a:gs pos="0">
              <a:srgbClr val="0F0F0F"/>
            </a:gs>
            <a:gs pos="100000">
              <a:srgbClr val="000000"/>
            </a:gs>
          </a:gsLst>
          <a:lin ang="5400012" scaled="0"/>
        </a:gradFill>
      </p:bgPr>
    </p:bg>
    <p:spTree>
      <p:nvGrpSpPr>
        <p:cNvPr id="803" name="Shape 803"/>
        <p:cNvGrpSpPr/>
        <p:nvPr/>
      </p:nvGrpSpPr>
      <p:grpSpPr>
        <a:xfrm>
          <a:off x="0" y="0"/>
          <a:ext cx="0" cy="0"/>
          <a:chOff x="0" y="0"/>
          <a:chExt cx="0" cy="0"/>
        </a:xfrm>
      </p:grpSpPr>
      <p:sp>
        <p:nvSpPr>
          <p:cNvPr id="804" name="Google Shape;804;p95"/>
          <p:cNvSpPr txBox="1"/>
          <p:nvPr>
            <p:ph type="title"/>
          </p:nvPr>
        </p:nvSpPr>
        <p:spPr>
          <a:xfrm>
            <a:off x="452438" y="357188"/>
            <a:ext cx="3667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05" name="Google Shape;805;p95"/>
          <p:cNvSpPr txBox="1"/>
          <p:nvPr>
            <p:ph idx="1" type="body"/>
          </p:nvPr>
        </p:nvSpPr>
        <p:spPr>
          <a:xfrm>
            <a:off x="452438" y="842236"/>
            <a:ext cx="3667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6" name="Google Shape;806;p95"/>
          <p:cNvSpPr txBox="1"/>
          <p:nvPr>
            <p:ph idx="2" type="body"/>
          </p:nvPr>
        </p:nvSpPr>
        <p:spPr>
          <a:xfrm>
            <a:off x="452438" y="1593189"/>
            <a:ext cx="3667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07" name="Google Shape;807;p95"/>
          <p:cNvSpPr/>
          <p:nvPr>
            <p:ph idx="3" type="pic"/>
          </p:nvPr>
        </p:nvSpPr>
        <p:spPr>
          <a:xfrm>
            <a:off x="2392575" y="473943"/>
            <a:ext cx="8448600" cy="4197600"/>
          </a:xfrm>
          <a:prstGeom prst="rect">
            <a:avLst/>
          </a:prstGeom>
          <a:noFill/>
          <a:ln>
            <a:noFill/>
          </a:ln>
        </p:spPr>
      </p:sp>
      <p:sp>
        <p:nvSpPr>
          <p:cNvPr id="808" name="Google Shape;808;p95"/>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s" showMasterSp="0">
  <p:cSld name="Bullets">
    <p:bg>
      <p:bgPr>
        <a:gradFill>
          <a:gsLst>
            <a:gs pos="0">
              <a:srgbClr val="0F0F0F"/>
            </a:gs>
            <a:gs pos="100000">
              <a:srgbClr val="000000"/>
            </a:gs>
          </a:gsLst>
          <a:lin ang="5400012" scaled="0"/>
        </a:gradFill>
      </p:bgPr>
    </p:bg>
    <p:spTree>
      <p:nvGrpSpPr>
        <p:cNvPr id="809" name="Shape 809"/>
        <p:cNvGrpSpPr/>
        <p:nvPr/>
      </p:nvGrpSpPr>
      <p:grpSpPr>
        <a:xfrm>
          <a:off x="0" y="0"/>
          <a:ext cx="0" cy="0"/>
          <a:chOff x="0" y="0"/>
          <a:chExt cx="0" cy="0"/>
        </a:xfrm>
      </p:grpSpPr>
      <p:sp>
        <p:nvSpPr>
          <p:cNvPr id="810" name="Google Shape;810;p96"/>
          <p:cNvSpPr txBox="1"/>
          <p:nvPr>
            <p:ph idx="1"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79400" lvl="0" marL="457200" rtl="0" algn="l">
              <a:lnSpc>
                <a:spcPct val="90000"/>
              </a:lnSpc>
              <a:spcBef>
                <a:spcPts val="1700"/>
              </a:spcBef>
              <a:spcAft>
                <a:spcPts val="0"/>
              </a:spcAft>
              <a:buClr>
                <a:srgbClr val="FFFFFF"/>
              </a:buClr>
              <a:buSzPts val="800"/>
              <a:buChar char="•"/>
              <a:defRPr/>
            </a:lvl1pPr>
            <a:lvl2pPr indent="-279400" lvl="1" marL="914400" rtl="0" algn="l">
              <a:lnSpc>
                <a:spcPct val="90000"/>
              </a:lnSpc>
              <a:spcBef>
                <a:spcPts val="1700"/>
              </a:spcBef>
              <a:spcAft>
                <a:spcPts val="0"/>
              </a:spcAft>
              <a:buClr>
                <a:srgbClr val="FFFFFF"/>
              </a:buClr>
              <a:buSzPts val="800"/>
              <a:buChar char="•"/>
              <a:defRPr/>
            </a:lvl2pPr>
            <a:lvl3pPr indent="-279400" lvl="2" marL="1371600" rtl="0" algn="l">
              <a:lnSpc>
                <a:spcPct val="90000"/>
              </a:lnSpc>
              <a:spcBef>
                <a:spcPts val="1700"/>
              </a:spcBef>
              <a:spcAft>
                <a:spcPts val="0"/>
              </a:spcAft>
              <a:buClr>
                <a:srgbClr val="FFFFFF"/>
              </a:buClr>
              <a:buSzPts val="800"/>
              <a:buChar char="•"/>
              <a:defRPr/>
            </a:lvl3pPr>
            <a:lvl4pPr indent="-279400" lvl="3" marL="1828800" rtl="0" algn="l">
              <a:lnSpc>
                <a:spcPct val="90000"/>
              </a:lnSpc>
              <a:spcBef>
                <a:spcPts val="1700"/>
              </a:spcBef>
              <a:spcAft>
                <a:spcPts val="0"/>
              </a:spcAft>
              <a:buClr>
                <a:srgbClr val="FFFFFF"/>
              </a:buClr>
              <a:buSzPts val="800"/>
              <a:buChar char="•"/>
              <a:defRPr/>
            </a:lvl4pPr>
            <a:lvl5pPr indent="-279400" lvl="4" marL="2286000" rtl="0" algn="l">
              <a:lnSpc>
                <a:spcPct val="90000"/>
              </a:lnSpc>
              <a:spcBef>
                <a:spcPts val="1700"/>
              </a:spcBef>
              <a:spcAft>
                <a:spcPts val="0"/>
              </a:spcAft>
              <a:buClr>
                <a:srgbClr val="FFFFFF"/>
              </a:buClr>
              <a:buSzPts val="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1" name="Google Shape;811;p96"/>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howMasterSp="0">
  <p:cSld name="Agenda">
    <p:bg>
      <p:bgPr>
        <a:solidFill>
          <a:srgbClr val="000000"/>
        </a:solidFill>
      </p:bgPr>
    </p:bg>
    <p:spTree>
      <p:nvGrpSpPr>
        <p:cNvPr id="812" name="Shape 812"/>
        <p:cNvGrpSpPr/>
        <p:nvPr/>
      </p:nvGrpSpPr>
      <p:grpSpPr>
        <a:xfrm>
          <a:off x="0" y="0"/>
          <a:ext cx="0" cy="0"/>
          <a:chOff x="0" y="0"/>
          <a:chExt cx="0" cy="0"/>
        </a:xfrm>
      </p:grpSpPr>
      <p:sp>
        <p:nvSpPr>
          <p:cNvPr id="813" name="Google Shape;813;p97"/>
          <p:cNvSpPr txBox="1"/>
          <p:nvPr>
            <p:ph type="title"/>
          </p:nvPr>
        </p:nvSpPr>
        <p:spPr>
          <a:xfrm>
            <a:off x="452438" y="357188"/>
            <a:ext cx="8239200" cy="538200"/>
          </a:xfrm>
          <a:prstGeom prst="rect">
            <a:avLst/>
          </a:prstGeom>
          <a:noFill/>
          <a:ln>
            <a:noFill/>
          </a:ln>
        </p:spPr>
        <p:txBody>
          <a:bodyPr anchorCtr="0" anchor="t" bIns="19050" lIns="19050" spcFirstLastPara="1" rIns="19050" wrap="square" tIns="19050">
            <a:normAutofit/>
          </a:bodyPr>
          <a:lstStyle>
            <a:lvl1pPr lvl="0" rtl="0" algn="l">
              <a:lnSpc>
                <a:spcPct val="90000"/>
              </a:lnSpc>
              <a:spcBef>
                <a:spcPts val="0"/>
              </a:spcBef>
              <a:spcAft>
                <a:spcPts val="0"/>
              </a:spcAft>
              <a:buClr>
                <a:srgbClr val="FFFFFF"/>
              </a:buClr>
              <a:buSzPts val="3300"/>
              <a:buFont typeface="Helvetica Neue"/>
              <a:buNone/>
              <a:defRPr sz="3300"/>
            </a:lvl1pPr>
            <a:lvl2pPr lvl="1" rtl="0" algn="l">
              <a:lnSpc>
                <a:spcPct val="100000"/>
              </a:lnSpc>
              <a:spcBef>
                <a:spcPts val="0"/>
              </a:spcBef>
              <a:spcAft>
                <a:spcPts val="0"/>
              </a:spcAft>
              <a:buClr>
                <a:srgbClr val="FFFFFF"/>
              </a:buClr>
              <a:buSzPts val="700"/>
              <a:buNone/>
              <a:defRPr/>
            </a:lvl2pPr>
            <a:lvl3pPr lvl="2" rtl="0" algn="l">
              <a:lnSpc>
                <a:spcPct val="100000"/>
              </a:lnSpc>
              <a:spcBef>
                <a:spcPts val="0"/>
              </a:spcBef>
              <a:spcAft>
                <a:spcPts val="0"/>
              </a:spcAft>
              <a:buClr>
                <a:srgbClr val="FFFFFF"/>
              </a:buClr>
              <a:buSzPts val="700"/>
              <a:buNone/>
              <a:defRPr/>
            </a:lvl3pPr>
            <a:lvl4pPr lvl="3" rtl="0" algn="l">
              <a:lnSpc>
                <a:spcPct val="100000"/>
              </a:lnSpc>
              <a:spcBef>
                <a:spcPts val="0"/>
              </a:spcBef>
              <a:spcAft>
                <a:spcPts val="0"/>
              </a:spcAft>
              <a:buClr>
                <a:srgbClr val="FFFFFF"/>
              </a:buClr>
              <a:buSzPts val="700"/>
              <a:buNone/>
              <a:defRPr/>
            </a:lvl4pPr>
            <a:lvl5pPr lvl="4" rtl="0" algn="l">
              <a:lnSpc>
                <a:spcPct val="100000"/>
              </a:lnSpc>
              <a:spcBef>
                <a:spcPts val="0"/>
              </a:spcBef>
              <a:spcAft>
                <a:spcPts val="0"/>
              </a:spcAft>
              <a:buClr>
                <a:srgbClr val="FFFFFF"/>
              </a:buClr>
              <a:buSzPts val="700"/>
              <a:buNone/>
              <a:defRPr/>
            </a:lvl5pPr>
            <a:lvl6pPr lvl="5" rtl="0" algn="l">
              <a:lnSpc>
                <a:spcPct val="100000"/>
              </a:lnSpc>
              <a:spcBef>
                <a:spcPts val="0"/>
              </a:spcBef>
              <a:spcAft>
                <a:spcPts val="0"/>
              </a:spcAft>
              <a:buClr>
                <a:srgbClr val="FFFFFF"/>
              </a:buClr>
              <a:buSzPts val="700"/>
              <a:buNone/>
              <a:defRPr/>
            </a:lvl6pPr>
            <a:lvl7pPr lvl="6" rtl="0" algn="l">
              <a:lnSpc>
                <a:spcPct val="100000"/>
              </a:lnSpc>
              <a:spcBef>
                <a:spcPts val="0"/>
              </a:spcBef>
              <a:spcAft>
                <a:spcPts val="0"/>
              </a:spcAft>
              <a:buClr>
                <a:srgbClr val="FFFFFF"/>
              </a:buClr>
              <a:buSzPts val="700"/>
              <a:buNone/>
              <a:defRPr/>
            </a:lvl7pPr>
            <a:lvl8pPr lvl="7" rtl="0" algn="l">
              <a:lnSpc>
                <a:spcPct val="100000"/>
              </a:lnSpc>
              <a:spcBef>
                <a:spcPts val="0"/>
              </a:spcBef>
              <a:spcAft>
                <a:spcPts val="0"/>
              </a:spcAft>
              <a:buClr>
                <a:srgbClr val="FFFFFF"/>
              </a:buClr>
              <a:buSzPts val="700"/>
              <a:buNone/>
              <a:defRPr/>
            </a:lvl8pPr>
            <a:lvl9pPr lvl="8" rtl="0" algn="l">
              <a:lnSpc>
                <a:spcPct val="100000"/>
              </a:lnSpc>
              <a:spcBef>
                <a:spcPts val="0"/>
              </a:spcBef>
              <a:spcAft>
                <a:spcPts val="0"/>
              </a:spcAft>
              <a:buClr>
                <a:srgbClr val="FFFFFF"/>
              </a:buClr>
              <a:buSzPts val="700"/>
              <a:buNone/>
              <a:defRPr/>
            </a:lvl9pPr>
          </a:lstStyle>
          <a:p/>
        </p:txBody>
      </p:sp>
      <p:sp>
        <p:nvSpPr>
          <p:cNvPr id="814" name="Google Shape;814;p97"/>
          <p:cNvSpPr txBox="1"/>
          <p:nvPr>
            <p:ph idx="1" type="body"/>
          </p:nvPr>
        </p:nvSpPr>
        <p:spPr>
          <a:xfrm>
            <a:off x="452438" y="842236"/>
            <a:ext cx="8239200" cy="3507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2100"/>
              <a:buFont typeface="Helvetica Neue"/>
              <a:buNone/>
              <a:defRPr sz="21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5" name="Google Shape;815;p97"/>
          <p:cNvSpPr txBox="1"/>
          <p:nvPr>
            <p:ph idx="2" type="body"/>
          </p:nvPr>
        </p:nvSpPr>
        <p:spPr>
          <a:xfrm>
            <a:off x="452438" y="1593189"/>
            <a:ext cx="8239200" cy="3096000"/>
          </a:xfrm>
          <a:prstGeom prst="rect">
            <a:avLst/>
          </a:prstGeom>
          <a:noFill/>
          <a:ln>
            <a:noFill/>
          </a:ln>
        </p:spPr>
        <p:txBody>
          <a:bodyPr anchorCtr="0" anchor="t" bIns="19050" lIns="19050" spcFirstLastPara="1" rIns="19050" wrap="square" tIns="19050">
            <a:normAutofit/>
          </a:bodyPr>
          <a:lstStyle>
            <a:lvl1pPr indent="-228600" lvl="0" marL="457200" rtl="0" algn="l">
              <a:lnSpc>
                <a:spcPct val="100000"/>
              </a:lnSpc>
              <a:spcBef>
                <a:spcPts val="500"/>
              </a:spcBef>
              <a:spcAft>
                <a:spcPts val="0"/>
              </a:spcAft>
              <a:buClr>
                <a:srgbClr val="FFFFFF"/>
              </a:buClr>
              <a:buSzPts val="2100"/>
              <a:buFont typeface="Helvetica Neue"/>
              <a:buNone/>
              <a:defRPr sz="2100"/>
            </a:lvl1pPr>
            <a:lvl2pPr indent="-228600" lvl="1" marL="914400" rtl="0" algn="l">
              <a:lnSpc>
                <a:spcPct val="100000"/>
              </a:lnSpc>
              <a:spcBef>
                <a:spcPts val="500"/>
              </a:spcBef>
              <a:spcAft>
                <a:spcPts val="0"/>
              </a:spcAft>
              <a:buClr>
                <a:srgbClr val="FFFFFF"/>
              </a:buClr>
              <a:buSzPts val="2100"/>
              <a:buFont typeface="Helvetica Neue"/>
              <a:buNone/>
              <a:defRPr sz="2100"/>
            </a:lvl2pPr>
            <a:lvl3pPr indent="-228600" lvl="2" marL="1371600" rtl="0" algn="l">
              <a:lnSpc>
                <a:spcPct val="100000"/>
              </a:lnSpc>
              <a:spcBef>
                <a:spcPts val="500"/>
              </a:spcBef>
              <a:spcAft>
                <a:spcPts val="0"/>
              </a:spcAft>
              <a:buClr>
                <a:srgbClr val="FFFFFF"/>
              </a:buClr>
              <a:buSzPts val="2100"/>
              <a:buFont typeface="Helvetica Neue"/>
              <a:buNone/>
              <a:defRPr sz="2100"/>
            </a:lvl3pPr>
            <a:lvl4pPr indent="-228600" lvl="3" marL="1828800" rtl="0" algn="l">
              <a:lnSpc>
                <a:spcPct val="100000"/>
              </a:lnSpc>
              <a:spcBef>
                <a:spcPts val="500"/>
              </a:spcBef>
              <a:spcAft>
                <a:spcPts val="0"/>
              </a:spcAft>
              <a:buClr>
                <a:srgbClr val="FFFFFF"/>
              </a:buClr>
              <a:buSzPts val="2100"/>
              <a:buFont typeface="Helvetica Neue"/>
              <a:buNone/>
              <a:defRPr sz="2100"/>
            </a:lvl4pPr>
            <a:lvl5pPr indent="-228600" lvl="4" marL="2286000" rtl="0" algn="l">
              <a:lnSpc>
                <a:spcPct val="100000"/>
              </a:lnSpc>
              <a:spcBef>
                <a:spcPts val="500"/>
              </a:spcBef>
              <a:spcAft>
                <a:spcPts val="0"/>
              </a:spcAft>
              <a:buClr>
                <a:srgbClr val="FFFFFF"/>
              </a:buClr>
              <a:buSzPts val="2100"/>
              <a:buFont typeface="Helvetica Neue"/>
              <a:buNone/>
              <a:defRPr sz="21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6" name="Google Shape;816;p97"/>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showMasterSp="0">
  <p:cSld name="Statement">
    <p:bg>
      <p:bgPr>
        <a:solidFill>
          <a:srgbClr val="000000"/>
        </a:solidFill>
      </p:bgPr>
    </p:bg>
    <p:spTree>
      <p:nvGrpSpPr>
        <p:cNvPr id="817" name="Shape 817"/>
        <p:cNvGrpSpPr/>
        <p:nvPr/>
      </p:nvGrpSpPr>
      <p:grpSpPr>
        <a:xfrm>
          <a:off x="0" y="0"/>
          <a:ext cx="0" cy="0"/>
          <a:chOff x="0" y="0"/>
          <a:chExt cx="0" cy="0"/>
        </a:xfrm>
      </p:grpSpPr>
      <p:sp>
        <p:nvSpPr>
          <p:cNvPr id="818" name="Google Shape;818;p98"/>
          <p:cNvSpPr txBox="1"/>
          <p:nvPr>
            <p:ph idx="1" type="body"/>
          </p:nvPr>
        </p:nvSpPr>
        <p:spPr>
          <a:xfrm>
            <a:off x="452438" y="1845316"/>
            <a:ext cx="8239200" cy="1452900"/>
          </a:xfrm>
          <a:prstGeom prst="rect">
            <a:avLst/>
          </a:prstGeom>
          <a:noFill/>
          <a:ln>
            <a:noFill/>
          </a:ln>
        </p:spPr>
        <p:txBody>
          <a:bodyPr anchorCtr="0" anchor="ctr" bIns="19050" lIns="19050" spcFirstLastPara="1" rIns="19050" wrap="square" tIns="19050">
            <a:normAutofit/>
          </a:bodyPr>
          <a:lstStyle>
            <a:lvl1pPr indent="-228600" lvl="0" marL="457200" rtl="0" algn="ctr">
              <a:lnSpc>
                <a:spcPct val="80000"/>
              </a:lnSpc>
              <a:spcBef>
                <a:spcPts val="0"/>
              </a:spcBef>
              <a:spcAft>
                <a:spcPts val="0"/>
              </a:spcAft>
              <a:buClr>
                <a:srgbClr val="FFFFFF"/>
              </a:buClr>
              <a:buSzPts val="4400"/>
              <a:buFont typeface="Helvetica Neue"/>
              <a:buNone/>
              <a:defRPr sz="4400"/>
            </a:lvl1pPr>
            <a:lvl2pPr indent="-228600" lvl="1" marL="914400" rtl="0" algn="ctr">
              <a:lnSpc>
                <a:spcPct val="80000"/>
              </a:lnSpc>
              <a:spcBef>
                <a:spcPts val="0"/>
              </a:spcBef>
              <a:spcAft>
                <a:spcPts val="0"/>
              </a:spcAft>
              <a:buClr>
                <a:srgbClr val="FFFFFF"/>
              </a:buClr>
              <a:buSzPts val="4400"/>
              <a:buFont typeface="Helvetica Neue"/>
              <a:buNone/>
              <a:defRPr sz="4400"/>
            </a:lvl2pPr>
            <a:lvl3pPr indent="-228600" lvl="2" marL="1371600" rtl="0" algn="ctr">
              <a:lnSpc>
                <a:spcPct val="80000"/>
              </a:lnSpc>
              <a:spcBef>
                <a:spcPts val="0"/>
              </a:spcBef>
              <a:spcAft>
                <a:spcPts val="0"/>
              </a:spcAft>
              <a:buClr>
                <a:srgbClr val="FFFFFF"/>
              </a:buClr>
              <a:buSzPts val="4400"/>
              <a:buFont typeface="Helvetica Neue"/>
              <a:buNone/>
              <a:defRPr sz="4400"/>
            </a:lvl3pPr>
            <a:lvl4pPr indent="-228600" lvl="3" marL="1828800" rtl="0" algn="ctr">
              <a:lnSpc>
                <a:spcPct val="80000"/>
              </a:lnSpc>
              <a:spcBef>
                <a:spcPts val="0"/>
              </a:spcBef>
              <a:spcAft>
                <a:spcPts val="0"/>
              </a:spcAft>
              <a:buClr>
                <a:srgbClr val="FFFFFF"/>
              </a:buClr>
              <a:buSzPts val="4400"/>
              <a:buFont typeface="Helvetica Neue"/>
              <a:buNone/>
              <a:defRPr sz="4400"/>
            </a:lvl4pPr>
            <a:lvl5pPr indent="-228600" lvl="4" marL="2286000" rtl="0" algn="ctr">
              <a:lnSpc>
                <a:spcPct val="80000"/>
              </a:lnSpc>
              <a:spcBef>
                <a:spcPts val="0"/>
              </a:spcBef>
              <a:spcAft>
                <a:spcPts val="0"/>
              </a:spcAft>
              <a:buClr>
                <a:srgbClr val="FFFFFF"/>
              </a:buClr>
              <a:buSzPts val="4400"/>
              <a:buFont typeface="Helvetica Neue"/>
              <a:buNone/>
              <a:defRPr sz="44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19" name="Google Shape;819;p98"/>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00000"/>
        </a:solidFill>
      </p:bgPr>
    </p:bg>
    <p:spTree>
      <p:nvGrpSpPr>
        <p:cNvPr id="820" name="Shape 820"/>
        <p:cNvGrpSpPr/>
        <p:nvPr/>
      </p:nvGrpSpPr>
      <p:grpSpPr>
        <a:xfrm>
          <a:off x="0" y="0"/>
          <a:ext cx="0" cy="0"/>
          <a:chOff x="0" y="0"/>
          <a:chExt cx="0" cy="0"/>
        </a:xfrm>
      </p:grpSpPr>
      <p:sp>
        <p:nvSpPr>
          <p:cNvPr id="821" name="Google Shape;821;p99"/>
          <p:cNvSpPr txBox="1"/>
          <p:nvPr>
            <p:ph idx="1" type="body"/>
          </p:nvPr>
        </p:nvSpPr>
        <p:spPr>
          <a:xfrm>
            <a:off x="930309" y="4003295"/>
            <a:ext cx="7556100" cy="238800"/>
          </a:xfrm>
          <a:prstGeom prst="rect">
            <a:avLst/>
          </a:prstGeom>
          <a:noFill/>
          <a:ln>
            <a:noFill/>
          </a:ln>
        </p:spPr>
        <p:txBody>
          <a:bodyPr anchorCtr="0" anchor="t" bIns="17150" lIns="17150" spcFirstLastPara="1" rIns="17150" wrap="square" tIns="17150">
            <a:normAutofit/>
          </a:bodyPr>
          <a:lstStyle>
            <a:lvl1pPr indent="-228600" lvl="0" marL="457200" rtl="0" algn="l">
              <a:lnSpc>
                <a:spcPct val="100000"/>
              </a:lnSpc>
              <a:spcBef>
                <a:spcPts val="0"/>
              </a:spcBef>
              <a:spcAft>
                <a:spcPts val="0"/>
              </a:spcAft>
              <a:buClr>
                <a:srgbClr val="FFFFFF"/>
              </a:buClr>
              <a:buSzPts val="1400"/>
              <a:buFont typeface="Helvetica Neue"/>
              <a:buNone/>
              <a:defRPr sz="1400"/>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2" name="Google Shape;822;p99"/>
          <p:cNvSpPr txBox="1"/>
          <p:nvPr>
            <p:ph idx="2" type="body"/>
          </p:nvPr>
        </p:nvSpPr>
        <p:spPr>
          <a:xfrm>
            <a:off x="657721" y="1852447"/>
            <a:ext cx="7828500" cy="1438800"/>
          </a:xfrm>
          <a:prstGeom prst="rect">
            <a:avLst/>
          </a:prstGeom>
          <a:noFill/>
          <a:ln>
            <a:noFill/>
          </a:ln>
        </p:spPr>
        <p:txBody>
          <a:bodyPr anchorCtr="0" anchor="ctr" bIns="19050" lIns="19050" spcFirstLastPara="1" rIns="19050" wrap="square" tIns="19050">
            <a:normAutofit/>
          </a:bodyPr>
          <a:lstStyle>
            <a:lvl1pPr indent="-228600" lvl="0" marL="457200" rtl="0" algn="l">
              <a:lnSpc>
                <a:spcPct val="100000"/>
              </a:lnSpc>
              <a:spcBef>
                <a:spcPts val="0"/>
              </a:spcBef>
              <a:spcAft>
                <a:spcPts val="0"/>
              </a:spcAft>
              <a:buClr>
                <a:srgbClr val="FFFFFF"/>
              </a:buClr>
              <a:buSzPts val="2700"/>
              <a:buFont typeface="Helvetica Neue"/>
              <a:buNone/>
              <a:defRPr sz="2700"/>
            </a:lvl1pPr>
            <a:lvl2pPr indent="-228600" lvl="1" marL="914400" rtl="0" algn="l">
              <a:lnSpc>
                <a:spcPct val="100000"/>
              </a:lnSpc>
              <a:spcBef>
                <a:spcPts val="0"/>
              </a:spcBef>
              <a:spcAft>
                <a:spcPts val="0"/>
              </a:spcAft>
              <a:buClr>
                <a:srgbClr val="FFFFFF"/>
              </a:buClr>
              <a:buSzPts val="2700"/>
              <a:buFont typeface="Helvetica Neue"/>
              <a:buNone/>
              <a:defRPr sz="2700"/>
            </a:lvl2pPr>
            <a:lvl3pPr indent="-228600" lvl="2" marL="1371600" rtl="0" algn="l">
              <a:lnSpc>
                <a:spcPct val="100000"/>
              </a:lnSpc>
              <a:spcBef>
                <a:spcPts val="0"/>
              </a:spcBef>
              <a:spcAft>
                <a:spcPts val="0"/>
              </a:spcAft>
              <a:buClr>
                <a:srgbClr val="FFFFFF"/>
              </a:buClr>
              <a:buSzPts val="2700"/>
              <a:buFont typeface="Helvetica Neue"/>
              <a:buNone/>
              <a:defRPr sz="2700"/>
            </a:lvl3pPr>
            <a:lvl4pPr indent="-228600" lvl="3" marL="1828800" rtl="0" algn="l">
              <a:lnSpc>
                <a:spcPct val="100000"/>
              </a:lnSpc>
              <a:spcBef>
                <a:spcPts val="0"/>
              </a:spcBef>
              <a:spcAft>
                <a:spcPts val="0"/>
              </a:spcAft>
              <a:buClr>
                <a:srgbClr val="FFFFFF"/>
              </a:buClr>
              <a:buSzPts val="2700"/>
              <a:buFont typeface="Helvetica Neue"/>
              <a:buNone/>
              <a:defRPr sz="2700"/>
            </a:lvl4pPr>
            <a:lvl5pPr indent="-228600" lvl="4" marL="2286000" rtl="0" algn="l">
              <a:lnSpc>
                <a:spcPct val="100000"/>
              </a:lnSpc>
              <a:spcBef>
                <a:spcPts val="0"/>
              </a:spcBef>
              <a:spcAft>
                <a:spcPts val="0"/>
              </a:spcAft>
              <a:buClr>
                <a:srgbClr val="FFFFFF"/>
              </a:buClr>
              <a:buSzPts val="2700"/>
              <a:buFont typeface="Helvetica Neue"/>
              <a:buNone/>
              <a:defRPr sz="2700"/>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
        <p:nvSpPr>
          <p:cNvPr id="823" name="Google Shape;823;p99"/>
          <p:cNvSpPr txBox="1"/>
          <p:nvPr>
            <p:ph idx="12" type="sldNum"/>
          </p:nvPr>
        </p:nvSpPr>
        <p:spPr>
          <a:xfrm>
            <a:off x="4500549" y="4902974"/>
            <a:ext cx="138300" cy="146100"/>
          </a:xfrm>
          <a:prstGeom prst="rect">
            <a:avLst/>
          </a:prstGeom>
          <a:noFill/>
          <a:ln>
            <a:noFill/>
          </a:ln>
        </p:spPr>
        <p:txBody>
          <a:bodyPr anchorCtr="0" anchor="b" bIns="19050" lIns="19050" spcFirstLastPara="1" rIns="19050" wrap="square" tIns="19050">
            <a:spAutoFit/>
          </a:bodyPr>
          <a:lstStyle>
            <a:lvl1pPr indent="0" lvl="0"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FFFFFF"/>
              </a:buClr>
              <a:buSzPts val="700"/>
              <a:buFont typeface="Helvetica Neue"/>
              <a:buNone/>
              <a:defRPr b="0" i="0" sz="700" u="none" cap="none" strike="noStrike">
                <a:solidFill>
                  <a:srgbClr val="FFFFFF"/>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000">
              <a:solidFill>
                <a:srgbClr val="ADADAD"/>
              </a:solidFill>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4">
    <p:bg>
      <p:bgPr>
        <a:solidFill>
          <a:schemeClr val="dk1"/>
        </a:solidFill>
      </p:bgPr>
    </p:bg>
    <p:spTree>
      <p:nvGrpSpPr>
        <p:cNvPr id="824" name="Shape 824"/>
        <p:cNvGrpSpPr/>
        <p:nvPr/>
      </p:nvGrpSpPr>
      <p:grpSpPr>
        <a:xfrm>
          <a:off x="0" y="0"/>
          <a:ext cx="0" cy="0"/>
          <a:chOff x="0" y="0"/>
          <a:chExt cx="0" cy="0"/>
        </a:xfrm>
      </p:grpSpPr>
      <p:sp>
        <p:nvSpPr>
          <p:cNvPr id="825" name="Google Shape;825;p10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lgn="l">
              <a:lnSpc>
                <a:spcPct val="100000"/>
              </a:lnSpc>
              <a:spcBef>
                <a:spcPts val="0"/>
              </a:spcBef>
              <a:spcAft>
                <a:spcPts val="0"/>
              </a:spcAft>
              <a:buClr>
                <a:schemeClr val="lt1"/>
              </a:buClr>
              <a:buSzPts val="3200"/>
              <a:buFont typeface="Inter ExtraBold"/>
              <a:buNone/>
              <a:defRPr sz="3200">
                <a:solidFill>
                  <a:schemeClr val="lt1"/>
                </a:solidFill>
                <a:latin typeface="Inter ExtraBold"/>
                <a:ea typeface="Inter ExtraBold"/>
                <a:cs typeface="Inter ExtraBold"/>
                <a:sym typeface="Inter ExtraBold"/>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26" name="Google Shape;826;p100"/>
          <p:cNvSpPr txBox="1"/>
          <p:nvPr>
            <p:ph idx="1" type="subTitle"/>
          </p:nvPr>
        </p:nvSpPr>
        <p:spPr>
          <a:xfrm>
            <a:off x="311700" y="1055100"/>
            <a:ext cx="8520600" cy="572700"/>
          </a:xfrm>
          <a:prstGeom prst="rect">
            <a:avLst/>
          </a:prstGeom>
          <a:noFill/>
          <a:ln>
            <a:noFill/>
          </a:ln>
        </p:spPr>
        <p:txBody>
          <a:bodyPr anchorCtr="0" anchor="t" bIns="91425" lIns="91425" spcFirstLastPara="1" rIns="91425" wrap="square" tIns="91425">
            <a:normAutofit/>
          </a:bodyPr>
          <a:lstStyle>
            <a:lvl1pPr lvl="0" rtl="0" algn="l">
              <a:lnSpc>
                <a:spcPct val="115000"/>
              </a:lnSpc>
              <a:spcBef>
                <a:spcPts val="0"/>
              </a:spcBef>
              <a:spcAft>
                <a:spcPts val="0"/>
              </a:spcAft>
              <a:buClr>
                <a:schemeClr val="lt1"/>
              </a:buClr>
              <a:buSzPts val="1800"/>
              <a:buNone/>
              <a:defRPr>
                <a:solidFill>
                  <a:schemeClr val="lt1"/>
                </a:solidFill>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pic>
        <p:nvPicPr>
          <p:cNvPr id="827" name="Google Shape;827;p100"/>
          <p:cNvPicPr preferRelativeResize="0"/>
          <p:nvPr/>
        </p:nvPicPr>
        <p:blipFill rotWithShape="1">
          <a:blip r:embed="rId2">
            <a:alphaModFix/>
          </a:blip>
          <a:srcRect b="0" l="0" r="0" t="0"/>
          <a:stretch/>
        </p:blipFill>
        <p:spPr>
          <a:xfrm>
            <a:off x="-762396" y="0"/>
            <a:ext cx="548700" cy="2288640"/>
          </a:xfrm>
          <a:prstGeom prst="rect">
            <a:avLst/>
          </a:prstGeom>
          <a:noFill/>
          <a:ln>
            <a:noFill/>
          </a:ln>
        </p:spPr>
      </p:pic>
      <p:pic>
        <p:nvPicPr>
          <p:cNvPr id="828" name="Google Shape;828;p100"/>
          <p:cNvPicPr preferRelativeResize="0"/>
          <p:nvPr/>
        </p:nvPicPr>
        <p:blipFill rotWithShape="1">
          <a:blip r:embed="rId3">
            <a:alphaModFix/>
          </a:blip>
          <a:srcRect b="0" l="0" r="0" t="0"/>
          <a:stretch/>
        </p:blipFill>
        <p:spPr>
          <a:xfrm>
            <a:off x="457529" y="4543025"/>
            <a:ext cx="950976" cy="142646"/>
          </a:xfrm>
          <a:prstGeom prst="rect">
            <a:avLst/>
          </a:prstGeom>
          <a:noFill/>
          <a:ln>
            <a:noFill/>
          </a:ln>
        </p:spPr>
      </p:pic>
      <p:sp>
        <p:nvSpPr>
          <p:cNvPr id="829" name="Google Shape;829;p100"/>
          <p:cNvSpPr/>
          <p:nvPr>
            <p:ph idx="2" type="pic"/>
          </p:nvPr>
        </p:nvSpPr>
        <p:spPr>
          <a:xfrm>
            <a:off x="410476" y="1541324"/>
            <a:ext cx="315900" cy="315900"/>
          </a:xfrm>
          <a:prstGeom prst="rect">
            <a:avLst/>
          </a:prstGeom>
          <a:noFill/>
          <a:ln>
            <a:noFill/>
          </a:ln>
        </p:spPr>
      </p:sp>
      <p:sp>
        <p:nvSpPr>
          <p:cNvPr id="830" name="Google Shape;830;p100"/>
          <p:cNvSpPr txBox="1"/>
          <p:nvPr>
            <p:ph idx="3" type="body"/>
          </p:nvPr>
        </p:nvSpPr>
        <p:spPr>
          <a:xfrm>
            <a:off x="410526"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1" name="Google Shape;831;p100"/>
          <p:cNvSpPr txBox="1"/>
          <p:nvPr>
            <p:ph idx="4" type="subTitle"/>
          </p:nvPr>
        </p:nvSpPr>
        <p:spPr>
          <a:xfrm>
            <a:off x="410475"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2" name="Google Shape;832;p100"/>
          <p:cNvSpPr/>
          <p:nvPr>
            <p:ph idx="5" type="pic"/>
          </p:nvPr>
        </p:nvSpPr>
        <p:spPr>
          <a:xfrm>
            <a:off x="4803338" y="1541324"/>
            <a:ext cx="315900" cy="315900"/>
          </a:xfrm>
          <a:prstGeom prst="rect">
            <a:avLst/>
          </a:prstGeom>
          <a:noFill/>
          <a:ln>
            <a:noFill/>
          </a:ln>
        </p:spPr>
      </p:sp>
      <p:sp>
        <p:nvSpPr>
          <p:cNvPr id="833" name="Google Shape;833;p100"/>
          <p:cNvSpPr txBox="1"/>
          <p:nvPr>
            <p:ph idx="6" type="body"/>
          </p:nvPr>
        </p:nvSpPr>
        <p:spPr>
          <a:xfrm>
            <a:off x="4697173" y="2293757"/>
            <a:ext cx="4009800" cy="1952400"/>
          </a:xfrm>
          <a:prstGeom prst="rect">
            <a:avLst/>
          </a:prstGeom>
          <a:noFill/>
          <a:ln>
            <a:noFill/>
          </a:ln>
        </p:spPr>
        <p:txBody>
          <a:bodyPr anchorCtr="0" anchor="t" bIns="91425" lIns="91425" spcFirstLastPara="1" rIns="91425" wrap="square" tIns="91425">
            <a:normAutofit/>
          </a:bodyPr>
          <a:lstStyle>
            <a:lvl1pPr indent="-298450" lvl="0" marL="457200" rtl="0" algn="l">
              <a:lnSpc>
                <a:spcPct val="115000"/>
              </a:lnSpc>
              <a:spcBef>
                <a:spcPts val="0"/>
              </a:spcBef>
              <a:spcAft>
                <a:spcPts val="0"/>
              </a:spcAft>
              <a:buClr>
                <a:schemeClr val="lt1"/>
              </a:buClr>
              <a:buSzPts val="1100"/>
              <a:buChar char="●"/>
              <a:defRPr sz="1100">
                <a:solidFill>
                  <a:schemeClr val="lt1"/>
                </a:solidFill>
              </a:defRPr>
            </a:lvl1pPr>
            <a:lvl2pPr indent="-298450" lvl="1" marL="914400" rtl="0" algn="l">
              <a:lnSpc>
                <a:spcPct val="115000"/>
              </a:lnSpc>
              <a:spcBef>
                <a:spcPts val="0"/>
              </a:spcBef>
              <a:spcAft>
                <a:spcPts val="0"/>
              </a:spcAft>
              <a:buClr>
                <a:schemeClr val="lt1"/>
              </a:buClr>
              <a:buSzPts val="1100"/>
              <a:buChar char="○"/>
              <a:defRPr sz="1100">
                <a:solidFill>
                  <a:schemeClr val="lt1"/>
                </a:solidFill>
              </a:defRPr>
            </a:lvl2pPr>
            <a:lvl3pPr indent="-298450" lvl="2" marL="1371600" rtl="0" algn="l">
              <a:lnSpc>
                <a:spcPct val="115000"/>
              </a:lnSpc>
              <a:spcBef>
                <a:spcPts val="0"/>
              </a:spcBef>
              <a:spcAft>
                <a:spcPts val="0"/>
              </a:spcAft>
              <a:buClr>
                <a:schemeClr val="lt1"/>
              </a:buClr>
              <a:buSzPts val="1100"/>
              <a:buChar char="■"/>
              <a:defRPr sz="1100">
                <a:solidFill>
                  <a:schemeClr val="lt1"/>
                </a:solidFill>
              </a:defRPr>
            </a:lvl3pPr>
            <a:lvl4pPr indent="-298450" lvl="3" marL="1828800" rtl="0" algn="l">
              <a:lnSpc>
                <a:spcPct val="115000"/>
              </a:lnSpc>
              <a:spcBef>
                <a:spcPts val="0"/>
              </a:spcBef>
              <a:spcAft>
                <a:spcPts val="0"/>
              </a:spcAft>
              <a:buClr>
                <a:schemeClr val="lt1"/>
              </a:buClr>
              <a:buSzPts val="1100"/>
              <a:buChar char="●"/>
              <a:defRPr sz="1100">
                <a:solidFill>
                  <a:schemeClr val="lt1"/>
                </a:solidFill>
              </a:defRPr>
            </a:lvl4pPr>
            <a:lvl5pPr indent="-298450" lvl="4" marL="2286000" rtl="0" algn="l">
              <a:lnSpc>
                <a:spcPct val="115000"/>
              </a:lnSpc>
              <a:spcBef>
                <a:spcPts val="0"/>
              </a:spcBef>
              <a:spcAft>
                <a:spcPts val="0"/>
              </a:spcAft>
              <a:buClr>
                <a:schemeClr val="lt1"/>
              </a:buClr>
              <a:buSzPts val="1100"/>
              <a:buChar char="○"/>
              <a:defRPr sz="1100">
                <a:solidFill>
                  <a:schemeClr val="lt1"/>
                </a:solidFill>
              </a:defRPr>
            </a:lvl5pPr>
            <a:lvl6pPr indent="-298450" lvl="5" marL="2743200" rtl="0" algn="l">
              <a:lnSpc>
                <a:spcPct val="115000"/>
              </a:lnSpc>
              <a:spcBef>
                <a:spcPts val="0"/>
              </a:spcBef>
              <a:spcAft>
                <a:spcPts val="0"/>
              </a:spcAft>
              <a:buClr>
                <a:schemeClr val="lt1"/>
              </a:buClr>
              <a:buSzPts val="1100"/>
              <a:buChar char="■"/>
              <a:defRPr sz="1100">
                <a:solidFill>
                  <a:schemeClr val="lt1"/>
                </a:solidFill>
              </a:defRPr>
            </a:lvl6pPr>
            <a:lvl7pPr indent="-298450" lvl="6" marL="3200400" rtl="0" algn="l">
              <a:lnSpc>
                <a:spcPct val="115000"/>
              </a:lnSpc>
              <a:spcBef>
                <a:spcPts val="0"/>
              </a:spcBef>
              <a:spcAft>
                <a:spcPts val="0"/>
              </a:spcAft>
              <a:buClr>
                <a:schemeClr val="lt1"/>
              </a:buClr>
              <a:buSzPts val="1100"/>
              <a:buChar char="●"/>
              <a:defRPr sz="1100">
                <a:solidFill>
                  <a:schemeClr val="lt1"/>
                </a:solidFill>
              </a:defRPr>
            </a:lvl7pPr>
            <a:lvl8pPr indent="-298450" lvl="7" marL="3657600" rtl="0" algn="l">
              <a:lnSpc>
                <a:spcPct val="115000"/>
              </a:lnSpc>
              <a:spcBef>
                <a:spcPts val="0"/>
              </a:spcBef>
              <a:spcAft>
                <a:spcPts val="0"/>
              </a:spcAft>
              <a:buClr>
                <a:schemeClr val="lt1"/>
              </a:buClr>
              <a:buSzPts val="1100"/>
              <a:buChar char="○"/>
              <a:defRPr sz="1100">
                <a:solidFill>
                  <a:schemeClr val="lt1"/>
                </a:solidFill>
              </a:defRPr>
            </a:lvl8pPr>
            <a:lvl9pPr indent="-298450" lvl="8" marL="4114800" rtl="0" algn="l">
              <a:lnSpc>
                <a:spcPct val="115000"/>
              </a:lnSpc>
              <a:spcBef>
                <a:spcPts val="0"/>
              </a:spcBef>
              <a:spcAft>
                <a:spcPts val="0"/>
              </a:spcAft>
              <a:buClr>
                <a:schemeClr val="lt1"/>
              </a:buClr>
              <a:buSzPts val="1100"/>
              <a:buChar char="■"/>
              <a:defRPr sz="1100">
                <a:solidFill>
                  <a:schemeClr val="lt1"/>
                </a:solidFill>
              </a:defRPr>
            </a:lvl9pPr>
          </a:lstStyle>
          <a:p/>
        </p:txBody>
      </p:sp>
      <p:sp>
        <p:nvSpPr>
          <p:cNvPr id="834" name="Google Shape;834;p100"/>
          <p:cNvSpPr txBox="1"/>
          <p:nvPr>
            <p:ph idx="7" type="subTitle"/>
          </p:nvPr>
        </p:nvSpPr>
        <p:spPr>
          <a:xfrm>
            <a:off x="4697122" y="1896075"/>
            <a:ext cx="4009800" cy="386100"/>
          </a:xfrm>
          <a:prstGeom prst="rect">
            <a:avLst/>
          </a:prstGeom>
          <a:noFill/>
          <a:ln>
            <a:noFill/>
          </a:ln>
        </p:spPr>
        <p:txBody>
          <a:bodyPr anchorCtr="0" anchor="b" bIns="91425" lIns="91425" spcFirstLastPara="1" rIns="91425" wrap="square" tIns="91425">
            <a:normAutofit/>
          </a:bodyPr>
          <a:lstStyle>
            <a:lvl1pPr lvl="0" rtl="0" algn="l">
              <a:lnSpc>
                <a:spcPct val="115000"/>
              </a:lnSpc>
              <a:spcBef>
                <a:spcPts val="0"/>
              </a:spcBef>
              <a:spcAft>
                <a:spcPts val="0"/>
              </a:spcAft>
              <a:buClr>
                <a:schemeClr val="lt1"/>
              </a:buClr>
              <a:buSzPts val="1600"/>
              <a:buFont typeface="Inter Medium"/>
              <a:buNone/>
              <a:defRPr sz="1600">
                <a:solidFill>
                  <a:schemeClr val="lt1"/>
                </a:solidFill>
                <a:latin typeface="Inter Medium"/>
                <a:ea typeface="Inter Medium"/>
                <a:cs typeface="Inter Medium"/>
                <a:sym typeface="Inter Medium"/>
              </a:defRPr>
            </a:lvl1pPr>
            <a:lvl2pPr lvl="1"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2pPr>
            <a:lvl3pPr lvl="2"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3pPr>
            <a:lvl4pPr lvl="3"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4pPr>
            <a:lvl5pPr lvl="4"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5pPr>
            <a:lvl6pPr lvl="5"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6pPr>
            <a:lvl7pPr lvl="6"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7pPr>
            <a:lvl8pPr lvl="7"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8pPr>
            <a:lvl9pPr lvl="8" rtl="0" algn="l">
              <a:lnSpc>
                <a:spcPct val="115000"/>
              </a:lnSpc>
              <a:spcBef>
                <a:spcPts val="0"/>
              </a:spcBef>
              <a:spcAft>
                <a:spcPts val="0"/>
              </a:spcAft>
              <a:buClr>
                <a:schemeClr val="lt1"/>
              </a:buClr>
              <a:buSzPts val="1800"/>
              <a:buFont typeface="Inter Medium"/>
              <a:buNone/>
              <a:defRPr>
                <a:solidFill>
                  <a:schemeClr val="lt1"/>
                </a:solidFill>
                <a:latin typeface="Inter Medium"/>
                <a:ea typeface="Inter Medium"/>
                <a:cs typeface="Inter Medium"/>
                <a:sym typeface="Inter Medium"/>
              </a:defRPr>
            </a:lvl9pPr>
          </a:lstStyle>
          <a:p/>
        </p:txBody>
      </p:sp>
      <p:sp>
        <p:nvSpPr>
          <p:cNvPr id="835" name="Google Shape;835;p100"/>
          <p:cNvSpPr txBox="1"/>
          <p:nvPr>
            <p:ph idx="12"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36" name="Google Shape;836;p100"/>
          <p:cNvSpPr txBox="1"/>
          <p:nvPr>
            <p:ph idx="8"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2)">
  <p:cSld name="SECTION_TITLE_AND_DESCRIPTION_1">
    <p:spTree>
      <p:nvGrpSpPr>
        <p:cNvPr id="837" name="Shape 837"/>
        <p:cNvGrpSpPr/>
        <p:nvPr/>
      </p:nvGrpSpPr>
      <p:grpSpPr>
        <a:xfrm>
          <a:off x="0" y="0"/>
          <a:ext cx="0" cy="0"/>
          <a:chOff x="0" y="0"/>
          <a:chExt cx="0" cy="0"/>
        </a:xfrm>
      </p:grpSpPr>
      <p:sp>
        <p:nvSpPr>
          <p:cNvPr id="838" name="Google Shape;838;p101"/>
          <p:cNvSpPr txBox="1"/>
          <p:nvPr>
            <p:ph type="title"/>
          </p:nvPr>
        </p:nvSpPr>
        <p:spPr>
          <a:xfrm>
            <a:off x="656250" y="942850"/>
            <a:ext cx="7831500" cy="888900"/>
          </a:xfrm>
          <a:prstGeom prst="rect">
            <a:avLst/>
          </a:prstGeom>
          <a:noFill/>
          <a:ln>
            <a:noFill/>
          </a:ln>
        </p:spPr>
        <p:txBody>
          <a:bodyPr anchorCtr="0" anchor="b" bIns="91425" lIns="91425" spcFirstLastPara="1" rIns="91425" wrap="square" tIns="91425">
            <a:normAutofit/>
          </a:bodyPr>
          <a:lstStyle>
            <a:lvl1pPr lvl="0" rtl="0" algn="ctr">
              <a:lnSpc>
                <a:spcPct val="100000"/>
              </a:lnSpc>
              <a:spcBef>
                <a:spcPts val="0"/>
              </a:spcBef>
              <a:spcAft>
                <a:spcPts val="0"/>
              </a:spcAft>
              <a:buSzPts val="4200"/>
              <a:buFont typeface="Inter ExtraBold"/>
              <a:buNone/>
              <a:defRPr sz="4200">
                <a:latin typeface="Inter ExtraBold"/>
                <a:ea typeface="Inter ExtraBold"/>
                <a:cs typeface="Inter ExtraBold"/>
                <a:sym typeface="Inter ExtraBold"/>
              </a:defRPr>
            </a:lvl1pPr>
            <a:lvl2pPr lvl="1" rtl="0" algn="ctr">
              <a:lnSpc>
                <a:spcPct val="100000"/>
              </a:lnSpc>
              <a:spcBef>
                <a:spcPts val="0"/>
              </a:spcBef>
              <a:spcAft>
                <a:spcPts val="0"/>
              </a:spcAft>
              <a:buSzPts val="4200"/>
              <a:buNone/>
              <a:defRPr sz="4200"/>
            </a:lvl2pPr>
            <a:lvl3pPr lvl="2" rtl="0" algn="ctr">
              <a:lnSpc>
                <a:spcPct val="100000"/>
              </a:lnSpc>
              <a:spcBef>
                <a:spcPts val="0"/>
              </a:spcBef>
              <a:spcAft>
                <a:spcPts val="0"/>
              </a:spcAft>
              <a:buSzPts val="4200"/>
              <a:buNone/>
              <a:defRPr sz="4200"/>
            </a:lvl3pPr>
            <a:lvl4pPr lvl="3" rtl="0" algn="ctr">
              <a:lnSpc>
                <a:spcPct val="100000"/>
              </a:lnSpc>
              <a:spcBef>
                <a:spcPts val="0"/>
              </a:spcBef>
              <a:spcAft>
                <a:spcPts val="0"/>
              </a:spcAft>
              <a:buSzPts val="4200"/>
              <a:buNone/>
              <a:defRPr sz="4200"/>
            </a:lvl4pPr>
            <a:lvl5pPr lvl="4" rtl="0" algn="ctr">
              <a:lnSpc>
                <a:spcPct val="100000"/>
              </a:lnSpc>
              <a:spcBef>
                <a:spcPts val="0"/>
              </a:spcBef>
              <a:spcAft>
                <a:spcPts val="0"/>
              </a:spcAft>
              <a:buSzPts val="4200"/>
              <a:buNone/>
              <a:defRPr sz="4200"/>
            </a:lvl5pPr>
            <a:lvl6pPr lvl="5" rtl="0" algn="ctr">
              <a:lnSpc>
                <a:spcPct val="100000"/>
              </a:lnSpc>
              <a:spcBef>
                <a:spcPts val="0"/>
              </a:spcBef>
              <a:spcAft>
                <a:spcPts val="0"/>
              </a:spcAft>
              <a:buSzPts val="4200"/>
              <a:buNone/>
              <a:defRPr sz="4200"/>
            </a:lvl6pPr>
            <a:lvl7pPr lvl="6" rtl="0" algn="ctr">
              <a:lnSpc>
                <a:spcPct val="100000"/>
              </a:lnSpc>
              <a:spcBef>
                <a:spcPts val="0"/>
              </a:spcBef>
              <a:spcAft>
                <a:spcPts val="0"/>
              </a:spcAft>
              <a:buSzPts val="4200"/>
              <a:buNone/>
              <a:defRPr sz="4200"/>
            </a:lvl7pPr>
            <a:lvl8pPr lvl="7" rtl="0" algn="ctr">
              <a:lnSpc>
                <a:spcPct val="100000"/>
              </a:lnSpc>
              <a:spcBef>
                <a:spcPts val="0"/>
              </a:spcBef>
              <a:spcAft>
                <a:spcPts val="0"/>
              </a:spcAft>
              <a:buSzPts val="4200"/>
              <a:buNone/>
              <a:defRPr sz="4200"/>
            </a:lvl8pPr>
            <a:lvl9pPr lvl="8" rtl="0" algn="ctr">
              <a:lnSpc>
                <a:spcPct val="100000"/>
              </a:lnSpc>
              <a:spcBef>
                <a:spcPts val="0"/>
              </a:spcBef>
              <a:spcAft>
                <a:spcPts val="0"/>
              </a:spcAft>
              <a:buSzPts val="4200"/>
              <a:buNone/>
              <a:defRPr sz="4200"/>
            </a:lvl9pPr>
          </a:lstStyle>
          <a:p/>
        </p:txBody>
      </p:sp>
      <p:sp>
        <p:nvSpPr>
          <p:cNvPr id="839" name="Google Shape;839;p101"/>
          <p:cNvSpPr txBox="1"/>
          <p:nvPr>
            <p:ph idx="1" type="subTitle"/>
          </p:nvPr>
        </p:nvSpPr>
        <p:spPr>
          <a:xfrm>
            <a:off x="656250" y="1919425"/>
            <a:ext cx="7831500" cy="18969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D9D9D9"/>
              </a:buClr>
              <a:buSzPts val="2100"/>
              <a:buNone/>
              <a:defRPr sz="2100">
                <a:solidFill>
                  <a:srgbClr val="D9D9D9"/>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40" name="Google Shape;840;p101"/>
          <p:cNvSpPr txBox="1"/>
          <p:nvPr>
            <p:ph idx="12" type="sldNum"/>
          </p:nvPr>
        </p:nvSpPr>
        <p:spPr>
          <a:xfrm>
            <a:off x="8140933"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1" name="Google Shape;841;p101"/>
          <p:cNvSpPr txBox="1"/>
          <p:nvPr>
            <p:ph idx="2" type="sldNum"/>
          </p:nvPr>
        </p:nvSpPr>
        <p:spPr>
          <a:xfrm>
            <a:off x="7704105" y="4417550"/>
            <a:ext cx="7776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dk1"/>
                </a:solidFill>
                <a:latin typeface="Inter"/>
                <a:ea typeface="Inter"/>
                <a:cs typeface="Inter"/>
                <a:sym typeface="Inter"/>
              </a:defRPr>
            </a:lvl9pPr>
          </a:lstStyle>
          <a:p>
            <a:pPr indent="0" lvl="0" marL="0" rtl="0" algn="r">
              <a:spcBef>
                <a:spcPts val="0"/>
              </a:spcBef>
              <a:spcAft>
                <a:spcPts val="0"/>
              </a:spcAft>
              <a:buNone/>
            </a:pPr>
            <a:r>
              <a:rPr lang="en"/>
              <a:t>Slide /</a:t>
            </a:r>
            <a:endParaRPr/>
          </a:p>
        </p:txBody>
      </p:sp>
      <p:pic>
        <p:nvPicPr>
          <p:cNvPr id="842" name="Google Shape;842;p101"/>
          <p:cNvPicPr preferRelativeResize="0"/>
          <p:nvPr/>
        </p:nvPicPr>
        <p:blipFill rotWithShape="1">
          <a:blip r:embed="rId2">
            <a:alphaModFix/>
          </a:blip>
          <a:srcRect b="0" l="0" r="0" t="0"/>
          <a:stretch/>
        </p:blipFill>
        <p:spPr>
          <a:xfrm>
            <a:off x="457529" y="4543025"/>
            <a:ext cx="950976" cy="142646"/>
          </a:xfrm>
          <a:prstGeom prst="rect">
            <a:avLst/>
          </a:prstGeom>
          <a:noFill/>
          <a:ln>
            <a:noFill/>
          </a:ln>
        </p:spPr>
      </p:pic>
      <p:sp>
        <p:nvSpPr>
          <p:cNvPr id="843" name="Google Shape;843;p101"/>
          <p:cNvSpPr txBox="1"/>
          <p:nvPr>
            <p:ph idx="3" type="sldNum"/>
          </p:nvPr>
        </p:nvSpPr>
        <p:spPr>
          <a:xfrm>
            <a:off x="8096041" y="4417542"/>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844" name="Google Shape;844;p101"/>
          <p:cNvSpPr txBox="1"/>
          <p:nvPr>
            <p:ph idx="4" type="sldNum"/>
          </p:nvPr>
        </p:nvSpPr>
        <p:spPr>
          <a:xfrm>
            <a:off x="8474304" y="4417550"/>
            <a:ext cx="281700" cy="393600"/>
          </a:xfrm>
          <a:prstGeom prst="rect">
            <a:avLst/>
          </a:prstGeom>
          <a:noFill/>
          <a:ln>
            <a:noFill/>
          </a:ln>
        </p:spPr>
        <p:txBody>
          <a:bodyPr anchorCtr="0" anchor="ctr" bIns="91425" lIns="91425" spcFirstLastPara="1" rIns="91425" wrap="square" tIns="91425">
            <a:normAutofit/>
          </a:bodyPr>
          <a:lstStyle>
            <a:lvl1pPr indent="0" lvl="0"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1pPr>
            <a:lvl2pPr indent="0" lvl="1"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2pPr>
            <a:lvl3pPr indent="0" lvl="2"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3pPr>
            <a:lvl4pPr indent="0" lvl="3"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4pPr>
            <a:lvl5pPr indent="0" lvl="4"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5pPr>
            <a:lvl6pPr indent="0" lvl="5"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6pPr>
            <a:lvl7pPr indent="0" lvl="6"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7pPr>
            <a:lvl8pPr indent="0" lvl="7"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8pPr>
            <a:lvl9pPr indent="0" lvl="8" marL="0" marR="0" rtl="0" algn="l">
              <a:lnSpc>
                <a:spcPct val="100000"/>
              </a:lnSpc>
              <a:spcBef>
                <a:spcPts val="0"/>
              </a:spcBef>
              <a:spcAft>
                <a:spcPts val="0"/>
              </a:spcAft>
              <a:buClr>
                <a:srgbClr val="ADADAD"/>
              </a:buClr>
              <a:buSzPts val="1000"/>
              <a:buFont typeface="Helvetica Neue"/>
              <a:buNone/>
              <a:defRPr b="0" i="0" sz="1100" u="none" cap="none" strike="noStrike">
                <a:solidFill>
                  <a:srgbClr val="666666"/>
                </a:solidFill>
                <a:latin typeface="Inter"/>
                <a:ea typeface="Inter"/>
                <a:cs typeface="Inter"/>
                <a:sym typeface="Inter"/>
              </a:defRPr>
            </a:lvl9pPr>
          </a:lstStyle>
          <a:p>
            <a:pPr indent="0" lvl="0" marL="0" rtl="0" algn="l">
              <a:spcBef>
                <a:spcPts val="0"/>
              </a:spcBef>
              <a:spcAft>
                <a:spcPts val="0"/>
              </a:spcAft>
              <a:buNone/>
            </a:pPr>
            <a:r>
              <a:rPr lang="en"/>
              <a:t xml:space="preserve">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 Id="rId9" Type="http://schemas.openxmlformats.org/officeDocument/2006/relationships/slideLayout" Target="../slideLayouts/slideLayout35.xml"/><Relationship Id="rId10" Type="http://schemas.openxmlformats.org/officeDocument/2006/relationships/slideLayout" Target="../slideLayouts/slideLayout36.xml"/><Relationship Id="rId11" Type="http://schemas.openxmlformats.org/officeDocument/2006/relationships/slideLayout" Target="../slideLayouts/slideLayout37.xml"/><Relationship Id="rId12" Type="http://schemas.openxmlformats.org/officeDocument/2006/relationships/slideLayout" Target="../slideLayouts/slideLayout38.xml"/><Relationship Id="rId13" Type="http://schemas.openxmlformats.org/officeDocument/2006/relationships/slideLayout" Target="../slideLayouts/slideLayout39.xml"/><Relationship Id="rId14" Type="http://schemas.openxmlformats.org/officeDocument/2006/relationships/slideLayout" Target="../slideLayouts/slideLayout40.xml"/><Relationship Id="rId15" Type="http://schemas.openxmlformats.org/officeDocument/2006/relationships/slideLayout" Target="../slideLayouts/slideLayout41.xml"/><Relationship Id="rId16" Type="http://schemas.openxmlformats.org/officeDocument/2006/relationships/slideLayout" Target="../slideLayouts/slideLayout42.xml"/><Relationship Id="rId17" Type="http://schemas.openxmlformats.org/officeDocument/2006/relationships/slideLayout" Target="../slideLayouts/slideLayout43.xml"/><Relationship Id="rId18" Type="http://schemas.openxmlformats.org/officeDocument/2006/relationships/slideLayout" Target="../slideLayouts/slideLayout44.xml"/><Relationship Id="rId19" Type="http://schemas.openxmlformats.org/officeDocument/2006/relationships/slideLayout" Target="../slideLayouts/slideLayout45.xml"/><Relationship Id="rId20" Type="http://schemas.openxmlformats.org/officeDocument/2006/relationships/slideLayout" Target="../slideLayouts/slideLayout46.xml"/><Relationship Id="rId21" Type="http://schemas.openxmlformats.org/officeDocument/2006/relationships/slideLayout" Target="../slideLayouts/slideLayout47.xml"/><Relationship Id="rId22" Type="http://schemas.openxmlformats.org/officeDocument/2006/relationships/slideLayout" Target="../slideLayouts/slideLayout48.xml"/><Relationship Id="rId23" Type="http://schemas.openxmlformats.org/officeDocument/2006/relationships/slideLayout" Target="../slideLayouts/slideLayout49.xml"/><Relationship Id="rId24" Type="http://schemas.openxmlformats.org/officeDocument/2006/relationships/slideLayout" Target="../slideLayouts/slideLayout50.xml"/><Relationship Id="rId25" Type="http://schemas.openxmlformats.org/officeDocument/2006/relationships/slideLayout" Target="../slideLayouts/slideLayout51.xml"/><Relationship Id="rId26" Type="http://schemas.openxmlformats.org/officeDocument/2006/relationships/slideLayout" Target="../slideLayouts/slideLayout52.xml"/><Relationship Id="rId27" Type="http://schemas.openxmlformats.org/officeDocument/2006/relationships/slideLayout" Target="../slideLayouts/slideLayout53.xml"/><Relationship Id="rId28" Type="http://schemas.openxmlformats.org/officeDocument/2006/relationships/slideLayout" Target="../slideLayouts/slideLayout54.xml"/><Relationship Id="rId29" Type="http://schemas.openxmlformats.org/officeDocument/2006/relationships/slideLayout" Target="../slideLayouts/slideLayout55.xml"/><Relationship Id="rId30" Type="http://schemas.openxmlformats.org/officeDocument/2006/relationships/slideLayout" Target="../slideLayouts/slideLayout56.xml"/><Relationship Id="rId31" Type="http://schemas.openxmlformats.org/officeDocument/2006/relationships/slideLayout" Target="../slideLayouts/slideLayout57.xml"/><Relationship Id="rId32" Type="http://schemas.openxmlformats.org/officeDocument/2006/relationships/slideLayout" Target="../slideLayouts/slideLayout58.xml"/><Relationship Id="rId33" Type="http://schemas.openxmlformats.org/officeDocument/2006/relationships/slideLayout" Target="../slideLayouts/slideLayout59.xml"/><Relationship Id="rId34" Type="http://schemas.openxmlformats.org/officeDocument/2006/relationships/slideLayout" Target="../slideLayouts/slideLayout60.xml"/><Relationship Id="rId35" Type="http://schemas.openxmlformats.org/officeDocument/2006/relationships/slideLayout" Target="../slideLayouts/slideLayout61.xml"/><Relationship Id="rId36" Type="http://schemas.openxmlformats.org/officeDocument/2006/relationships/slideLayout" Target="../slideLayouts/slideLayout62.xml"/><Relationship Id="rId37" Type="http://schemas.openxmlformats.org/officeDocument/2006/relationships/slideLayout" Target="../slideLayouts/slideLayout63.xml"/><Relationship Id="rId38" Type="http://schemas.openxmlformats.org/officeDocument/2006/relationships/slideLayout" Target="../slideLayouts/slideLayout64.xml"/><Relationship Id="rId39" Type="http://schemas.openxmlformats.org/officeDocument/2006/relationships/slideLayout" Target="../slideLayouts/slideLayout65.xml"/><Relationship Id="rId40" Type="http://schemas.openxmlformats.org/officeDocument/2006/relationships/slideLayout" Target="../slideLayouts/slideLayout66.xml"/><Relationship Id="rId41" Type="http://schemas.openxmlformats.org/officeDocument/2006/relationships/slideLayout" Target="../slideLayouts/slideLayout67.xml"/><Relationship Id="rId42" Type="http://schemas.openxmlformats.org/officeDocument/2006/relationships/slideLayout" Target="../slideLayouts/slideLayout68.xml"/><Relationship Id="rId43" Type="http://schemas.openxmlformats.org/officeDocument/2006/relationships/slideLayout" Target="../slideLayouts/slideLayout69.xml"/><Relationship Id="rId44"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 Id="rId9" Type="http://schemas.openxmlformats.org/officeDocument/2006/relationships/slideLayout" Target="../slideLayouts/slideLayout77.xml"/><Relationship Id="rId10" Type="http://schemas.openxmlformats.org/officeDocument/2006/relationships/slideLayout" Target="../slideLayouts/slideLayout78.xml"/><Relationship Id="rId11" Type="http://schemas.openxmlformats.org/officeDocument/2006/relationships/slideLayout" Target="../slideLayouts/slideLayout79.xml"/><Relationship Id="rId12" Type="http://schemas.openxmlformats.org/officeDocument/2006/relationships/slideLayout" Target="../slideLayouts/slideLayout80.xml"/><Relationship Id="rId13" Type="http://schemas.openxmlformats.org/officeDocument/2006/relationships/slideLayout" Target="../slideLayouts/slideLayout81.xml"/><Relationship Id="rId14" Type="http://schemas.openxmlformats.org/officeDocument/2006/relationships/slideLayout" Target="../slideLayouts/slideLayout82.xml"/><Relationship Id="rId15" Type="http://schemas.openxmlformats.org/officeDocument/2006/relationships/slideLayout" Target="../slideLayouts/slideLayout83.xml"/><Relationship Id="rId16" Type="http://schemas.openxmlformats.org/officeDocument/2006/relationships/slideLayout" Target="../slideLayouts/slideLayout84.xml"/><Relationship Id="rId17" Type="http://schemas.openxmlformats.org/officeDocument/2006/relationships/slideLayout" Target="../slideLayouts/slideLayout85.xml"/><Relationship Id="rId18" Type="http://schemas.openxmlformats.org/officeDocument/2006/relationships/slideLayout" Target="../slideLayouts/slideLayout86.xml"/><Relationship Id="rId19" Type="http://schemas.openxmlformats.org/officeDocument/2006/relationships/slideLayout" Target="../slideLayouts/slideLayout87.xml"/><Relationship Id="rId20" Type="http://schemas.openxmlformats.org/officeDocument/2006/relationships/slideLayout" Target="../slideLayouts/slideLayout88.xml"/><Relationship Id="rId21" Type="http://schemas.openxmlformats.org/officeDocument/2006/relationships/slideLayout" Target="../slideLayouts/slideLayout89.xml"/><Relationship Id="rId22" Type="http://schemas.openxmlformats.org/officeDocument/2006/relationships/slideLayout" Target="../slideLayouts/slideLayout90.xml"/><Relationship Id="rId23" Type="http://schemas.openxmlformats.org/officeDocument/2006/relationships/slideLayout" Target="../slideLayouts/slideLayout91.xml"/><Relationship Id="rId24" Type="http://schemas.openxmlformats.org/officeDocument/2006/relationships/slideLayout" Target="../slideLayouts/slideLayout92.xml"/><Relationship Id="rId25" Type="http://schemas.openxmlformats.org/officeDocument/2006/relationships/slideLayout" Target="../slideLayouts/slideLayout93.xml"/><Relationship Id="rId26" Type="http://schemas.openxmlformats.org/officeDocument/2006/relationships/slideLayout" Target="../slideLayouts/slideLayout94.xml"/><Relationship Id="rId27" Type="http://schemas.openxmlformats.org/officeDocument/2006/relationships/slideLayout" Target="../slideLayouts/slideLayout95.xml"/><Relationship Id="rId28" Type="http://schemas.openxmlformats.org/officeDocument/2006/relationships/slideLayout" Target="../slideLayouts/slideLayout96.xml"/><Relationship Id="rId29" Type="http://schemas.openxmlformats.org/officeDocument/2006/relationships/slideLayout" Target="../slideLayouts/slideLayout97.xml"/><Relationship Id="rId30" Type="http://schemas.openxmlformats.org/officeDocument/2006/relationships/slideLayout" Target="../slideLayouts/slideLayout98.xml"/><Relationship Id="rId3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230" name="Shape 230"/>
        <p:cNvGrpSpPr/>
        <p:nvPr/>
      </p:nvGrpSpPr>
      <p:grpSpPr>
        <a:xfrm>
          <a:off x="0" y="0"/>
          <a:ext cx="0" cy="0"/>
          <a:chOff x="0" y="0"/>
          <a:chExt cx="0" cy="0"/>
        </a:xfrm>
      </p:grpSpPr>
      <p:sp>
        <p:nvSpPr>
          <p:cNvPr id="231" name="Google Shape;231;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Inter"/>
              <a:buNone/>
              <a:defRPr sz="2800">
                <a:solidFill>
                  <a:schemeClr val="lt1"/>
                </a:solidFill>
                <a:latin typeface="Inter"/>
                <a:ea typeface="Inter"/>
                <a:cs typeface="Inter"/>
                <a:sym typeface="Inter"/>
              </a:defRPr>
            </a:lvl1pPr>
            <a:lvl2pPr lvl="1"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232" name="Google Shape;232;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00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rtl="0">
              <a:lnSpc>
                <a:spcPct val="100000"/>
              </a:lnSpc>
              <a:spcBef>
                <a:spcPts val="100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rtl="0">
              <a:lnSpc>
                <a:spcPct val="100000"/>
              </a:lnSpc>
              <a:spcBef>
                <a:spcPts val="1000"/>
              </a:spcBef>
              <a:spcAft>
                <a:spcPts val="100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233" name="Google Shape;233;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 id="2147483707" r:id="rId34"/>
    <p:sldLayoutId id="2147483708" r:id="rId35"/>
    <p:sldLayoutId id="2147483709" r:id="rId36"/>
    <p:sldLayoutId id="2147483710" r:id="rId37"/>
    <p:sldLayoutId id="2147483711" r:id="rId38"/>
    <p:sldLayoutId id="2147483712" r:id="rId39"/>
    <p:sldLayoutId id="2147483713" r:id="rId40"/>
    <p:sldLayoutId id="2147483714" r:id="rId41"/>
    <p:sldLayoutId id="2147483715" r:id="rId42"/>
    <p:sldLayoutId id="2147483716"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1A1A1A"/>
            </a:gs>
            <a:gs pos="100000">
              <a:srgbClr val="000000"/>
            </a:gs>
          </a:gsLst>
          <a:lin ang="8100019" scaled="0"/>
        </a:gradFill>
      </p:bgPr>
    </p:bg>
    <p:spTree>
      <p:nvGrpSpPr>
        <p:cNvPr id="703" name="Shape 703"/>
        <p:cNvGrpSpPr/>
        <p:nvPr/>
      </p:nvGrpSpPr>
      <p:grpSpPr>
        <a:xfrm>
          <a:off x="0" y="0"/>
          <a:ext cx="0" cy="0"/>
          <a:chOff x="0" y="0"/>
          <a:chExt cx="0" cy="0"/>
        </a:xfrm>
      </p:grpSpPr>
      <p:pic>
        <p:nvPicPr>
          <p:cNvPr descr="Google Shape;93;p18" id="704" name="Google Shape;704;p72"/>
          <p:cNvPicPr preferRelativeResize="0"/>
          <p:nvPr/>
        </p:nvPicPr>
        <p:blipFill rotWithShape="1">
          <a:blip r:embed="rId1">
            <a:alphaModFix/>
          </a:blip>
          <a:srcRect b="0" l="0" r="0" t="0"/>
          <a:stretch/>
        </p:blipFill>
        <p:spPr>
          <a:xfrm>
            <a:off x="0" y="0"/>
            <a:ext cx="9144003" cy="5143501"/>
          </a:xfrm>
          <a:prstGeom prst="rect">
            <a:avLst/>
          </a:prstGeom>
          <a:noFill/>
          <a:ln>
            <a:noFill/>
          </a:ln>
        </p:spPr>
      </p:pic>
      <p:sp>
        <p:nvSpPr>
          <p:cNvPr id="705" name="Google Shape;705;p72"/>
          <p:cNvSpPr txBox="1"/>
          <p:nvPr>
            <p:ph type="title"/>
          </p:nvPr>
        </p:nvSpPr>
        <p:spPr>
          <a:xfrm>
            <a:off x="457200" y="205978"/>
            <a:ext cx="8229600" cy="9942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2pPr>
            <a:lvl3pPr lvl="2"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3pPr>
            <a:lvl4pPr lvl="3"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4pPr>
            <a:lvl5pPr lvl="4"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5pPr>
            <a:lvl6pPr lvl="5"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6pPr>
            <a:lvl7pPr lvl="6"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7pPr>
            <a:lvl8pPr lvl="7"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8pPr>
            <a:lvl9pPr lvl="8" marR="0" rtl="0" algn="l">
              <a:lnSpc>
                <a:spcPct val="100000"/>
              </a:lnSpc>
              <a:spcBef>
                <a:spcPts val="0"/>
              </a:spcBef>
              <a:spcAft>
                <a:spcPts val="0"/>
              </a:spcAft>
              <a:buClr>
                <a:srgbClr val="FFFFFF"/>
              </a:buClr>
              <a:buSzPts val="2800"/>
              <a:buFont typeface="Helvetica Neue"/>
              <a:buNone/>
              <a:defRPr b="1" i="0" sz="2800" u="none" cap="none" strike="noStrike">
                <a:solidFill>
                  <a:srgbClr val="FFFFFF"/>
                </a:solidFill>
                <a:latin typeface="Helvetica Neue"/>
                <a:ea typeface="Helvetica Neue"/>
                <a:cs typeface="Helvetica Neue"/>
                <a:sym typeface="Helvetica Neue"/>
              </a:defRPr>
            </a:lvl9pPr>
          </a:lstStyle>
          <a:p/>
        </p:txBody>
      </p:sp>
      <p:sp>
        <p:nvSpPr>
          <p:cNvPr id="706" name="Google Shape;706;p72"/>
          <p:cNvSpPr txBox="1"/>
          <p:nvPr>
            <p:ph idx="1" type="body"/>
          </p:nvPr>
        </p:nvSpPr>
        <p:spPr>
          <a:xfrm>
            <a:off x="457200" y="1200150"/>
            <a:ext cx="8229600" cy="3943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1pPr>
            <a:lvl2pPr indent="-342900" lvl="1" marL="914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2pPr>
            <a:lvl3pPr indent="-342900" lvl="2" marL="1371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3pPr>
            <a:lvl4pPr indent="-342900" lvl="3" marL="1828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4pPr>
            <a:lvl5pPr indent="-342900" lvl="4" marL="22860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5pPr>
            <a:lvl6pPr indent="-342900" lvl="5" marL="27432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6pPr>
            <a:lvl7pPr indent="-342900" lvl="6" marL="32004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7pPr>
            <a:lvl8pPr indent="-342900" lvl="7" marL="36576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8pPr>
            <a:lvl9pPr indent="-342900" lvl="8" marL="4114800" marR="0" rtl="0" algn="l">
              <a:lnSpc>
                <a:spcPct val="115000"/>
              </a:lnSpc>
              <a:spcBef>
                <a:spcPts val="0"/>
              </a:spcBef>
              <a:spcAft>
                <a:spcPts val="0"/>
              </a:spcAft>
              <a:buClr>
                <a:srgbClr val="FFFFFF"/>
              </a:buClr>
              <a:buSzPts val="1800"/>
              <a:buFont typeface="Helvetica Neue"/>
              <a:buChar char="■"/>
              <a:defRPr b="1" i="0" sz="1800" u="none" cap="none" strike="noStrike">
                <a:solidFill>
                  <a:srgbClr val="FFFFFF"/>
                </a:solidFill>
                <a:latin typeface="Helvetica Neue"/>
                <a:ea typeface="Helvetica Neue"/>
                <a:cs typeface="Helvetica Neue"/>
                <a:sym typeface="Helvetica Neue"/>
              </a:defRPr>
            </a:lvl9pPr>
          </a:lstStyle>
          <a:p/>
        </p:txBody>
      </p:sp>
      <p:sp>
        <p:nvSpPr>
          <p:cNvPr id="707" name="Google Shape;707;p72"/>
          <p:cNvSpPr txBox="1"/>
          <p:nvPr>
            <p:ph idx="12" type="sldNum"/>
          </p:nvPr>
        </p:nvSpPr>
        <p:spPr>
          <a:xfrm>
            <a:off x="8695814" y="4694773"/>
            <a:ext cx="325500" cy="330600"/>
          </a:xfrm>
          <a:prstGeom prst="rect">
            <a:avLst/>
          </a:prstGeom>
          <a:noFill/>
          <a:ln>
            <a:noFill/>
          </a:ln>
        </p:spPr>
        <p:txBody>
          <a:bodyPr anchorCtr="0" anchor="ctr" bIns="91425" lIns="91425" spcFirstLastPara="1" rIns="91425" wrap="square" tIns="91425">
            <a:normAutofit lnSpcReduction="10000"/>
          </a:bodyPr>
          <a:lstStyle>
            <a:lvl1pPr indent="0" lvl="0"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1pPr>
            <a:lvl2pPr indent="0" lvl="1"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2pPr>
            <a:lvl3pPr indent="0" lvl="2"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3pPr>
            <a:lvl4pPr indent="0" lvl="3"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4pPr>
            <a:lvl5pPr indent="0" lvl="4"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5pPr>
            <a:lvl6pPr indent="0" lvl="5"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6pPr>
            <a:lvl7pPr indent="0" lvl="6"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7pPr>
            <a:lvl8pPr indent="0" lvl="7"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8pPr>
            <a:lvl9pPr indent="0" lvl="8" marL="0" marR="0" rtl="0" algn="r">
              <a:lnSpc>
                <a:spcPct val="100000"/>
              </a:lnSpc>
              <a:spcBef>
                <a:spcPts val="0"/>
              </a:spcBef>
              <a:spcAft>
                <a:spcPts val="0"/>
              </a:spcAft>
              <a:buClr>
                <a:srgbClr val="ADADAD"/>
              </a:buClr>
              <a:buSzPts val="1000"/>
              <a:buFont typeface="Helvetica Neue"/>
              <a:buNone/>
              <a:defRPr b="0" i="0" sz="1000" u="none" cap="none" strike="noStrike">
                <a:solidFill>
                  <a:srgbClr val="ADADAD"/>
                </a:solidFill>
                <a:latin typeface="Helvetica Neue"/>
                <a:ea typeface="Helvetica Neue"/>
                <a:cs typeface="Helvetica Neue"/>
                <a:sym typeface="Helvetica Neue"/>
              </a:defRPr>
            </a:lvl9pPr>
          </a:lstStyle>
          <a:p>
            <a:pPr indent="0" lvl="0" marL="0" rtl="0" algn="r">
              <a:spcBef>
                <a:spcPts val="0"/>
              </a:spcBef>
              <a:spcAft>
                <a:spcPts val="0"/>
              </a:spcAft>
              <a:buNone/>
            </a:pPr>
            <a:fld id="{00000000-1234-1234-1234-123412341234}" type="slidenum">
              <a:rPr lang="en"/>
              <a:t>‹#›</a:t>
            </a:fld>
            <a:endParaRPr sz="5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 id="2147483745"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6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6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6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6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7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74.png"/><Relationship Id="rId4" Type="http://schemas.openxmlformats.org/officeDocument/2006/relationships/image" Target="../media/image8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84.png"/></Relationships>
</file>

<file path=ppt/slides/slide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w1-title-art.jpg"/>
          <p:cNvPicPr>
            <a:picLocks noChangeAspect="1"/>
          </p:cNvPicPr>
          <p:nvPr/>
        </p:nvPicPr>
        <p:blipFill>
          <a:blip r:embed="rId3"/>
          <a:stretch>
            <a:fillRect/>
          </a:stretch>
        </p:blipFill>
        <p:spPr>
          <a:xfrm>
            <a:off x="0" y="0"/>
            <a:ext cx="9144000" cy="5143500"/>
          </a:xfrm>
          <a:prstGeom prst="rect">
            <a:avLst/>
          </a:prstGeom>
        </p:spPr>
      </p:pic>
      <p:sp>
        <p:nvSpPr>
          <p:cNvPr id="3" name="text:Workshop 4"/>
          <p:cNvSpPr txBox="1"/>
          <p:nvPr/>
        </p:nvSpPr>
        <p:spPr>
          <a:xfrm>
            <a:off x="5257800" y="685800"/>
            <a:ext cx="3657600" cy="548640"/>
          </a:xfrm>
          <a:prstGeom prst="rect">
            <a:avLst/>
          </a:prstGeom>
          <a:noFill/>
        </p:spPr>
        <p:txBody>
          <a:bodyPr wrap="square" lIns="9144" rIns="9144" tIns="0" bIns="0">
            <a:spAutoFit/>
          </a:bodyPr>
          <a:lstStyle/>
          <a:p>
            <a:pPr>
              <a:lnSpc>
                <a:spcPct val="106000"/>
              </a:lnSpc>
              <a:spcAft>
                <a:spcPts val="400"/>
              </a:spcAft>
              <a:defRPr sz="3000" b="0">
                <a:solidFill>
                  <a:srgbClr val="B3A5FF"/>
                </a:solidFill>
                <a:latin typeface="Helvetica Neue"/>
              </a:defRPr>
            </a:pPr>
            <a:r>
              <a:t>Workshop 4</a:t>
            </a:r>
          </a:p>
        </p:txBody>
      </p:sp>
      <p:sp>
        <p:nvSpPr>
          <p:cNvPr id="4" name="text:Performance Scorecard and Shipping"/>
          <p:cNvSpPr txBox="1"/>
          <p:nvPr/>
        </p:nvSpPr>
        <p:spPr>
          <a:xfrm>
            <a:off x="5257800" y="1325880"/>
            <a:ext cx="3566160" cy="13716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Performance</a:t>
            </a:r>
          </a:p>
          <a:p>
            <a:pPr>
              <a:lnSpc>
                <a:spcPct val="106000"/>
              </a:lnSpc>
              <a:spcAft>
                <a:spcPts val="400"/>
              </a:spcAft>
              <a:defRPr sz="2200" b="0">
                <a:solidFill>
                  <a:srgbClr val="F2F5F8"/>
                </a:solidFill>
                <a:latin typeface="Helvetica Neue"/>
              </a:defRPr>
            </a:pPr>
            <a:r>
              <a:t>Scorecard and</a:t>
            </a:r>
          </a:p>
          <a:p>
            <a:pPr>
              <a:lnSpc>
                <a:spcPct val="106000"/>
              </a:lnSpc>
              <a:spcAft>
                <a:spcPts val="400"/>
              </a:spcAft>
              <a:defRPr sz="2200" b="0">
                <a:solidFill>
                  <a:srgbClr val="F2F5F8"/>
                </a:solidFill>
                <a:latin typeface="Helvetica Neue"/>
              </a:defRPr>
            </a:pPr>
            <a:r>
              <a:t>Shipping</a:t>
            </a:r>
          </a:p>
        </p:txBody>
      </p:sp>
      <p:sp>
        <p:nvSpPr>
          <p:cNvPr id="5" name="text:Honest numbers for your project, and"/>
          <p:cNvSpPr txBox="1"/>
          <p:nvPr/>
        </p:nvSpPr>
        <p:spPr>
          <a:xfrm>
            <a:off x="5257800" y="2743200"/>
            <a:ext cx="3383280" cy="731520"/>
          </a:xfrm>
          <a:prstGeom prst="rect">
            <a:avLst/>
          </a:prstGeom>
          <a:noFill/>
        </p:spPr>
        <p:txBody>
          <a:bodyPr wrap="square" lIns="9144" rIns="9144" tIns="0" bIns="0">
            <a:spAutoFit/>
          </a:bodyPr>
          <a:lstStyle/>
          <a:p>
            <a:pPr>
              <a:lnSpc>
                <a:spcPct val="106000"/>
              </a:lnSpc>
              <a:spcAft>
                <a:spcPts val="400"/>
              </a:spcAft>
              <a:defRPr sz="1200" b="0">
                <a:solidFill>
                  <a:srgbClr val="B3A5FF"/>
                </a:solidFill>
                <a:latin typeface="Helvetica Neue"/>
              </a:defRPr>
            </a:pPr>
            <a:r>
              <a:t>Honest numbers for your project, and a repo a stranger can run.</a:t>
            </a:r>
          </a:p>
        </p:txBody>
      </p:sp>
      <p:sp>
        <p:nvSpPr>
          <p:cNvPr id="6" name="text:Travis Sim"/>
          <p:cNvSpPr txBox="1"/>
          <p:nvPr/>
        </p:nvSpPr>
        <p:spPr>
          <a:xfrm>
            <a:off x="5257800" y="4114800"/>
            <a:ext cx="3474720" cy="182880"/>
          </a:xfrm>
          <a:prstGeom prst="rect">
            <a:avLst/>
          </a:prstGeom>
          <a:noFill/>
        </p:spPr>
        <p:txBody>
          <a:bodyPr wrap="square" lIns="9144" rIns="9144" tIns="0" bIns="0">
            <a:spAutoFit/>
          </a:bodyPr>
          <a:lstStyle/>
          <a:p>
            <a:pPr>
              <a:lnSpc>
                <a:spcPct val="106000"/>
              </a:lnSpc>
              <a:spcAft>
                <a:spcPts val="400"/>
              </a:spcAft>
              <a:defRPr sz="900" b="0">
                <a:solidFill>
                  <a:srgbClr val="F2F5F8"/>
                </a:solidFill>
                <a:latin typeface="Helvetica Neue"/>
              </a:defRPr>
            </a:pPr>
            <a:r>
              <a:t>Travis Sim</a:t>
            </a:r>
          </a:p>
        </p:txBody>
      </p:sp>
      <p:sp>
        <p:nvSpPr>
          <p:cNvPr id="7" name="text:NUS · Singapore"/>
          <p:cNvSpPr txBox="1"/>
          <p:nvPr/>
        </p:nvSpPr>
        <p:spPr>
          <a:xfrm>
            <a:off x="5257800" y="4315968"/>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NUS · Singapore</a:t>
            </a:r>
          </a:p>
        </p:txBody>
      </p:sp>
      <p:sp>
        <p:nvSpPr>
          <p:cNvPr id="8" name="text:Thu 4 Feb 2027 · COM3/COM4"/>
          <p:cNvSpPr txBox="1"/>
          <p:nvPr/>
        </p:nvSpPr>
        <p:spPr>
          <a:xfrm>
            <a:off x="5257800" y="4517136"/>
            <a:ext cx="347472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Thu 4 Feb 2027 · COM3/COM4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ere we a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Where we are</a:t>
            </a:r>
          </a:p>
        </p:txBody>
      </p:sp>
      <p:sp>
        <p:nvSpPr>
          <p:cNvPr id="3" name="text:Today's question: could a stranger 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Today's question: could a stranger trust your numbers and run your project?</a:t>
            </a:r>
          </a:p>
        </p:txBody>
      </p:sp>
      <p:sp>
        <p:nvSpPr>
          <p:cNvPr id="4" name="text: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a:t>
            </a:r>
          </a:p>
        </p:txBody>
      </p:sp>
      <p:sp>
        <p:nvSpPr>
          <p:cNvPr id="5" name="Rounded Rectangle 4"/>
          <p:cNvSpPr/>
          <p:nvPr/>
        </p:nvSpPr>
        <p:spPr>
          <a:xfrm>
            <a:off x="548640" y="1737360"/>
            <a:ext cx="2560320" cy="2148840"/>
          </a:xfrm>
          <a:prstGeom prst="roundRect">
            <a:avLst>
              <a:gd name="adj" fmla="val 595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47088"/>
            <a:ext cx="619963" cy="219456"/>
          </a:xfrm>
          <a:prstGeom prst="roundRect">
            <a:avLst>
              <a:gd name="adj" fmla="val 5000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DONE"/>
          <p:cNvSpPr txBox="1"/>
          <p:nvPr/>
        </p:nvSpPr>
        <p:spPr>
          <a:xfrm>
            <a:off x="749808" y="1865376"/>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DONE</a:t>
            </a:r>
          </a:p>
        </p:txBody>
      </p:sp>
      <p:sp>
        <p:nvSpPr>
          <p:cNvPr id="8" name="text:Build night 4"/>
          <p:cNvSpPr txBox="1"/>
          <p:nvPr/>
        </p:nvSpPr>
        <p:spPr>
          <a:xfrm>
            <a:off x="749808" y="224028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4</a:t>
            </a:r>
          </a:p>
        </p:txBody>
      </p:sp>
      <p:sp>
        <p:nvSpPr>
          <p:cNvPr id="9" name="text:Thu 28 Jan"/>
          <p:cNvSpPr txBox="1"/>
          <p:nvPr/>
        </p:nvSpPr>
        <p:spPr>
          <a:xfrm>
            <a:off x="749808" y="265176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3DDC97"/>
                </a:solidFill>
                <a:latin typeface="Helvetica Neue"/>
              </a:defRPr>
            </a:pPr>
            <a:r>
              <a:t>Thu 28 Jan</a:t>
            </a:r>
          </a:p>
        </p:txBody>
      </p:sp>
      <p:sp>
        <p:nvSpPr>
          <p:cNvPr id="10" name="text:Backtest validation and failure test"/>
          <p:cNvSpPr txBox="1"/>
          <p:nvPr/>
        </p:nvSpPr>
        <p:spPr>
          <a:xfrm>
            <a:off x="749808" y="301752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Backtest validation and failure testing</a:t>
            </a:r>
          </a:p>
        </p:txBody>
      </p:sp>
      <p:cxnSp>
        <p:nvCxnSpPr>
          <p:cNvPr id="11" name="Connector 10"/>
          <p:cNvCxnSpPr/>
          <p:nvPr/>
        </p:nvCxnSpPr>
        <p:spPr>
          <a:xfrm>
            <a:off x="3136392" y="2788920"/>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37560" y="1737360"/>
            <a:ext cx="2560320" cy="2148840"/>
          </a:xfrm>
          <a:prstGeom prst="roundRect">
            <a:avLst>
              <a:gd name="adj" fmla="val 5957"/>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38728" y="1847088"/>
            <a:ext cx="706374" cy="219456"/>
          </a:xfrm>
          <a:prstGeom prst="roundRect">
            <a:avLst>
              <a:gd name="adj" fmla="val 50000"/>
            </a:avLst>
          </a:prstGeom>
          <a:solidFill>
            <a:srgbClr val="B3A5FF"/>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ODAY"/>
          <p:cNvSpPr txBox="1"/>
          <p:nvPr/>
        </p:nvSpPr>
        <p:spPr>
          <a:xfrm>
            <a:off x="3538728" y="1865376"/>
            <a:ext cx="706374"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000000"/>
                </a:solidFill>
                <a:latin typeface="Helvetica Neue"/>
              </a:defRPr>
            </a:pPr>
            <a:r>
              <a:t>TODAY</a:t>
            </a:r>
          </a:p>
        </p:txBody>
      </p:sp>
      <p:sp>
        <p:nvSpPr>
          <p:cNvPr id="15" name="text:Workshop 4"/>
          <p:cNvSpPr txBox="1"/>
          <p:nvPr/>
        </p:nvSpPr>
        <p:spPr>
          <a:xfrm>
            <a:off x="3538728" y="224028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Workshop 4</a:t>
            </a:r>
          </a:p>
        </p:txBody>
      </p:sp>
      <p:sp>
        <p:nvSpPr>
          <p:cNvPr id="16" name="text:Thu 4 Feb"/>
          <p:cNvSpPr txBox="1"/>
          <p:nvPr/>
        </p:nvSpPr>
        <p:spPr>
          <a:xfrm>
            <a:off x="3538728" y="265176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Thu 4 Feb</a:t>
            </a:r>
          </a:p>
        </p:txBody>
      </p:sp>
      <p:sp>
        <p:nvSpPr>
          <p:cNvPr id="17" name="text:Performance scorecard and shipping"/>
          <p:cNvSpPr txBox="1"/>
          <p:nvPr/>
        </p:nvSpPr>
        <p:spPr>
          <a:xfrm>
            <a:off x="3538728" y="301752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Performance scorecard and shipping</a:t>
            </a:r>
          </a:p>
        </p:txBody>
      </p:sp>
      <p:cxnSp>
        <p:nvCxnSpPr>
          <p:cNvPr id="18" name="Connector 17"/>
          <p:cNvCxnSpPr/>
          <p:nvPr/>
        </p:nvCxnSpPr>
        <p:spPr>
          <a:xfrm>
            <a:off x="5925312" y="2788920"/>
            <a:ext cx="17373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126480" y="1737360"/>
            <a:ext cx="2560320" cy="2148840"/>
          </a:xfrm>
          <a:prstGeom prst="roundRect">
            <a:avLst>
              <a:gd name="adj" fmla="val 5957"/>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27648" y="1847088"/>
            <a:ext cx="619963" cy="219456"/>
          </a:xfrm>
          <a:prstGeom prst="roundRect">
            <a:avLst>
              <a:gd name="adj" fmla="val 50000"/>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NEXT"/>
          <p:cNvSpPr txBox="1"/>
          <p:nvPr/>
        </p:nvSpPr>
        <p:spPr>
          <a:xfrm>
            <a:off x="6327648" y="1865376"/>
            <a:ext cx="619963" cy="201168"/>
          </a:xfrm>
          <a:prstGeom prst="rect">
            <a:avLst/>
          </a:prstGeom>
          <a:noFill/>
        </p:spPr>
        <p:txBody>
          <a:bodyPr wrap="square" lIns="9144" rIns="9144" tIns="0" bIns="0" anchor="ctr">
            <a:spAutoFit/>
          </a:bodyPr>
          <a:lstStyle/>
          <a:p>
            <a:pPr algn="ctr">
              <a:lnSpc>
                <a:spcPct val="106000"/>
              </a:lnSpc>
              <a:spcAft>
                <a:spcPts val="400"/>
              </a:spcAft>
              <a:defRPr sz="900" b="0">
                <a:solidFill>
                  <a:srgbClr val="9A9AA2"/>
                </a:solidFill>
                <a:latin typeface="Helvetica Neue"/>
              </a:defRPr>
            </a:pPr>
            <a:r>
              <a:t>NEXT</a:t>
            </a:r>
          </a:p>
        </p:txBody>
      </p:sp>
      <p:sp>
        <p:nvSpPr>
          <p:cNvPr id="22" name="text:Build night 5"/>
          <p:cNvSpPr txBox="1"/>
          <p:nvPr/>
        </p:nvSpPr>
        <p:spPr>
          <a:xfrm>
            <a:off x="6327648" y="2240280"/>
            <a:ext cx="21945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Build night 5</a:t>
            </a:r>
          </a:p>
        </p:txBody>
      </p:sp>
      <p:sp>
        <p:nvSpPr>
          <p:cNvPr id="23" name="text:Thu 11 Feb"/>
          <p:cNvSpPr txBox="1"/>
          <p:nvPr/>
        </p:nvSpPr>
        <p:spPr>
          <a:xfrm>
            <a:off x="6327648" y="2651760"/>
            <a:ext cx="219456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Thu 11 Feb</a:t>
            </a:r>
          </a:p>
        </p:txBody>
      </p:sp>
      <p:sp>
        <p:nvSpPr>
          <p:cNvPr id="24" name="text:Demo rehearsal"/>
          <p:cNvSpPr txBox="1"/>
          <p:nvPr/>
        </p:nvSpPr>
        <p:spPr>
          <a:xfrm>
            <a:off x="6327648" y="3017520"/>
            <a:ext cx="2194560" cy="7315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Demo rehearsal</a:t>
            </a:r>
          </a:p>
        </p:txBody>
      </p:sp>
      <p:sp>
        <p:nvSpPr>
          <p:cNvPr id="25" name="Rounded Rectangle 24"/>
          <p:cNvSpPr/>
          <p:nvPr/>
        </p:nvSpPr>
        <p:spPr>
          <a:xfrm>
            <a:off x="548640" y="4069080"/>
            <a:ext cx="8092440" cy="457200"/>
          </a:xfrm>
          <a:prstGeom prst="roundRect">
            <a:avLst>
              <a:gd name="adj" fmla="val 280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Demo Day: Thu 18 Feb"/>
          <p:cNvSpPr txBox="1"/>
          <p:nvPr/>
        </p:nvSpPr>
        <p:spPr>
          <a:xfrm>
            <a:off x="731520" y="4069080"/>
            <a:ext cx="7680960" cy="457200"/>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Demo Day: Thu 18 Feb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oda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Today</a:t>
            </a:r>
          </a:p>
        </p:txBody>
      </p:sp>
      <p:sp>
        <p:nvSpPr>
          <p:cNvPr id="3" name="text:18:00 to 20:00. A third talk, a thi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18:00 to 20:00. A third talk, a third demos and lab, a third your own build.</a:t>
            </a:r>
          </a:p>
        </p:txBody>
      </p:sp>
      <p:sp>
        <p:nvSpPr>
          <p:cNvPr id="4" name="text: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a:t>
            </a:r>
          </a:p>
        </p:txBody>
      </p:sp>
      <p:sp>
        <p:nvSpPr>
          <p:cNvPr id="5" name="Rounded Rectangle 4"/>
          <p:cNvSpPr/>
          <p:nvPr/>
        </p:nvSpPr>
        <p:spPr>
          <a:xfrm>
            <a:off x="548640"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8:00"/>
          <p:cNvSpPr txBox="1"/>
          <p:nvPr/>
        </p:nvSpPr>
        <p:spPr>
          <a:xfrm>
            <a:off x="73152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18:00</a:t>
            </a:r>
          </a:p>
        </p:txBody>
      </p:sp>
      <p:sp>
        <p:nvSpPr>
          <p:cNvPr id="7" name="text:10 min"/>
          <p:cNvSpPr txBox="1"/>
          <p:nvPr/>
        </p:nvSpPr>
        <p:spPr>
          <a:xfrm>
            <a:off x="201168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10 min</a:t>
            </a:r>
          </a:p>
        </p:txBody>
      </p:sp>
      <p:sp>
        <p:nvSpPr>
          <p:cNvPr id="8" name="text:Progress circle"/>
          <p:cNvSpPr txBox="1"/>
          <p:nvPr/>
        </p:nvSpPr>
        <p:spPr>
          <a:xfrm>
            <a:off x="73152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Progress circle</a:t>
            </a:r>
          </a:p>
        </p:txBody>
      </p:sp>
      <p:sp>
        <p:nvSpPr>
          <p:cNvPr id="9" name="text:where each project stands"/>
          <p:cNvSpPr txBox="1"/>
          <p:nvPr/>
        </p:nvSpPr>
        <p:spPr>
          <a:xfrm>
            <a:off x="73152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where each project stands</a:t>
            </a:r>
          </a:p>
        </p:txBody>
      </p:sp>
      <p:sp>
        <p:nvSpPr>
          <p:cNvPr id="10" name="Rounded Rectangle 9"/>
          <p:cNvSpPr/>
          <p:nvPr/>
        </p:nvSpPr>
        <p:spPr>
          <a:xfrm>
            <a:off x="3337560" y="160020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18:10"/>
          <p:cNvSpPr txBox="1"/>
          <p:nvPr/>
        </p:nvSpPr>
        <p:spPr>
          <a:xfrm>
            <a:off x="3520440"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18:10</a:t>
            </a:r>
          </a:p>
        </p:txBody>
      </p:sp>
      <p:sp>
        <p:nvSpPr>
          <p:cNvPr id="12" name="text:40 min"/>
          <p:cNvSpPr txBox="1"/>
          <p:nvPr/>
        </p:nvSpPr>
        <p:spPr>
          <a:xfrm>
            <a:off x="4800600"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40 min</a:t>
            </a:r>
          </a:p>
        </p:txBody>
      </p:sp>
      <p:sp>
        <p:nvSpPr>
          <p:cNvPr id="13" name="text:Teaching"/>
          <p:cNvSpPr txBox="1"/>
          <p:nvPr/>
        </p:nvSpPr>
        <p:spPr>
          <a:xfrm>
            <a:off x="3520440"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Teaching</a:t>
            </a:r>
          </a:p>
        </p:txBody>
      </p:sp>
      <p:sp>
        <p:nvSpPr>
          <p:cNvPr id="14" name="text:scorecard numbers, then shipping"/>
          <p:cNvSpPr txBox="1"/>
          <p:nvPr/>
        </p:nvSpPr>
        <p:spPr>
          <a:xfrm>
            <a:off x="3520440"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scorecard numbers, then shipping</a:t>
            </a:r>
          </a:p>
        </p:txBody>
      </p:sp>
      <p:sp>
        <p:nvSpPr>
          <p:cNvPr id="15" name="Rounded Rectangle 14"/>
          <p:cNvSpPr/>
          <p:nvPr/>
        </p:nvSpPr>
        <p:spPr>
          <a:xfrm>
            <a:off x="6126479" y="160020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8:50"/>
          <p:cNvSpPr txBox="1"/>
          <p:nvPr/>
        </p:nvSpPr>
        <p:spPr>
          <a:xfrm>
            <a:off x="6309359" y="175564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18:50</a:t>
            </a:r>
          </a:p>
        </p:txBody>
      </p:sp>
      <p:sp>
        <p:nvSpPr>
          <p:cNvPr id="17" name="text:25 min"/>
          <p:cNvSpPr txBox="1"/>
          <p:nvPr/>
        </p:nvSpPr>
        <p:spPr>
          <a:xfrm>
            <a:off x="7589519" y="181965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25 min</a:t>
            </a:r>
          </a:p>
        </p:txBody>
      </p:sp>
      <p:sp>
        <p:nvSpPr>
          <p:cNvPr id="18" name="text:Live demos"/>
          <p:cNvSpPr txBox="1"/>
          <p:nvPr/>
        </p:nvSpPr>
        <p:spPr>
          <a:xfrm>
            <a:off x="6309359" y="225856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Live demos</a:t>
            </a:r>
          </a:p>
        </p:txBody>
      </p:sp>
      <p:sp>
        <p:nvSpPr>
          <p:cNvPr id="19" name="text:five demos, you predict first"/>
          <p:cNvSpPr txBox="1"/>
          <p:nvPr/>
        </p:nvSpPr>
        <p:spPr>
          <a:xfrm>
            <a:off x="6309359" y="256032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five demos, you predict first</a:t>
            </a:r>
          </a:p>
        </p:txBody>
      </p:sp>
      <p:sp>
        <p:nvSpPr>
          <p:cNvPr id="20" name="Rounded Rectangle 19"/>
          <p:cNvSpPr/>
          <p:nvPr/>
        </p:nvSpPr>
        <p:spPr>
          <a:xfrm>
            <a:off x="548640" y="3154680"/>
            <a:ext cx="2560320" cy="1371600"/>
          </a:xfrm>
          <a:prstGeom prst="roundRect">
            <a:avLst>
              <a:gd name="adj" fmla="val 9333"/>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9:15"/>
          <p:cNvSpPr txBox="1"/>
          <p:nvPr/>
        </p:nvSpPr>
        <p:spPr>
          <a:xfrm>
            <a:off x="73152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19:15</a:t>
            </a:r>
          </a:p>
        </p:txBody>
      </p:sp>
      <p:sp>
        <p:nvSpPr>
          <p:cNvPr id="22" name="text:15 min"/>
          <p:cNvSpPr txBox="1"/>
          <p:nvPr/>
        </p:nvSpPr>
        <p:spPr>
          <a:xfrm>
            <a:off x="201168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15 min</a:t>
            </a:r>
          </a:p>
        </p:txBody>
      </p:sp>
      <p:sp>
        <p:nvSpPr>
          <p:cNvPr id="23" name="text:Mini-lab"/>
          <p:cNvSpPr txBox="1"/>
          <p:nvPr/>
        </p:nvSpPr>
        <p:spPr>
          <a:xfrm>
            <a:off x="73152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Mini-lab</a:t>
            </a:r>
          </a:p>
        </p:txBody>
      </p:sp>
      <p:sp>
        <p:nvSpPr>
          <p:cNvPr id="24" name="text:score the sample ledger, break a num"/>
          <p:cNvSpPr txBox="1"/>
          <p:nvPr/>
        </p:nvSpPr>
        <p:spPr>
          <a:xfrm>
            <a:off x="73152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score the sample ledger, break a number</a:t>
            </a:r>
          </a:p>
        </p:txBody>
      </p:sp>
      <p:sp>
        <p:nvSpPr>
          <p:cNvPr id="25" name="Rounded Rectangle 24"/>
          <p:cNvSpPr/>
          <p:nvPr/>
        </p:nvSpPr>
        <p:spPr>
          <a:xfrm>
            <a:off x="3337560"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19:30"/>
          <p:cNvSpPr txBox="1"/>
          <p:nvPr/>
        </p:nvSpPr>
        <p:spPr>
          <a:xfrm>
            <a:off x="3520440"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19:30</a:t>
            </a:r>
          </a:p>
        </p:txBody>
      </p:sp>
      <p:sp>
        <p:nvSpPr>
          <p:cNvPr id="27" name="text:25 min"/>
          <p:cNvSpPr txBox="1"/>
          <p:nvPr/>
        </p:nvSpPr>
        <p:spPr>
          <a:xfrm>
            <a:off x="4800600"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25 min</a:t>
            </a:r>
          </a:p>
        </p:txBody>
      </p:sp>
      <p:sp>
        <p:nvSpPr>
          <p:cNvPr id="28" name="text:Open build"/>
          <p:cNvSpPr txBox="1"/>
          <p:nvPr/>
        </p:nvSpPr>
        <p:spPr>
          <a:xfrm>
            <a:off x="3520440"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Open build</a:t>
            </a:r>
          </a:p>
        </p:txBody>
      </p:sp>
      <p:sp>
        <p:nvSpPr>
          <p:cNvPr id="29" name="text:your own project, leads rotate"/>
          <p:cNvSpPr txBox="1"/>
          <p:nvPr/>
        </p:nvSpPr>
        <p:spPr>
          <a:xfrm>
            <a:off x="3520440"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your own project, leads rotate</a:t>
            </a:r>
          </a:p>
        </p:txBody>
      </p:sp>
      <p:sp>
        <p:nvSpPr>
          <p:cNvPr id="30" name="Rounded Rectangle 29"/>
          <p:cNvSpPr/>
          <p:nvPr/>
        </p:nvSpPr>
        <p:spPr>
          <a:xfrm>
            <a:off x="6126479" y="315468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19:55"/>
          <p:cNvSpPr txBox="1"/>
          <p:nvPr/>
        </p:nvSpPr>
        <p:spPr>
          <a:xfrm>
            <a:off x="6309359" y="3310128"/>
            <a:ext cx="1371600" cy="36576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19:55</a:t>
            </a:r>
          </a:p>
        </p:txBody>
      </p:sp>
      <p:sp>
        <p:nvSpPr>
          <p:cNvPr id="32" name="text:5 min"/>
          <p:cNvSpPr txBox="1"/>
          <p:nvPr/>
        </p:nvSpPr>
        <p:spPr>
          <a:xfrm>
            <a:off x="7589519" y="3374136"/>
            <a:ext cx="914400" cy="228600"/>
          </a:xfrm>
          <a:prstGeom prst="rect">
            <a:avLst/>
          </a:prstGeom>
          <a:noFill/>
        </p:spPr>
        <p:txBody>
          <a:bodyPr wrap="square" lIns="9144" rIns="9144" tIns="0" bIns="0">
            <a:spAutoFit/>
          </a:bodyPr>
          <a:lstStyle/>
          <a:p>
            <a:pPr algn="r">
              <a:lnSpc>
                <a:spcPct val="106000"/>
              </a:lnSpc>
              <a:spcAft>
                <a:spcPts val="400"/>
              </a:spcAft>
              <a:defRPr sz="1000" b="0">
                <a:solidFill>
                  <a:srgbClr val="9A9AA2"/>
                </a:solidFill>
                <a:latin typeface="Helvetica Neue"/>
              </a:defRPr>
            </a:pPr>
            <a:r>
              <a:t>5 min</a:t>
            </a:r>
          </a:p>
        </p:txBody>
      </p:sp>
      <p:sp>
        <p:nvSpPr>
          <p:cNvPr id="33" name="text:Push and close"/>
          <p:cNvSpPr txBox="1"/>
          <p:nvPr/>
        </p:nvSpPr>
        <p:spPr>
          <a:xfrm>
            <a:off x="6309359" y="3813048"/>
            <a:ext cx="2240280" cy="274320"/>
          </a:xfrm>
          <a:prstGeom prst="rect">
            <a:avLst/>
          </a:prstGeom>
          <a:noFill/>
        </p:spPr>
        <p:txBody>
          <a:bodyPr wrap="square" lIns="9144" rIns="9144" tIns="0" bIns="0">
            <a:spAutoFit/>
          </a:bodyPr>
          <a:lstStyle/>
          <a:p>
            <a:pPr>
              <a:lnSpc>
                <a:spcPct val="106000"/>
              </a:lnSpc>
              <a:spcAft>
                <a:spcPts val="400"/>
              </a:spcAft>
              <a:defRPr sz="1600" b="0">
                <a:solidFill>
                  <a:srgbClr val="F2F5F8"/>
                </a:solidFill>
                <a:latin typeface="Helvetica Neue"/>
              </a:defRPr>
            </a:pPr>
            <a:r>
              <a:t>Push and close</a:t>
            </a:r>
          </a:p>
        </p:txBody>
      </p:sp>
      <p:sp>
        <p:nvSpPr>
          <p:cNvPr id="34" name="text:one line on the next step"/>
          <p:cNvSpPr txBox="1"/>
          <p:nvPr/>
        </p:nvSpPr>
        <p:spPr>
          <a:xfrm>
            <a:off x="6309359" y="4114800"/>
            <a:ext cx="2240280" cy="3657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one line on the next step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you leave with"/>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you leave with</a:t>
            </a:r>
          </a:p>
        </p:txBody>
      </p:sp>
      <p:sp>
        <p:nvSpPr>
          <p:cNvPr id="3" name="text:By 19:55, in your rep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By 19:55, in your repo.</a:t>
            </a:r>
          </a:p>
        </p:txBody>
      </p:sp>
      <p:sp>
        <p:nvSpPr>
          <p:cNvPr id="4" name="text: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4</a:t>
            </a:r>
          </a:p>
        </p:txBody>
      </p:sp>
      <p:sp>
        <p:nvSpPr>
          <p:cNvPr id="5" name="Rounded Rectangle 4"/>
          <p:cNvSpPr/>
          <p:nvPr/>
        </p:nvSpPr>
        <p:spPr>
          <a:xfrm>
            <a:off x="548640" y="150876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61848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a:t>
            </a:r>
          </a:p>
        </p:txBody>
      </p:sp>
      <p:sp>
        <p:nvSpPr>
          <p:cNvPr id="7" name="text:A tested commit"/>
          <p:cNvSpPr txBox="1"/>
          <p:nvPr/>
        </p:nvSpPr>
        <p:spPr>
          <a:xfrm>
            <a:off x="731520" y="211226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tested commit</a:t>
            </a:r>
          </a:p>
        </p:txBody>
      </p:sp>
      <p:sp>
        <p:nvSpPr>
          <p:cNvPr id="8" name="text:Integrated, and npm test passes."/>
          <p:cNvSpPr txBox="1"/>
          <p:nvPr/>
        </p:nvSpPr>
        <p:spPr>
          <a:xfrm>
            <a:off x="731520" y="2441448"/>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Integrated, and npm test passes.</a:t>
            </a:r>
          </a:p>
        </p:txBody>
      </p:sp>
      <p:sp>
        <p:nvSpPr>
          <p:cNvPr id="9" name="Rounded Rectangle 8"/>
          <p:cNvSpPr/>
          <p:nvPr/>
        </p:nvSpPr>
        <p:spPr>
          <a:xfrm>
            <a:off x="3337560" y="150876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3520440" y="161848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2</a:t>
            </a:r>
          </a:p>
        </p:txBody>
      </p:sp>
      <p:sp>
        <p:nvSpPr>
          <p:cNvPr id="11" name="text:A README"/>
          <p:cNvSpPr txBox="1"/>
          <p:nvPr/>
        </p:nvSpPr>
        <p:spPr>
          <a:xfrm>
            <a:off x="3520440" y="211226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README</a:t>
            </a:r>
          </a:p>
        </p:txBody>
      </p:sp>
      <p:sp>
        <p:nvSpPr>
          <p:cNvPr id="12" name="text:Run steps that work from a clean che"/>
          <p:cNvSpPr txBox="1"/>
          <p:nvPr/>
        </p:nvSpPr>
        <p:spPr>
          <a:xfrm>
            <a:off x="3520440" y="2441448"/>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Run steps that work from a clean checkout.</a:t>
            </a:r>
          </a:p>
        </p:txBody>
      </p:sp>
      <p:sp>
        <p:nvSpPr>
          <p:cNvPr id="13" name="Rounded Rectangle 12"/>
          <p:cNvSpPr/>
          <p:nvPr/>
        </p:nvSpPr>
        <p:spPr>
          <a:xfrm>
            <a:off x="6126479" y="1508760"/>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309359" y="161848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3</a:t>
            </a:r>
          </a:p>
        </p:txBody>
      </p:sp>
      <p:sp>
        <p:nvSpPr>
          <p:cNvPr id="15" name="text:Devnet evidence"/>
          <p:cNvSpPr txBox="1"/>
          <p:nvPr/>
        </p:nvSpPr>
        <p:spPr>
          <a:xfrm>
            <a:off x="6309359" y="211226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Devnet evidence</a:t>
            </a:r>
          </a:p>
        </p:txBody>
      </p:sp>
      <p:sp>
        <p:nvSpPr>
          <p:cNvPr id="16" name="text:An explorer link that resolves."/>
          <p:cNvSpPr txBox="1"/>
          <p:nvPr/>
        </p:nvSpPr>
        <p:spPr>
          <a:xfrm>
            <a:off x="6309359" y="2441448"/>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An explorer link that resolves.</a:t>
            </a:r>
          </a:p>
        </p:txBody>
      </p:sp>
      <p:sp>
        <p:nvSpPr>
          <p:cNvPr id="17" name="Rounded Rectangle 16"/>
          <p:cNvSpPr/>
          <p:nvPr/>
        </p:nvSpPr>
        <p:spPr>
          <a:xfrm>
            <a:off x="548640" y="3063239"/>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731520" y="317296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4</a:t>
            </a:r>
          </a:p>
        </p:txBody>
      </p:sp>
      <p:sp>
        <p:nvSpPr>
          <p:cNvPr id="19" name="text:One known limitation"/>
          <p:cNvSpPr txBox="1"/>
          <p:nvPr/>
        </p:nvSpPr>
        <p:spPr>
          <a:xfrm>
            <a:off x="731520" y="366674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One known limitation</a:t>
            </a:r>
          </a:p>
        </p:txBody>
      </p:sp>
      <p:sp>
        <p:nvSpPr>
          <p:cNvPr id="20" name="text:Named in the README."/>
          <p:cNvSpPr txBox="1"/>
          <p:nvPr/>
        </p:nvSpPr>
        <p:spPr>
          <a:xfrm>
            <a:off x="731520" y="3995927"/>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Named in the README.</a:t>
            </a:r>
          </a:p>
        </p:txBody>
      </p:sp>
      <p:sp>
        <p:nvSpPr>
          <p:cNvPr id="21" name="Rounded Rectangle 20"/>
          <p:cNvSpPr/>
          <p:nvPr/>
        </p:nvSpPr>
        <p:spPr>
          <a:xfrm>
            <a:off x="3337560" y="3063239"/>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5"/>
          <p:cNvSpPr txBox="1"/>
          <p:nvPr/>
        </p:nvSpPr>
        <p:spPr>
          <a:xfrm>
            <a:off x="3520440" y="317296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5</a:t>
            </a:r>
          </a:p>
        </p:txBody>
      </p:sp>
      <p:sp>
        <p:nvSpPr>
          <p:cNvPr id="23" name="text:A 3-minute demo script"/>
          <p:cNvSpPr txBox="1"/>
          <p:nvPr/>
        </p:nvSpPr>
        <p:spPr>
          <a:xfrm>
            <a:off x="3520440" y="366674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A 3-minute demo script</a:t>
            </a:r>
          </a:p>
        </p:txBody>
      </p:sp>
      <p:sp>
        <p:nvSpPr>
          <p:cNvPr id="24" name="text:With a recorded backup."/>
          <p:cNvSpPr txBox="1"/>
          <p:nvPr/>
        </p:nvSpPr>
        <p:spPr>
          <a:xfrm>
            <a:off x="3520440" y="3995927"/>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With a recorded backup.</a:t>
            </a:r>
          </a:p>
        </p:txBody>
      </p:sp>
      <p:sp>
        <p:nvSpPr>
          <p:cNvPr id="25" name="Rounded Rectangle 24"/>
          <p:cNvSpPr/>
          <p:nvPr/>
        </p:nvSpPr>
        <p:spPr>
          <a:xfrm>
            <a:off x="6126479" y="3063239"/>
            <a:ext cx="2560320" cy="1371600"/>
          </a:xfrm>
          <a:prstGeom prst="roundRect">
            <a:avLst>
              <a:gd name="adj" fmla="val 9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6"/>
          <p:cNvSpPr txBox="1"/>
          <p:nvPr/>
        </p:nvSpPr>
        <p:spPr>
          <a:xfrm>
            <a:off x="6309359" y="3172968"/>
            <a:ext cx="45720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6</a:t>
            </a:r>
          </a:p>
        </p:txBody>
      </p:sp>
      <p:sp>
        <p:nvSpPr>
          <p:cNvPr id="27" name="text:Peer feedback"/>
          <p:cNvSpPr txBox="1"/>
          <p:nvPr/>
        </p:nvSpPr>
        <p:spPr>
          <a:xfrm>
            <a:off x="6309359" y="3666744"/>
            <a:ext cx="2240280" cy="32004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Peer feedback</a:t>
            </a:r>
          </a:p>
        </p:txBody>
      </p:sp>
      <p:sp>
        <p:nvSpPr>
          <p:cNvPr id="28" name="text:Someone else ran it."/>
          <p:cNvSpPr txBox="1"/>
          <p:nvPr/>
        </p:nvSpPr>
        <p:spPr>
          <a:xfrm>
            <a:off x="6309359" y="3995927"/>
            <a:ext cx="2240280" cy="384048"/>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Someone else ran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A ledger is the inp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A ledger is the input</a:t>
            </a:r>
          </a:p>
        </p:txBody>
      </p:sp>
      <p:sp>
        <p:nvSpPr>
          <p:cNvPr id="3" name="text:One row per closed trade. The scorec"/>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row per closed trade. The scorecard does the rest.</a:t>
            </a:r>
          </a:p>
        </p:txBody>
      </p:sp>
      <p:sp>
        <p:nvSpPr>
          <p:cNvPr id="4" name="text: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5</a:t>
            </a:r>
          </a:p>
        </p:txBody>
      </p:sp>
      <p:sp>
        <p:nvSpPr>
          <p:cNvPr id="5" name="Rounded Rectangle 4"/>
          <p:cNvSpPr/>
          <p:nvPr/>
        </p:nvSpPr>
        <p:spPr>
          <a:xfrm>
            <a:off x="548640" y="1417320"/>
            <a:ext cx="5486400" cy="3108960"/>
          </a:xfrm>
          <a:prstGeom prst="roundRect">
            <a:avLst>
              <a:gd name="adj" fmla="val 4117"/>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id"/>
          <p:cNvSpPr txBox="1"/>
          <p:nvPr/>
        </p:nvSpPr>
        <p:spPr>
          <a:xfrm>
            <a:off x="621792" y="1508760"/>
            <a:ext cx="32004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id</a:t>
            </a:r>
          </a:p>
        </p:txBody>
      </p:sp>
      <p:sp>
        <p:nvSpPr>
          <p:cNvPr id="7" name="text:strategy"/>
          <p:cNvSpPr txBox="1"/>
          <p:nvPr/>
        </p:nvSpPr>
        <p:spPr>
          <a:xfrm>
            <a:off x="941832" y="1508760"/>
            <a:ext cx="114300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strategy</a:t>
            </a:r>
          </a:p>
        </p:txBody>
      </p:sp>
      <p:sp>
        <p:nvSpPr>
          <p:cNvPr id="8" name="text:side"/>
          <p:cNvSpPr txBox="1"/>
          <p:nvPr/>
        </p:nvSpPr>
        <p:spPr>
          <a:xfrm>
            <a:off x="2084832" y="1508760"/>
            <a:ext cx="54864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side</a:t>
            </a:r>
          </a:p>
        </p:txBody>
      </p:sp>
      <p:sp>
        <p:nvSpPr>
          <p:cNvPr id="9" name="text:opened"/>
          <p:cNvSpPr txBox="1"/>
          <p:nvPr/>
        </p:nvSpPr>
        <p:spPr>
          <a:xfrm>
            <a:off x="2633472" y="1508760"/>
            <a:ext cx="68580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opened</a:t>
            </a:r>
          </a:p>
        </p:txBody>
      </p:sp>
      <p:sp>
        <p:nvSpPr>
          <p:cNvPr id="10" name="text:closed"/>
          <p:cNvSpPr txBox="1"/>
          <p:nvPr/>
        </p:nvSpPr>
        <p:spPr>
          <a:xfrm>
            <a:off x="3319272" y="1508760"/>
            <a:ext cx="68580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closed</a:t>
            </a:r>
          </a:p>
        </p:txBody>
      </p:sp>
      <p:sp>
        <p:nvSpPr>
          <p:cNvPr id="11" name="text:entry"/>
          <p:cNvSpPr txBox="1"/>
          <p:nvPr/>
        </p:nvSpPr>
        <p:spPr>
          <a:xfrm>
            <a:off x="4005072" y="1508760"/>
            <a:ext cx="73152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entry</a:t>
            </a:r>
          </a:p>
        </p:txBody>
      </p:sp>
      <p:sp>
        <p:nvSpPr>
          <p:cNvPr id="12" name="text:exit"/>
          <p:cNvSpPr txBox="1"/>
          <p:nvPr/>
        </p:nvSpPr>
        <p:spPr>
          <a:xfrm>
            <a:off x="4736592" y="1508760"/>
            <a:ext cx="73152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exit</a:t>
            </a:r>
          </a:p>
        </p:txBody>
      </p:sp>
      <p:sp>
        <p:nvSpPr>
          <p:cNvPr id="13" name="text:gross USD"/>
          <p:cNvSpPr txBox="1"/>
          <p:nvPr/>
        </p:nvSpPr>
        <p:spPr>
          <a:xfrm>
            <a:off x="5422392" y="1508760"/>
            <a:ext cx="685800" cy="201168"/>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gross USD</a:t>
            </a:r>
          </a:p>
        </p:txBody>
      </p:sp>
      <p:cxnSp>
        <p:nvCxnSpPr>
          <p:cNvPr id="14" name="Connector 13"/>
          <p:cNvCxnSpPr/>
          <p:nvPr/>
        </p:nvCxnSpPr>
        <p:spPr>
          <a:xfrm>
            <a:off x="640080" y="1783080"/>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15" name="text:1"/>
          <p:cNvSpPr txBox="1"/>
          <p:nvPr/>
        </p:nvSpPr>
        <p:spPr>
          <a:xfrm>
            <a:off x="621792" y="1865376"/>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a:t>
            </a:r>
          </a:p>
        </p:txBody>
      </p:sp>
      <p:sp>
        <p:nvSpPr>
          <p:cNvPr id="16" name="text:basis"/>
          <p:cNvSpPr txBox="1"/>
          <p:nvPr/>
        </p:nvSpPr>
        <p:spPr>
          <a:xfrm>
            <a:off x="941832" y="1865376"/>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basis</a:t>
            </a:r>
          </a:p>
        </p:txBody>
      </p:sp>
      <p:sp>
        <p:nvSpPr>
          <p:cNvPr id="17" name="text:short"/>
          <p:cNvSpPr txBox="1"/>
          <p:nvPr/>
        </p:nvSpPr>
        <p:spPr>
          <a:xfrm>
            <a:off x="2084832" y="1865376"/>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18" name="text:+00:10"/>
          <p:cNvSpPr txBox="1"/>
          <p:nvPr/>
        </p:nvSpPr>
        <p:spPr>
          <a:xfrm>
            <a:off x="2633472" y="1865376"/>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+00:10</a:t>
            </a:r>
          </a:p>
        </p:txBody>
      </p:sp>
      <p:sp>
        <p:nvSpPr>
          <p:cNvPr id="19" name="text:+00:15"/>
          <p:cNvSpPr txBox="1"/>
          <p:nvPr/>
        </p:nvSpPr>
        <p:spPr>
          <a:xfrm>
            <a:off x="3319272" y="1865376"/>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+00:15</a:t>
            </a:r>
          </a:p>
        </p:txBody>
      </p:sp>
      <p:sp>
        <p:nvSpPr>
          <p:cNvPr id="20" name="text:108.05"/>
          <p:cNvSpPr txBox="1"/>
          <p:nvPr/>
        </p:nvSpPr>
        <p:spPr>
          <a:xfrm>
            <a:off x="4005072" y="1865376"/>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108.05</a:t>
            </a:r>
          </a:p>
        </p:txBody>
      </p:sp>
      <p:sp>
        <p:nvSpPr>
          <p:cNvPr id="21" name="text:108.05"/>
          <p:cNvSpPr txBox="1"/>
          <p:nvPr/>
        </p:nvSpPr>
        <p:spPr>
          <a:xfrm>
            <a:off x="4736592" y="1865376"/>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108.05</a:t>
            </a:r>
          </a:p>
        </p:txBody>
      </p:sp>
      <p:sp>
        <p:nvSpPr>
          <p:cNvPr id="22" name="text:+0.000"/>
          <p:cNvSpPr txBox="1"/>
          <p:nvPr/>
        </p:nvSpPr>
        <p:spPr>
          <a:xfrm>
            <a:off x="5422392" y="1865376"/>
            <a:ext cx="685800" cy="22860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Menlo"/>
              </a:defRPr>
            </a:pPr>
            <a:r>
              <a:t>+0.000</a:t>
            </a:r>
          </a:p>
        </p:txBody>
      </p:sp>
      <p:cxnSp>
        <p:nvCxnSpPr>
          <p:cNvPr id="23" name="Connector 22"/>
          <p:cNvCxnSpPr/>
          <p:nvPr/>
        </p:nvCxnSpPr>
        <p:spPr>
          <a:xfrm>
            <a:off x="640080" y="2157984"/>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24" name="text:2"/>
          <p:cNvSpPr txBox="1"/>
          <p:nvPr/>
        </p:nvSpPr>
        <p:spPr>
          <a:xfrm>
            <a:off x="621792" y="2240280"/>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2</a:t>
            </a:r>
          </a:p>
        </p:txBody>
      </p:sp>
      <p:sp>
        <p:nvSpPr>
          <p:cNvPr id="25" name="text:market-maker"/>
          <p:cNvSpPr txBox="1"/>
          <p:nvPr/>
        </p:nvSpPr>
        <p:spPr>
          <a:xfrm>
            <a:off x="941832" y="2240280"/>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market-maker</a:t>
            </a:r>
          </a:p>
        </p:txBody>
      </p:sp>
      <p:sp>
        <p:nvSpPr>
          <p:cNvPr id="26" name="text:short"/>
          <p:cNvSpPr txBox="1"/>
          <p:nvPr/>
        </p:nvSpPr>
        <p:spPr>
          <a:xfrm>
            <a:off x="2084832" y="2240280"/>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27" name="text:+00:10"/>
          <p:cNvSpPr txBox="1"/>
          <p:nvPr/>
        </p:nvSpPr>
        <p:spPr>
          <a:xfrm>
            <a:off x="2633472" y="2240280"/>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+00:10</a:t>
            </a:r>
          </a:p>
        </p:txBody>
      </p:sp>
      <p:sp>
        <p:nvSpPr>
          <p:cNvPr id="28" name="text:+01:10"/>
          <p:cNvSpPr txBox="1"/>
          <p:nvPr/>
        </p:nvSpPr>
        <p:spPr>
          <a:xfrm>
            <a:off x="3319272" y="2240280"/>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+01:10</a:t>
            </a:r>
          </a:p>
        </p:txBody>
      </p:sp>
      <p:sp>
        <p:nvSpPr>
          <p:cNvPr id="29" name="text:108.04"/>
          <p:cNvSpPr txBox="1"/>
          <p:nvPr/>
        </p:nvSpPr>
        <p:spPr>
          <a:xfrm>
            <a:off x="4005072" y="2240280"/>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108.04</a:t>
            </a:r>
          </a:p>
        </p:txBody>
      </p:sp>
      <p:sp>
        <p:nvSpPr>
          <p:cNvPr id="30" name="text:107.96"/>
          <p:cNvSpPr txBox="1"/>
          <p:nvPr/>
        </p:nvSpPr>
        <p:spPr>
          <a:xfrm>
            <a:off x="4736592" y="2240280"/>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107.96</a:t>
            </a:r>
          </a:p>
        </p:txBody>
      </p:sp>
      <p:sp>
        <p:nvSpPr>
          <p:cNvPr id="31" name="text:+0.713"/>
          <p:cNvSpPr txBox="1"/>
          <p:nvPr/>
        </p:nvSpPr>
        <p:spPr>
          <a:xfrm>
            <a:off x="5422392" y="2240280"/>
            <a:ext cx="685800" cy="22860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Menlo"/>
              </a:defRPr>
            </a:pPr>
            <a:r>
              <a:t>+0.713</a:t>
            </a:r>
          </a:p>
        </p:txBody>
      </p:sp>
      <p:cxnSp>
        <p:nvCxnSpPr>
          <p:cNvPr id="32" name="Connector 31"/>
          <p:cNvCxnSpPr/>
          <p:nvPr/>
        </p:nvCxnSpPr>
        <p:spPr>
          <a:xfrm>
            <a:off x="640080" y="2532888"/>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33" name="text:3"/>
          <p:cNvSpPr txBox="1"/>
          <p:nvPr/>
        </p:nvSpPr>
        <p:spPr>
          <a:xfrm>
            <a:off x="621792" y="2615184"/>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3</a:t>
            </a:r>
          </a:p>
        </p:txBody>
      </p:sp>
      <p:sp>
        <p:nvSpPr>
          <p:cNvPr id="34" name="text:market-maker"/>
          <p:cNvSpPr txBox="1"/>
          <p:nvPr/>
        </p:nvSpPr>
        <p:spPr>
          <a:xfrm>
            <a:off x="941832" y="2615184"/>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market-maker</a:t>
            </a:r>
          </a:p>
        </p:txBody>
      </p:sp>
      <p:sp>
        <p:nvSpPr>
          <p:cNvPr id="35" name="text:short"/>
          <p:cNvSpPr txBox="1"/>
          <p:nvPr/>
        </p:nvSpPr>
        <p:spPr>
          <a:xfrm>
            <a:off x="2084832" y="2615184"/>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36" name="text:+00:15"/>
          <p:cNvSpPr txBox="1"/>
          <p:nvPr/>
        </p:nvSpPr>
        <p:spPr>
          <a:xfrm>
            <a:off x="2633472" y="2615184"/>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+00:15</a:t>
            </a:r>
          </a:p>
        </p:txBody>
      </p:sp>
      <p:sp>
        <p:nvSpPr>
          <p:cNvPr id="37" name="text:+01:15"/>
          <p:cNvSpPr txBox="1"/>
          <p:nvPr/>
        </p:nvSpPr>
        <p:spPr>
          <a:xfrm>
            <a:off x="3319272" y="2615184"/>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+01:15</a:t>
            </a:r>
          </a:p>
        </p:txBody>
      </p:sp>
      <p:sp>
        <p:nvSpPr>
          <p:cNvPr id="38" name="text:108.04"/>
          <p:cNvSpPr txBox="1"/>
          <p:nvPr/>
        </p:nvSpPr>
        <p:spPr>
          <a:xfrm>
            <a:off x="4005072" y="2615184"/>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108.04</a:t>
            </a:r>
          </a:p>
        </p:txBody>
      </p:sp>
      <p:sp>
        <p:nvSpPr>
          <p:cNvPr id="39" name="text:107.96"/>
          <p:cNvSpPr txBox="1"/>
          <p:nvPr/>
        </p:nvSpPr>
        <p:spPr>
          <a:xfrm>
            <a:off x="4736592" y="2615184"/>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107.96</a:t>
            </a:r>
          </a:p>
        </p:txBody>
      </p:sp>
      <p:sp>
        <p:nvSpPr>
          <p:cNvPr id="40" name="text:+0.713"/>
          <p:cNvSpPr txBox="1"/>
          <p:nvPr/>
        </p:nvSpPr>
        <p:spPr>
          <a:xfrm>
            <a:off x="5422392" y="2615184"/>
            <a:ext cx="685800" cy="22860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Menlo"/>
              </a:defRPr>
            </a:pPr>
            <a:r>
              <a:t>+0.713</a:t>
            </a:r>
          </a:p>
        </p:txBody>
      </p:sp>
      <p:cxnSp>
        <p:nvCxnSpPr>
          <p:cNvPr id="41" name="Connector 40"/>
          <p:cNvCxnSpPr/>
          <p:nvPr/>
        </p:nvCxnSpPr>
        <p:spPr>
          <a:xfrm>
            <a:off x="640080" y="2907792"/>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42" name="text:4"/>
          <p:cNvSpPr txBox="1"/>
          <p:nvPr/>
        </p:nvSpPr>
        <p:spPr>
          <a:xfrm>
            <a:off x="621792" y="2990088"/>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4</a:t>
            </a:r>
          </a:p>
        </p:txBody>
      </p:sp>
      <p:sp>
        <p:nvSpPr>
          <p:cNvPr id="43" name="text:basis"/>
          <p:cNvSpPr txBox="1"/>
          <p:nvPr/>
        </p:nvSpPr>
        <p:spPr>
          <a:xfrm>
            <a:off x="941832" y="2990088"/>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basis</a:t>
            </a:r>
          </a:p>
        </p:txBody>
      </p:sp>
      <p:sp>
        <p:nvSpPr>
          <p:cNvPr id="44" name="text:short"/>
          <p:cNvSpPr txBox="1"/>
          <p:nvPr/>
        </p:nvSpPr>
        <p:spPr>
          <a:xfrm>
            <a:off x="2084832" y="2990088"/>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45" name="text:+01:10"/>
          <p:cNvSpPr txBox="1"/>
          <p:nvPr/>
        </p:nvSpPr>
        <p:spPr>
          <a:xfrm>
            <a:off x="2633472" y="2990088"/>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+01:10</a:t>
            </a:r>
          </a:p>
        </p:txBody>
      </p:sp>
      <p:sp>
        <p:nvSpPr>
          <p:cNvPr id="46" name="text:+01:40"/>
          <p:cNvSpPr txBox="1"/>
          <p:nvPr/>
        </p:nvSpPr>
        <p:spPr>
          <a:xfrm>
            <a:off x="3319272" y="2990088"/>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+01:40</a:t>
            </a:r>
          </a:p>
        </p:txBody>
      </p:sp>
      <p:sp>
        <p:nvSpPr>
          <p:cNvPr id="47" name="text:108.01"/>
          <p:cNvSpPr txBox="1"/>
          <p:nvPr/>
        </p:nvSpPr>
        <p:spPr>
          <a:xfrm>
            <a:off x="4005072" y="2990088"/>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108.01</a:t>
            </a:r>
          </a:p>
        </p:txBody>
      </p:sp>
      <p:sp>
        <p:nvSpPr>
          <p:cNvPr id="48" name="text:108.01"/>
          <p:cNvSpPr txBox="1"/>
          <p:nvPr/>
        </p:nvSpPr>
        <p:spPr>
          <a:xfrm>
            <a:off x="4736592" y="2990088"/>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108.01</a:t>
            </a:r>
          </a:p>
        </p:txBody>
      </p:sp>
      <p:sp>
        <p:nvSpPr>
          <p:cNvPr id="49" name="text:+0.000"/>
          <p:cNvSpPr txBox="1"/>
          <p:nvPr/>
        </p:nvSpPr>
        <p:spPr>
          <a:xfrm>
            <a:off x="5422392" y="2990088"/>
            <a:ext cx="685800" cy="22860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Menlo"/>
              </a:defRPr>
            </a:pPr>
            <a:r>
              <a:t>+0.000</a:t>
            </a:r>
          </a:p>
        </p:txBody>
      </p:sp>
      <p:cxnSp>
        <p:nvCxnSpPr>
          <p:cNvPr id="50" name="Connector 49"/>
          <p:cNvCxnSpPr/>
          <p:nvPr/>
        </p:nvCxnSpPr>
        <p:spPr>
          <a:xfrm>
            <a:off x="640080" y="3282696"/>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51" name="text:5"/>
          <p:cNvSpPr txBox="1"/>
          <p:nvPr/>
        </p:nvSpPr>
        <p:spPr>
          <a:xfrm>
            <a:off x="621792" y="3364991"/>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5</a:t>
            </a:r>
          </a:p>
        </p:txBody>
      </p:sp>
      <p:sp>
        <p:nvSpPr>
          <p:cNvPr id="52" name="text:market-maker"/>
          <p:cNvSpPr txBox="1"/>
          <p:nvPr/>
        </p:nvSpPr>
        <p:spPr>
          <a:xfrm>
            <a:off x="941832" y="3364991"/>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market-maker</a:t>
            </a:r>
          </a:p>
        </p:txBody>
      </p:sp>
      <p:sp>
        <p:nvSpPr>
          <p:cNvPr id="53" name="text:long"/>
          <p:cNvSpPr txBox="1"/>
          <p:nvPr/>
        </p:nvSpPr>
        <p:spPr>
          <a:xfrm>
            <a:off x="2084832" y="3364991"/>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long</a:t>
            </a:r>
          </a:p>
        </p:txBody>
      </p:sp>
      <p:sp>
        <p:nvSpPr>
          <p:cNvPr id="54" name="text:+01:05"/>
          <p:cNvSpPr txBox="1"/>
          <p:nvPr/>
        </p:nvSpPr>
        <p:spPr>
          <a:xfrm>
            <a:off x="2633472" y="3364991"/>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+01:05</a:t>
            </a:r>
          </a:p>
        </p:txBody>
      </p:sp>
      <p:sp>
        <p:nvSpPr>
          <p:cNvPr id="55" name="text:+02:05"/>
          <p:cNvSpPr txBox="1"/>
          <p:nvPr/>
        </p:nvSpPr>
        <p:spPr>
          <a:xfrm>
            <a:off x="3319272" y="3364991"/>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+02:05</a:t>
            </a:r>
          </a:p>
        </p:txBody>
      </p:sp>
      <p:sp>
        <p:nvSpPr>
          <p:cNvPr id="56" name="text:108.01"/>
          <p:cNvSpPr txBox="1"/>
          <p:nvPr/>
        </p:nvSpPr>
        <p:spPr>
          <a:xfrm>
            <a:off x="4005072" y="3364991"/>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108.01</a:t>
            </a:r>
          </a:p>
        </p:txBody>
      </p:sp>
      <p:sp>
        <p:nvSpPr>
          <p:cNvPr id="57" name="text:108.09"/>
          <p:cNvSpPr txBox="1"/>
          <p:nvPr/>
        </p:nvSpPr>
        <p:spPr>
          <a:xfrm>
            <a:off x="4736592" y="3364991"/>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108.09</a:t>
            </a:r>
          </a:p>
        </p:txBody>
      </p:sp>
      <p:sp>
        <p:nvSpPr>
          <p:cNvPr id="58" name="text:+0.686"/>
          <p:cNvSpPr txBox="1"/>
          <p:nvPr/>
        </p:nvSpPr>
        <p:spPr>
          <a:xfrm>
            <a:off x="5422392" y="3364991"/>
            <a:ext cx="685800" cy="228600"/>
          </a:xfrm>
          <a:prstGeom prst="rect">
            <a:avLst/>
          </a:prstGeom>
          <a:noFill/>
        </p:spPr>
        <p:txBody>
          <a:bodyPr wrap="square" lIns="9144" rIns="9144" tIns="0" bIns="0">
            <a:spAutoFit/>
          </a:bodyPr>
          <a:lstStyle/>
          <a:p>
            <a:pPr>
              <a:lnSpc>
                <a:spcPct val="106000"/>
              </a:lnSpc>
              <a:spcAft>
                <a:spcPts val="400"/>
              </a:spcAft>
              <a:defRPr sz="950" b="0">
                <a:solidFill>
                  <a:srgbClr val="3DDC97"/>
                </a:solidFill>
                <a:latin typeface="Menlo"/>
              </a:defRPr>
            </a:pPr>
            <a:r>
              <a:t>+0.686</a:t>
            </a:r>
          </a:p>
        </p:txBody>
      </p:sp>
      <p:cxnSp>
        <p:nvCxnSpPr>
          <p:cNvPr id="59" name="Connector 58"/>
          <p:cNvCxnSpPr/>
          <p:nvPr/>
        </p:nvCxnSpPr>
        <p:spPr>
          <a:xfrm>
            <a:off x="640080" y="3657600"/>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60" name="text:6"/>
          <p:cNvSpPr txBox="1"/>
          <p:nvPr/>
        </p:nvSpPr>
        <p:spPr>
          <a:xfrm>
            <a:off x="621792" y="3739896"/>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6</a:t>
            </a:r>
          </a:p>
        </p:txBody>
      </p:sp>
      <p:sp>
        <p:nvSpPr>
          <p:cNvPr id="61" name="text:market-maker"/>
          <p:cNvSpPr txBox="1"/>
          <p:nvPr/>
        </p:nvSpPr>
        <p:spPr>
          <a:xfrm>
            <a:off x="941832" y="3739896"/>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market-maker</a:t>
            </a:r>
          </a:p>
        </p:txBody>
      </p:sp>
      <p:sp>
        <p:nvSpPr>
          <p:cNvPr id="62" name="text:short"/>
          <p:cNvSpPr txBox="1"/>
          <p:nvPr/>
        </p:nvSpPr>
        <p:spPr>
          <a:xfrm>
            <a:off x="2084832" y="3739896"/>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63" name="text:+01:15"/>
          <p:cNvSpPr txBox="1"/>
          <p:nvPr/>
        </p:nvSpPr>
        <p:spPr>
          <a:xfrm>
            <a:off x="2633472" y="3739896"/>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+01:15</a:t>
            </a:r>
          </a:p>
        </p:txBody>
      </p:sp>
      <p:sp>
        <p:nvSpPr>
          <p:cNvPr id="64" name="text:+02:15"/>
          <p:cNvSpPr txBox="1"/>
          <p:nvPr/>
        </p:nvSpPr>
        <p:spPr>
          <a:xfrm>
            <a:off x="3319272" y="3739896"/>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+02:15</a:t>
            </a:r>
          </a:p>
        </p:txBody>
      </p:sp>
      <p:sp>
        <p:nvSpPr>
          <p:cNvPr id="65" name="text:108.01"/>
          <p:cNvSpPr txBox="1"/>
          <p:nvPr/>
        </p:nvSpPr>
        <p:spPr>
          <a:xfrm>
            <a:off x="4005072" y="3739896"/>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108.01</a:t>
            </a:r>
          </a:p>
        </p:txBody>
      </p:sp>
      <p:sp>
        <p:nvSpPr>
          <p:cNvPr id="66" name="text:108.08"/>
          <p:cNvSpPr txBox="1"/>
          <p:nvPr/>
        </p:nvSpPr>
        <p:spPr>
          <a:xfrm>
            <a:off x="4736592" y="3739896"/>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108.08</a:t>
            </a:r>
          </a:p>
        </p:txBody>
      </p:sp>
      <p:sp>
        <p:nvSpPr>
          <p:cNvPr id="67" name="text:-0.694"/>
          <p:cNvSpPr txBox="1"/>
          <p:nvPr/>
        </p:nvSpPr>
        <p:spPr>
          <a:xfrm>
            <a:off x="5422392" y="3739896"/>
            <a:ext cx="685800" cy="22860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Menlo"/>
              </a:defRPr>
            </a:pPr>
            <a:r>
              <a:t>-0.694</a:t>
            </a:r>
          </a:p>
        </p:txBody>
      </p:sp>
      <p:cxnSp>
        <p:nvCxnSpPr>
          <p:cNvPr id="68" name="Connector 67"/>
          <p:cNvCxnSpPr/>
          <p:nvPr/>
        </p:nvCxnSpPr>
        <p:spPr>
          <a:xfrm>
            <a:off x="640080" y="4032504"/>
            <a:ext cx="5303520" cy="0"/>
          </a:xfrm>
          <a:prstGeom prst="line">
            <a:avLst/>
          </a:prstGeom>
          <a:ln w="10160">
            <a:solidFill>
              <a:srgbClr val="24242C"/>
            </a:solidFill>
          </a:ln>
        </p:spPr>
        <p:style>
          <a:lnRef idx="2">
            <a:schemeClr val="accent1"/>
          </a:lnRef>
          <a:fillRef idx="0">
            <a:schemeClr val="accent1"/>
          </a:fillRef>
          <a:effectRef idx="1">
            <a:schemeClr val="accent1"/>
          </a:effectRef>
          <a:fontRef idx="minor">
            <a:schemeClr val="tx1"/>
          </a:fontRef>
        </p:style>
      </p:cxnSp>
      <p:sp>
        <p:nvSpPr>
          <p:cNvPr id="69" name="text:7"/>
          <p:cNvSpPr txBox="1"/>
          <p:nvPr/>
        </p:nvSpPr>
        <p:spPr>
          <a:xfrm>
            <a:off x="621792" y="4114800"/>
            <a:ext cx="3200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7</a:t>
            </a:r>
          </a:p>
        </p:txBody>
      </p:sp>
      <p:sp>
        <p:nvSpPr>
          <p:cNvPr id="70" name="text:market-maker"/>
          <p:cNvSpPr txBox="1"/>
          <p:nvPr/>
        </p:nvSpPr>
        <p:spPr>
          <a:xfrm>
            <a:off x="941832" y="4114800"/>
            <a:ext cx="11430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market-maker</a:t>
            </a:r>
          </a:p>
        </p:txBody>
      </p:sp>
      <p:sp>
        <p:nvSpPr>
          <p:cNvPr id="71" name="text:short"/>
          <p:cNvSpPr txBox="1"/>
          <p:nvPr/>
        </p:nvSpPr>
        <p:spPr>
          <a:xfrm>
            <a:off x="2084832" y="4114800"/>
            <a:ext cx="54864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short</a:t>
            </a:r>
          </a:p>
        </p:txBody>
      </p:sp>
      <p:sp>
        <p:nvSpPr>
          <p:cNvPr id="72" name="text:+01:20"/>
          <p:cNvSpPr txBox="1"/>
          <p:nvPr/>
        </p:nvSpPr>
        <p:spPr>
          <a:xfrm>
            <a:off x="2633472" y="4114800"/>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+01:20</a:t>
            </a:r>
          </a:p>
        </p:txBody>
      </p:sp>
      <p:sp>
        <p:nvSpPr>
          <p:cNvPr id="73" name="text:+02:20"/>
          <p:cNvSpPr txBox="1"/>
          <p:nvPr/>
        </p:nvSpPr>
        <p:spPr>
          <a:xfrm>
            <a:off x="3319272" y="4114800"/>
            <a:ext cx="68580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+02:20</a:t>
            </a:r>
          </a:p>
        </p:txBody>
      </p:sp>
      <p:sp>
        <p:nvSpPr>
          <p:cNvPr id="74" name="text:108.01"/>
          <p:cNvSpPr txBox="1"/>
          <p:nvPr/>
        </p:nvSpPr>
        <p:spPr>
          <a:xfrm>
            <a:off x="4005072" y="4114800"/>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108.01</a:t>
            </a:r>
          </a:p>
        </p:txBody>
      </p:sp>
      <p:sp>
        <p:nvSpPr>
          <p:cNvPr id="75" name="text:108.08"/>
          <p:cNvSpPr txBox="1"/>
          <p:nvPr/>
        </p:nvSpPr>
        <p:spPr>
          <a:xfrm>
            <a:off x="4736592" y="4114800"/>
            <a:ext cx="731520" cy="228600"/>
          </a:xfrm>
          <a:prstGeom prst="rect">
            <a:avLst/>
          </a:prstGeom>
          <a:noFill/>
        </p:spPr>
        <p:txBody>
          <a:bodyPr wrap="square" lIns="9144" rIns="9144" tIns="0" bIns="0">
            <a:spAutoFit/>
          </a:bodyPr>
          <a:lstStyle/>
          <a:p>
            <a:pPr>
              <a:lnSpc>
                <a:spcPct val="106000"/>
              </a:lnSpc>
              <a:spcAft>
                <a:spcPts val="400"/>
              </a:spcAft>
              <a:defRPr sz="950" b="0">
                <a:solidFill>
                  <a:srgbClr val="F2F5F8"/>
                </a:solidFill>
                <a:latin typeface="Menlo"/>
              </a:defRPr>
            </a:pPr>
            <a:r>
              <a:t>108.08</a:t>
            </a:r>
          </a:p>
        </p:txBody>
      </p:sp>
      <p:sp>
        <p:nvSpPr>
          <p:cNvPr id="76" name="text:-0.721"/>
          <p:cNvSpPr txBox="1"/>
          <p:nvPr/>
        </p:nvSpPr>
        <p:spPr>
          <a:xfrm>
            <a:off x="5422392" y="4114800"/>
            <a:ext cx="685800" cy="22860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Menlo"/>
              </a:defRPr>
            </a:pPr>
            <a:r>
              <a:t>-0.721</a:t>
            </a:r>
          </a:p>
        </p:txBody>
      </p:sp>
      <p:sp>
        <p:nvSpPr>
          <p:cNvPr id="77" name="Rounded Rectangle 76"/>
          <p:cNvSpPr/>
          <p:nvPr/>
        </p:nvSpPr>
        <p:spPr>
          <a:xfrm>
            <a:off x="6263640" y="1417320"/>
            <a:ext cx="23774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1"/>
          <p:cNvSpPr txBox="1"/>
          <p:nvPr/>
        </p:nvSpPr>
        <p:spPr>
          <a:xfrm>
            <a:off x="6400800" y="1508760"/>
            <a:ext cx="274320" cy="32004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1</a:t>
            </a:r>
          </a:p>
        </p:txBody>
      </p:sp>
      <p:sp>
        <p:nvSpPr>
          <p:cNvPr id="79" name="text:One row per closed trade"/>
          <p:cNvSpPr txBox="1"/>
          <p:nvPr/>
        </p:nvSpPr>
        <p:spPr>
          <a:xfrm>
            <a:off x="6766560" y="1527048"/>
            <a:ext cx="1783080" cy="7772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One row per closed trade</a:t>
            </a:r>
          </a:p>
        </p:txBody>
      </p:sp>
      <p:sp>
        <p:nvSpPr>
          <p:cNvPr id="80" name="Rounded Rectangle 79"/>
          <p:cNvSpPr/>
          <p:nvPr/>
        </p:nvSpPr>
        <p:spPr>
          <a:xfrm>
            <a:off x="6263640" y="2496312"/>
            <a:ext cx="23774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2"/>
          <p:cNvSpPr txBox="1"/>
          <p:nvPr/>
        </p:nvSpPr>
        <p:spPr>
          <a:xfrm>
            <a:off x="6400800" y="2587752"/>
            <a:ext cx="274320" cy="32004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2</a:t>
            </a:r>
          </a:p>
        </p:txBody>
      </p:sp>
      <p:sp>
        <p:nvSpPr>
          <p:cNvPr id="82" name="text:Gross only: the scorecard applies fe"/>
          <p:cNvSpPr txBox="1"/>
          <p:nvPr/>
        </p:nvSpPr>
        <p:spPr>
          <a:xfrm>
            <a:off x="6766560" y="2606040"/>
            <a:ext cx="1783080" cy="7772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Gross only: the scorecard applies fees and slippage</a:t>
            </a:r>
          </a:p>
        </p:txBody>
      </p:sp>
      <p:sp>
        <p:nvSpPr>
          <p:cNvPr id="83" name="Rounded Rectangle 82"/>
          <p:cNvSpPr/>
          <p:nvPr/>
        </p:nvSpPr>
        <p:spPr>
          <a:xfrm>
            <a:off x="6263640" y="3575304"/>
            <a:ext cx="2377440" cy="960120"/>
          </a:xfrm>
          <a:prstGeom prst="roundRect">
            <a:avLst>
              <a:gd name="adj" fmla="val 13333"/>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3"/>
          <p:cNvSpPr txBox="1"/>
          <p:nvPr/>
        </p:nvSpPr>
        <p:spPr>
          <a:xfrm>
            <a:off x="6400800" y="3666744"/>
            <a:ext cx="274320" cy="320040"/>
          </a:xfrm>
          <a:prstGeom prst="rect">
            <a:avLst/>
          </a:prstGeom>
          <a:noFill/>
        </p:spPr>
        <p:txBody>
          <a:bodyPr wrap="square" lIns="9144" rIns="9144" tIns="0" bIns="0">
            <a:spAutoFit/>
          </a:bodyPr>
          <a:lstStyle/>
          <a:p>
            <a:pPr>
              <a:lnSpc>
                <a:spcPct val="106000"/>
              </a:lnSpc>
              <a:spcAft>
                <a:spcPts val="400"/>
              </a:spcAft>
              <a:defRPr sz="1800" b="0">
                <a:solidFill>
                  <a:srgbClr val="3DDC97"/>
                </a:solidFill>
                <a:latin typeface="Helvetica Neue"/>
              </a:defRPr>
            </a:pPr>
            <a:r>
              <a:t>3</a:t>
            </a:r>
          </a:p>
        </p:txBody>
      </p:sp>
      <p:sp>
        <p:nvSpPr>
          <p:cNvPr id="85" name="text:Optional on-chain fields: signature,"/>
          <p:cNvSpPr txBox="1"/>
          <p:nvPr/>
        </p:nvSpPr>
        <p:spPr>
          <a:xfrm>
            <a:off x="6766560" y="3685032"/>
            <a:ext cx="1783080" cy="77724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Helvetica Neue"/>
              </a:defRPr>
            </a:pPr>
            <a:r>
              <a:t>Optional on-chain fields: signature, fees, status</a:t>
            </a:r>
          </a:p>
        </p:txBody>
      </p:sp>
      <p:sp>
        <p:nvSpPr>
          <p:cNvPr id="86" name="text:45 trades in the full ledger"/>
          <p:cNvSpPr txBox="1"/>
          <p:nvPr/>
        </p:nvSpPr>
        <p:spPr>
          <a:xfrm>
            <a:off x="548640" y="4544568"/>
            <a:ext cx="365760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45 trades in the full ledger</a:t>
            </a:r>
          </a:p>
        </p:txBody>
      </p:sp>
      <p:sp>
        <p:nvSpPr>
          <p:cNvPr id="87" name="text:Source: demo-repo/code/out/ledger.js"/>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demo-repo/code/out/ledger.json (45 trades from the sample strategies, simulated on recorded data; not advice)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Hit rate alone says nothing"/>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Hit rate alone says nothing</a:t>
            </a:r>
          </a:p>
        </p:txBody>
      </p:sp>
      <p:sp>
        <p:nvSpPr>
          <p:cNvPr id="3" name="text:Two made-up strategies, ten trades 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Two made-up strategies, ten trades each.</a:t>
            </a:r>
          </a:p>
        </p:txBody>
      </p:sp>
      <p:sp>
        <p:nvSpPr>
          <p:cNvPr id="4" name="text: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6</a:t>
            </a:r>
          </a:p>
        </p:txBody>
      </p:sp>
      <p:sp>
        <p:nvSpPr>
          <p:cNvPr id="5" name="Rounded Rectangle 4"/>
          <p:cNvSpPr/>
          <p:nvPr/>
        </p:nvSpPr>
        <p:spPr>
          <a:xfrm>
            <a:off x="548640" y="1508760"/>
            <a:ext cx="3931920" cy="2514600"/>
          </a:xfrm>
          <a:prstGeom prst="roundRect">
            <a:avLst>
              <a:gd name="adj" fmla="val 5090"/>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TRATEGY A"/>
          <p:cNvSpPr txBox="1"/>
          <p:nvPr/>
        </p:nvSpPr>
        <p:spPr>
          <a:xfrm>
            <a:off x="777240" y="1664208"/>
            <a:ext cx="274320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STRATEGY A</a:t>
            </a:r>
          </a:p>
        </p:txBody>
      </p:sp>
      <p:sp>
        <p:nvSpPr>
          <p:cNvPr id="7" name="text:9 of 10 trades win"/>
          <p:cNvSpPr txBox="1"/>
          <p:nvPr/>
        </p:nvSpPr>
        <p:spPr>
          <a:xfrm>
            <a:off x="777240" y="1965960"/>
            <a:ext cx="356616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9 of 10 trades win</a:t>
            </a:r>
          </a:p>
        </p:txBody>
      </p:sp>
      <p:sp>
        <p:nvSpPr>
          <p:cNvPr id="8" name="text:each win pays +1"/>
          <p:cNvSpPr txBox="1"/>
          <p:nvPr/>
        </p:nvSpPr>
        <p:spPr>
          <a:xfrm>
            <a:off x="777240" y="2606040"/>
            <a:ext cx="347472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each win pays +1</a:t>
            </a:r>
          </a:p>
        </p:txBody>
      </p:sp>
      <p:sp>
        <p:nvSpPr>
          <p:cNvPr id="9" name="text:the one loss costs -12"/>
          <p:cNvSpPr txBox="1"/>
          <p:nvPr/>
        </p:nvSpPr>
        <p:spPr>
          <a:xfrm>
            <a:off x="777240" y="2880360"/>
            <a:ext cx="347472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the one loss costs -12</a:t>
            </a:r>
          </a:p>
        </p:txBody>
      </p:sp>
      <p:sp>
        <p:nvSpPr>
          <p:cNvPr id="10" name="Rounded Rectangle 9"/>
          <p:cNvSpPr/>
          <p:nvPr/>
        </p:nvSpPr>
        <p:spPr>
          <a:xfrm>
            <a:off x="777240" y="3291840"/>
            <a:ext cx="34747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net -3 per ten trades"/>
          <p:cNvSpPr txBox="1"/>
          <p:nvPr/>
        </p:nvSpPr>
        <p:spPr>
          <a:xfrm>
            <a:off x="777240" y="3291840"/>
            <a:ext cx="3474720" cy="502920"/>
          </a:xfrm>
          <a:prstGeom prst="rect">
            <a:avLst/>
          </a:prstGeom>
          <a:noFill/>
        </p:spPr>
        <p:txBody>
          <a:bodyPr wrap="square" lIns="9144" rIns="9144" tIns="0" bIns="0" anchor="ctr">
            <a:spAutoFit/>
          </a:bodyPr>
          <a:lstStyle/>
          <a:p>
            <a:pPr algn="ctr">
              <a:lnSpc>
                <a:spcPct val="106000"/>
              </a:lnSpc>
              <a:spcAft>
                <a:spcPts val="400"/>
              </a:spcAft>
              <a:defRPr sz="1800" b="0">
                <a:solidFill>
                  <a:srgbClr val="FD51FC"/>
                </a:solidFill>
                <a:latin typeface="Helvetica Neue"/>
              </a:defRPr>
            </a:pPr>
            <a:r>
              <a:t>net -3 per ten trades</a:t>
            </a:r>
          </a:p>
        </p:txBody>
      </p:sp>
      <p:sp>
        <p:nvSpPr>
          <p:cNvPr id="12" name="Rounded Rectangle 11"/>
          <p:cNvSpPr/>
          <p:nvPr/>
        </p:nvSpPr>
        <p:spPr>
          <a:xfrm>
            <a:off x="4709160" y="1508760"/>
            <a:ext cx="3931920" cy="2514600"/>
          </a:xfrm>
          <a:prstGeom prst="roundRect">
            <a:avLst>
              <a:gd name="adj" fmla="val 509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STRATEGY B"/>
          <p:cNvSpPr txBox="1"/>
          <p:nvPr/>
        </p:nvSpPr>
        <p:spPr>
          <a:xfrm>
            <a:off x="4937760" y="1664208"/>
            <a:ext cx="274320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STRATEGY B</a:t>
            </a:r>
          </a:p>
        </p:txBody>
      </p:sp>
      <p:sp>
        <p:nvSpPr>
          <p:cNvPr id="14" name="text:4 of 10 trades win"/>
          <p:cNvSpPr txBox="1"/>
          <p:nvPr/>
        </p:nvSpPr>
        <p:spPr>
          <a:xfrm>
            <a:off x="4937760" y="1965960"/>
            <a:ext cx="3566160" cy="457200"/>
          </a:xfrm>
          <a:prstGeom prst="rect">
            <a:avLst/>
          </a:prstGeom>
          <a:noFill/>
        </p:spPr>
        <p:txBody>
          <a:bodyPr wrap="square" lIns="9144" rIns="9144" tIns="0" bIns="0">
            <a:spAutoFit/>
          </a:bodyPr>
          <a:lstStyle/>
          <a:p>
            <a:pPr>
              <a:lnSpc>
                <a:spcPct val="106000"/>
              </a:lnSpc>
              <a:spcAft>
                <a:spcPts val="400"/>
              </a:spcAft>
              <a:defRPr sz="2200" b="0">
                <a:solidFill>
                  <a:srgbClr val="F2F5F8"/>
                </a:solidFill>
                <a:latin typeface="Helvetica Neue"/>
              </a:defRPr>
            </a:pPr>
            <a:r>
              <a:t>4 of 10 trades win</a:t>
            </a:r>
          </a:p>
        </p:txBody>
      </p:sp>
      <p:sp>
        <p:nvSpPr>
          <p:cNvPr id="15" name="text:each win pays +3"/>
          <p:cNvSpPr txBox="1"/>
          <p:nvPr/>
        </p:nvSpPr>
        <p:spPr>
          <a:xfrm>
            <a:off x="4937760" y="2606040"/>
            <a:ext cx="347472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each win pays +3</a:t>
            </a:r>
          </a:p>
        </p:txBody>
      </p:sp>
      <p:sp>
        <p:nvSpPr>
          <p:cNvPr id="16" name="text:each of 6 losses costs -1"/>
          <p:cNvSpPr txBox="1"/>
          <p:nvPr/>
        </p:nvSpPr>
        <p:spPr>
          <a:xfrm>
            <a:off x="4937760" y="2880360"/>
            <a:ext cx="3474720" cy="2286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each of 6 losses costs -1</a:t>
            </a:r>
          </a:p>
        </p:txBody>
      </p:sp>
      <p:sp>
        <p:nvSpPr>
          <p:cNvPr id="17" name="Rounded Rectangle 16"/>
          <p:cNvSpPr/>
          <p:nvPr/>
        </p:nvSpPr>
        <p:spPr>
          <a:xfrm>
            <a:off x="4937760" y="3291840"/>
            <a:ext cx="34747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net +6 per ten trades"/>
          <p:cNvSpPr txBox="1"/>
          <p:nvPr/>
        </p:nvSpPr>
        <p:spPr>
          <a:xfrm>
            <a:off x="4937760" y="3291840"/>
            <a:ext cx="3474720" cy="502920"/>
          </a:xfrm>
          <a:prstGeom prst="rect">
            <a:avLst/>
          </a:prstGeom>
          <a:noFill/>
        </p:spPr>
        <p:txBody>
          <a:bodyPr wrap="square" lIns="9144" rIns="9144" tIns="0" bIns="0" anchor="ctr">
            <a:spAutoFit/>
          </a:bodyPr>
          <a:lstStyle/>
          <a:p>
            <a:pPr algn="ctr">
              <a:lnSpc>
                <a:spcPct val="106000"/>
              </a:lnSpc>
              <a:spcAft>
                <a:spcPts val="400"/>
              </a:spcAft>
              <a:defRPr sz="1800" b="0">
                <a:solidFill>
                  <a:srgbClr val="3DDC97"/>
                </a:solidFill>
                <a:latin typeface="Helvetica Neue"/>
              </a:defRPr>
            </a:pPr>
            <a:r>
              <a:t>net +6 per ten trades</a:t>
            </a:r>
          </a:p>
        </p:txBody>
      </p:sp>
      <p:sp>
        <p:nvSpPr>
          <p:cNvPr id="19" name="text:Hit rate needs the size of wins and "/>
          <p:cNvSpPr txBox="1"/>
          <p:nvPr/>
        </p:nvSpPr>
        <p:spPr>
          <a:xfrm>
            <a:off x="548640" y="4206240"/>
            <a:ext cx="8092440" cy="274320"/>
          </a:xfrm>
          <a:prstGeom prst="rect">
            <a:avLst/>
          </a:prstGeom>
          <a:noFill/>
        </p:spPr>
        <p:txBody>
          <a:bodyPr wrap="square" lIns="9144" rIns="9144" tIns="0" bIns="0">
            <a:spAutoFit/>
          </a:bodyPr>
          <a:lstStyle/>
          <a:p>
            <a:pPr>
              <a:lnSpc>
                <a:spcPct val="106000"/>
              </a:lnSpc>
              <a:spcAft>
                <a:spcPts val="400"/>
              </a:spcAft>
              <a:defRPr sz="1500" b="0">
                <a:solidFill>
                  <a:srgbClr val="3DDC97"/>
                </a:solidFill>
                <a:latin typeface="Helvetica Neue"/>
              </a:defRPr>
            </a:pPr>
            <a:r>
              <a:t>Hit rate needs the size of wins and losses beside it.</a:t>
            </a:r>
          </a:p>
        </p:txBody>
      </p:sp>
      <p:sp>
        <p:nvSpPr>
          <p:cNvPr id="20" name="text:Illustrative numbers, not from our 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Illustrative numbers, not from our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in size, loss size, break-even"/>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Win size, loss size, break-even</a:t>
            </a:r>
          </a:p>
        </p:txBody>
      </p:sp>
      <p:sp>
        <p:nvSpPr>
          <p:cNvPr id="3" name="text:The hit rate you need depends on wh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hit rate you need depends on what a win pays and a loss costs.</a:t>
            </a:r>
          </a:p>
        </p:txBody>
      </p:sp>
      <p:sp>
        <p:nvSpPr>
          <p:cNvPr id="4" name="text: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7</a:t>
            </a:r>
          </a:p>
        </p:txBody>
      </p:sp>
      <p:sp>
        <p:nvSpPr>
          <p:cNvPr id="5" name="Rounded Rectangle 4"/>
          <p:cNvSpPr/>
          <p:nvPr/>
        </p:nvSpPr>
        <p:spPr>
          <a:xfrm>
            <a:off x="548640" y="1417320"/>
            <a:ext cx="8092440" cy="566928"/>
          </a:xfrm>
          <a:prstGeom prst="roundRect">
            <a:avLst>
              <a:gd name="adj" fmla="val 22580"/>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reak-even hit rate = average loss /"/>
          <p:cNvSpPr txBox="1"/>
          <p:nvPr/>
        </p:nvSpPr>
        <p:spPr>
          <a:xfrm>
            <a:off x="731520" y="1417320"/>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Menlo"/>
              </a:defRPr>
            </a:pPr>
            <a:r>
              <a:t>break-even hit rate = average loss / (average win + average loss)</a:t>
            </a:r>
          </a:p>
        </p:txBody>
      </p:sp>
      <p:sp>
        <p:nvSpPr>
          <p:cNvPr id="7" name="Rounded Rectangle 6"/>
          <p:cNvSpPr/>
          <p:nvPr/>
        </p:nvSpPr>
        <p:spPr>
          <a:xfrm>
            <a:off x="548640" y="2148840"/>
            <a:ext cx="3931920" cy="2148840"/>
          </a:xfrm>
          <a:prstGeom prst="roundRect">
            <a:avLst>
              <a:gd name="adj" fmla="val 5957"/>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NO COSTS (0 + 0 bps per leg)"/>
          <p:cNvSpPr txBox="1"/>
          <p:nvPr/>
        </p:nvSpPr>
        <p:spPr>
          <a:xfrm>
            <a:off x="749808" y="2286000"/>
            <a:ext cx="356616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NO COSTS (0 + 0 bps per leg)</a:t>
            </a:r>
          </a:p>
        </p:txBody>
      </p:sp>
      <p:sp>
        <p:nvSpPr>
          <p:cNvPr id="9" name="text:Hit rate"/>
          <p:cNvSpPr txBox="1"/>
          <p:nvPr/>
        </p:nvSpPr>
        <p:spPr>
          <a:xfrm>
            <a:off x="749808" y="26060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Hit rate</a:t>
            </a:r>
          </a:p>
        </p:txBody>
      </p:sp>
      <p:sp>
        <p:nvSpPr>
          <p:cNvPr id="10" name="text:42%"/>
          <p:cNvSpPr txBox="1"/>
          <p:nvPr/>
        </p:nvSpPr>
        <p:spPr>
          <a:xfrm>
            <a:off x="2103120" y="25694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2F5F8"/>
                </a:solidFill>
                <a:latin typeface="Helvetica Neue"/>
              </a:defRPr>
            </a:pPr>
            <a:r>
              <a:t>42%</a:t>
            </a:r>
          </a:p>
        </p:txBody>
      </p:sp>
      <p:sp>
        <p:nvSpPr>
          <p:cNvPr id="11" name="text:Average win / loss"/>
          <p:cNvSpPr txBox="1"/>
          <p:nvPr/>
        </p:nvSpPr>
        <p:spPr>
          <a:xfrm>
            <a:off x="749808" y="30632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Average win / loss</a:t>
            </a:r>
          </a:p>
        </p:txBody>
      </p:sp>
      <p:sp>
        <p:nvSpPr>
          <p:cNvPr id="12" name="text:+0.69 / -0.44"/>
          <p:cNvSpPr txBox="1"/>
          <p:nvPr/>
        </p:nvSpPr>
        <p:spPr>
          <a:xfrm>
            <a:off x="2103120" y="30266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2F5F8"/>
                </a:solidFill>
                <a:latin typeface="Helvetica Neue"/>
              </a:defRPr>
            </a:pPr>
            <a:r>
              <a:t>+0.69 / -0.44</a:t>
            </a:r>
          </a:p>
        </p:txBody>
      </p:sp>
      <p:sp>
        <p:nvSpPr>
          <p:cNvPr id="13" name="text:Break-even hit rate"/>
          <p:cNvSpPr txBox="1"/>
          <p:nvPr/>
        </p:nvSpPr>
        <p:spPr>
          <a:xfrm>
            <a:off x="749808" y="35204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Break-even hit rate</a:t>
            </a:r>
          </a:p>
        </p:txBody>
      </p:sp>
      <p:sp>
        <p:nvSpPr>
          <p:cNvPr id="14" name="text:39.0%"/>
          <p:cNvSpPr txBox="1"/>
          <p:nvPr/>
        </p:nvSpPr>
        <p:spPr>
          <a:xfrm>
            <a:off x="2103120" y="34838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3DDC97"/>
                </a:solidFill>
                <a:latin typeface="Helvetica Neue"/>
              </a:defRPr>
            </a:pPr>
            <a:r>
              <a:t>39.0%</a:t>
            </a:r>
          </a:p>
        </p:txBody>
      </p:sp>
      <p:sp>
        <p:nvSpPr>
          <p:cNvPr id="15" name="text:Net P&amp;L (USD)"/>
          <p:cNvSpPr txBox="1"/>
          <p:nvPr/>
        </p:nvSpPr>
        <p:spPr>
          <a:xfrm>
            <a:off x="749808" y="3977639"/>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Net P&amp;L (USD)</a:t>
            </a:r>
          </a:p>
        </p:txBody>
      </p:sp>
      <p:sp>
        <p:nvSpPr>
          <p:cNvPr id="16" name="text:+3.00"/>
          <p:cNvSpPr txBox="1"/>
          <p:nvPr/>
        </p:nvSpPr>
        <p:spPr>
          <a:xfrm>
            <a:off x="2103120" y="3941063"/>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3DDC97"/>
                </a:solidFill>
                <a:latin typeface="Helvetica Neue"/>
              </a:defRPr>
            </a:pPr>
            <a:r>
              <a:t>+3.00</a:t>
            </a:r>
          </a:p>
        </p:txBody>
      </p:sp>
      <p:sp>
        <p:nvSpPr>
          <p:cNvPr id="17" name="Rounded Rectangle 16"/>
          <p:cNvSpPr/>
          <p:nvPr/>
        </p:nvSpPr>
        <p:spPr>
          <a:xfrm>
            <a:off x="4709160" y="2148840"/>
            <a:ext cx="3931920" cy="2148840"/>
          </a:xfrm>
          <a:prstGeom prst="roundRect">
            <a:avLst>
              <a:gd name="adj" fmla="val 5957"/>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FEE 5 + SLIPPAGE 2 bps per leg"/>
          <p:cNvSpPr txBox="1"/>
          <p:nvPr/>
        </p:nvSpPr>
        <p:spPr>
          <a:xfrm>
            <a:off x="4910328" y="2286000"/>
            <a:ext cx="3566160" cy="182880"/>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FEE 5 + SLIPPAGE 2 bps per leg</a:t>
            </a:r>
          </a:p>
        </p:txBody>
      </p:sp>
      <p:sp>
        <p:nvSpPr>
          <p:cNvPr id="19" name="text:Hit rate"/>
          <p:cNvSpPr txBox="1"/>
          <p:nvPr/>
        </p:nvSpPr>
        <p:spPr>
          <a:xfrm>
            <a:off x="4910328" y="26060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Hit rate</a:t>
            </a:r>
          </a:p>
        </p:txBody>
      </p:sp>
      <p:sp>
        <p:nvSpPr>
          <p:cNvPr id="20" name="text:11%"/>
          <p:cNvSpPr txBox="1"/>
          <p:nvPr/>
        </p:nvSpPr>
        <p:spPr>
          <a:xfrm>
            <a:off x="6263640" y="25694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2F5F8"/>
                </a:solidFill>
                <a:latin typeface="Helvetica Neue"/>
              </a:defRPr>
            </a:pPr>
            <a:r>
              <a:t>11%</a:t>
            </a:r>
          </a:p>
        </p:txBody>
      </p:sp>
      <p:sp>
        <p:nvSpPr>
          <p:cNvPr id="21" name="text:Average win / loss"/>
          <p:cNvSpPr txBox="1"/>
          <p:nvPr/>
        </p:nvSpPr>
        <p:spPr>
          <a:xfrm>
            <a:off x="4910328" y="30632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Average win / loss</a:t>
            </a:r>
          </a:p>
        </p:txBody>
      </p:sp>
      <p:sp>
        <p:nvSpPr>
          <p:cNvPr id="22" name="text:+0.45 / -1.40"/>
          <p:cNvSpPr txBox="1"/>
          <p:nvPr/>
        </p:nvSpPr>
        <p:spPr>
          <a:xfrm>
            <a:off x="6263640" y="30266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2F5F8"/>
                </a:solidFill>
                <a:latin typeface="Helvetica Neue"/>
              </a:defRPr>
            </a:pPr>
            <a:r>
              <a:t>+0.45 / -1.40</a:t>
            </a:r>
          </a:p>
        </p:txBody>
      </p:sp>
      <p:sp>
        <p:nvSpPr>
          <p:cNvPr id="23" name="text:Break-even hit rate"/>
          <p:cNvSpPr txBox="1"/>
          <p:nvPr/>
        </p:nvSpPr>
        <p:spPr>
          <a:xfrm>
            <a:off x="4910328" y="3520440"/>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Break-even hit rate</a:t>
            </a:r>
          </a:p>
        </p:txBody>
      </p:sp>
      <p:sp>
        <p:nvSpPr>
          <p:cNvPr id="24" name="text:75.8%"/>
          <p:cNvSpPr txBox="1"/>
          <p:nvPr/>
        </p:nvSpPr>
        <p:spPr>
          <a:xfrm>
            <a:off x="6263640" y="3483864"/>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D51FC"/>
                </a:solidFill>
                <a:latin typeface="Helvetica Neue"/>
              </a:defRPr>
            </a:pPr>
            <a:r>
              <a:t>75.8%</a:t>
            </a:r>
          </a:p>
        </p:txBody>
      </p:sp>
      <p:sp>
        <p:nvSpPr>
          <p:cNvPr id="25" name="text:Net P&amp;L (USD)"/>
          <p:cNvSpPr txBox="1"/>
          <p:nvPr/>
        </p:nvSpPr>
        <p:spPr>
          <a:xfrm>
            <a:off x="4910328" y="3977639"/>
            <a:ext cx="173736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Net P&amp;L (USD)</a:t>
            </a:r>
          </a:p>
        </p:txBody>
      </p:sp>
      <p:sp>
        <p:nvSpPr>
          <p:cNvPr id="26" name="text:-53.70"/>
          <p:cNvSpPr txBox="1"/>
          <p:nvPr/>
        </p:nvSpPr>
        <p:spPr>
          <a:xfrm>
            <a:off x="6263640" y="3941063"/>
            <a:ext cx="2194560" cy="329184"/>
          </a:xfrm>
          <a:prstGeom prst="rect">
            <a:avLst/>
          </a:prstGeom>
          <a:noFill/>
        </p:spPr>
        <p:txBody>
          <a:bodyPr wrap="square" lIns="9144" rIns="9144" tIns="0" bIns="0">
            <a:spAutoFit/>
          </a:bodyPr>
          <a:lstStyle/>
          <a:p>
            <a:pPr algn="r">
              <a:lnSpc>
                <a:spcPct val="106000"/>
              </a:lnSpc>
              <a:spcAft>
                <a:spcPts val="400"/>
              </a:spcAft>
              <a:defRPr sz="1500" b="0">
                <a:solidFill>
                  <a:srgbClr val="FD51FC"/>
                </a:solidFill>
                <a:latin typeface="Helvetica Neue"/>
              </a:defRPr>
            </a:pPr>
            <a:r>
              <a:t>-53.70</a:t>
            </a:r>
          </a:p>
        </p:txBody>
      </p:sp>
      <p:sp>
        <p:nvSpPr>
          <p:cNvPr id="27" name="text:Same 45 trades. Only the costs chang"/>
          <p:cNvSpPr txBox="1"/>
          <p:nvPr/>
        </p:nvSpPr>
        <p:spPr>
          <a:xfrm>
            <a:off x="548640" y="4370832"/>
            <a:ext cx="8092440" cy="2286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Same 45 trades. Only the costs changed.</a:t>
            </a:r>
          </a:p>
        </p:txBody>
      </p:sp>
      <p:sp>
        <p:nvSpPr>
          <p:cNvPr id="28" name="text:Source: demo-repo/code/out/cost-sce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demo-repo/code/out/cost-scenarios.json (simulated on recorded data; not advice)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ross is not ne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Gross is not net</a:t>
            </a:r>
          </a:p>
        </p:txBody>
      </p:sp>
      <p:sp>
        <p:nvSpPr>
          <p:cNvPr id="3" name="text:Same 45 trades, three cost setting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Same 45 trades, three cost settings.</a:t>
            </a:r>
          </a:p>
        </p:txBody>
      </p:sp>
      <p:sp>
        <p:nvSpPr>
          <p:cNvPr id="4" name="text: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8</a:t>
            </a:r>
          </a:p>
        </p:txBody>
      </p:sp>
      <p:sp>
        <p:nvSpPr>
          <p:cNvPr id="5" name="Rounded Rectangle 4"/>
          <p:cNvSpPr/>
          <p:nvPr/>
        </p:nvSpPr>
        <p:spPr>
          <a:xfrm>
            <a:off x="548640" y="1463040"/>
            <a:ext cx="2560320" cy="1965960"/>
          </a:xfrm>
          <a:prstGeom prst="roundRect">
            <a:avLst>
              <a:gd name="adj" fmla="val 6511"/>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FEE 0 + SLIPPAGE 0 BPS"/>
          <p:cNvSpPr txBox="1"/>
          <p:nvPr/>
        </p:nvSpPr>
        <p:spPr>
          <a:xfrm>
            <a:off x="731520" y="1600200"/>
            <a:ext cx="21945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FEE 0 + SLIPPAGE 0 BPS</a:t>
            </a:r>
          </a:p>
        </p:txBody>
      </p:sp>
      <p:sp>
        <p:nvSpPr>
          <p:cNvPr id="7" name="text:+3.00"/>
          <p:cNvSpPr txBox="1"/>
          <p:nvPr/>
        </p:nvSpPr>
        <p:spPr>
          <a:xfrm>
            <a:off x="731520" y="1874519"/>
            <a:ext cx="2194560" cy="640080"/>
          </a:xfrm>
          <a:prstGeom prst="rect">
            <a:avLst/>
          </a:prstGeom>
          <a:noFill/>
        </p:spPr>
        <p:txBody>
          <a:bodyPr wrap="square" lIns="9144" rIns="9144" tIns="0" bIns="0">
            <a:spAutoFit/>
          </a:bodyPr>
          <a:lstStyle/>
          <a:p>
            <a:pPr>
              <a:lnSpc>
                <a:spcPct val="106000"/>
              </a:lnSpc>
              <a:spcAft>
                <a:spcPts val="400"/>
              </a:spcAft>
              <a:defRPr sz="3400" b="0">
                <a:solidFill>
                  <a:srgbClr val="3DDC97"/>
                </a:solidFill>
                <a:latin typeface="Helvetica Neue"/>
              </a:defRPr>
            </a:pPr>
            <a:r>
              <a:t>+3.00</a:t>
            </a:r>
          </a:p>
        </p:txBody>
      </p:sp>
      <p:sp>
        <p:nvSpPr>
          <p:cNvPr id="8" name="text:net P&amp;L, USD"/>
          <p:cNvSpPr txBox="1"/>
          <p:nvPr/>
        </p:nvSpPr>
        <p:spPr>
          <a:xfrm>
            <a:off x="731520" y="254203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net P&amp;L, USD</a:t>
            </a:r>
          </a:p>
        </p:txBody>
      </p:sp>
      <p:sp>
        <p:nvSpPr>
          <p:cNvPr id="9" name="text:gross +3.00"/>
          <p:cNvSpPr txBox="1"/>
          <p:nvPr/>
        </p:nvSpPr>
        <p:spPr>
          <a:xfrm>
            <a:off x="731520" y="2816352"/>
            <a:ext cx="2194560" cy="228600"/>
          </a:xfrm>
          <a:prstGeom prst="rect">
            <a:avLst/>
          </a:prstGeom>
          <a:noFill/>
        </p:spPr>
        <p:txBody>
          <a:bodyPr wrap="square" lIns="9144" rIns="9144" tIns="0" bIns="0">
            <a:spAutoFit/>
          </a:bodyPr>
          <a:lstStyle/>
          <a:p>
            <a:pPr>
              <a:lnSpc>
                <a:spcPct val="106000"/>
              </a:lnSpc>
              <a:spcAft>
                <a:spcPts val="400"/>
              </a:spcAft>
              <a:defRPr sz="1150" b="0">
                <a:solidFill>
                  <a:srgbClr val="B3A5FF"/>
                </a:solidFill>
                <a:latin typeface="Helvetica Neue"/>
              </a:defRPr>
            </a:pPr>
            <a:r>
              <a:t>gross +3.00</a:t>
            </a:r>
          </a:p>
        </p:txBody>
      </p:sp>
      <p:sp>
        <p:nvSpPr>
          <p:cNvPr id="10" name="text:costs 0.00"/>
          <p:cNvSpPr txBox="1"/>
          <p:nvPr/>
        </p:nvSpPr>
        <p:spPr>
          <a:xfrm>
            <a:off x="731520" y="3072384"/>
            <a:ext cx="2194560" cy="2286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costs 0.00</a:t>
            </a:r>
          </a:p>
        </p:txBody>
      </p:sp>
      <p:sp>
        <p:nvSpPr>
          <p:cNvPr id="11" name="Rounded Rectangle 10"/>
          <p:cNvSpPr/>
          <p:nvPr/>
        </p:nvSpPr>
        <p:spPr>
          <a:xfrm>
            <a:off x="3337560" y="1463040"/>
            <a:ext cx="2560320" cy="1965960"/>
          </a:xfrm>
          <a:prstGeom prst="roundRect">
            <a:avLst>
              <a:gd name="adj" fmla="val 6511"/>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FEE 5 + SLIPPAGE 2 BPS"/>
          <p:cNvSpPr txBox="1"/>
          <p:nvPr/>
        </p:nvSpPr>
        <p:spPr>
          <a:xfrm>
            <a:off x="3520440" y="1600200"/>
            <a:ext cx="219456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FEE 5 + SLIPPAGE 2 BPS</a:t>
            </a:r>
          </a:p>
        </p:txBody>
      </p:sp>
      <p:sp>
        <p:nvSpPr>
          <p:cNvPr id="13" name="text:-53.70"/>
          <p:cNvSpPr txBox="1"/>
          <p:nvPr/>
        </p:nvSpPr>
        <p:spPr>
          <a:xfrm>
            <a:off x="3520440" y="1874519"/>
            <a:ext cx="2194560" cy="640080"/>
          </a:xfrm>
          <a:prstGeom prst="rect">
            <a:avLst/>
          </a:prstGeom>
          <a:noFill/>
        </p:spPr>
        <p:txBody>
          <a:bodyPr wrap="square" lIns="9144" rIns="9144" tIns="0" bIns="0">
            <a:spAutoFit/>
          </a:bodyPr>
          <a:lstStyle/>
          <a:p>
            <a:pPr>
              <a:lnSpc>
                <a:spcPct val="106000"/>
              </a:lnSpc>
              <a:spcAft>
                <a:spcPts val="400"/>
              </a:spcAft>
              <a:defRPr sz="3400" b="0">
                <a:solidFill>
                  <a:srgbClr val="FD51FC"/>
                </a:solidFill>
                <a:latin typeface="Helvetica Neue"/>
              </a:defRPr>
            </a:pPr>
            <a:r>
              <a:t>-53.70</a:t>
            </a:r>
          </a:p>
        </p:txBody>
      </p:sp>
      <p:sp>
        <p:nvSpPr>
          <p:cNvPr id="14" name="text:net P&amp;L, USD"/>
          <p:cNvSpPr txBox="1"/>
          <p:nvPr/>
        </p:nvSpPr>
        <p:spPr>
          <a:xfrm>
            <a:off x="3520440" y="254203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net P&amp;L, USD</a:t>
            </a:r>
          </a:p>
        </p:txBody>
      </p:sp>
      <p:sp>
        <p:nvSpPr>
          <p:cNvPr id="15" name="text:gross +3.00"/>
          <p:cNvSpPr txBox="1"/>
          <p:nvPr/>
        </p:nvSpPr>
        <p:spPr>
          <a:xfrm>
            <a:off x="3520440" y="2816352"/>
            <a:ext cx="2194560" cy="228600"/>
          </a:xfrm>
          <a:prstGeom prst="rect">
            <a:avLst/>
          </a:prstGeom>
          <a:noFill/>
        </p:spPr>
        <p:txBody>
          <a:bodyPr wrap="square" lIns="9144" rIns="9144" tIns="0" bIns="0">
            <a:spAutoFit/>
          </a:bodyPr>
          <a:lstStyle/>
          <a:p>
            <a:pPr>
              <a:lnSpc>
                <a:spcPct val="106000"/>
              </a:lnSpc>
              <a:spcAft>
                <a:spcPts val="400"/>
              </a:spcAft>
              <a:defRPr sz="1150" b="0">
                <a:solidFill>
                  <a:srgbClr val="B3A5FF"/>
                </a:solidFill>
                <a:latin typeface="Helvetica Neue"/>
              </a:defRPr>
            </a:pPr>
            <a:r>
              <a:t>gross +3.00</a:t>
            </a:r>
          </a:p>
        </p:txBody>
      </p:sp>
      <p:sp>
        <p:nvSpPr>
          <p:cNvPr id="16" name="text:costs -56.70"/>
          <p:cNvSpPr txBox="1"/>
          <p:nvPr/>
        </p:nvSpPr>
        <p:spPr>
          <a:xfrm>
            <a:off x="3520440" y="3072384"/>
            <a:ext cx="2194560" cy="2286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costs -56.70</a:t>
            </a:r>
          </a:p>
        </p:txBody>
      </p:sp>
      <p:sp>
        <p:nvSpPr>
          <p:cNvPr id="17" name="Rounded Rectangle 16"/>
          <p:cNvSpPr/>
          <p:nvPr/>
        </p:nvSpPr>
        <p:spPr>
          <a:xfrm>
            <a:off x="6126479" y="1463040"/>
            <a:ext cx="2560320" cy="1965960"/>
          </a:xfrm>
          <a:prstGeom prst="roundRect">
            <a:avLst>
              <a:gd name="adj" fmla="val 6511"/>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FEE 12 + SLIPPAGE 5 BPS"/>
          <p:cNvSpPr txBox="1"/>
          <p:nvPr/>
        </p:nvSpPr>
        <p:spPr>
          <a:xfrm>
            <a:off x="6309359" y="1600200"/>
            <a:ext cx="2194560" cy="182880"/>
          </a:xfrm>
          <a:prstGeom prst="rect">
            <a:avLst/>
          </a:prstGeom>
          <a:noFill/>
        </p:spPr>
        <p:txBody>
          <a:bodyPr wrap="square" lIns="9144" rIns="9144" tIns="0" bIns="0">
            <a:spAutoFit/>
          </a:bodyPr>
          <a:lstStyle/>
          <a:p>
            <a:pPr>
              <a:lnSpc>
                <a:spcPct val="106000"/>
              </a:lnSpc>
              <a:spcAft>
                <a:spcPts val="400"/>
              </a:spcAft>
              <a:defRPr sz="900" b="0">
                <a:solidFill>
                  <a:srgbClr val="FD51FC"/>
                </a:solidFill>
                <a:latin typeface="Helvetica Neue"/>
              </a:defRPr>
            </a:pPr>
            <a:r>
              <a:t>FEE 12 + SLIPPAGE 5 BPS</a:t>
            </a:r>
          </a:p>
        </p:txBody>
      </p:sp>
      <p:sp>
        <p:nvSpPr>
          <p:cNvPr id="19" name="text:-134.60"/>
          <p:cNvSpPr txBox="1"/>
          <p:nvPr/>
        </p:nvSpPr>
        <p:spPr>
          <a:xfrm>
            <a:off x="6309359" y="1874519"/>
            <a:ext cx="2194560" cy="640080"/>
          </a:xfrm>
          <a:prstGeom prst="rect">
            <a:avLst/>
          </a:prstGeom>
          <a:noFill/>
        </p:spPr>
        <p:txBody>
          <a:bodyPr wrap="square" lIns="9144" rIns="9144" tIns="0" bIns="0">
            <a:spAutoFit/>
          </a:bodyPr>
          <a:lstStyle/>
          <a:p>
            <a:pPr>
              <a:lnSpc>
                <a:spcPct val="106000"/>
              </a:lnSpc>
              <a:spcAft>
                <a:spcPts val="400"/>
              </a:spcAft>
              <a:defRPr sz="3400" b="0">
                <a:solidFill>
                  <a:srgbClr val="FD51FC"/>
                </a:solidFill>
                <a:latin typeface="Helvetica Neue"/>
              </a:defRPr>
            </a:pPr>
            <a:r>
              <a:t>-134.60</a:t>
            </a:r>
          </a:p>
        </p:txBody>
      </p:sp>
      <p:sp>
        <p:nvSpPr>
          <p:cNvPr id="20" name="text:net P&amp;L, USD"/>
          <p:cNvSpPr txBox="1"/>
          <p:nvPr/>
        </p:nvSpPr>
        <p:spPr>
          <a:xfrm>
            <a:off x="6309359" y="2542032"/>
            <a:ext cx="2194560" cy="18288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net P&amp;L, USD</a:t>
            </a:r>
          </a:p>
        </p:txBody>
      </p:sp>
      <p:sp>
        <p:nvSpPr>
          <p:cNvPr id="21" name="text:gross +3.00"/>
          <p:cNvSpPr txBox="1"/>
          <p:nvPr/>
        </p:nvSpPr>
        <p:spPr>
          <a:xfrm>
            <a:off x="6309359" y="2816352"/>
            <a:ext cx="2194560" cy="228600"/>
          </a:xfrm>
          <a:prstGeom prst="rect">
            <a:avLst/>
          </a:prstGeom>
          <a:noFill/>
        </p:spPr>
        <p:txBody>
          <a:bodyPr wrap="square" lIns="9144" rIns="9144" tIns="0" bIns="0">
            <a:spAutoFit/>
          </a:bodyPr>
          <a:lstStyle/>
          <a:p>
            <a:pPr>
              <a:lnSpc>
                <a:spcPct val="106000"/>
              </a:lnSpc>
              <a:spcAft>
                <a:spcPts val="400"/>
              </a:spcAft>
              <a:defRPr sz="1150" b="0">
                <a:solidFill>
                  <a:srgbClr val="B3A5FF"/>
                </a:solidFill>
                <a:latin typeface="Helvetica Neue"/>
              </a:defRPr>
            </a:pPr>
            <a:r>
              <a:t>gross +3.00</a:t>
            </a:r>
          </a:p>
        </p:txBody>
      </p:sp>
      <p:sp>
        <p:nvSpPr>
          <p:cNvPr id="22" name="text:costs -137.60"/>
          <p:cNvSpPr txBox="1"/>
          <p:nvPr/>
        </p:nvSpPr>
        <p:spPr>
          <a:xfrm>
            <a:off x="6309359" y="3072384"/>
            <a:ext cx="2194560" cy="228600"/>
          </a:xfrm>
          <a:prstGeom prst="rect">
            <a:avLst/>
          </a:prstGeom>
          <a:noFill/>
        </p:spPr>
        <p:txBody>
          <a:bodyPr wrap="square" lIns="9144" rIns="9144" tIns="0" bIns="0">
            <a:spAutoFit/>
          </a:bodyPr>
          <a:lstStyle/>
          <a:p>
            <a:pPr>
              <a:lnSpc>
                <a:spcPct val="106000"/>
              </a:lnSpc>
              <a:spcAft>
                <a:spcPts val="400"/>
              </a:spcAft>
              <a:defRPr sz="1150" b="0">
                <a:solidFill>
                  <a:srgbClr val="9A9AA2"/>
                </a:solidFill>
                <a:latin typeface="Helvetica Neue"/>
              </a:defRPr>
            </a:pPr>
            <a:r>
              <a:t>costs -137.60</a:t>
            </a:r>
          </a:p>
        </p:txBody>
      </p:sp>
      <p:sp>
        <p:nvSpPr>
          <p:cNvPr id="23" name="Rounded Rectangle 22"/>
          <p:cNvSpPr/>
          <p:nvPr/>
        </p:nvSpPr>
        <p:spPr>
          <a:xfrm>
            <a:off x="548640" y="3584448"/>
            <a:ext cx="8092440" cy="566928"/>
          </a:xfrm>
          <a:prstGeom prst="roundRect">
            <a:avLst>
              <a:gd name="adj" fmla="val 2258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The venue gap in our recorded data w"/>
          <p:cNvSpPr txBox="1"/>
          <p:nvPr/>
        </p:nvSpPr>
        <p:spPr>
          <a:xfrm>
            <a:off x="731520" y="3584448"/>
            <a:ext cx="7726679" cy="56692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The venue gap in our recorded data was typically 1 to 3 bps (largest 6.3 bps). A round trip here pays 14 bps.</a:t>
            </a:r>
          </a:p>
        </p:txBody>
      </p:sp>
      <p:sp>
        <p:nvSpPr>
          <p:cNvPr id="25" name="text:Costs are paid on every leg, win or "/>
          <p:cNvSpPr txBox="1"/>
          <p:nvPr/>
        </p:nvSpPr>
        <p:spPr>
          <a:xfrm>
            <a:off x="548640" y="4279392"/>
            <a:ext cx="8092440" cy="22860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Costs are paid on every leg, win or lose.</a:t>
            </a:r>
          </a:p>
        </p:txBody>
      </p:sp>
      <p:sp>
        <p:nvSpPr>
          <p:cNvPr id="26" name="text:Source: demo-repo/code/out/cost-scen"/>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demo-repo/code/out/cost-scenarios.json; venue gaps in code/recorded/SOURCES.md. Simulated, on recorded data; not advice.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rawdown and time under wat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Drawdown and time under water</a:t>
            </a:r>
          </a:p>
        </p:txBody>
      </p:sp>
      <p:sp>
        <p:nvSpPr>
          <p:cNvPr id="3" name="text:How far it fell, and how long it sta"/>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How far it fell, and how long it stayed down.</a:t>
            </a:r>
          </a:p>
        </p:txBody>
      </p:sp>
      <p:sp>
        <p:nvSpPr>
          <p:cNvPr id="4" name="text: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9</a:t>
            </a:r>
          </a:p>
        </p:txBody>
      </p:sp>
      <p:pic>
        <p:nvPicPr>
          <p:cNvPr id="5" name="Picture 4" descr="02-underwater.png"/>
          <p:cNvPicPr>
            <a:picLocks noChangeAspect="1"/>
          </p:cNvPicPr>
          <p:nvPr/>
        </p:nvPicPr>
        <p:blipFill>
          <a:blip r:embed="rId3"/>
          <a:stretch>
            <a:fillRect/>
          </a:stretch>
        </p:blipFill>
        <p:spPr>
          <a:xfrm>
            <a:off x="548640" y="1420177"/>
            <a:ext cx="5029200" cy="2828925"/>
          </a:xfrm>
          <a:prstGeom prst="roundRect">
            <a:avLst>
              <a:gd name="adj" fmla="val 3878"/>
            </a:avLst>
          </a:prstGeom>
        </p:spPr>
      </p:pic>
      <p:sp>
        <p:nvSpPr>
          <p:cNvPr id="6" name="Rounded Rectangle 5"/>
          <p:cNvSpPr/>
          <p:nvPr/>
        </p:nvSpPr>
        <p:spPr>
          <a:xfrm>
            <a:off x="548640" y="1420177"/>
            <a:ext cx="5029200" cy="2828925"/>
          </a:xfrm>
          <a:prstGeom prst="roundRect">
            <a:avLst>
              <a:gd name="adj" fmla="val 387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760720" y="1417320"/>
            <a:ext cx="2880360" cy="886968"/>
          </a:xfrm>
          <a:prstGeom prst="roundRect">
            <a:avLst>
              <a:gd name="adj" fmla="val 144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MAX DRAWDOWN, ZERO COSTS"/>
          <p:cNvSpPr txBox="1"/>
          <p:nvPr/>
        </p:nvSpPr>
        <p:spPr>
          <a:xfrm>
            <a:off x="5925312" y="1490472"/>
            <a:ext cx="26517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MAX DRAWDOWN, ZERO COSTS</a:t>
            </a:r>
          </a:p>
        </p:txBody>
      </p:sp>
      <p:sp>
        <p:nvSpPr>
          <p:cNvPr id="9" name="text:3.84 USD"/>
          <p:cNvSpPr txBox="1"/>
          <p:nvPr/>
        </p:nvSpPr>
        <p:spPr>
          <a:xfrm>
            <a:off x="5925312" y="1673352"/>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2F5F8"/>
                </a:solidFill>
                <a:latin typeface="Helvetica Neue"/>
              </a:defRPr>
            </a:pPr>
            <a:r>
              <a:t>3.84 USD</a:t>
            </a:r>
          </a:p>
        </p:txBody>
      </p:sp>
      <p:sp>
        <p:nvSpPr>
          <p:cNvPr id="10" name="text:bigger than the 3.00 USD it ends up "/>
          <p:cNvSpPr txBox="1"/>
          <p:nvPr/>
        </p:nvSpPr>
        <p:spPr>
          <a:xfrm>
            <a:off x="5925312" y="2029968"/>
            <a:ext cx="2651760" cy="22860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bigger than the 3.00 USD it ends up ahead</a:t>
            </a:r>
          </a:p>
        </p:txBody>
      </p:sp>
      <p:sp>
        <p:nvSpPr>
          <p:cNvPr id="11" name="Rounded Rectangle 10"/>
          <p:cNvSpPr/>
          <p:nvPr/>
        </p:nvSpPr>
        <p:spPr>
          <a:xfrm>
            <a:off x="5760720" y="2395728"/>
            <a:ext cx="2880360" cy="886968"/>
          </a:xfrm>
          <a:prstGeom prst="roundRect">
            <a:avLst>
              <a:gd name="adj" fmla="val 144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UNDER WATER, ZERO COSTS"/>
          <p:cNvSpPr txBox="1"/>
          <p:nvPr/>
        </p:nvSpPr>
        <p:spPr>
          <a:xfrm>
            <a:off x="5925312" y="2468880"/>
            <a:ext cx="26517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UNDER WATER, ZERO COSTS</a:t>
            </a:r>
          </a:p>
        </p:txBody>
      </p:sp>
      <p:sp>
        <p:nvSpPr>
          <p:cNvPr id="13" name="text:82%"/>
          <p:cNvSpPr txBox="1"/>
          <p:nvPr/>
        </p:nvSpPr>
        <p:spPr>
          <a:xfrm>
            <a:off x="5925312" y="2651760"/>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D51FC"/>
                </a:solidFill>
                <a:latin typeface="Helvetica Neue"/>
              </a:defRPr>
            </a:pPr>
            <a:r>
              <a:t>82%</a:t>
            </a:r>
          </a:p>
        </p:txBody>
      </p:sp>
      <p:sp>
        <p:nvSpPr>
          <p:cNvPr id="14" name="text:longest stretch 29 min of 40"/>
          <p:cNvSpPr txBox="1"/>
          <p:nvPr/>
        </p:nvSpPr>
        <p:spPr>
          <a:xfrm>
            <a:off x="5925312" y="3008376"/>
            <a:ext cx="2651760" cy="22860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longest stretch 29 min of 40</a:t>
            </a:r>
          </a:p>
        </p:txBody>
      </p:sp>
      <p:sp>
        <p:nvSpPr>
          <p:cNvPr id="15" name="Rounded Rectangle 14"/>
          <p:cNvSpPr/>
          <p:nvPr/>
        </p:nvSpPr>
        <p:spPr>
          <a:xfrm>
            <a:off x="5760720" y="3374136"/>
            <a:ext cx="2880360" cy="886968"/>
          </a:xfrm>
          <a:prstGeom prst="roundRect">
            <a:avLst>
              <a:gd name="adj" fmla="val 14432"/>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WITH 5 + 2 BPS COSTS"/>
          <p:cNvSpPr txBox="1"/>
          <p:nvPr/>
        </p:nvSpPr>
        <p:spPr>
          <a:xfrm>
            <a:off x="5925312" y="3447288"/>
            <a:ext cx="26517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WITH 5 + 2 BPS COSTS</a:t>
            </a:r>
          </a:p>
        </p:txBody>
      </p:sp>
      <p:sp>
        <p:nvSpPr>
          <p:cNvPr id="17" name="text:99%"/>
          <p:cNvSpPr txBox="1"/>
          <p:nvPr/>
        </p:nvSpPr>
        <p:spPr>
          <a:xfrm>
            <a:off x="5925312" y="3630168"/>
            <a:ext cx="2651760" cy="365760"/>
          </a:xfrm>
          <a:prstGeom prst="rect">
            <a:avLst/>
          </a:prstGeom>
          <a:noFill/>
        </p:spPr>
        <p:txBody>
          <a:bodyPr wrap="square" lIns="9144" rIns="9144" tIns="0" bIns="0">
            <a:spAutoFit/>
          </a:bodyPr>
          <a:lstStyle/>
          <a:p>
            <a:pPr>
              <a:lnSpc>
                <a:spcPct val="106000"/>
              </a:lnSpc>
              <a:spcAft>
                <a:spcPts val="400"/>
              </a:spcAft>
              <a:defRPr sz="2000" b="0">
                <a:solidFill>
                  <a:srgbClr val="FD51FC"/>
                </a:solidFill>
                <a:latin typeface="Helvetica Neue"/>
              </a:defRPr>
            </a:pPr>
            <a:r>
              <a:t>99%</a:t>
            </a:r>
          </a:p>
        </p:txBody>
      </p:sp>
      <p:sp>
        <p:nvSpPr>
          <p:cNvPr id="18" name="text:under water, max drawdown 53.70 USD"/>
          <p:cNvSpPr txBox="1"/>
          <p:nvPr/>
        </p:nvSpPr>
        <p:spPr>
          <a:xfrm>
            <a:off x="5925312" y="3986784"/>
            <a:ext cx="2651760" cy="22860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under water, max drawdown 53.70 USD</a:t>
            </a:r>
          </a:p>
        </p:txBody>
      </p:sp>
      <p:sp>
        <p:nvSpPr>
          <p:cNvPr id="19" name="text:Even with zero costs the equity spen"/>
          <p:cNvSpPr txBox="1"/>
          <p:nvPr/>
        </p:nvSpPr>
        <p:spPr>
          <a:xfrm>
            <a:off x="548640" y="4352544"/>
            <a:ext cx="8092440" cy="228600"/>
          </a:xfrm>
          <a:prstGeom prst="rect">
            <a:avLst/>
          </a:prstGeom>
          <a:noFill/>
        </p:spPr>
        <p:txBody>
          <a:bodyPr wrap="square" lIns="9144" rIns="9144" tIns="0" bIns="0">
            <a:spAutoFit/>
          </a:bodyPr>
          <a:lstStyle/>
          <a:p>
            <a:pPr>
              <a:lnSpc>
                <a:spcPct val="106000"/>
              </a:lnSpc>
              <a:spcAft>
                <a:spcPts val="400"/>
              </a:spcAft>
              <a:defRPr sz="1100" b="0">
                <a:solidFill>
                  <a:srgbClr val="3DDC97"/>
                </a:solidFill>
                <a:latin typeface="Helvetica Neue"/>
              </a:defRPr>
            </a:pPr>
            <a:r>
              <a:t>Even with zero costs the equity spent most of the window below a previous peak.</a:t>
            </a:r>
          </a:p>
        </p:txBody>
      </p:sp>
      <p:sp>
        <p:nvSpPr>
          <p:cNvPr id="20" name="text:Source: lab demo 2 and code/out/cost"/>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lab demo 2 and code/out/cost-scenarios.json. Simulated, on recorded data; not advice.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urnov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Turnover</a:t>
            </a:r>
          </a:p>
        </p:txBody>
      </p:sp>
      <p:sp>
        <p:nvSpPr>
          <p:cNvPr id="3" name="text:How much you traded compared with wh"/>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How much you traded compared with what you hold.</a:t>
            </a:r>
          </a:p>
        </p:txBody>
      </p:sp>
      <p:sp>
        <p:nvSpPr>
          <p:cNvPr id="4" name="text:1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10</a:t>
            </a:r>
          </a:p>
        </p:txBody>
      </p:sp>
      <p:sp>
        <p:nvSpPr>
          <p:cNvPr id="5" name="Rounded Rectangle 4"/>
          <p:cNvSpPr/>
          <p:nvPr/>
        </p:nvSpPr>
        <p:spPr>
          <a:xfrm>
            <a:off x="548640" y="1463040"/>
            <a:ext cx="2926080" cy="2606040"/>
          </a:xfrm>
          <a:prstGeom prst="roundRect">
            <a:avLst>
              <a:gd name="adj" fmla="val 4912"/>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URNOVER, ALL 45 TRADES"/>
          <p:cNvSpPr txBox="1"/>
          <p:nvPr/>
        </p:nvSpPr>
        <p:spPr>
          <a:xfrm>
            <a:off x="731520" y="1600200"/>
            <a:ext cx="26517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TURNOVER, ALL 45 TRADES</a:t>
            </a:r>
          </a:p>
        </p:txBody>
      </p:sp>
      <p:sp>
        <p:nvSpPr>
          <p:cNvPr id="7" name="text:8.3x"/>
          <p:cNvSpPr txBox="1"/>
          <p:nvPr/>
        </p:nvSpPr>
        <p:spPr>
          <a:xfrm>
            <a:off x="731520" y="1874519"/>
            <a:ext cx="2651760" cy="731520"/>
          </a:xfrm>
          <a:prstGeom prst="rect">
            <a:avLst/>
          </a:prstGeom>
          <a:noFill/>
        </p:spPr>
        <p:txBody>
          <a:bodyPr wrap="square" lIns="9144" rIns="9144" tIns="0" bIns="0">
            <a:spAutoFit/>
          </a:bodyPr>
          <a:lstStyle/>
          <a:p>
            <a:pPr>
              <a:lnSpc>
                <a:spcPct val="106000"/>
              </a:lnSpc>
              <a:spcAft>
                <a:spcPts val="400"/>
              </a:spcAft>
              <a:defRPr sz="4400" b="0">
                <a:solidFill>
                  <a:srgbClr val="3DDC97"/>
                </a:solidFill>
                <a:latin typeface="Helvetica Neue"/>
              </a:defRPr>
            </a:pPr>
            <a:r>
              <a:t>8.3x</a:t>
            </a:r>
          </a:p>
        </p:txBody>
      </p:sp>
      <p:sp>
        <p:nvSpPr>
          <p:cNvPr id="8" name="text:83,000 USD traded on 10,000 USD of c"/>
          <p:cNvSpPr txBox="1"/>
          <p:nvPr/>
        </p:nvSpPr>
        <p:spPr>
          <a:xfrm>
            <a:off x="731520" y="2743200"/>
            <a:ext cx="2606040" cy="7315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83,000 USD traded on 10,000 USD of capital, in 40 minutes</a:t>
            </a:r>
          </a:p>
        </p:txBody>
      </p:sp>
      <p:sp>
        <p:nvSpPr>
          <p:cNvPr id="9" name="text:two legs per trade, 1,000 USD each"/>
          <p:cNvSpPr txBox="1"/>
          <p:nvPr/>
        </p:nvSpPr>
        <p:spPr>
          <a:xfrm>
            <a:off x="731520" y="3566160"/>
            <a:ext cx="2651760" cy="36576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two legs per trade, 1,000 USD each</a:t>
            </a:r>
          </a:p>
        </p:txBody>
      </p:sp>
      <p:sp>
        <p:nvSpPr>
          <p:cNvPr id="10" name="text:PER STRATEGY"/>
          <p:cNvSpPr txBox="1"/>
          <p:nvPr/>
        </p:nvSpPr>
        <p:spPr>
          <a:xfrm>
            <a:off x="3749039" y="1463040"/>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PER STRATEGY</a:t>
            </a:r>
          </a:p>
        </p:txBody>
      </p:sp>
      <p:sp>
        <p:nvSpPr>
          <p:cNvPr id="11" name="text:basis"/>
          <p:cNvSpPr txBox="1"/>
          <p:nvPr/>
        </p:nvSpPr>
        <p:spPr>
          <a:xfrm>
            <a:off x="3749039" y="1783080"/>
            <a:ext cx="146304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basis</a:t>
            </a:r>
          </a:p>
        </p:txBody>
      </p:sp>
      <p:sp>
        <p:nvSpPr>
          <p:cNvPr id="12" name="Rounded Rectangle 11"/>
          <p:cNvSpPr/>
          <p:nvPr/>
        </p:nvSpPr>
        <p:spPr>
          <a:xfrm>
            <a:off x="5212080" y="1810512"/>
            <a:ext cx="3200400" cy="237744"/>
          </a:xfrm>
          <a:prstGeom prst="roundRect">
            <a:avLst>
              <a:gd name="adj" fmla="val 1923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3.8x"/>
          <p:cNvSpPr txBox="1"/>
          <p:nvPr/>
        </p:nvSpPr>
        <p:spPr>
          <a:xfrm>
            <a:off x="8485632" y="1783080"/>
            <a:ext cx="640080" cy="2743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3.8x</a:t>
            </a:r>
          </a:p>
        </p:txBody>
      </p:sp>
      <p:sp>
        <p:nvSpPr>
          <p:cNvPr id="14" name="text:19 trades"/>
          <p:cNvSpPr txBox="1"/>
          <p:nvPr/>
        </p:nvSpPr>
        <p:spPr>
          <a:xfrm>
            <a:off x="3749039" y="2039112"/>
            <a:ext cx="146304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19 trades</a:t>
            </a:r>
          </a:p>
        </p:txBody>
      </p:sp>
      <p:sp>
        <p:nvSpPr>
          <p:cNvPr id="15" name="text:trend"/>
          <p:cNvSpPr txBox="1"/>
          <p:nvPr/>
        </p:nvSpPr>
        <p:spPr>
          <a:xfrm>
            <a:off x="3749039" y="2331720"/>
            <a:ext cx="146304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trend</a:t>
            </a:r>
          </a:p>
        </p:txBody>
      </p:sp>
      <p:sp>
        <p:nvSpPr>
          <p:cNvPr id="16" name="Rounded Rectangle 15"/>
          <p:cNvSpPr/>
          <p:nvPr/>
        </p:nvSpPr>
        <p:spPr>
          <a:xfrm>
            <a:off x="5212080" y="2359151"/>
            <a:ext cx="1684421" cy="237744"/>
          </a:xfrm>
          <a:prstGeom prst="roundRect">
            <a:avLst>
              <a:gd name="adj" fmla="val 1923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2.0x"/>
          <p:cNvSpPr txBox="1"/>
          <p:nvPr/>
        </p:nvSpPr>
        <p:spPr>
          <a:xfrm>
            <a:off x="6969653" y="2331720"/>
            <a:ext cx="640080" cy="2743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2.0x</a:t>
            </a:r>
          </a:p>
        </p:txBody>
      </p:sp>
      <p:sp>
        <p:nvSpPr>
          <p:cNvPr id="18" name="text:10 trades"/>
          <p:cNvSpPr txBox="1"/>
          <p:nvPr/>
        </p:nvSpPr>
        <p:spPr>
          <a:xfrm>
            <a:off x="3749039" y="2587752"/>
            <a:ext cx="146304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10 trades</a:t>
            </a:r>
          </a:p>
        </p:txBody>
      </p:sp>
      <p:sp>
        <p:nvSpPr>
          <p:cNvPr id="19" name="text:mean-reversion"/>
          <p:cNvSpPr txBox="1"/>
          <p:nvPr/>
        </p:nvSpPr>
        <p:spPr>
          <a:xfrm>
            <a:off x="3749039" y="2880360"/>
            <a:ext cx="146304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mean-reversion</a:t>
            </a:r>
          </a:p>
        </p:txBody>
      </p:sp>
      <p:sp>
        <p:nvSpPr>
          <p:cNvPr id="20" name="Rounded Rectangle 19"/>
          <p:cNvSpPr/>
          <p:nvPr/>
        </p:nvSpPr>
        <p:spPr>
          <a:xfrm>
            <a:off x="5212080" y="2907791"/>
            <a:ext cx="1515978" cy="237744"/>
          </a:xfrm>
          <a:prstGeom prst="roundRect">
            <a:avLst>
              <a:gd name="adj" fmla="val 1923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1.8x"/>
          <p:cNvSpPr txBox="1"/>
          <p:nvPr/>
        </p:nvSpPr>
        <p:spPr>
          <a:xfrm>
            <a:off x="6801210" y="2880360"/>
            <a:ext cx="640080" cy="2743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1.8x</a:t>
            </a:r>
          </a:p>
        </p:txBody>
      </p:sp>
      <p:sp>
        <p:nvSpPr>
          <p:cNvPr id="22" name="text:9 trades"/>
          <p:cNvSpPr txBox="1"/>
          <p:nvPr/>
        </p:nvSpPr>
        <p:spPr>
          <a:xfrm>
            <a:off x="3749039" y="3136391"/>
            <a:ext cx="146304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9 trades</a:t>
            </a:r>
          </a:p>
        </p:txBody>
      </p:sp>
      <p:sp>
        <p:nvSpPr>
          <p:cNvPr id="23" name="text:market-maker"/>
          <p:cNvSpPr txBox="1"/>
          <p:nvPr/>
        </p:nvSpPr>
        <p:spPr>
          <a:xfrm>
            <a:off x="3749039" y="3429000"/>
            <a:ext cx="1463040" cy="2743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market-maker</a:t>
            </a:r>
          </a:p>
        </p:txBody>
      </p:sp>
      <p:sp>
        <p:nvSpPr>
          <p:cNvPr id="24" name="Rounded Rectangle 23"/>
          <p:cNvSpPr/>
          <p:nvPr/>
        </p:nvSpPr>
        <p:spPr>
          <a:xfrm>
            <a:off x="5212080" y="3456432"/>
            <a:ext cx="589547" cy="237744"/>
          </a:xfrm>
          <a:prstGeom prst="roundRect">
            <a:avLst>
              <a:gd name="adj" fmla="val 19230"/>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0.7x"/>
          <p:cNvSpPr txBox="1"/>
          <p:nvPr/>
        </p:nvSpPr>
        <p:spPr>
          <a:xfrm>
            <a:off x="5874779" y="3429000"/>
            <a:ext cx="640080" cy="27432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0.7x</a:t>
            </a:r>
          </a:p>
        </p:txBody>
      </p:sp>
      <p:sp>
        <p:nvSpPr>
          <p:cNvPr id="26" name="text:7 trades"/>
          <p:cNvSpPr txBox="1"/>
          <p:nvPr/>
        </p:nvSpPr>
        <p:spPr>
          <a:xfrm>
            <a:off x="3749039" y="3685032"/>
            <a:ext cx="1463040" cy="182880"/>
          </a:xfrm>
          <a:prstGeom prst="rect">
            <a:avLst/>
          </a:prstGeom>
          <a:noFill/>
        </p:spPr>
        <p:txBody>
          <a:bodyPr wrap="square" lIns="9144" rIns="9144" tIns="0" bIns="0">
            <a:spAutoFit/>
          </a:bodyPr>
          <a:lstStyle/>
          <a:p>
            <a:pPr>
              <a:lnSpc>
                <a:spcPct val="106000"/>
              </a:lnSpc>
              <a:spcAft>
                <a:spcPts val="400"/>
              </a:spcAft>
              <a:defRPr sz="850" b="0">
                <a:solidFill>
                  <a:srgbClr val="9A9AA2"/>
                </a:solidFill>
                <a:latin typeface="Helvetica Neue"/>
              </a:defRPr>
            </a:pPr>
            <a:r>
              <a:t>7 trades</a:t>
            </a:r>
          </a:p>
        </p:txBody>
      </p:sp>
      <p:sp>
        <p:nvSpPr>
          <p:cNvPr id="27" name="text:More turnover means more costs. Chec"/>
          <p:cNvSpPr txBox="1"/>
          <p:nvPr/>
        </p:nvSpPr>
        <p:spPr>
          <a:xfrm>
            <a:off x="3749039" y="4023360"/>
            <a:ext cx="4846320" cy="457200"/>
          </a:xfrm>
          <a:prstGeom prst="rect">
            <a:avLst/>
          </a:prstGeom>
          <a:noFill/>
        </p:spPr>
        <p:txBody>
          <a:bodyPr wrap="square" lIns="9144" rIns="9144" tIns="0" bIns="0">
            <a:spAutoFit/>
          </a:bodyPr>
          <a:lstStyle/>
          <a:p>
            <a:pPr>
              <a:lnSpc>
                <a:spcPct val="106000"/>
              </a:lnSpc>
              <a:spcAft>
                <a:spcPts val="400"/>
              </a:spcAft>
              <a:defRPr sz="1200" b="0">
                <a:solidFill>
                  <a:srgbClr val="3DDC97"/>
                </a:solidFill>
                <a:latin typeface="Helvetica Neue"/>
              </a:defRPr>
            </a:pPr>
            <a:r>
              <a:t>More turnover means more costs. Check it before you celebrate a gross number.</a:t>
            </a:r>
          </a:p>
        </p:txBody>
      </p:sp>
      <p:sp>
        <p:nvSpPr>
          <p:cNvPr id="28" name="text:Source: demo-repo/code/out/scorecar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demo-repo/code/out/scorecard.json (capital 10,000 USD, 40 minutes). Simulated, on recorded data; not advice.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scorecard on one pag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scorecard on one page</a:t>
            </a:r>
          </a:p>
        </p:txBody>
      </p:sp>
      <p:sp>
        <p:nvSpPr>
          <p:cNvPr id="3" name="text:Eight numbers, one ledge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Eight numbers, one ledger.</a:t>
            </a:r>
          </a:p>
        </p:txBody>
      </p:sp>
      <p:sp>
        <p:nvSpPr>
          <p:cNvPr id="4" name="text:1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11</a:t>
            </a:r>
          </a:p>
        </p:txBody>
      </p:sp>
      <p:pic>
        <p:nvPicPr>
          <p:cNvPr id="5" name="Picture 4" descr="01-scorecard.png"/>
          <p:cNvPicPr>
            <a:picLocks noChangeAspect="1"/>
          </p:cNvPicPr>
          <p:nvPr/>
        </p:nvPicPr>
        <p:blipFill>
          <a:blip r:embed="rId3"/>
          <a:stretch>
            <a:fillRect/>
          </a:stretch>
        </p:blipFill>
        <p:spPr>
          <a:xfrm>
            <a:off x="548640" y="1417891"/>
            <a:ext cx="5394960" cy="3034665"/>
          </a:xfrm>
          <a:prstGeom prst="roundRect">
            <a:avLst>
              <a:gd name="adj" fmla="val 3615"/>
            </a:avLst>
          </a:prstGeom>
        </p:spPr>
      </p:pic>
      <p:sp>
        <p:nvSpPr>
          <p:cNvPr id="6" name="Rounded Rectangle 5"/>
          <p:cNvSpPr/>
          <p:nvPr/>
        </p:nvSpPr>
        <p:spPr>
          <a:xfrm>
            <a:off x="548640" y="1417891"/>
            <a:ext cx="5394960" cy="3034665"/>
          </a:xfrm>
          <a:prstGeom prst="roundRect">
            <a:avLst>
              <a:gd name="adj" fmla="val 361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126480" y="1417320"/>
            <a:ext cx="251460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1"/>
          <p:cNvSpPr txBox="1"/>
          <p:nvPr/>
        </p:nvSpPr>
        <p:spPr>
          <a:xfrm>
            <a:off x="6291072" y="150876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9" name="text:Net, not gross"/>
          <p:cNvSpPr txBox="1"/>
          <p:nvPr/>
        </p:nvSpPr>
        <p:spPr>
          <a:xfrm>
            <a:off x="6629400" y="1545336"/>
            <a:ext cx="1920240" cy="7315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Net, not gross</a:t>
            </a:r>
          </a:p>
        </p:txBody>
      </p:sp>
      <p:sp>
        <p:nvSpPr>
          <p:cNvPr id="10" name="Rounded Rectangle 9"/>
          <p:cNvSpPr/>
          <p:nvPr/>
        </p:nvSpPr>
        <p:spPr>
          <a:xfrm>
            <a:off x="6126480" y="2441448"/>
            <a:ext cx="251460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6291072" y="2532888"/>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2" name="text:Hit rate against break-even"/>
          <p:cNvSpPr txBox="1"/>
          <p:nvPr/>
        </p:nvSpPr>
        <p:spPr>
          <a:xfrm>
            <a:off x="6629400" y="2569464"/>
            <a:ext cx="1920240" cy="7315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Hit rate against break-even</a:t>
            </a:r>
          </a:p>
        </p:txBody>
      </p:sp>
      <p:sp>
        <p:nvSpPr>
          <p:cNvPr id="13" name="Rounded Rectangle 12"/>
          <p:cNvSpPr/>
          <p:nvPr/>
        </p:nvSpPr>
        <p:spPr>
          <a:xfrm>
            <a:off x="6126480" y="3465576"/>
            <a:ext cx="2514600" cy="914400"/>
          </a:xfrm>
          <a:prstGeom prst="roundRect">
            <a:avLst>
              <a:gd name="adj" fmla="val 14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291072" y="3557016"/>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5" name="text:Drawdown and time under water"/>
          <p:cNvSpPr txBox="1"/>
          <p:nvPr/>
        </p:nvSpPr>
        <p:spPr>
          <a:xfrm>
            <a:off x="6629400" y="3593592"/>
            <a:ext cx="1920240" cy="731520"/>
          </a:xfrm>
          <a:prstGeom prst="rect">
            <a:avLst/>
          </a:prstGeom>
          <a:noFill/>
        </p:spPr>
        <p:txBody>
          <a:bodyPr wrap="square" lIns="9144" rIns="9144" tIns="0" bIns="0">
            <a:spAutoFit/>
          </a:bodyPr>
          <a:lstStyle/>
          <a:p>
            <a:pPr>
              <a:lnSpc>
                <a:spcPct val="106000"/>
              </a:lnSpc>
              <a:spcAft>
                <a:spcPts val="400"/>
              </a:spcAft>
              <a:defRPr sz="1200" b="0">
                <a:solidFill>
                  <a:srgbClr val="F2F5F8"/>
                </a:solidFill>
                <a:latin typeface="Helvetica Neue"/>
              </a:defRPr>
            </a:pPr>
            <a:r>
              <a:t>Drawdown and time under water</a:t>
            </a:r>
          </a:p>
        </p:txBody>
      </p:sp>
      <p:sp>
        <p:nvSpPr>
          <p:cNvPr id="16" name="text:Source: lab demo 1 (recorded data).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lab demo 1 (recorded data). Simulated; not advice.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code behind i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code behind it</a:t>
            </a:r>
          </a:p>
        </p:txBody>
      </p:sp>
      <p:sp>
        <p:nvSpPr>
          <p:cNvPr id="3" name="text:Plain functions, no framework."/>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Plain functions, no framework.</a:t>
            </a:r>
          </a:p>
        </p:txBody>
      </p:sp>
      <p:sp>
        <p:nvSpPr>
          <p:cNvPr id="4" name="text:1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12</a:t>
            </a:r>
          </a:p>
        </p:txBody>
      </p:sp>
      <p:sp>
        <p:nvSpPr>
          <p:cNvPr id="5" name="Rounded Rectangle 4"/>
          <p:cNvSpPr/>
          <p:nvPr/>
        </p:nvSpPr>
        <p:spPr>
          <a:xfrm>
            <a:off x="548640" y="1417320"/>
            <a:ext cx="5486400" cy="3108960"/>
          </a:xfrm>
          <a:prstGeom prst="roundRect">
            <a:avLst>
              <a:gd name="adj" fmla="val 4117"/>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src/scorecard.ts"/>
          <p:cNvSpPr txBox="1"/>
          <p:nvPr/>
        </p:nvSpPr>
        <p:spPr>
          <a:xfrm>
            <a:off x="731520" y="1508760"/>
            <a:ext cx="484632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Menlo"/>
              </a:defRPr>
            </a:pPr>
            <a:r>
              <a:t>src/scorecard.ts</a:t>
            </a:r>
          </a:p>
        </p:txBody>
      </p:sp>
      <p:sp>
        <p:nvSpPr>
          <p:cNvPr id="7" name="text:export function netUsd(t: LedgerTrad"/>
          <p:cNvSpPr txBox="1"/>
          <p:nvPr/>
        </p:nvSpPr>
        <p:spPr>
          <a:xfrm>
            <a:off x="731520" y="1783080"/>
            <a:ext cx="5212080" cy="2697480"/>
          </a:xfrm>
          <a:prstGeom prst="rect">
            <a:avLst/>
          </a:prstGeom>
          <a:noFill/>
        </p:spPr>
        <p:txBody>
          <a:bodyPr wrap="square" lIns="9144" rIns="9144" tIns="0" bIns="0">
            <a:spAutoFit/>
          </a:bodyPr>
          <a:lstStyle/>
          <a:p>
            <a:pPr>
              <a:lnSpc>
                <a:spcPct val="100000"/>
              </a:lnSpc>
              <a:spcAft>
                <a:spcPts val="400"/>
              </a:spcAft>
              <a:defRPr sz="760" b="0">
                <a:solidFill>
                  <a:srgbClr val="F2F5F8"/>
                </a:solidFill>
                <a:latin typeface="Menlo"/>
              </a:defRPr>
            </a:pPr>
            <a:r>
              <a:t>export function netUsd(t: LedgerTrade, c: CostSettings): number {</a:t>
            </a:r>
          </a:p>
          <a:p>
            <a:pPr>
              <a:lnSpc>
                <a:spcPct val="100000"/>
              </a:lnSpc>
              <a:spcAft>
                <a:spcPts val="400"/>
              </a:spcAft>
              <a:defRPr sz="760" b="0">
                <a:solidFill>
                  <a:srgbClr val="F2F5F8"/>
                </a:solidFill>
                <a:latin typeface="Menlo"/>
              </a:defRPr>
            </a:pPr>
            <a:r>
              <a:t>  const bps = c.feeBps + (t.paysSlippage ? c.slippageBps : 0);</a:t>
            </a:r>
          </a:p>
          <a:p>
            <a:pPr>
              <a:lnSpc>
                <a:spcPct val="100000"/>
              </a:lnSpc>
              <a:spcAft>
                <a:spcPts val="400"/>
              </a:spcAft>
              <a:defRPr sz="760" b="0">
                <a:solidFill>
                  <a:srgbClr val="F2F5F8"/>
                </a:solidFill>
                <a:latin typeface="Menlo"/>
              </a:defRPr>
            </a:pPr>
            <a:r>
              <a:t>  return t.grossUsd - t.legs * (bps / 10_000) * t.notionalUsd;</a:t>
            </a:r>
          </a:p>
          <a:p>
            <a:pPr>
              <a:lnSpc>
                <a:spcPct val="100000"/>
              </a:lnSpc>
              <a:spcAft>
                <a:spcPts val="400"/>
              </a:spcAft>
              <a:defRPr sz="760" b="0">
                <a:solidFill>
                  <a:srgbClr val="F2F5F8"/>
                </a:solidFill>
                <a:latin typeface="Menlo"/>
              </a:defRPr>
            </a:pPr>
            <a:r>
              <a:t>}</a:t>
            </a:r>
          </a:p>
          <a:p>
            <a:pPr>
              <a:lnSpc>
                <a:spcPct val="100000"/>
              </a:lnSpc>
              <a:spcAft>
                <a:spcPts val="400"/>
              </a:spcAft>
              <a:defRPr sz="760" b="0">
                <a:solidFill>
                  <a:srgbClr val="F2F5F8"/>
                </a:solidFill>
                <a:latin typeface="Menlo"/>
              </a:defRPr>
            </a:pPr>
          </a:p>
          <a:p>
            <a:pPr>
              <a:lnSpc>
                <a:spcPct val="100000"/>
              </a:lnSpc>
              <a:spcAft>
                <a:spcPts val="400"/>
              </a:spcAft>
              <a:defRPr sz="760" b="0">
                <a:solidFill>
                  <a:srgbClr val="F2F5F8"/>
                </a:solidFill>
                <a:latin typeface="Menlo"/>
              </a:defRPr>
            </a:pPr>
            <a:r>
              <a:t>export function breakEvenHitRate(win: number, loss: number): number {</a:t>
            </a:r>
          </a:p>
          <a:p>
            <a:pPr>
              <a:lnSpc>
                <a:spcPct val="100000"/>
              </a:lnSpc>
              <a:spcAft>
                <a:spcPts val="400"/>
              </a:spcAft>
              <a:defRPr sz="760" b="0">
                <a:solidFill>
                  <a:srgbClr val="F2F5F8"/>
                </a:solidFill>
                <a:latin typeface="Menlo"/>
              </a:defRPr>
            </a:pPr>
            <a:r>
              <a:t>  return loss / (win + loss);</a:t>
            </a:r>
          </a:p>
          <a:p>
            <a:pPr>
              <a:lnSpc>
                <a:spcPct val="100000"/>
              </a:lnSpc>
              <a:spcAft>
                <a:spcPts val="400"/>
              </a:spcAft>
              <a:defRPr sz="760" b="0">
                <a:solidFill>
                  <a:srgbClr val="F2F5F8"/>
                </a:solidFill>
                <a:latin typeface="Menlo"/>
              </a:defRPr>
            </a:pPr>
            <a:r>
              <a:t>}</a:t>
            </a:r>
          </a:p>
          <a:p>
            <a:pPr>
              <a:lnSpc>
                <a:spcPct val="100000"/>
              </a:lnSpc>
              <a:spcAft>
                <a:spcPts val="400"/>
              </a:spcAft>
              <a:defRPr sz="760" b="0">
                <a:solidFill>
                  <a:srgbClr val="F2F5F8"/>
                </a:solidFill>
                <a:latin typeface="Menlo"/>
              </a:defRPr>
            </a:pPr>
          </a:p>
          <a:p>
            <a:pPr>
              <a:lnSpc>
                <a:spcPct val="100000"/>
              </a:lnSpc>
              <a:spcAft>
                <a:spcPts val="400"/>
              </a:spcAft>
              <a:defRPr sz="760" b="0">
                <a:solidFill>
                  <a:srgbClr val="F2F5F8"/>
                </a:solidFill>
                <a:latin typeface="Menlo"/>
              </a:defRPr>
            </a:pPr>
            <a:r>
              <a:t>export function failureProbability(hit: number, breakEven: number, n: number): number {</a:t>
            </a:r>
          </a:p>
          <a:p>
            <a:pPr>
              <a:lnSpc>
                <a:spcPct val="100000"/>
              </a:lnSpc>
              <a:spcAft>
                <a:spcPts val="400"/>
              </a:spcAft>
              <a:defRPr sz="760" b="0">
                <a:solidFill>
                  <a:srgbClr val="F2F5F8"/>
                </a:solidFill>
                <a:latin typeface="Menlo"/>
              </a:defRPr>
            </a:pPr>
            <a:r>
              <a:t>  const se = Math.sqrt((hit * (1 - hit)) / n);</a:t>
            </a:r>
          </a:p>
          <a:p>
            <a:pPr>
              <a:lnSpc>
                <a:spcPct val="100000"/>
              </a:lnSpc>
              <a:spcAft>
                <a:spcPts val="400"/>
              </a:spcAft>
              <a:defRPr sz="760" b="0">
                <a:solidFill>
                  <a:srgbClr val="F2F5F8"/>
                </a:solidFill>
                <a:latin typeface="Menlo"/>
              </a:defRPr>
            </a:pPr>
            <a:r>
              <a:t>  return se === 0 ? (hit &lt; breakEven ? 1 : 0) : normCdf((breakEven - hit) / se);</a:t>
            </a:r>
          </a:p>
          <a:p>
            <a:pPr>
              <a:lnSpc>
                <a:spcPct val="100000"/>
              </a:lnSpc>
              <a:spcAft>
                <a:spcPts val="400"/>
              </a:spcAft>
              <a:defRPr sz="760" b="0">
                <a:solidFill>
                  <a:srgbClr val="F2F5F8"/>
                </a:solidFill>
                <a:latin typeface="Menlo"/>
              </a:defRPr>
            </a:pPr>
            <a:r>
              <a:t>}</a:t>
            </a:r>
          </a:p>
        </p:txBody>
      </p:sp>
      <p:sp>
        <p:nvSpPr>
          <p:cNvPr id="8" name="Rounded Rectangle 7"/>
          <p:cNvSpPr/>
          <p:nvPr/>
        </p:nvSpPr>
        <p:spPr>
          <a:xfrm>
            <a:off x="6263640" y="1417320"/>
            <a:ext cx="2377440" cy="932688"/>
          </a:xfrm>
          <a:prstGeom prst="roundRect">
            <a:avLst>
              <a:gd name="adj" fmla="val 137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6400800" y="150876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10" name="text:Net = gross minus costs on every leg"/>
          <p:cNvSpPr txBox="1"/>
          <p:nvPr/>
        </p:nvSpPr>
        <p:spPr>
          <a:xfrm>
            <a:off x="6766560" y="1527048"/>
            <a:ext cx="1783080" cy="7772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Net = gross minus costs on every leg</a:t>
            </a:r>
          </a:p>
        </p:txBody>
      </p:sp>
      <p:sp>
        <p:nvSpPr>
          <p:cNvPr id="11" name="Rounded Rectangle 10"/>
          <p:cNvSpPr/>
          <p:nvPr/>
        </p:nvSpPr>
        <p:spPr>
          <a:xfrm>
            <a:off x="6263640" y="2468880"/>
            <a:ext cx="2377440" cy="932688"/>
          </a:xfrm>
          <a:prstGeom prst="roundRect">
            <a:avLst>
              <a:gd name="adj" fmla="val 137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6400800" y="2560320"/>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13" name="text:Break-even comes from the two averag"/>
          <p:cNvSpPr txBox="1"/>
          <p:nvPr/>
        </p:nvSpPr>
        <p:spPr>
          <a:xfrm>
            <a:off x="6766560" y="2578608"/>
            <a:ext cx="1783080" cy="7772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Break-even comes from the two average payoffs</a:t>
            </a:r>
          </a:p>
        </p:txBody>
      </p:sp>
      <p:sp>
        <p:nvSpPr>
          <p:cNvPr id="14" name="Rounded Rectangle 13"/>
          <p:cNvSpPr/>
          <p:nvPr/>
        </p:nvSpPr>
        <p:spPr>
          <a:xfrm>
            <a:off x="6263640" y="3520439"/>
            <a:ext cx="2377440" cy="932688"/>
          </a:xfrm>
          <a:prstGeom prst="roundRect">
            <a:avLst>
              <a:gd name="adj" fmla="val 137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3"/>
          <p:cNvSpPr txBox="1"/>
          <p:nvPr/>
        </p:nvSpPr>
        <p:spPr>
          <a:xfrm>
            <a:off x="6400800" y="3611879"/>
            <a:ext cx="27432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16" name="text:A normal approximation, with a warni"/>
          <p:cNvSpPr txBox="1"/>
          <p:nvPr/>
        </p:nvSpPr>
        <p:spPr>
          <a:xfrm>
            <a:off x="6766560" y="3630168"/>
            <a:ext cx="1783080" cy="77724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A normal approximation, with a warning under 30 trades</a:t>
            </a:r>
          </a:p>
        </p:txBody>
      </p:sp>
      <p:sp>
        <p:nvSpPr>
          <p:cNvPr id="17" name="text:Source: demo-repo/code/src/scorecard"/>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demo-repo/code/src/scorecard.ts (excerpt)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un i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Run it</a:t>
            </a:r>
          </a:p>
        </p:txBody>
      </p:sp>
      <p:sp>
        <p:nvSpPr>
          <p:cNvPr id="3" name="text:One command, recorded data, no netw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One command, recorded data, no network.</a:t>
            </a:r>
          </a:p>
        </p:txBody>
      </p:sp>
      <p:sp>
        <p:nvSpPr>
          <p:cNvPr id="4" name="text:1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13</a:t>
            </a:r>
          </a:p>
        </p:txBody>
      </p:sp>
      <p:sp>
        <p:nvSpPr>
          <p:cNvPr id="5" name="Rounded Rectangle 4"/>
          <p:cNvSpPr/>
          <p:nvPr/>
        </p:nvSpPr>
        <p:spPr>
          <a:xfrm>
            <a:off x="548640" y="1417320"/>
            <a:ext cx="8092440" cy="2423160"/>
          </a:xfrm>
          <a:prstGeom prst="roundRect">
            <a:avLst>
              <a:gd name="adj" fmla="val 5283"/>
            </a:avLst>
          </a:prstGeom>
          <a:solidFill>
            <a:srgbClr val="050508"/>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npm run demo -- --recorded"/>
          <p:cNvSpPr txBox="1"/>
          <p:nvPr/>
        </p:nvSpPr>
        <p:spPr>
          <a:xfrm>
            <a:off x="713232" y="1490472"/>
            <a:ext cx="7818119" cy="182880"/>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Menlo"/>
              </a:defRPr>
            </a:pPr>
            <a:r>
              <a:t>$ npm run demo -- --recorded</a:t>
            </a:r>
          </a:p>
        </p:txBody>
      </p:sp>
      <p:sp>
        <p:nvSpPr>
          <p:cNvPr id="7" name="text:Strategy                  Trades    "/>
          <p:cNvSpPr txBox="1"/>
          <p:nvPr/>
        </p:nvSpPr>
        <p:spPr>
          <a:xfrm>
            <a:off x="713232" y="1709928"/>
            <a:ext cx="7818119" cy="2057400"/>
          </a:xfrm>
          <a:prstGeom prst="rect">
            <a:avLst/>
          </a:prstGeom>
          <a:noFill/>
        </p:spPr>
        <p:txBody>
          <a:bodyPr wrap="square" lIns="9144" rIns="9144" tIns="0" bIns="0">
            <a:spAutoFit/>
          </a:bodyPr>
          <a:lstStyle/>
          <a:p>
            <a:pPr>
              <a:lnSpc>
                <a:spcPct val="100000"/>
              </a:lnSpc>
              <a:spcAft>
                <a:spcPts val="400"/>
              </a:spcAft>
              <a:defRPr sz="700" b="0">
                <a:solidFill>
                  <a:srgbClr val="F2F5F8"/>
                </a:solidFill>
                <a:latin typeface="Menlo"/>
              </a:defRPr>
            </a:pPr>
            <a:r>
              <a:t>Strategy                  Trades     Hit  AvgWin AvgLoss  Payoff  NetUSD   MaxDD  Under%  Turn x   PFail</a:t>
            </a:r>
          </a:p>
          <a:p>
            <a:pPr>
              <a:lnSpc>
                <a:spcPct val="100000"/>
              </a:lnSpc>
              <a:spcAft>
                <a:spcPts val="400"/>
              </a:spcAft>
              <a:defRPr sz="700" b="0">
                <a:solidFill>
                  <a:srgbClr val="F2F5F8"/>
                </a:solidFill>
                <a:latin typeface="Menlo"/>
              </a:defRPr>
            </a:pPr>
            <a:r>
              <a:t>basis                         19      0%     n/a   -1.33     n/a  -25.29   25.29     99%     3.8     n/a</a:t>
            </a:r>
          </a:p>
          <a:p>
            <a:pPr>
              <a:lnSpc>
                <a:spcPct val="100000"/>
              </a:lnSpc>
              <a:spcAft>
                <a:spcPts val="400"/>
              </a:spcAft>
              <a:defRPr sz="700" b="0">
                <a:solidFill>
                  <a:srgbClr val="F2F5F8"/>
                </a:solidFill>
                <a:latin typeface="Menlo"/>
              </a:defRPr>
            </a:pPr>
            <a:r>
              <a:t>market-maker                   7     43%   +0.20   -1.02    0.20   -3.45    4.06     94%     0.7     98%</a:t>
            </a:r>
          </a:p>
          <a:p>
            <a:pPr>
              <a:lnSpc>
                <a:spcPct val="100000"/>
              </a:lnSpc>
              <a:spcAft>
                <a:spcPts val="400"/>
              </a:spcAft>
              <a:defRPr sz="700" b="0">
                <a:solidFill>
                  <a:srgbClr val="F2F5F8"/>
                </a:solidFill>
                <a:latin typeface="Menlo"/>
              </a:defRPr>
            </a:pPr>
            <a:r>
              <a:t>mean-reversion                 9      0%     n/a   -1.29     n/a  -11.57   11.57     80%     1.8     n/a</a:t>
            </a:r>
          </a:p>
          <a:p>
            <a:pPr>
              <a:lnSpc>
                <a:spcPct val="100000"/>
              </a:lnSpc>
              <a:spcAft>
                <a:spcPts val="400"/>
              </a:spcAft>
              <a:defRPr sz="700" b="0">
                <a:solidFill>
                  <a:srgbClr val="F2F5F8"/>
                </a:solidFill>
                <a:latin typeface="Menlo"/>
              </a:defRPr>
            </a:pPr>
            <a:r>
              <a:t>trend                         10     20%   +0.81   -1.88    0.43  -13.39   13.50     73%     2.0    100%</a:t>
            </a:r>
          </a:p>
          <a:p>
            <a:pPr>
              <a:lnSpc>
                <a:spcPct val="100000"/>
              </a:lnSpc>
              <a:spcAft>
                <a:spcPts val="400"/>
              </a:spcAft>
              <a:defRPr sz="700" b="0">
                <a:solidFill>
                  <a:srgbClr val="F2F5F8"/>
                </a:solidFill>
                <a:latin typeface="Menlo"/>
              </a:defRPr>
            </a:pPr>
            <a:r>
              <a:t>--------------------------------------------------------------------------------------------------------</a:t>
            </a:r>
          </a:p>
          <a:p>
            <a:pPr>
              <a:lnSpc>
                <a:spcPct val="100000"/>
              </a:lnSpc>
              <a:spcAft>
                <a:spcPts val="400"/>
              </a:spcAft>
              <a:defRPr sz="700" b="0">
                <a:solidFill>
                  <a:srgbClr val="F2F5F8"/>
                </a:solidFill>
                <a:latin typeface="Menlo"/>
              </a:defRPr>
            </a:pPr>
            <a:r>
              <a:t>ALL (one ledger)              45     11%   +0.45   -1.40    0.32  -53.70   53.70     99%     8.3    100%</a:t>
            </a:r>
          </a:p>
          <a:p>
            <a:pPr>
              <a:lnSpc>
                <a:spcPct val="100000"/>
              </a:lnSpc>
              <a:spcAft>
                <a:spcPts val="400"/>
              </a:spcAft>
              <a:defRPr sz="700" b="0">
                <a:solidFill>
                  <a:srgbClr val="F2F5F8"/>
                </a:solidFill>
                <a:latin typeface="Menlo"/>
              </a:defRPr>
            </a:pPr>
          </a:p>
          <a:p>
            <a:pPr>
              <a:lnSpc>
                <a:spcPct val="100000"/>
              </a:lnSpc>
              <a:spcAft>
                <a:spcPts val="400"/>
              </a:spcAft>
              <a:defRPr sz="700" b="0">
                <a:solidFill>
                  <a:srgbClr val="F2F5F8"/>
                </a:solidFill>
                <a:latin typeface="Menlo"/>
              </a:defRPr>
            </a:pPr>
            <a:r>
              <a:t>One ledger, in words</a:t>
            </a:r>
          </a:p>
          <a:p>
            <a:pPr>
              <a:lnSpc>
                <a:spcPct val="100000"/>
              </a:lnSpc>
              <a:spcAft>
                <a:spcPts val="400"/>
              </a:spcAft>
              <a:defRPr sz="700" b="0">
                <a:solidFill>
                  <a:srgbClr val="F2F5F8"/>
                </a:solidFill>
                <a:latin typeface="Menlo"/>
              </a:defRPr>
            </a:pPr>
            <a:r>
              <a:t>  45 trades; 11.1% won after costs; the break-even hit rate for these payoffs is 75.8%.</a:t>
            </a:r>
          </a:p>
          <a:p>
            <a:pPr>
              <a:lnSpc>
                <a:spcPct val="100000"/>
              </a:lnSpc>
              <a:spcAft>
                <a:spcPts val="400"/>
              </a:spcAft>
              <a:defRPr sz="700" b="0">
                <a:solidFill>
                  <a:srgbClr val="F2F5F8"/>
                </a:solidFill>
                <a:latin typeface="Menlo"/>
              </a:defRPr>
            </a:pPr>
            <a:r>
              <a:t>  Gross +3.00 USD, costs -56.70, net -53.70. Costs ate 1892% of the gross profit.</a:t>
            </a:r>
          </a:p>
          <a:p>
            <a:pPr>
              <a:lnSpc>
                <a:spcPct val="100000"/>
              </a:lnSpc>
              <a:spcAft>
                <a:spcPts val="400"/>
              </a:spcAft>
              <a:defRPr sz="700" b="0">
                <a:solidFill>
                  <a:srgbClr val="F2F5F8"/>
                </a:solidFill>
                <a:latin typeface="Menlo"/>
              </a:defRPr>
            </a:pPr>
            <a:r>
              <a:t>What this cannot say: 40 minutes of one quiet night is one path, not a distribution. A good number here is a reason to test more, never a result.</a:t>
            </a:r>
          </a:p>
        </p:txBody>
      </p:sp>
      <p:sp>
        <p:nvSpPr>
          <p:cNvPr id="8" name="Rounded Rectangle 7"/>
          <p:cNvSpPr/>
          <p:nvPr/>
        </p:nvSpPr>
        <p:spPr>
          <a:xfrm>
            <a:off x="548640" y="3959352"/>
            <a:ext cx="3977639" cy="566928"/>
          </a:xfrm>
          <a:prstGeom prst="roundRect">
            <a:avLst>
              <a:gd name="adj" fmla="val 2258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685800" y="3959352"/>
            <a:ext cx="274320" cy="566928"/>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Table per strategy, then the whole l"/>
          <p:cNvSpPr txBox="1"/>
          <p:nvPr/>
        </p:nvSpPr>
        <p:spPr>
          <a:xfrm>
            <a:off x="1051560" y="3959352"/>
            <a:ext cx="3383280" cy="566928"/>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Table per strategy, then the whole ledger</a:t>
            </a:r>
          </a:p>
        </p:txBody>
      </p:sp>
      <p:sp>
        <p:nvSpPr>
          <p:cNvPr id="11" name="Rounded Rectangle 10"/>
          <p:cNvSpPr/>
          <p:nvPr/>
        </p:nvSpPr>
        <p:spPr>
          <a:xfrm>
            <a:off x="4663440" y="3959352"/>
            <a:ext cx="3977639" cy="566928"/>
          </a:xfrm>
          <a:prstGeom prst="roundRect">
            <a:avLst>
              <a:gd name="adj" fmla="val 2258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4800600" y="3959352"/>
            <a:ext cx="274320" cy="566928"/>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Names the limit: 40 minutes, one pat"/>
          <p:cNvSpPr txBox="1"/>
          <p:nvPr/>
        </p:nvSpPr>
        <p:spPr>
          <a:xfrm>
            <a:off x="5166359" y="3959352"/>
            <a:ext cx="3383280" cy="566928"/>
          </a:xfrm>
          <a:prstGeom prst="rect">
            <a:avLst/>
          </a:prstGeom>
          <a:noFill/>
        </p:spPr>
        <p:txBody>
          <a:bodyPr wrap="square" lIns="9144" rIns="9144" tIns="0" bIns="0" anchor="ctr">
            <a:spAutoFit/>
          </a:bodyPr>
          <a:lstStyle/>
          <a:p>
            <a:pPr>
              <a:lnSpc>
                <a:spcPct val="106000"/>
              </a:lnSpc>
              <a:spcAft>
                <a:spcPts val="400"/>
              </a:spcAft>
              <a:defRPr sz="1100" b="0">
                <a:solidFill>
                  <a:srgbClr val="F2F5F8"/>
                </a:solidFill>
                <a:latin typeface="Helvetica Neue"/>
              </a:defRPr>
            </a:pPr>
            <a:r>
              <a:t>Names the limit: 40 minutes, one path</a:t>
            </a:r>
          </a:p>
        </p:txBody>
      </p:sp>
      <p:sp>
        <p:nvSpPr>
          <p:cNvPr id="14" name="text:Source: terminal output of the sampl"/>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terminal output of the sample code (assets/terminal-demo.txt), recorded data of 21 Oct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Probability of failur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Probability of failure</a:t>
            </a:r>
          </a:p>
        </p:txBody>
      </p:sp>
      <p:sp>
        <p:nvSpPr>
          <p:cNvPr id="3" name="text:Is the hit rate you saw the real on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Is the hit rate you saw the real one?</a:t>
            </a:r>
          </a:p>
        </p:txBody>
      </p:sp>
      <p:sp>
        <p:nvSpPr>
          <p:cNvPr id="4" name="text:1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14</a:t>
            </a:r>
          </a:p>
        </p:txBody>
      </p:sp>
      <p:sp>
        <p:nvSpPr>
          <p:cNvPr id="5" name="Rounded Rectangle 4"/>
          <p:cNvSpPr/>
          <p:nvPr/>
        </p:nvSpPr>
        <p:spPr>
          <a:xfrm>
            <a:off x="548640" y="1463040"/>
            <a:ext cx="3931920" cy="2788920"/>
          </a:xfrm>
          <a:prstGeom prst="roundRect">
            <a:avLst>
              <a:gd name="adj" fmla="val 4590"/>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HE IDEA"/>
          <p:cNvSpPr txBox="1"/>
          <p:nvPr/>
        </p:nvSpPr>
        <p:spPr>
          <a:xfrm>
            <a:off x="749808" y="16002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THE IDEA</a:t>
            </a:r>
          </a:p>
        </p:txBody>
      </p:sp>
      <p:sp>
        <p:nvSpPr>
          <p:cNvPr id="7" name="text:You saw a hit rate over N trades. Th"/>
          <p:cNvSpPr txBox="1"/>
          <p:nvPr/>
        </p:nvSpPr>
        <p:spPr>
          <a:xfrm>
            <a:off x="749808" y="1874519"/>
            <a:ext cx="3520440" cy="1828800"/>
          </a:xfrm>
          <a:prstGeom prst="rect">
            <a:avLst/>
          </a:prstGeom>
          <a:noFill/>
        </p:spPr>
        <p:txBody>
          <a:bodyPr wrap="square" lIns="9144" rIns="9144" tIns="0" bIns="0">
            <a:spAutoFit/>
          </a:bodyPr>
          <a:lstStyle/>
          <a:p>
            <a:pPr>
              <a:lnSpc>
                <a:spcPct val="106000"/>
              </a:lnSpc>
              <a:spcAft>
                <a:spcPts val="400"/>
              </a:spcAft>
              <a:defRPr sz="1250" b="0">
                <a:solidFill>
                  <a:srgbClr val="F2F5F8"/>
                </a:solidFill>
                <a:latin typeface="Helvetica Neue"/>
              </a:defRPr>
            </a:pPr>
            <a:r>
              <a:t>You saw a hit rate over N trades. The real one is unknown. Break-even says how low it can go before you lose. The chance it is below break-even shrinks as N grows.</a:t>
            </a:r>
          </a:p>
        </p:txBody>
      </p:sp>
      <p:sp>
        <p:nvSpPr>
          <p:cNvPr id="8" name="text:Same hit rate, more trades, surer an"/>
          <p:cNvSpPr txBox="1"/>
          <p:nvPr/>
        </p:nvSpPr>
        <p:spPr>
          <a:xfrm>
            <a:off x="749808" y="3749039"/>
            <a:ext cx="3520440" cy="365760"/>
          </a:xfrm>
          <a:prstGeom prst="rect">
            <a:avLst/>
          </a:prstGeom>
          <a:noFill/>
        </p:spPr>
        <p:txBody>
          <a:bodyPr wrap="square" lIns="9144" rIns="9144" tIns="0" bIns="0">
            <a:spAutoFit/>
          </a:bodyPr>
          <a:lstStyle/>
          <a:p>
            <a:pPr>
              <a:lnSpc>
                <a:spcPct val="106000"/>
              </a:lnSpc>
              <a:spcAft>
                <a:spcPts val="400"/>
              </a:spcAft>
              <a:defRPr sz="1250" b="0">
                <a:solidFill>
                  <a:srgbClr val="3DDC97"/>
                </a:solidFill>
                <a:latin typeface="Helvetica Neue"/>
              </a:defRPr>
            </a:pPr>
            <a:r>
              <a:t>Same hit rate, more trades, surer answer.</a:t>
            </a:r>
          </a:p>
        </p:txBody>
      </p:sp>
      <p:sp>
        <p:nvSpPr>
          <p:cNvPr id="9" name="Rounded Rectangle 8"/>
          <p:cNvSpPr/>
          <p:nvPr/>
        </p:nvSpPr>
        <p:spPr>
          <a:xfrm>
            <a:off x="4709160" y="1463040"/>
            <a:ext cx="3931920" cy="2788920"/>
          </a:xfrm>
          <a:prstGeom prst="roundRect">
            <a:avLst>
              <a:gd name="adj" fmla="val 459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HIT RATE 45%, BREAK-EVEN 50%"/>
          <p:cNvSpPr txBox="1"/>
          <p:nvPr/>
        </p:nvSpPr>
        <p:spPr>
          <a:xfrm>
            <a:off x="4910328" y="1600200"/>
            <a:ext cx="356616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HIT RATE 45%, BREAK-EVEN 50%</a:t>
            </a:r>
          </a:p>
        </p:txBody>
      </p:sp>
      <p:sp>
        <p:nvSpPr>
          <p:cNvPr id="11" name="text:chance the real hit rate is below br"/>
          <p:cNvSpPr txBox="1"/>
          <p:nvPr/>
        </p:nvSpPr>
        <p:spPr>
          <a:xfrm>
            <a:off x="4910328" y="1810512"/>
            <a:ext cx="35661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chance the real hit rate is below break-even</a:t>
            </a:r>
          </a:p>
        </p:txBody>
      </p:sp>
      <p:sp>
        <p:nvSpPr>
          <p:cNvPr id="12" name="text:10 trades"/>
          <p:cNvSpPr txBox="1"/>
          <p:nvPr/>
        </p:nvSpPr>
        <p:spPr>
          <a:xfrm>
            <a:off x="4910328" y="2103120"/>
            <a:ext cx="1005840" cy="27432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10 trades</a:t>
            </a:r>
          </a:p>
        </p:txBody>
      </p:sp>
      <p:sp>
        <p:nvSpPr>
          <p:cNvPr id="13" name="Rounded Rectangle 12"/>
          <p:cNvSpPr/>
          <p:nvPr/>
        </p:nvSpPr>
        <p:spPr>
          <a:xfrm>
            <a:off x="5943600" y="2148839"/>
            <a:ext cx="1085328" cy="201168"/>
          </a:xfrm>
          <a:prstGeom prst="roundRect">
            <a:avLst>
              <a:gd name="adj" fmla="val 22727"/>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62%"/>
          <p:cNvSpPr txBox="1"/>
          <p:nvPr/>
        </p:nvSpPr>
        <p:spPr>
          <a:xfrm>
            <a:off x="7818120" y="2093976"/>
            <a:ext cx="640080" cy="27432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62%</a:t>
            </a:r>
          </a:p>
        </p:txBody>
      </p:sp>
      <p:sp>
        <p:nvSpPr>
          <p:cNvPr id="15" name="text:30 trades"/>
          <p:cNvSpPr txBox="1"/>
          <p:nvPr/>
        </p:nvSpPr>
        <p:spPr>
          <a:xfrm>
            <a:off x="4910328" y="2487168"/>
            <a:ext cx="1005840" cy="27432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30 trades</a:t>
            </a:r>
          </a:p>
        </p:txBody>
      </p:sp>
      <p:sp>
        <p:nvSpPr>
          <p:cNvPr id="16" name="Rounded Rectangle 15"/>
          <p:cNvSpPr/>
          <p:nvPr/>
        </p:nvSpPr>
        <p:spPr>
          <a:xfrm>
            <a:off x="5943600" y="2532887"/>
            <a:ext cx="1231788" cy="201168"/>
          </a:xfrm>
          <a:prstGeom prst="roundRect">
            <a:avLst>
              <a:gd name="adj" fmla="val 22727"/>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71%"/>
          <p:cNvSpPr txBox="1"/>
          <p:nvPr/>
        </p:nvSpPr>
        <p:spPr>
          <a:xfrm>
            <a:off x="7818120" y="2478024"/>
            <a:ext cx="640080" cy="27432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71%</a:t>
            </a:r>
          </a:p>
        </p:txBody>
      </p:sp>
      <p:sp>
        <p:nvSpPr>
          <p:cNvPr id="18" name="text:100 trades"/>
          <p:cNvSpPr txBox="1"/>
          <p:nvPr/>
        </p:nvSpPr>
        <p:spPr>
          <a:xfrm>
            <a:off x="4910328" y="2871215"/>
            <a:ext cx="1005840" cy="27432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100 trades</a:t>
            </a:r>
          </a:p>
        </p:txBody>
      </p:sp>
      <p:sp>
        <p:nvSpPr>
          <p:cNvPr id="19" name="Rounded Rectangle 18"/>
          <p:cNvSpPr/>
          <p:nvPr/>
        </p:nvSpPr>
        <p:spPr>
          <a:xfrm>
            <a:off x="5943600" y="2916935"/>
            <a:ext cx="1463899" cy="201168"/>
          </a:xfrm>
          <a:prstGeom prst="roundRect">
            <a:avLst>
              <a:gd name="adj" fmla="val 22727"/>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84%"/>
          <p:cNvSpPr txBox="1"/>
          <p:nvPr/>
        </p:nvSpPr>
        <p:spPr>
          <a:xfrm>
            <a:off x="7818120" y="2862072"/>
            <a:ext cx="640080" cy="27432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84%</a:t>
            </a:r>
          </a:p>
        </p:txBody>
      </p:sp>
      <p:sp>
        <p:nvSpPr>
          <p:cNvPr id="21" name="text:200 trades"/>
          <p:cNvSpPr txBox="1"/>
          <p:nvPr/>
        </p:nvSpPr>
        <p:spPr>
          <a:xfrm>
            <a:off x="4910328" y="3255263"/>
            <a:ext cx="1005840" cy="27432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200 trades</a:t>
            </a:r>
          </a:p>
        </p:txBody>
      </p:sp>
      <p:sp>
        <p:nvSpPr>
          <p:cNvPr id="22" name="Rounded Rectangle 21"/>
          <p:cNvSpPr/>
          <p:nvPr/>
        </p:nvSpPr>
        <p:spPr>
          <a:xfrm>
            <a:off x="5943600" y="3300983"/>
            <a:ext cx="1602540" cy="201168"/>
          </a:xfrm>
          <a:prstGeom prst="roundRect">
            <a:avLst>
              <a:gd name="adj" fmla="val 22727"/>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92%"/>
          <p:cNvSpPr txBox="1"/>
          <p:nvPr/>
        </p:nvSpPr>
        <p:spPr>
          <a:xfrm>
            <a:off x="7818120" y="3246120"/>
            <a:ext cx="640080" cy="27432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92%</a:t>
            </a:r>
          </a:p>
        </p:txBody>
      </p:sp>
      <p:sp>
        <p:nvSpPr>
          <p:cNvPr id="24" name="text:500 trades"/>
          <p:cNvSpPr txBox="1"/>
          <p:nvPr/>
        </p:nvSpPr>
        <p:spPr>
          <a:xfrm>
            <a:off x="4910328" y="3639311"/>
            <a:ext cx="1005840" cy="27432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500 trades</a:t>
            </a:r>
          </a:p>
        </p:txBody>
      </p:sp>
      <p:sp>
        <p:nvSpPr>
          <p:cNvPr id="25" name="Rounded Rectangle 24"/>
          <p:cNvSpPr/>
          <p:nvPr/>
        </p:nvSpPr>
        <p:spPr>
          <a:xfrm>
            <a:off x="5943600" y="3685031"/>
            <a:ext cx="1715990" cy="201168"/>
          </a:xfrm>
          <a:prstGeom prst="roundRect">
            <a:avLst>
              <a:gd name="adj" fmla="val 22727"/>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99%"/>
          <p:cNvSpPr txBox="1"/>
          <p:nvPr/>
        </p:nvSpPr>
        <p:spPr>
          <a:xfrm>
            <a:off x="7818120" y="3630168"/>
            <a:ext cx="640080" cy="274320"/>
          </a:xfrm>
          <a:prstGeom prst="rect">
            <a:avLst/>
          </a:prstGeom>
          <a:noFill/>
        </p:spPr>
        <p:txBody>
          <a:bodyPr wrap="square" lIns="9144" rIns="9144" tIns="0" bIns="0">
            <a:spAutoFit/>
          </a:bodyPr>
          <a:lstStyle/>
          <a:p>
            <a:pPr algn="r">
              <a:lnSpc>
                <a:spcPct val="106000"/>
              </a:lnSpc>
              <a:spcAft>
                <a:spcPts val="400"/>
              </a:spcAft>
              <a:defRPr sz="1200" b="0">
                <a:solidFill>
                  <a:srgbClr val="F2F5F8"/>
                </a:solidFill>
                <a:latin typeface="Helvetica Neue"/>
              </a:defRPr>
            </a:pPr>
            <a:r>
              <a:t>99%</a:t>
            </a:r>
          </a:p>
        </p:txBody>
      </p:sp>
      <p:sp>
        <p:nvSpPr>
          <p:cNvPr id="27" name="text:Our own ledger has 45 trades."/>
          <p:cNvSpPr txBox="1"/>
          <p:nvPr/>
        </p:nvSpPr>
        <p:spPr>
          <a:xfrm>
            <a:off x="4910328" y="4087368"/>
            <a:ext cx="3566160" cy="164592"/>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Our own ledger has 45 trades.</a:t>
            </a:r>
          </a:p>
        </p:txBody>
      </p:sp>
      <p:sp>
        <p:nvSpPr>
          <p:cNvPr id="28" name="text:Source: demo-repo/code/out/failure-t"/>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demo-repo/code/out/failure-table.json (hit rate 45%, wins pay 1x losses, break-even 50%). Normal approximation; illustrative.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simulated numbers can and canno"/>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What simulated numbers can and cannot say</a:t>
            </a:r>
          </a:p>
        </p:txBody>
      </p:sp>
      <p:sp>
        <p:nvSpPr>
          <p:cNvPr id="3" name="text:Say it on the dashboard, not in the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Say it on the dashboard, not in the Q&amp;A.</a:t>
            </a:r>
          </a:p>
        </p:txBody>
      </p:sp>
      <p:sp>
        <p:nvSpPr>
          <p:cNvPr id="4" name="text:1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15</a:t>
            </a:r>
          </a:p>
        </p:txBody>
      </p:sp>
      <p:sp>
        <p:nvSpPr>
          <p:cNvPr id="5" name="Rounded Rectangle 4"/>
          <p:cNvSpPr/>
          <p:nvPr/>
        </p:nvSpPr>
        <p:spPr>
          <a:xfrm>
            <a:off x="548640" y="1463040"/>
            <a:ext cx="3931920" cy="2423160"/>
          </a:xfrm>
          <a:prstGeom prst="roundRect">
            <a:avLst>
              <a:gd name="adj" fmla="val 5283"/>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HEY CAN SAY"/>
          <p:cNvSpPr txBox="1"/>
          <p:nvPr/>
        </p:nvSpPr>
        <p:spPr>
          <a:xfrm>
            <a:off x="777240" y="1600200"/>
            <a:ext cx="3474720" cy="201168"/>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THEY CAN SAY</a:t>
            </a:r>
          </a:p>
        </p:txBody>
      </p:sp>
      <p:sp>
        <p:nvSpPr>
          <p:cNvPr id="7" name="Oval 6"/>
          <p:cNvSpPr/>
          <p:nvPr/>
        </p:nvSpPr>
        <p:spPr>
          <a:xfrm>
            <a:off x="777240" y="2057400"/>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Whether an idea is worth testing mor"/>
          <p:cNvSpPr txBox="1"/>
          <p:nvPr/>
        </p:nvSpPr>
        <p:spPr>
          <a:xfrm>
            <a:off x="1005840" y="1965960"/>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Whether an idea is worth testing more</a:t>
            </a:r>
          </a:p>
        </p:txBody>
      </p:sp>
      <p:sp>
        <p:nvSpPr>
          <p:cNvPr id="9" name="Oval 8"/>
          <p:cNvSpPr/>
          <p:nvPr/>
        </p:nvSpPr>
        <p:spPr>
          <a:xfrm>
            <a:off x="777240" y="2660904"/>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Which costs matter most"/>
          <p:cNvSpPr txBox="1"/>
          <p:nvPr/>
        </p:nvSpPr>
        <p:spPr>
          <a:xfrm>
            <a:off x="1005840" y="2569464"/>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Which costs matter most</a:t>
            </a:r>
          </a:p>
        </p:txBody>
      </p:sp>
      <p:sp>
        <p:nvSpPr>
          <p:cNvPr id="11" name="Oval 10"/>
          <p:cNvSpPr/>
          <p:nvPr/>
        </p:nvSpPr>
        <p:spPr>
          <a:xfrm>
            <a:off x="777240" y="3264408"/>
            <a:ext cx="109728" cy="109728"/>
          </a:xfrm>
          <a:prstGeom prst="ellipse">
            <a:avLst/>
          </a:prstGeom>
          <a:solidFill>
            <a:srgbClr val="3DDC97"/>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How deep and how long a drawdown loo"/>
          <p:cNvSpPr txBox="1"/>
          <p:nvPr/>
        </p:nvSpPr>
        <p:spPr>
          <a:xfrm>
            <a:off x="1005840" y="3172968"/>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How deep and how long a drawdown looked on this data</a:t>
            </a:r>
          </a:p>
        </p:txBody>
      </p:sp>
      <p:sp>
        <p:nvSpPr>
          <p:cNvPr id="13" name="Rounded Rectangle 12"/>
          <p:cNvSpPr/>
          <p:nvPr/>
        </p:nvSpPr>
        <p:spPr>
          <a:xfrm>
            <a:off x="4709160" y="1463040"/>
            <a:ext cx="3931920" cy="2423160"/>
          </a:xfrm>
          <a:prstGeom prst="roundRect">
            <a:avLst>
              <a:gd name="adj" fmla="val 5283"/>
            </a:avLst>
          </a:prstGeom>
          <a:noFill/>
          <a:ln w="1524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THEY CANNOT SAY"/>
          <p:cNvSpPr txBox="1"/>
          <p:nvPr/>
        </p:nvSpPr>
        <p:spPr>
          <a:xfrm>
            <a:off x="4937760" y="1600200"/>
            <a:ext cx="3474720" cy="201168"/>
          </a:xfrm>
          <a:prstGeom prst="rect">
            <a:avLst/>
          </a:prstGeom>
          <a:noFill/>
        </p:spPr>
        <p:txBody>
          <a:bodyPr wrap="square" lIns="9144" rIns="9144" tIns="0" bIns="0">
            <a:spAutoFit/>
          </a:bodyPr>
          <a:lstStyle/>
          <a:p>
            <a:pPr>
              <a:lnSpc>
                <a:spcPct val="106000"/>
              </a:lnSpc>
              <a:spcAft>
                <a:spcPts val="400"/>
              </a:spcAft>
              <a:defRPr sz="1000" b="0">
                <a:solidFill>
                  <a:srgbClr val="FD51FC"/>
                </a:solidFill>
                <a:latin typeface="Helvetica Neue"/>
              </a:defRPr>
            </a:pPr>
            <a:r>
              <a:t>THEY CANNOT SAY</a:t>
            </a:r>
          </a:p>
        </p:txBody>
      </p:sp>
      <p:sp>
        <p:nvSpPr>
          <p:cNvPr id="15" name="Oval 14"/>
          <p:cNvSpPr/>
          <p:nvPr/>
        </p:nvSpPr>
        <p:spPr>
          <a:xfrm>
            <a:off x="4937760" y="2057400"/>
            <a:ext cx="109728" cy="109728"/>
          </a:xfrm>
          <a:prstGeom prst="ellipse">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What happens next"/>
          <p:cNvSpPr txBox="1"/>
          <p:nvPr/>
        </p:nvSpPr>
        <p:spPr>
          <a:xfrm>
            <a:off x="5166360" y="1965960"/>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What happens next</a:t>
            </a:r>
          </a:p>
        </p:txBody>
      </p:sp>
      <p:sp>
        <p:nvSpPr>
          <p:cNvPr id="17" name="Oval 16"/>
          <p:cNvSpPr/>
          <p:nvPr/>
        </p:nvSpPr>
        <p:spPr>
          <a:xfrm>
            <a:off x="4937760" y="2660904"/>
            <a:ext cx="109728" cy="109728"/>
          </a:xfrm>
          <a:prstGeom prst="ellipse">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A return you could earn"/>
          <p:cNvSpPr txBox="1"/>
          <p:nvPr/>
        </p:nvSpPr>
        <p:spPr>
          <a:xfrm>
            <a:off x="5166360" y="2569464"/>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 return you could earn</a:t>
            </a:r>
          </a:p>
        </p:txBody>
      </p:sp>
      <p:sp>
        <p:nvSpPr>
          <p:cNvPr id="19" name="Oval 18"/>
          <p:cNvSpPr/>
          <p:nvPr/>
        </p:nvSpPr>
        <p:spPr>
          <a:xfrm>
            <a:off x="4937760" y="3264408"/>
            <a:ext cx="109728" cy="109728"/>
          </a:xfrm>
          <a:prstGeom prst="ellipse">
            <a:avLst/>
          </a:prstGeom>
          <a:solidFill>
            <a:srgbClr val="FD51FC"/>
          </a:solid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usy markets, or your own order's im"/>
          <p:cNvSpPr txBox="1"/>
          <p:nvPr/>
        </p:nvSpPr>
        <p:spPr>
          <a:xfrm>
            <a:off x="5166360" y="3172968"/>
            <a:ext cx="3337560" cy="54864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Busy markets, or your own order's impact</a:t>
            </a:r>
          </a:p>
        </p:txBody>
      </p:sp>
      <p:sp>
        <p:nvSpPr>
          <p:cNvPr id="21" name="Rounded Rectangle 20"/>
          <p:cNvSpPr/>
          <p:nvPr/>
        </p:nvSpPr>
        <p:spPr>
          <a:xfrm>
            <a:off x="548640" y="4023360"/>
            <a:ext cx="8092440" cy="502920"/>
          </a:xfrm>
          <a:prstGeom prst="roundRect">
            <a:avLst>
              <a:gd name="adj" fmla="val 25454"/>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Our sample: 40 minutes on one quiet "/>
          <p:cNvSpPr txBox="1"/>
          <p:nvPr/>
        </p:nvSpPr>
        <p:spPr>
          <a:xfrm>
            <a:off x="731520" y="4023360"/>
            <a:ext cx="7726679" cy="502920"/>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Our sample: 40 minutes on one quiet night (21 Oct 2026, 17:14 to 17:54 UTC). Simulated, on recorded data; not advice.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Solana itself cost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Solana itself costs</a:t>
            </a:r>
          </a:p>
        </p:txBody>
      </p:sp>
      <p:sp>
        <p:nvSpPr>
          <p:cNvPr id="3" name="text:Real capture: 2,680 transactions in "/>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Real capture: 2,680 transactions in five finalized blocks.</a:t>
            </a:r>
          </a:p>
        </p:txBody>
      </p:sp>
      <p:sp>
        <p:nvSpPr>
          <p:cNvPr id="4" name="text:1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16</a:t>
            </a:r>
          </a:p>
        </p:txBody>
      </p:sp>
      <p:sp>
        <p:nvSpPr>
          <p:cNvPr id="5" name="Rounded Rectangle 4"/>
          <p:cNvSpPr/>
          <p:nvPr/>
        </p:nvSpPr>
        <p:spPr>
          <a:xfrm>
            <a:off x="548640" y="1463040"/>
            <a:ext cx="1920240" cy="2286000"/>
          </a:xfrm>
          <a:prstGeom prst="roundRect">
            <a:avLst>
              <a:gd name="adj" fmla="val 6666"/>
            </a:avLst>
          </a:prstGeom>
          <a:noFill/>
          <a:ln w="1397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ASE FEE"/>
          <p:cNvSpPr txBox="1"/>
          <p:nvPr/>
        </p:nvSpPr>
        <p:spPr>
          <a:xfrm>
            <a:off x="713232" y="1600200"/>
            <a:ext cx="1645920" cy="182880"/>
          </a:xfrm>
          <a:prstGeom prst="rect">
            <a:avLst/>
          </a:prstGeom>
          <a:noFill/>
        </p:spPr>
        <p:txBody>
          <a:bodyPr wrap="square" lIns="9144" rIns="9144" tIns="0" bIns="0">
            <a:spAutoFit/>
          </a:bodyPr>
          <a:lstStyle/>
          <a:p>
            <a:pPr>
              <a:lnSpc>
                <a:spcPct val="106000"/>
              </a:lnSpc>
              <a:spcAft>
                <a:spcPts val="400"/>
              </a:spcAft>
              <a:defRPr sz="850" b="0">
                <a:solidFill>
                  <a:srgbClr val="F2F5F8"/>
                </a:solidFill>
                <a:latin typeface="Helvetica Neue"/>
              </a:defRPr>
            </a:pPr>
            <a:r>
              <a:t>BASE FEE</a:t>
            </a:r>
          </a:p>
        </p:txBody>
      </p:sp>
      <p:sp>
        <p:nvSpPr>
          <p:cNvPr id="7" name="text:5,000"/>
          <p:cNvSpPr txBox="1"/>
          <p:nvPr/>
        </p:nvSpPr>
        <p:spPr>
          <a:xfrm>
            <a:off x="713232" y="1874519"/>
            <a:ext cx="1645920" cy="548640"/>
          </a:xfrm>
          <a:prstGeom prst="rect">
            <a:avLst/>
          </a:prstGeom>
          <a:noFill/>
        </p:spPr>
        <p:txBody>
          <a:bodyPr wrap="square" lIns="9144" rIns="9144" tIns="0" bIns="0">
            <a:spAutoFit/>
          </a:bodyPr>
          <a:lstStyle/>
          <a:p>
            <a:pPr>
              <a:lnSpc>
                <a:spcPct val="106000"/>
              </a:lnSpc>
              <a:spcAft>
                <a:spcPts val="400"/>
              </a:spcAft>
              <a:defRPr sz="2800" b="0">
                <a:solidFill>
                  <a:srgbClr val="F2F5F8"/>
                </a:solidFill>
                <a:latin typeface="Helvetica Neue"/>
              </a:defRPr>
            </a:pPr>
            <a:r>
              <a:t>5,000</a:t>
            </a:r>
          </a:p>
        </p:txBody>
      </p:sp>
      <p:sp>
        <p:nvSpPr>
          <p:cNvPr id="8" name="text:lamports per signature, fixed by the"/>
          <p:cNvSpPr txBox="1"/>
          <p:nvPr/>
        </p:nvSpPr>
        <p:spPr>
          <a:xfrm>
            <a:off x="713232" y="2606040"/>
            <a:ext cx="1645920"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lamports per signature, fixed by the protocol</a:t>
            </a:r>
          </a:p>
        </p:txBody>
      </p:sp>
      <p:sp>
        <p:nvSpPr>
          <p:cNvPr id="9" name="Rounded Rectangle 8"/>
          <p:cNvSpPr/>
          <p:nvPr/>
        </p:nvSpPr>
        <p:spPr>
          <a:xfrm>
            <a:off x="2606040" y="1463040"/>
            <a:ext cx="1920240" cy="2286000"/>
          </a:xfrm>
          <a:prstGeom prst="roundRect">
            <a:avLst>
              <a:gd name="adj" fmla="val 6666"/>
            </a:avLst>
          </a:prstGeom>
          <a:noFill/>
          <a:ln w="1397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MEDIAN FEE PAID"/>
          <p:cNvSpPr txBox="1"/>
          <p:nvPr/>
        </p:nvSpPr>
        <p:spPr>
          <a:xfrm>
            <a:off x="2770632" y="1600200"/>
            <a:ext cx="1645920" cy="182880"/>
          </a:xfrm>
          <a:prstGeom prst="rect">
            <a:avLst/>
          </a:prstGeom>
          <a:noFill/>
        </p:spPr>
        <p:txBody>
          <a:bodyPr wrap="square" lIns="9144" rIns="9144" tIns="0" bIns="0">
            <a:spAutoFit/>
          </a:bodyPr>
          <a:lstStyle/>
          <a:p>
            <a:pPr>
              <a:lnSpc>
                <a:spcPct val="106000"/>
              </a:lnSpc>
              <a:spcAft>
                <a:spcPts val="400"/>
              </a:spcAft>
              <a:defRPr sz="850" b="0">
                <a:solidFill>
                  <a:srgbClr val="3DDC97"/>
                </a:solidFill>
                <a:latin typeface="Helvetica Neue"/>
              </a:defRPr>
            </a:pPr>
            <a:r>
              <a:t>MEDIAN FEE PAID</a:t>
            </a:r>
          </a:p>
        </p:txBody>
      </p:sp>
      <p:sp>
        <p:nvSpPr>
          <p:cNvPr id="11" name="text:5,222"/>
          <p:cNvSpPr txBox="1"/>
          <p:nvPr/>
        </p:nvSpPr>
        <p:spPr>
          <a:xfrm>
            <a:off x="2770632" y="1874519"/>
            <a:ext cx="1645920" cy="548640"/>
          </a:xfrm>
          <a:prstGeom prst="rect">
            <a:avLst/>
          </a:prstGeom>
          <a:noFill/>
        </p:spPr>
        <p:txBody>
          <a:bodyPr wrap="square" lIns="9144" rIns="9144" tIns="0" bIns="0">
            <a:spAutoFit/>
          </a:bodyPr>
          <a:lstStyle/>
          <a:p>
            <a:pPr>
              <a:lnSpc>
                <a:spcPct val="106000"/>
              </a:lnSpc>
              <a:spcAft>
                <a:spcPts val="400"/>
              </a:spcAft>
              <a:defRPr sz="2800" b="0">
                <a:solidFill>
                  <a:srgbClr val="F2F5F8"/>
                </a:solidFill>
                <a:latin typeface="Helvetica Neue"/>
              </a:defRPr>
            </a:pPr>
            <a:r>
              <a:t>5,222</a:t>
            </a:r>
          </a:p>
        </p:txBody>
      </p:sp>
      <p:sp>
        <p:nvSpPr>
          <p:cNvPr id="12" name="text:lamports = 0.0006 USD = 0.006 bps of"/>
          <p:cNvSpPr txBox="1"/>
          <p:nvPr/>
        </p:nvSpPr>
        <p:spPr>
          <a:xfrm>
            <a:off x="2770632" y="2606040"/>
            <a:ext cx="1645920"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lamports = 0.0006 USD = 0.006 bps of a 1,000 USD trade</a:t>
            </a:r>
          </a:p>
        </p:txBody>
      </p:sp>
      <p:sp>
        <p:nvSpPr>
          <p:cNvPr id="13" name="Rounded Rectangle 12"/>
          <p:cNvSpPr/>
          <p:nvPr/>
        </p:nvSpPr>
        <p:spPr>
          <a:xfrm>
            <a:off x="4663440" y="1463040"/>
            <a:ext cx="1920240" cy="2286000"/>
          </a:xfrm>
          <a:prstGeom prst="roundRect">
            <a:avLst>
              <a:gd name="adj" fmla="val 6666"/>
            </a:avLst>
          </a:prstGeom>
          <a:noFill/>
          <a:ln w="1397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PAID A PRIORITY FEE"/>
          <p:cNvSpPr txBox="1"/>
          <p:nvPr/>
        </p:nvSpPr>
        <p:spPr>
          <a:xfrm>
            <a:off x="4828031" y="1600200"/>
            <a:ext cx="164592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PAID A PRIORITY FEE</a:t>
            </a:r>
          </a:p>
        </p:txBody>
      </p:sp>
      <p:sp>
        <p:nvSpPr>
          <p:cNvPr id="15" name="text:66%"/>
          <p:cNvSpPr txBox="1"/>
          <p:nvPr/>
        </p:nvSpPr>
        <p:spPr>
          <a:xfrm>
            <a:off x="4828031" y="1874519"/>
            <a:ext cx="1645920" cy="548640"/>
          </a:xfrm>
          <a:prstGeom prst="rect">
            <a:avLst/>
          </a:prstGeom>
          <a:noFill/>
        </p:spPr>
        <p:txBody>
          <a:bodyPr wrap="square" lIns="9144" rIns="9144" tIns="0" bIns="0">
            <a:spAutoFit/>
          </a:bodyPr>
          <a:lstStyle/>
          <a:p>
            <a:pPr>
              <a:lnSpc>
                <a:spcPct val="106000"/>
              </a:lnSpc>
              <a:spcAft>
                <a:spcPts val="400"/>
              </a:spcAft>
              <a:defRPr sz="2800" b="0">
                <a:solidFill>
                  <a:srgbClr val="F2F5F8"/>
                </a:solidFill>
                <a:latin typeface="Helvetica Neue"/>
              </a:defRPr>
            </a:pPr>
            <a:r>
              <a:t>66%</a:t>
            </a:r>
          </a:p>
        </p:txBody>
      </p:sp>
      <p:sp>
        <p:nvSpPr>
          <p:cNvPr id="16" name="text:of transactions; the 90th percentile"/>
          <p:cNvSpPr txBox="1"/>
          <p:nvPr/>
        </p:nvSpPr>
        <p:spPr>
          <a:xfrm>
            <a:off x="4828031" y="2606040"/>
            <a:ext cx="1645920"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of transactions; the 90th percentile paid 10,000 lamports in total priority</a:t>
            </a:r>
          </a:p>
        </p:txBody>
      </p:sp>
      <p:sp>
        <p:nvSpPr>
          <p:cNvPr id="17" name="Rounded Rectangle 16"/>
          <p:cNvSpPr/>
          <p:nvPr/>
        </p:nvSpPr>
        <p:spPr>
          <a:xfrm>
            <a:off x="6720840" y="1463040"/>
            <a:ext cx="1920240" cy="2286000"/>
          </a:xfrm>
          <a:prstGeom prst="roundRect">
            <a:avLst>
              <a:gd name="adj" fmla="val 6666"/>
            </a:avLst>
          </a:prstGeom>
          <a:noFill/>
          <a:ln w="1397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FAILED"/>
          <p:cNvSpPr txBox="1"/>
          <p:nvPr/>
        </p:nvSpPr>
        <p:spPr>
          <a:xfrm>
            <a:off x="6885431" y="1600200"/>
            <a:ext cx="1645920" cy="182880"/>
          </a:xfrm>
          <a:prstGeom prst="rect">
            <a:avLst/>
          </a:prstGeom>
          <a:noFill/>
        </p:spPr>
        <p:txBody>
          <a:bodyPr wrap="square" lIns="9144" rIns="9144" tIns="0" bIns="0">
            <a:spAutoFit/>
          </a:bodyPr>
          <a:lstStyle/>
          <a:p>
            <a:pPr>
              <a:lnSpc>
                <a:spcPct val="106000"/>
              </a:lnSpc>
              <a:spcAft>
                <a:spcPts val="400"/>
              </a:spcAft>
              <a:defRPr sz="850" b="0">
                <a:solidFill>
                  <a:srgbClr val="FD51FC"/>
                </a:solidFill>
                <a:latin typeface="Helvetica Neue"/>
              </a:defRPr>
            </a:pPr>
            <a:r>
              <a:t>FAILED</a:t>
            </a:r>
          </a:p>
        </p:txBody>
      </p:sp>
      <p:sp>
        <p:nvSpPr>
          <p:cNvPr id="19" name="text:35.3%"/>
          <p:cNvSpPr txBox="1"/>
          <p:nvPr/>
        </p:nvSpPr>
        <p:spPr>
          <a:xfrm>
            <a:off x="6885431" y="1874519"/>
            <a:ext cx="1645920" cy="548640"/>
          </a:xfrm>
          <a:prstGeom prst="rect">
            <a:avLst/>
          </a:prstGeom>
          <a:noFill/>
        </p:spPr>
        <p:txBody>
          <a:bodyPr wrap="square" lIns="9144" rIns="9144" tIns="0" bIns="0">
            <a:spAutoFit/>
          </a:bodyPr>
          <a:lstStyle/>
          <a:p>
            <a:pPr>
              <a:lnSpc>
                <a:spcPct val="106000"/>
              </a:lnSpc>
              <a:spcAft>
                <a:spcPts val="400"/>
              </a:spcAft>
              <a:defRPr sz="2800" b="0">
                <a:solidFill>
                  <a:srgbClr val="F2F5F8"/>
                </a:solidFill>
                <a:latin typeface="Helvetica Neue"/>
              </a:defRPr>
            </a:pPr>
            <a:r>
              <a:t>35.3%</a:t>
            </a:r>
          </a:p>
        </p:txBody>
      </p:sp>
      <p:sp>
        <p:nvSpPr>
          <p:cNvPr id="20" name="text:of 2,680 transactions; 28% to 44% pe"/>
          <p:cNvSpPr txBox="1"/>
          <p:nvPr/>
        </p:nvSpPr>
        <p:spPr>
          <a:xfrm>
            <a:off x="6885431" y="2606040"/>
            <a:ext cx="1645920"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of 2,680 transactions; 28% to 44% per block</a:t>
            </a:r>
          </a:p>
        </p:txBody>
      </p:sp>
      <p:sp>
        <p:nvSpPr>
          <p:cNvPr id="21" name="Rounded Rectangle 20"/>
          <p:cNvSpPr/>
          <p:nvPr/>
        </p:nvSpPr>
        <p:spPr>
          <a:xfrm>
            <a:off x="548640" y="3886200"/>
            <a:ext cx="8092440" cy="566928"/>
          </a:xfrm>
          <a:prstGeom prst="roundRect">
            <a:avLst>
              <a:gd name="adj" fmla="val 2258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Put fees, priority fees, Jito tips a"/>
          <p:cNvSpPr txBox="1"/>
          <p:nvPr/>
        </p:nvSpPr>
        <p:spPr>
          <a:xfrm>
            <a:off x="731520" y="3886200"/>
            <a:ext cx="7726679" cy="56692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Put fees, priority fees, Jito tips and the failed rate in your dashboard when you have real transactions.  Jito tips: not captured.</a:t>
            </a:r>
          </a:p>
        </p:txBody>
      </p:sp>
      <p:sp>
        <p:nvSpPr>
          <p:cNvPr id="23" name="text:Source: demo-repo/code/recorded/sola"/>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demo-repo/code/recorded/solana-costs.json, public mainnet RPC, 21 Oct 2026 19:53 UTC. Five blocks, one evening: a sample, not a measurement of Solana.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What judges look a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What judges look at</a:t>
            </a:r>
          </a:p>
        </p:txBody>
      </p:sp>
      <p:sp>
        <p:nvSpPr>
          <p:cNvPr id="3" name="text:Utility, tests, devnet evidenc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Utility, tests, devnet evidence.</a:t>
            </a:r>
          </a:p>
        </p:txBody>
      </p:sp>
      <p:sp>
        <p:nvSpPr>
          <p:cNvPr id="4" name="text:1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17</a:t>
            </a:r>
          </a:p>
        </p:txBody>
      </p:sp>
      <p:sp>
        <p:nvSpPr>
          <p:cNvPr id="5" name="Rounded Rectangle 4"/>
          <p:cNvSpPr/>
          <p:nvPr/>
        </p:nvSpPr>
        <p:spPr>
          <a:xfrm>
            <a:off x="548640" y="1508760"/>
            <a:ext cx="2560320" cy="2148840"/>
          </a:xfrm>
          <a:prstGeom prst="roundRect">
            <a:avLst>
              <a:gd name="adj" fmla="val 595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49808" y="1645920"/>
            <a:ext cx="457200" cy="457200"/>
          </a:xfrm>
          <a:prstGeom prst="rect">
            <a:avLst/>
          </a:prstGeom>
          <a:noFill/>
        </p:spPr>
        <p:txBody>
          <a:bodyPr wrap="square" lIns="9144" rIns="9144" tIns="0" bIns="0">
            <a:spAutoFit/>
          </a:bodyPr>
          <a:lstStyle/>
          <a:p>
            <a:pPr>
              <a:lnSpc>
                <a:spcPct val="106000"/>
              </a:lnSpc>
              <a:spcAft>
                <a:spcPts val="400"/>
              </a:spcAft>
              <a:defRPr sz="2800" b="0">
                <a:solidFill>
                  <a:srgbClr val="3DDC97"/>
                </a:solidFill>
                <a:latin typeface="Helvetica Neue"/>
              </a:defRPr>
            </a:pPr>
            <a:r>
              <a:t>1</a:t>
            </a:r>
          </a:p>
        </p:txBody>
      </p:sp>
      <p:sp>
        <p:nvSpPr>
          <p:cNvPr id="7" name="text:Utility"/>
          <p:cNvSpPr txBox="1"/>
          <p:nvPr/>
        </p:nvSpPr>
        <p:spPr>
          <a:xfrm>
            <a:off x="749808" y="2286000"/>
            <a:ext cx="2194560" cy="365760"/>
          </a:xfrm>
          <a:prstGeom prst="rect">
            <a:avLst/>
          </a:prstGeom>
          <a:noFill/>
        </p:spPr>
        <p:txBody>
          <a:bodyPr wrap="square" lIns="9144" rIns="9144" tIns="0" bIns="0">
            <a:spAutoFit/>
          </a:bodyPr>
          <a:lstStyle/>
          <a:p>
            <a:pPr>
              <a:lnSpc>
                <a:spcPct val="106000"/>
              </a:lnSpc>
              <a:spcAft>
                <a:spcPts val="400"/>
              </a:spcAft>
              <a:defRPr sz="1900" b="0">
                <a:solidFill>
                  <a:srgbClr val="F2F5F8"/>
                </a:solidFill>
                <a:latin typeface="Helvetica Neue"/>
              </a:defRPr>
            </a:pPr>
            <a:r>
              <a:t>Utility</a:t>
            </a:r>
          </a:p>
        </p:txBody>
      </p:sp>
      <p:sp>
        <p:nvSpPr>
          <p:cNvPr id="8" name="text:Does it solve a real problem for som"/>
          <p:cNvSpPr txBox="1"/>
          <p:nvPr/>
        </p:nvSpPr>
        <p:spPr>
          <a:xfrm>
            <a:off x="749808" y="2743200"/>
            <a:ext cx="2194560" cy="82296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Does it solve a real problem for someone?</a:t>
            </a:r>
          </a:p>
        </p:txBody>
      </p:sp>
      <p:sp>
        <p:nvSpPr>
          <p:cNvPr id="9" name="Rounded Rectangle 8"/>
          <p:cNvSpPr/>
          <p:nvPr/>
        </p:nvSpPr>
        <p:spPr>
          <a:xfrm>
            <a:off x="3337560" y="1508760"/>
            <a:ext cx="2560320" cy="2148840"/>
          </a:xfrm>
          <a:prstGeom prst="roundRect">
            <a:avLst>
              <a:gd name="adj" fmla="val 595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3538728" y="1645920"/>
            <a:ext cx="457200" cy="457200"/>
          </a:xfrm>
          <a:prstGeom prst="rect">
            <a:avLst/>
          </a:prstGeom>
          <a:noFill/>
        </p:spPr>
        <p:txBody>
          <a:bodyPr wrap="square" lIns="9144" rIns="9144" tIns="0" bIns="0">
            <a:spAutoFit/>
          </a:bodyPr>
          <a:lstStyle/>
          <a:p>
            <a:pPr>
              <a:lnSpc>
                <a:spcPct val="106000"/>
              </a:lnSpc>
              <a:spcAft>
                <a:spcPts val="400"/>
              </a:spcAft>
              <a:defRPr sz="2800" b="0">
                <a:solidFill>
                  <a:srgbClr val="3DDC97"/>
                </a:solidFill>
                <a:latin typeface="Helvetica Neue"/>
              </a:defRPr>
            </a:pPr>
            <a:r>
              <a:t>2</a:t>
            </a:r>
          </a:p>
        </p:txBody>
      </p:sp>
      <p:sp>
        <p:nvSpPr>
          <p:cNvPr id="11" name="text:Tests"/>
          <p:cNvSpPr txBox="1"/>
          <p:nvPr/>
        </p:nvSpPr>
        <p:spPr>
          <a:xfrm>
            <a:off x="3538728" y="2286000"/>
            <a:ext cx="2194560" cy="365760"/>
          </a:xfrm>
          <a:prstGeom prst="rect">
            <a:avLst/>
          </a:prstGeom>
          <a:noFill/>
        </p:spPr>
        <p:txBody>
          <a:bodyPr wrap="square" lIns="9144" rIns="9144" tIns="0" bIns="0">
            <a:spAutoFit/>
          </a:bodyPr>
          <a:lstStyle/>
          <a:p>
            <a:pPr>
              <a:lnSpc>
                <a:spcPct val="106000"/>
              </a:lnSpc>
              <a:spcAft>
                <a:spcPts val="400"/>
              </a:spcAft>
              <a:defRPr sz="1900" b="0">
                <a:solidFill>
                  <a:srgbClr val="F2F5F8"/>
                </a:solidFill>
                <a:latin typeface="Helvetica Neue"/>
              </a:defRPr>
            </a:pPr>
            <a:r>
              <a:t>Tests</a:t>
            </a:r>
          </a:p>
        </p:txBody>
      </p:sp>
      <p:sp>
        <p:nvSpPr>
          <p:cNvPr id="12" name="text:Can a stranger run npm test and see "/>
          <p:cNvSpPr txBox="1"/>
          <p:nvPr/>
        </p:nvSpPr>
        <p:spPr>
          <a:xfrm>
            <a:off x="3538728" y="2743200"/>
            <a:ext cx="2194560" cy="82296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Can a stranger run npm test and see it pass?</a:t>
            </a:r>
          </a:p>
        </p:txBody>
      </p:sp>
      <p:sp>
        <p:nvSpPr>
          <p:cNvPr id="13" name="Rounded Rectangle 12"/>
          <p:cNvSpPr/>
          <p:nvPr/>
        </p:nvSpPr>
        <p:spPr>
          <a:xfrm>
            <a:off x="6126479" y="1508760"/>
            <a:ext cx="2560320" cy="2148840"/>
          </a:xfrm>
          <a:prstGeom prst="roundRect">
            <a:avLst>
              <a:gd name="adj" fmla="val 595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327647" y="1645920"/>
            <a:ext cx="457200" cy="457200"/>
          </a:xfrm>
          <a:prstGeom prst="rect">
            <a:avLst/>
          </a:prstGeom>
          <a:noFill/>
        </p:spPr>
        <p:txBody>
          <a:bodyPr wrap="square" lIns="9144" rIns="9144" tIns="0" bIns="0">
            <a:spAutoFit/>
          </a:bodyPr>
          <a:lstStyle/>
          <a:p>
            <a:pPr>
              <a:lnSpc>
                <a:spcPct val="106000"/>
              </a:lnSpc>
              <a:spcAft>
                <a:spcPts val="400"/>
              </a:spcAft>
              <a:defRPr sz="2800" b="0">
                <a:solidFill>
                  <a:srgbClr val="3DDC97"/>
                </a:solidFill>
                <a:latin typeface="Helvetica Neue"/>
              </a:defRPr>
            </a:pPr>
            <a:r>
              <a:t>3</a:t>
            </a:r>
          </a:p>
        </p:txBody>
      </p:sp>
      <p:sp>
        <p:nvSpPr>
          <p:cNvPr id="15" name="text:Devnet evidence"/>
          <p:cNvSpPr txBox="1"/>
          <p:nvPr/>
        </p:nvSpPr>
        <p:spPr>
          <a:xfrm>
            <a:off x="6327647" y="2286000"/>
            <a:ext cx="2194560" cy="365760"/>
          </a:xfrm>
          <a:prstGeom prst="rect">
            <a:avLst/>
          </a:prstGeom>
          <a:noFill/>
        </p:spPr>
        <p:txBody>
          <a:bodyPr wrap="square" lIns="9144" rIns="9144" tIns="0" bIns="0">
            <a:spAutoFit/>
          </a:bodyPr>
          <a:lstStyle/>
          <a:p>
            <a:pPr>
              <a:lnSpc>
                <a:spcPct val="106000"/>
              </a:lnSpc>
              <a:spcAft>
                <a:spcPts val="400"/>
              </a:spcAft>
              <a:defRPr sz="1900" b="0">
                <a:solidFill>
                  <a:srgbClr val="F2F5F8"/>
                </a:solidFill>
                <a:latin typeface="Helvetica Neue"/>
              </a:defRPr>
            </a:pPr>
            <a:r>
              <a:t>Devnet evidence</a:t>
            </a:r>
          </a:p>
        </p:txBody>
      </p:sp>
      <p:sp>
        <p:nvSpPr>
          <p:cNvPr id="16" name="text:An explorer link that resolves."/>
          <p:cNvSpPr txBox="1"/>
          <p:nvPr/>
        </p:nvSpPr>
        <p:spPr>
          <a:xfrm>
            <a:off x="6327647" y="2743200"/>
            <a:ext cx="2194560" cy="82296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Helvetica Neue"/>
              </a:defRPr>
            </a:pPr>
            <a:r>
              <a:t>An explorer link that resolves.</a:t>
            </a:r>
          </a:p>
        </p:txBody>
      </p:sp>
      <p:sp>
        <p:nvSpPr>
          <p:cNvPr id="17" name="Rounded Rectangle 16"/>
          <p:cNvSpPr/>
          <p:nvPr/>
        </p:nvSpPr>
        <p:spPr>
          <a:xfrm>
            <a:off x="548640" y="3840480"/>
            <a:ext cx="8092440" cy="594360"/>
          </a:xfrm>
          <a:prstGeom prst="roundRect">
            <a:avLst>
              <a:gd name="adj" fmla="val 21538"/>
            </a:avLst>
          </a:prstGeom>
          <a:solidFill>
            <a:srgbClr val="100821"/>
          </a:solidFill>
          <a:ln w="1778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Never simulated returns."/>
          <p:cNvSpPr txBox="1"/>
          <p:nvPr/>
        </p:nvSpPr>
        <p:spPr>
          <a:xfrm>
            <a:off x="548640" y="3840480"/>
            <a:ext cx="8092440" cy="594360"/>
          </a:xfrm>
          <a:prstGeom prst="rect">
            <a:avLst/>
          </a:prstGeom>
          <a:noFill/>
        </p:spPr>
        <p:txBody>
          <a:bodyPr wrap="square" lIns="9144" rIns="9144" tIns="0" bIns="0" anchor="ctr">
            <a:spAutoFit/>
          </a:bodyPr>
          <a:lstStyle/>
          <a:p>
            <a:pPr algn="ctr">
              <a:lnSpc>
                <a:spcPct val="106000"/>
              </a:lnSpc>
              <a:spcAft>
                <a:spcPts val="400"/>
              </a:spcAft>
              <a:defRPr sz="2200" b="0">
                <a:solidFill>
                  <a:srgbClr val="FD51FC"/>
                </a:solidFill>
                <a:latin typeface="Helvetica Neue"/>
              </a:defRPr>
            </a:pPr>
            <a:r>
              <a:t>Never simulated returns.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ADME anatomy"/>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README anatomy</a:t>
            </a:r>
          </a:p>
        </p:txBody>
      </p:sp>
      <p:sp>
        <p:nvSpPr>
          <p:cNvPr id="3" name="text:Six blocks. A first-time reader se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Six blocks. A first-time reader sees the benefit and the limit.</a:t>
            </a:r>
          </a:p>
        </p:txBody>
      </p:sp>
      <p:sp>
        <p:nvSpPr>
          <p:cNvPr id="4" name="text:1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18</a:t>
            </a:r>
          </a:p>
        </p:txBody>
      </p:sp>
      <p:sp>
        <p:nvSpPr>
          <p:cNvPr id="5" name="Rounded Rectangle 4"/>
          <p:cNvSpPr/>
          <p:nvPr/>
        </p:nvSpPr>
        <p:spPr>
          <a:xfrm>
            <a:off x="548640" y="141732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685800" y="141732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1</a:t>
            </a:r>
          </a:p>
        </p:txBody>
      </p:sp>
      <p:sp>
        <p:nvSpPr>
          <p:cNvPr id="7" name="text:What it is"/>
          <p:cNvSpPr txBox="1"/>
          <p:nvPr/>
        </p:nvSpPr>
        <p:spPr>
          <a:xfrm>
            <a:off x="1005840" y="141732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What it is</a:t>
            </a:r>
          </a:p>
        </p:txBody>
      </p:sp>
      <p:sp>
        <p:nvSpPr>
          <p:cNvPr id="8" name="text:One sentence, one reader."/>
          <p:cNvSpPr txBox="1"/>
          <p:nvPr/>
        </p:nvSpPr>
        <p:spPr>
          <a:xfrm>
            <a:off x="2331720" y="141732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One sentence, one reader.</a:t>
            </a:r>
          </a:p>
        </p:txBody>
      </p:sp>
      <p:sp>
        <p:nvSpPr>
          <p:cNvPr id="9" name="Rounded Rectangle 8"/>
          <p:cNvSpPr/>
          <p:nvPr/>
        </p:nvSpPr>
        <p:spPr>
          <a:xfrm>
            <a:off x="548640" y="192024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2"/>
          <p:cNvSpPr txBox="1"/>
          <p:nvPr/>
        </p:nvSpPr>
        <p:spPr>
          <a:xfrm>
            <a:off x="685800" y="192024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2</a:t>
            </a:r>
          </a:p>
        </p:txBody>
      </p:sp>
      <p:sp>
        <p:nvSpPr>
          <p:cNvPr id="11" name="text:Run it"/>
          <p:cNvSpPr txBox="1"/>
          <p:nvPr/>
        </p:nvSpPr>
        <p:spPr>
          <a:xfrm>
            <a:off x="1005840" y="192024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Run it</a:t>
            </a:r>
          </a:p>
        </p:txBody>
      </p:sp>
      <p:sp>
        <p:nvSpPr>
          <p:cNvPr id="12" name="text:Exact commands from a clean checkout"/>
          <p:cNvSpPr txBox="1"/>
          <p:nvPr/>
        </p:nvSpPr>
        <p:spPr>
          <a:xfrm>
            <a:off x="2331720" y="192024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Exact commands from a clean checkout.</a:t>
            </a:r>
          </a:p>
        </p:txBody>
      </p:sp>
      <p:sp>
        <p:nvSpPr>
          <p:cNvPr id="13" name="Rounded Rectangle 12"/>
          <p:cNvSpPr/>
          <p:nvPr/>
        </p:nvSpPr>
        <p:spPr>
          <a:xfrm>
            <a:off x="548640" y="242316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3"/>
          <p:cNvSpPr txBox="1"/>
          <p:nvPr/>
        </p:nvSpPr>
        <p:spPr>
          <a:xfrm>
            <a:off x="685800" y="242316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3</a:t>
            </a:r>
          </a:p>
        </p:txBody>
      </p:sp>
      <p:sp>
        <p:nvSpPr>
          <p:cNvPr id="15" name="text:What you will see"/>
          <p:cNvSpPr txBox="1"/>
          <p:nvPr/>
        </p:nvSpPr>
        <p:spPr>
          <a:xfrm>
            <a:off x="1005840" y="242316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What you will see</a:t>
            </a:r>
          </a:p>
        </p:txBody>
      </p:sp>
      <p:sp>
        <p:nvSpPr>
          <p:cNvPr id="16" name="text:One picture or three lines."/>
          <p:cNvSpPr txBox="1"/>
          <p:nvPr/>
        </p:nvSpPr>
        <p:spPr>
          <a:xfrm>
            <a:off x="2331720" y="242316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One picture or three lines.</a:t>
            </a:r>
          </a:p>
        </p:txBody>
      </p:sp>
      <p:sp>
        <p:nvSpPr>
          <p:cNvPr id="17" name="Rounded Rectangle 16"/>
          <p:cNvSpPr/>
          <p:nvPr/>
        </p:nvSpPr>
        <p:spPr>
          <a:xfrm>
            <a:off x="548640" y="292608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4"/>
          <p:cNvSpPr txBox="1"/>
          <p:nvPr/>
        </p:nvSpPr>
        <p:spPr>
          <a:xfrm>
            <a:off x="685800" y="292608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4</a:t>
            </a:r>
          </a:p>
        </p:txBody>
      </p:sp>
      <p:sp>
        <p:nvSpPr>
          <p:cNvPr id="19" name="text:Devnet evidence"/>
          <p:cNvSpPr txBox="1"/>
          <p:nvPr/>
        </p:nvSpPr>
        <p:spPr>
          <a:xfrm>
            <a:off x="1005840" y="292608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Devnet evidence</a:t>
            </a:r>
          </a:p>
        </p:txBody>
      </p:sp>
      <p:sp>
        <p:nvSpPr>
          <p:cNvPr id="20" name="text:An explorer link, or &quot;none&quot;."/>
          <p:cNvSpPr txBox="1"/>
          <p:nvPr/>
        </p:nvSpPr>
        <p:spPr>
          <a:xfrm>
            <a:off x="2331720" y="292608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An explorer link, or "none".</a:t>
            </a:r>
          </a:p>
        </p:txBody>
      </p:sp>
      <p:sp>
        <p:nvSpPr>
          <p:cNvPr id="21" name="Rounded Rectangle 20"/>
          <p:cNvSpPr/>
          <p:nvPr/>
        </p:nvSpPr>
        <p:spPr>
          <a:xfrm>
            <a:off x="548640" y="342900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5"/>
          <p:cNvSpPr txBox="1"/>
          <p:nvPr/>
        </p:nvSpPr>
        <p:spPr>
          <a:xfrm>
            <a:off x="685800" y="342900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5</a:t>
            </a:r>
          </a:p>
        </p:txBody>
      </p:sp>
      <p:sp>
        <p:nvSpPr>
          <p:cNvPr id="23" name="text:Known limitation"/>
          <p:cNvSpPr txBox="1"/>
          <p:nvPr/>
        </p:nvSpPr>
        <p:spPr>
          <a:xfrm>
            <a:off x="1005840" y="342900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Known limitation</a:t>
            </a:r>
          </a:p>
        </p:txBody>
      </p:sp>
      <p:sp>
        <p:nvSpPr>
          <p:cNvPr id="24" name="text:One honest sentence."/>
          <p:cNvSpPr txBox="1"/>
          <p:nvPr/>
        </p:nvSpPr>
        <p:spPr>
          <a:xfrm>
            <a:off x="2331720" y="342900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One honest sentence.</a:t>
            </a:r>
          </a:p>
        </p:txBody>
      </p:sp>
      <p:sp>
        <p:nvSpPr>
          <p:cNvPr id="25" name="Rounded Rectangle 24"/>
          <p:cNvSpPr/>
          <p:nvPr/>
        </p:nvSpPr>
        <p:spPr>
          <a:xfrm>
            <a:off x="548640" y="3931920"/>
            <a:ext cx="4114800" cy="429768"/>
          </a:xfrm>
          <a:prstGeom prst="roundRect">
            <a:avLst>
              <a:gd name="adj" fmla="val 297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6"/>
          <p:cNvSpPr txBox="1"/>
          <p:nvPr/>
        </p:nvSpPr>
        <p:spPr>
          <a:xfrm>
            <a:off x="685800" y="3931920"/>
            <a:ext cx="274320" cy="429768"/>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Helvetica Neue"/>
              </a:defRPr>
            </a:pPr>
            <a:r>
              <a:t>6</a:t>
            </a:r>
          </a:p>
        </p:txBody>
      </p:sp>
      <p:sp>
        <p:nvSpPr>
          <p:cNvPr id="27" name="text:Safety"/>
          <p:cNvSpPr txBox="1"/>
          <p:nvPr/>
        </p:nvSpPr>
        <p:spPr>
          <a:xfrm>
            <a:off x="1005840" y="3931920"/>
            <a:ext cx="1371600" cy="429768"/>
          </a:xfrm>
          <a:prstGeom prst="rect">
            <a:avLst/>
          </a:prstGeom>
          <a:noFill/>
        </p:spPr>
        <p:txBody>
          <a:bodyPr wrap="square" lIns="9144" rIns="9144" tIns="0" bIns="0" anchor="ctr">
            <a:spAutoFit/>
          </a:bodyPr>
          <a:lstStyle/>
          <a:p>
            <a:pPr>
              <a:lnSpc>
                <a:spcPct val="106000"/>
              </a:lnSpc>
              <a:spcAft>
                <a:spcPts val="400"/>
              </a:spcAft>
              <a:defRPr sz="1150" b="0">
                <a:solidFill>
                  <a:srgbClr val="F2F5F8"/>
                </a:solidFill>
                <a:latin typeface="Helvetica Neue"/>
              </a:defRPr>
            </a:pPr>
            <a:r>
              <a:t>Safety</a:t>
            </a:r>
          </a:p>
        </p:txBody>
      </p:sp>
      <p:sp>
        <p:nvSpPr>
          <p:cNvPr id="28" name="text:Devnet only, no keys, simulated is l"/>
          <p:cNvSpPr txBox="1"/>
          <p:nvPr/>
        </p:nvSpPr>
        <p:spPr>
          <a:xfrm>
            <a:off x="2331720" y="3931920"/>
            <a:ext cx="2286000" cy="429768"/>
          </a:xfrm>
          <a:prstGeom prst="rect">
            <a:avLst/>
          </a:prstGeom>
          <a:noFill/>
        </p:spPr>
        <p:txBody>
          <a:bodyPr wrap="square" lIns="9144" rIns="9144" tIns="0" bIns="0" anchor="ctr">
            <a:spAutoFit/>
          </a:bodyPr>
          <a:lstStyle/>
          <a:p>
            <a:pPr>
              <a:lnSpc>
                <a:spcPct val="106000"/>
              </a:lnSpc>
              <a:spcAft>
                <a:spcPts val="400"/>
              </a:spcAft>
              <a:defRPr sz="900" b="0">
                <a:solidFill>
                  <a:srgbClr val="9A9AA2"/>
                </a:solidFill>
                <a:latin typeface="Helvetica Neue"/>
              </a:defRPr>
            </a:pPr>
            <a:r>
              <a:t>Devnet only, no keys, simulated is labelled.</a:t>
            </a:r>
          </a:p>
        </p:txBody>
      </p:sp>
      <p:sp>
        <p:nvSpPr>
          <p:cNvPr id="29" name="Rounded Rectangle 28"/>
          <p:cNvSpPr/>
          <p:nvPr/>
        </p:nvSpPr>
        <p:spPr>
          <a:xfrm>
            <a:off x="4846320" y="1417320"/>
            <a:ext cx="3794760" cy="3017520"/>
          </a:xfrm>
          <a:prstGeom prst="roundRect">
            <a:avLst>
              <a:gd name="adj" fmla="val 4242"/>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templates/README.template.md"/>
          <p:cNvSpPr txBox="1"/>
          <p:nvPr/>
        </p:nvSpPr>
        <p:spPr>
          <a:xfrm>
            <a:off x="4983480" y="1490472"/>
            <a:ext cx="3566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Menlo"/>
              </a:defRPr>
            </a:pPr>
            <a:r>
              <a:t>templates/README.template.md</a:t>
            </a:r>
          </a:p>
        </p:txBody>
      </p:sp>
      <p:sp>
        <p:nvSpPr>
          <p:cNvPr id="31" name="text:# &lt;project name&gt; &lt;One sentence: what"/>
          <p:cNvSpPr txBox="1"/>
          <p:nvPr/>
        </p:nvSpPr>
        <p:spPr>
          <a:xfrm>
            <a:off x="4983480" y="1755648"/>
            <a:ext cx="3566160" cy="2651760"/>
          </a:xfrm>
          <a:prstGeom prst="rect">
            <a:avLst/>
          </a:prstGeom>
          <a:noFill/>
        </p:spPr>
        <p:txBody>
          <a:bodyPr wrap="square" lIns="9144" rIns="9144" tIns="0" bIns="0">
            <a:spAutoFit/>
          </a:bodyPr>
          <a:lstStyle/>
          <a:p>
            <a:pPr>
              <a:lnSpc>
                <a:spcPct val="100000"/>
              </a:lnSpc>
              <a:spcAft>
                <a:spcPts val="400"/>
              </a:spcAft>
              <a:defRPr sz="700" b="0">
                <a:solidFill>
                  <a:srgbClr val="F2F5F8"/>
                </a:solidFill>
                <a:latin typeface="Menlo"/>
              </a:defRPr>
            </a:pPr>
            <a:r>
              <a:t># &lt;project name&gt;</a:t>
            </a:r>
          </a:p>
          <a:p>
            <a:pPr>
              <a:lnSpc>
                <a:spcPct val="100000"/>
              </a:lnSpc>
              <a:spcAft>
                <a:spcPts val="400"/>
              </a:spcAft>
              <a:defRPr sz="700" b="0">
                <a:solidFill>
                  <a:srgbClr val="F2F5F8"/>
                </a:solidFill>
                <a:latin typeface="Menlo"/>
              </a:defRPr>
            </a:pPr>
            <a:r>
              <a:t>&lt;One sentence: what it does and for whom.&gt;</a:t>
            </a:r>
          </a:p>
          <a:p>
            <a:pPr>
              <a:lnSpc>
                <a:spcPct val="100000"/>
              </a:lnSpc>
              <a:spcAft>
                <a:spcPts val="400"/>
              </a:spcAft>
              <a:defRPr sz="700" b="0">
                <a:solidFill>
                  <a:srgbClr val="F2F5F8"/>
                </a:solidFill>
                <a:latin typeface="Menlo"/>
              </a:defRPr>
            </a:pPr>
            <a:r>
              <a:t>**Status:** &lt;works on devnet / prototype / simulation only&gt;. R</a:t>
            </a:r>
          </a:p>
          <a:p>
            <a:pPr>
              <a:lnSpc>
                <a:spcPct val="100000"/>
              </a:lnSpc>
              <a:spcAft>
                <a:spcPts val="400"/>
              </a:spcAft>
              <a:defRPr sz="700" b="0">
                <a:solidFill>
                  <a:srgbClr val="F2F5F8"/>
                </a:solidFill>
                <a:latin typeface="Menlo"/>
              </a:defRPr>
            </a:pPr>
            <a:r>
              <a:t>## Run it (from a fresh checkout)</a:t>
            </a:r>
          </a:p>
          <a:p>
            <a:pPr>
              <a:lnSpc>
                <a:spcPct val="100000"/>
              </a:lnSpc>
              <a:spcAft>
                <a:spcPts val="400"/>
              </a:spcAft>
              <a:defRPr sz="700" b="0">
                <a:solidFill>
                  <a:srgbClr val="F2F5F8"/>
                </a:solidFill>
                <a:latin typeface="Menlo"/>
              </a:defRPr>
            </a:pPr>
            <a:r>
              <a:t>```</a:t>
            </a:r>
          </a:p>
          <a:p>
            <a:pPr>
              <a:lnSpc>
                <a:spcPct val="100000"/>
              </a:lnSpc>
              <a:spcAft>
                <a:spcPts val="400"/>
              </a:spcAft>
              <a:defRPr sz="700" b="0">
                <a:solidFill>
                  <a:srgbClr val="F2F5F8"/>
                </a:solidFill>
                <a:latin typeface="Menlo"/>
              </a:defRPr>
            </a:pPr>
            <a:r>
              <a:t>npm install</a:t>
            </a:r>
          </a:p>
          <a:p>
            <a:pPr>
              <a:lnSpc>
                <a:spcPct val="100000"/>
              </a:lnSpc>
              <a:spcAft>
                <a:spcPts val="400"/>
              </a:spcAft>
              <a:defRPr sz="700" b="0">
                <a:solidFill>
                  <a:srgbClr val="F2F5F8"/>
                </a:solidFill>
                <a:latin typeface="Menlo"/>
              </a:defRPr>
            </a:pPr>
            <a:r>
              <a:t>npm test</a:t>
            </a:r>
          </a:p>
          <a:p>
            <a:pPr>
              <a:lnSpc>
                <a:spcPct val="100000"/>
              </a:lnSpc>
              <a:spcAft>
                <a:spcPts val="400"/>
              </a:spcAft>
              <a:defRPr sz="700" b="0">
                <a:solidFill>
                  <a:srgbClr val="F2F5F8"/>
                </a:solidFill>
                <a:latin typeface="Menlo"/>
              </a:defRPr>
            </a:pPr>
            <a:r>
              <a:t>npm run demo -- --recorded</a:t>
            </a:r>
          </a:p>
          <a:p>
            <a:pPr>
              <a:lnSpc>
                <a:spcPct val="100000"/>
              </a:lnSpc>
              <a:spcAft>
                <a:spcPts val="400"/>
              </a:spcAft>
              <a:defRPr sz="700" b="0">
                <a:solidFill>
                  <a:srgbClr val="F2F5F8"/>
                </a:solidFill>
                <a:latin typeface="Menlo"/>
              </a:defRPr>
            </a:pPr>
            <a:r>
              <a:t>```</a:t>
            </a:r>
          </a:p>
          <a:p>
            <a:pPr>
              <a:lnSpc>
                <a:spcPct val="100000"/>
              </a:lnSpc>
              <a:spcAft>
                <a:spcPts val="400"/>
              </a:spcAft>
              <a:defRPr sz="700" b="0">
                <a:solidFill>
                  <a:srgbClr val="F2F5F8"/>
                </a:solidFill>
                <a:latin typeface="Menlo"/>
              </a:defRPr>
            </a:pPr>
            <a:r>
              <a:t>Expected output: &lt;paste the first 5 lines you actually see&gt;. T</a:t>
            </a:r>
          </a:p>
          <a:p>
            <a:pPr>
              <a:lnSpc>
                <a:spcPct val="100000"/>
              </a:lnSpc>
              <a:spcAft>
                <a:spcPts val="400"/>
              </a:spcAft>
              <a:defRPr sz="700" b="0">
                <a:solidFill>
                  <a:srgbClr val="F2F5F8"/>
                </a:solidFill>
                <a:latin typeface="Menlo"/>
              </a:defRPr>
            </a:pPr>
            <a:r>
              <a:t>## What you will see</a:t>
            </a:r>
          </a:p>
          <a:p>
            <a:pPr>
              <a:lnSpc>
                <a:spcPct val="100000"/>
              </a:lnSpc>
              <a:spcAft>
                <a:spcPts val="400"/>
              </a:spcAft>
              <a:defRPr sz="700" b="0">
                <a:solidFill>
                  <a:srgbClr val="F2F5F8"/>
                </a:solidFill>
                <a:latin typeface="Menlo"/>
              </a:defRPr>
            </a:pPr>
            <a:r>
              <a:t>&lt;A screenshot or a 3-line description. Name the one number or </a:t>
            </a:r>
          </a:p>
          <a:p>
            <a:pPr>
              <a:lnSpc>
                <a:spcPct val="100000"/>
              </a:lnSpc>
              <a:spcAft>
                <a:spcPts val="400"/>
              </a:spcAft>
              <a:defRPr sz="700" b="0">
                <a:solidFill>
                  <a:srgbClr val="F2F5F8"/>
                </a:solidFill>
                <a:latin typeface="Menlo"/>
              </a:defRPr>
            </a:pPr>
            <a:r>
              <a:t>## Devnet evidence</a:t>
            </a:r>
          </a:p>
          <a:p>
            <a:pPr>
              <a:lnSpc>
                <a:spcPct val="100000"/>
              </a:lnSpc>
              <a:spcAft>
                <a:spcPts val="400"/>
              </a:spcAft>
              <a:defRPr sz="700" b="0">
                <a:solidFill>
                  <a:srgbClr val="F2F5F8"/>
                </a:solidFill>
                <a:latin typeface="Menlo"/>
              </a:defRPr>
            </a:pPr>
            <a:r>
              <a:t>&lt;Explorer link with ?cluster=devnet for at least one real tran</a:t>
            </a:r>
          </a:p>
          <a:p>
            <a:pPr>
              <a:lnSpc>
                <a:spcPct val="100000"/>
              </a:lnSpc>
              <a:spcAft>
                <a:spcPts val="400"/>
              </a:spcAft>
              <a:defRPr sz="700" b="0">
                <a:solidFill>
                  <a:srgbClr val="F2F5F8"/>
                </a:solidFill>
                <a:latin typeface="Menlo"/>
              </a:defRPr>
            </a:pPr>
            <a:r>
              <a:t>## Known limitation</a:t>
            </a:r>
          </a:p>
        </p:txBody>
      </p:sp>
      <p:sp>
        <p:nvSpPr>
          <p:cNvPr id="32" name="text:Source: demo-repo/code/templates/REA"/>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demo-repo/code/templates/README.template.md (excerpt)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ests and devnet evidenc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Tests and devnet evidence</a:t>
            </a:r>
          </a:p>
        </p:txBody>
      </p:sp>
      <p:sp>
        <p:nvSpPr>
          <p:cNvPr id="3" name="text:Show it, do not describe i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Show it, do not describe it.</a:t>
            </a:r>
          </a:p>
        </p:txBody>
      </p:sp>
      <p:sp>
        <p:nvSpPr>
          <p:cNvPr id="4" name="text:1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19</a:t>
            </a:r>
          </a:p>
        </p:txBody>
      </p:sp>
      <p:sp>
        <p:nvSpPr>
          <p:cNvPr id="5" name="Rounded Rectangle 4"/>
          <p:cNvSpPr/>
          <p:nvPr/>
        </p:nvSpPr>
        <p:spPr>
          <a:xfrm>
            <a:off x="548640" y="1463040"/>
            <a:ext cx="3931920" cy="2331720"/>
          </a:xfrm>
          <a:prstGeom prst="roundRect">
            <a:avLst>
              <a:gd name="adj" fmla="val 5490"/>
            </a:avLst>
          </a:prstGeom>
          <a:no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ESTS"/>
          <p:cNvSpPr txBox="1"/>
          <p:nvPr/>
        </p:nvSpPr>
        <p:spPr>
          <a:xfrm>
            <a:off x="749808" y="1600200"/>
            <a:ext cx="3474720" cy="182880"/>
          </a:xfrm>
          <a:prstGeom prst="rect">
            <a:avLst/>
          </a:prstGeom>
          <a:noFill/>
        </p:spPr>
        <p:txBody>
          <a:bodyPr wrap="square" lIns="9144" rIns="9144" tIns="0" bIns="0">
            <a:spAutoFit/>
          </a:bodyPr>
          <a:lstStyle/>
          <a:p>
            <a:pPr>
              <a:lnSpc>
                <a:spcPct val="106000"/>
              </a:lnSpc>
              <a:spcAft>
                <a:spcPts val="400"/>
              </a:spcAft>
              <a:defRPr sz="1000" b="0">
                <a:solidFill>
                  <a:srgbClr val="3DDC97"/>
                </a:solidFill>
                <a:latin typeface="Helvetica Neue"/>
              </a:defRPr>
            </a:pPr>
            <a:r>
              <a:t>TESTS</a:t>
            </a:r>
          </a:p>
        </p:txBody>
      </p:sp>
      <p:sp>
        <p:nvSpPr>
          <p:cNvPr id="7" name="Rounded Rectangle 6"/>
          <p:cNvSpPr/>
          <p:nvPr/>
        </p:nvSpPr>
        <p:spPr>
          <a:xfrm>
            <a:off x="749808" y="1920240"/>
            <a:ext cx="352044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npm test"/>
          <p:cNvSpPr txBox="1"/>
          <p:nvPr/>
        </p:nvSpPr>
        <p:spPr>
          <a:xfrm>
            <a:off x="914400" y="1920240"/>
            <a:ext cx="3200400" cy="45720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test</a:t>
            </a:r>
          </a:p>
        </p:txBody>
      </p:sp>
      <p:sp>
        <p:nvSpPr>
          <p:cNvPr id="9" name="text:One command runs them. They pass fro"/>
          <p:cNvSpPr txBox="1"/>
          <p:nvPr/>
        </p:nvSpPr>
        <p:spPr>
          <a:xfrm>
            <a:off x="749808" y="2560320"/>
            <a:ext cx="3520440" cy="118872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One command runs them. They pass from a clean checkout. One test per number you print.</a:t>
            </a:r>
          </a:p>
        </p:txBody>
      </p:sp>
      <p:sp>
        <p:nvSpPr>
          <p:cNvPr id="10" name="Rounded Rectangle 9"/>
          <p:cNvSpPr/>
          <p:nvPr/>
        </p:nvSpPr>
        <p:spPr>
          <a:xfrm>
            <a:off x="4709160" y="1463040"/>
            <a:ext cx="3931920" cy="2331720"/>
          </a:xfrm>
          <a:prstGeom prst="roundRect">
            <a:avLst>
              <a:gd name="adj" fmla="val 5490"/>
            </a:avLst>
          </a:prstGeom>
          <a:no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DEVNET EVIDENCE"/>
          <p:cNvSpPr txBox="1"/>
          <p:nvPr/>
        </p:nvSpPr>
        <p:spPr>
          <a:xfrm>
            <a:off x="4910328" y="1600200"/>
            <a:ext cx="347472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DEVNET EVIDENCE</a:t>
            </a:r>
          </a:p>
        </p:txBody>
      </p:sp>
      <p:sp>
        <p:nvSpPr>
          <p:cNvPr id="12" name="Rounded Rectangle 11"/>
          <p:cNvSpPr/>
          <p:nvPr/>
        </p:nvSpPr>
        <p:spPr>
          <a:xfrm>
            <a:off x="4910328" y="1920240"/>
            <a:ext cx="3520440" cy="777240"/>
          </a:xfrm>
          <a:prstGeom prst="roundRect">
            <a:avLst>
              <a:gd name="adj" fmla="val 1647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https://explorer.solana.com/tx/&lt;sign"/>
          <p:cNvSpPr txBox="1"/>
          <p:nvPr/>
        </p:nvSpPr>
        <p:spPr>
          <a:xfrm>
            <a:off x="5029200" y="1920240"/>
            <a:ext cx="3291840" cy="777240"/>
          </a:xfrm>
          <a:prstGeom prst="rect">
            <a:avLst/>
          </a:prstGeom>
          <a:noFill/>
        </p:spPr>
        <p:txBody>
          <a:bodyPr wrap="square" lIns="9144" rIns="9144" tIns="0" bIns="0" anchor="ctr">
            <a:spAutoFit/>
          </a:bodyPr>
          <a:lstStyle/>
          <a:p>
            <a:pPr>
              <a:lnSpc>
                <a:spcPct val="106000"/>
              </a:lnSpc>
              <a:spcAft>
                <a:spcPts val="400"/>
              </a:spcAft>
              <a:defRPr sz="850" b="0">
                <a:solidFill>
                  <a:srgbClr val="F2F5F8"/>
                </a:solidFill>
                <a:latin typeface="Menlo"/>
              </a:defRPr>
            </a:pPr>
            <a:r>
              <a:t>https://explorer.solana.com/tx/&lt;signature&gt;?cluster=devnet</a:t>
            </a:r>
          </a:p>
        </p:txBody>
      </p:sp>
      <p:sp>
        <p:nvSpPr>
          <p:cNvPr id="14" name="text:A link is not evidence until it reso"/>
          <p:cNvSpPr txBox="1"/>
          <p:nvPr/>
        </p:nvSpPr>
        <p:spPr>
          <a:xfrm>
            <a:off x="4910328" y="2880360"/>
            <a:ext cx="3520440" cy="914400"/>
          </a:xfrm>
          <a:prstGeom prst="rect">
            <a:avLst/>
          </a:prstGeom>
          <a:noFill/>
        </p:spPr>
        <p:txBody>
          <a:bodyPr wrap="square" lIns="9144" rIns="9144" tIns="0" bIns="0">
            <a:spAutoFit/>
          </a:bodyPr>
          <a:lstStyle/>
          <a:p>
            <a:pPr>
              <a:lnSpc>
                <a:spcPct val="106000"/>
              </a:lnSpc>
              <a:spcAft>
                <a:spcPts val="400"/>
              </a:spcAft>
              <a:defRPr sz="1300" b="0">
                <a:solidFill>
                  <a:srgbClr val="9A9AA2"/>
                </a:solidFill>
                <a:latin typeface="Helvetica Neue"/>
              </a:defRPr>
            </a:pPr>
            <a:r>
              <a:t>A link is not evidence until it resolves. Never paste a key.</a:t>
            </a:r>
          </a:p>
        </p:txBody>
      </p:sp>
      <p:sp>
        <p:nvSpPr>
          <p:cNvPr id="15" name="Rounded Rectangle 14"/>
          <p:cNvSpPr/>
          <p:nvPr/>
        </p:nvSpPr>
        <p:spPr>
          <a:xfrm>
            <a:off x="548640" y="3931920"/>
            <a:ext cx="8092440" cy="548640"/>
          </a:xfrm>
          <a:prstGeom prst="roundRect">
            <a:avLst>
              <a:gd name="adj" fmla="val 23333"/>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Evidence is a transaction you made o"/>
          <p:cNvSpPr txBox="1"/>
          <p:nvPr/>
        </p:nvSpPr>
        <p:spPr>
          <a:xfrm>
            <a:off x="731520" y="3931920"/>
            <a:ext cx="7726679" cy="548640"/>
          </a:xfrm>
          <a:prstGeom prst="rect">
            <a:avLst/>
          </a:prstGeom>
          <a:noFill/>
        </p:spPr>
        <p:txBody>
          <a:bodyPr wrap="square" lIns="9144" rIns="9144" tIns="0" bIns="0" anchor="ctr">
            <a:spAutoFit/>
          </a:bodyPr>
          <a:lstStyle/>
          <a:p>
            <a:pPr>
              <a:lnSpc>
                <a:spcPct val="106000"/>
              </a:lnSpc>
              <a:spcAft>
                <a:spcPts val="400"/>
              </a:spcAft>
              <a:defRPr sz="1250" b="0">
                <a:solidFill>
                  <a:srgbClr val="F2F5F8"/>
                </a:solidFill>
                <a:latin typeface="Helvetica Neue"/>
              </a:defRPr>
            </a:pPr>
            <a:r>
              <a:t>Evidence is a transaction you made on devnet. Not a screenshot of a chart.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ecrets and repo hygien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Secrets and repo hygiene</a:t>
            </a:r>
          </a:p>
        </p:txBody>
      </p:sp>
      <p:sp>
        <p:nvSpPr>
          <p:cNvPr id="3" name="text:Scan before you push. Run it on your"/>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Scan before you push. Run it on your own project.</a:t>
            </a:r>
          </a:p>
        </p:txBody>
      </p:sp>
      <p:sp>
        <p:nvSpPr>
          <p:cNvPr id="4" name="text:2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20</a:t>
            </a:r>
          </a:p>
        </p:txBody>
      </p:sp>
      <p:sp>
        <p:nvSpPr>
          <p:cNvPr id="5" name="Rounded Rectangle 4"/>
          <p:cNvSpPr/>
          <p:nvPr/>
        </p:nvSpPr>
        <p:spPr>
          <a:xfrm>
            <a:off x="548640" y="1417320"/>
            <a:ext cx="356616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 npm run ship-check -- ../my-projec"/>
          <p:cNvSpPr txBox="1"/>
          <p:nvPr/>
        </p:nvSpPr>
        <p:spPr>
          <a:xfrm>
            <a:off x="685800" y="1417320"/>
            <a:ext cx="3383280" cy="457200"/>
          </a:xfrm>
          <a:prstGeom prst="rect">
            <a:avLst/>
          </a:prstGeom>
          <a:noFill/>
        </p:spPr>
        <p:txBody>
          <a:bodyPr wrap="square" lIns="9144" rIns="9144" tIns="0" bIns="0" anchor="ctr">
            <a:spAutoFit/>
          </a:bodyPr>
          <a:lstStyle/>
          <a:p>
            <a:pPr>
              <a:lnSpc>
                <a:spcPct val="106000"/>
              </a:lnSpc>
              <a:spcAft>
                <a:spcPts val="400"/>
              </a:spcAft>
              <a:defRPr sz="1000" b="0">
                <a:solidFill>
                  <a:srgbClr val="3DDC97"/>
                </a:solidFill>
                <a:latin typeface="Menlo"/>
              </a:defRPr>
            </a:pPr>
            <a:r>
              <a:t>$ npm run ship-check -- ../my-project</a:t>
            </a:r>
          </a:p>
        </p:txBody>
      </p:sp>
      <p:sp>
        <p:nvSpPr>
          <p:cNvPr id="7" name="Rounded Rectangle 6"/>
          <p:cNvSpPr/>
          <p:nvPr/>
        </p:nvSpPr>
        <p:spPr>
          <a:xfrm>
            <a:off x="548640" y="2011680"/>
            <a:ext cx="3566160" cy="493776"/>
          </a:xfrm>
          <a:prstGeom prst="roundRect">
            <a:avLst>
              <a:gd name="adj" fmla="val 259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Secrets"/>
          <p:cNvSpPr txBox="1"/>
          <p:nvPr/>
        </p:nvSpPr>
        <p:spPr>
          <a:xfrm>
            <a:off x="713232" y="2011680"/>
            <a:ext cx="1097280" cy="493776"/>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Secrets</a:t>
            </a:r>
          </a:p>
        </p:txBody>
      </p:sp>
      <p:sp>
        <p:nvSpPr>
          <p:cNvPr id="9" name="text:.env, keypair files, key-shaped text"/>
          <p:cNvSpPr txBox="1"/>
          <p:nvPr/>
        </p:nvSpPr>
        <p:spPr>
          <a:xfrm>
            <a:off x="1737360" y="2011680"/>
            <a:ext cx="2331720" cy="493776"/>
          </a:xfrm>
          <a:prstGeom prst="rect">
            <a:avLst/>
          </a:prstGeom>
          <a:noFill/>
        </p:spPr>
        <p:txBody>
          <a:bodyPr wrap="square" lIns="9144" rIns="9144" tIns="0" bIns="0" anchor="ctr">
            <a:spAutoFit/>
          </a:bodyPr>
          <a:lstStyle/>
          <a:p>
            <a:pPr>
              <a:lnSpc>
                <a:spcPct val="106000"/>
              </a:lnSpc>
              <a:spcAft>
                <a:spcPts val="400"/>
              </a:spcAft>
              <a:defRPr sz="950" b="0">
                <a:solidFill>
                  <a:srgbClr val="9A9AA2"/>
                </a:solidFill>
                <a:latin typeface="Helvetica Neue"/>
              </a:defRPr>
            </a:pPr>
            <a:r>
              <a:t>.env, keypair files, key-shaped text</a:t>
            </a:r>
          </a:p>
        </p:txBody>
      </p:sp>
      <p:sp>
        <p:nvSpPr>
          <p:cNvPr id="10" name="Rounded Rectangle 9"/>
          <p:cNvSpPr/>
          <p:nvPr/>
        </p:nvSpPr>
        <p:spPr>
          <a:xfrm>
            <a:off x="548640" y="2578608"/>
            <a:ext cx="3566160" cy="493776"/>
          </a:xfrm>
          <a:prstGeom prst="roundRect">
            <a:avLst>
              <a:gd name="adj" fmla="val 259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gitignore"/>
          <p:cNvSpPr txBox="1"/>
          <p:nvPr/>
        </p:nvSpPr>
        <p:spPr>
          <a:xfrm>
            <a:off x="713232" y="2578608"/>
            <a:ext cx="1097280" cy="493776"/>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.gitignore</a:t>
            </a:r>
          </a:p>
        </p:txBody>
      </p:sp>
      <p:sp>
        <p:nvSpPr>
          <p:cNvPr id="12" name="text:.env and node_modules listed"/>
          <p:cNvSpPr txBox="1"/>
          <p:nvPr/>
        </p:nvSpPr>
        <p:spPr>
          <a:xfrm>
            <a:off x="1737360" y="2578608"/>
            <a:ext cx="2331720" cy="493776"/>
          </a:xfrm>
          <a:prstGeom prst="rect">
            <a:avLst/>
          </a:prstGeom>
          <a:noFill/>
        </p:spPr>
        <p:txBody>
          <a:bodyPr wrap="square" lIns="9144" rIns="9144" tIns="0" bIns="0" anchor="ctr">
            <a:spAutoFit/>
          </a:bodyPr>
          <a:lstStyle/>
          <a:p>
            <a:pPr>
              <a:lnSpc>
                <a:spcPct val="106000"/>
              </a:lnSpc>
              <a:spcAft>
                <a:spcPts val="400"/>
              </a:spcAft>
              <a:defRPr sz="950" b="0">
                <a:solidFill>
                  <a:srgbClr val="9A9AA2"/>
                </a:solidFill>
                <a:latin typeface="Helvetica Neue"/>
              </a:defRPr>
            </a:pPr>
            <a:r>
              <a:t>.env and node_modules listed</a:t>
            </a:r>
          </a:p>
        </p:txBody>
      </p:sp>
      <p:sp>
        <p:nvSpPr>
          <p:cNvPr id="13" name="Rounded Rectangle 12"/>
          <p:cNvSpPr/>
          <p:nvPr/>
        </p:nvSpPr>
        <p:spPr>
          <a:xfrm>
            <a:off x="548640" y="3145536"/>
            <a:ext cx="3566160" cy="493776"/>
          </a:xfrm>
          <a:prstGeom prst="roundRect">
            <a:avLst>
              <a:gd name="adj" fmla="val 259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Licence"/>
          <p:cNvSpPr txBox="1"/>
          <p:nvPr/>
        </p:nvSpPr>
        <p:spPr>
          <a:xfrm>
            <a:off x="713232" y="3145536"/>
            <a:ext cx="1097280" cy="493776"/>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Licence</a:t>
            </a:r>
          </a:p>
        </p:txBody>
      </p:sp>
      <p:sp>
        <p:nvSpPr>
          <p:cNvPr id="15" name="text:MIT is a fine default"/>
          <p:cNvSpPr txBox="1"/>
          <p:nvPr/>
        </p:nvSpPr>
        <p:spPr>
          <a:xfrm>
            <a:off x="1737360" y="3145536"/>
            <a:ext cx="2331720" cy="493776"/>
          </a:xfrm>
          <a:prstGeom prst="rect">
            <a:avLst/>
          </a:prstGeom>
          <a:noFill/>
        </p:spPr>
        <p:txBody>
          <a:bodyPr wrap="square" lIns="9144" rIns="9144" tIns="0" bIns="0" anchor="ctr">
            <a:spAutoFit/>
          </a:bodyPr>
          <a:lstStyle/>
          <a:p>
            <a:pPr>
              <a:lnSpc>
                <a:spcPct val="106000"/>
              </a:lnSpc>
              <a:spcAft>
                <a:spcPts val="400"/>
              </a:spcAft>
              <a:defRPr sz="950" b="0">
                <a:solidFill>
                  <a:srgbClr val="9A9AA2"/>
                </a:solidFill>
                <a:latin typeface="Helvetica Neue"/>
              </a:defRPr>
            </a:pPr>
            <a:r>
              <a:t>MIT is a fine default</a:t>
            </a:r>
          </a:p>
        </p:txBody>
      </p:sp>
      <p:sp>
        <p:nvSpPr>
          <p:cNvPr id="16" name="Rounded Rectangle 15"/>
          <p:cNvSpPr/>
          <p:nvPr/>
        </p:nvSpPr>
        <p:spPr>
          <a:xfrm>
            <a:off x="548640" y="3712464"/>
            <a:ext cx="3566160" cy="493776"/>
          </a:xfrm>
          <a:prstGeom prst="roundRect">
            <a:avLst>
              <a:gd name="adj" fmla="val 25925"/>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Junk"/>
          <p:cNvSpPr txBox="1"/>
          <p:nvPr/>
        </p:nvSpPr>
        <p:spPr>
          <a:xfrm>
            <a:off x="713232" y="3712464"/>
            <a:ext cx="1097280" cy="493776"/>
          </a:xfrm>
          <a:prstGeom prst="rect">
            <a:avLst/>
          </a:prstGeom>
          <a:noFill/>
        </p:spPr>
        <p:txBody>
          <a:bodyPr wrap="square" lIns="9144" rIns="9144" tIns="0" bIns="0" anchor="ctr">
            <a:spAutoFit/>
          </a:bodyPr>
          <a:lstStyle/>
          <a:p>
            <a:pPr>
              <a:lnSpc>
                <a:spcPct val="106000"/>
              </a:lnSpc>
              <a:spcAft>
                <a:spcPts val="400"/>
              </a:spcAft>
              <a:defRPr sz="1200" b="0">
                <a:solidFill>
                  <a:srgbClr val="F2F5F8"/>
                </a:solidFill>
                <a:latin typeface="Helvetica Neue"/>
              </a:defRPr>
            </a:pPr>
            <a:r>
              <a:t>Junk</a:t>
            </a:r>
          </a:p>
        </p:txBody>
      </p:sp>
      <p:sp>
        <p:nvSpPr>
          <p:cNvPr id="18" name="text:.DS_Store, logs, big files"/>
          <p:cNvSpPr txBox="1"/>
          <p:nvPr/>
        </p:nvSpPr>
        <p:spPr>
          <a:xfrm>
            <a:off x="1737360" y="3712464"/>
            <a:ext cx="2331720" cy="493776"/>
          </a:xfrm>
          <a:prstGeom prst="rect">
            <a:avLst/>
          </a:prstGeom>
          <a:noFill/>
        </p:spPr>
        <p:txBody>
          <a:bodyPr wrap="square" lIns="9144" rIns="9144" tIns="0" bIns="0" anchor="ctr">
            <a:spAutoFit/>
          </a:bodyPr>
          <a:lstStyle/>
          <a:p>
            <a:pPr>
              <a:lnSpc>
                <a:spcPct val="106000"/>
              </a:lnSpc>
              <a:spcAft>
                <a:spcPts val="400"/>
              </a:spcAft>
              <a:defRPr sz="950" b="0">
                <a:solidFill>
                  <a:srgbClr val="9A9AA2"/>
                </a:solidFill>
                <a:latin typeface="Helvetica Neue"/>
              </a:defRPr>
            </a:pPr>
            <a:r>
              <a:t>.DS_Store, logs, big files</a:t>
            </a:r>
          </a:p>
        </p:txBody>
      </p:sp>
      <p:sp>
        <p:nvSpPr>
          <p:cNvPr id="19" name="text:If a real key ever reached git, rota"/>
          <p:cNvSpPr txBox="1"/>
          <p:nvPr/>
        </p:nvSpPr>
        <p:spPr>
          <a:xfrm>
            <a:off x="548640" y="4315968"/>
            <a:ext cx="3566160" cy="365760"/>
          </a:xfrm>
          <a:prstGeom prst="rect">
            <a:avLst/>
          </a:prstGeom>
          <a:noFill/>
        </p:spPr>
        <p:txBody>
          <a:bodyPr wrap="square" lIns="9144" rIns="9144" tIns="0" bIns="0">
            <a:spAutoFit/>
          </a:bodyPr>
          <a:lstStyle/>
          <a:p>
            <a:pPr>
              <a:lnSpc>
                <a:spcPct val="106000"/>
              </a:lnSpc>
              <a:spcAft>
                <a:spcPts val="400"/>
              </a:spcAft>
              <a:defRPr sz="950" b="0">
                <a:solidFill>
                  <a:srgbClr val="FD51FC"/>
                </a:solidFill>
                <a:latin typeface="Helvetica Neue"/>
              </a:defRPr>
            </a:pPr>
            <a:r>
              <a:t>If a real key ever reached git, rotate it. Deleting the file is not enough.</a:t>
            </a:r>
          </a:p>
        </p:txBody>
      </p:sp>
      <p:sp>
        <p:nvSpPr>
          <p:cNvPr id="20" name="Rounded Rectangle 19"/>
          <p:cNvSpPr/>
          <p:nvPr/>
        </p:nvSpPr>
        <p:spPr>
          <a:xfrm>
            <a:off x="4343400" y="1417320"/>
            <a:ext cx="4297680" cy="3108960"/>
          </a:xfrm>
          <a:prstGeom prst="roundRect">
            <a:avLst>
              <a:gd name="adj" fmla="val 4117"/>
            </a:avLst>
          </a:prstGeom>
          <a:solidFill>
            <a:srgbClr val="050508"/>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npm run ship-check -- ."/>
          <p:cNvSpPr txBox="1"/>
          <p:nvPr/>
        </p:nvSpPr>
        <p:spPr>
          <a:xfrm>
            <a:off x="4507992" y="1490472"/>
            <a:ext cx="4023360" cy="182880"/>
          </a:xfrm>
          <a:prstGeom prst="rect">
            <a:avLst/>
          </a:prstGeom>
          <a:noFill/>
        </p:spPr>
        <p:txBody>
          <a:bodyPr wrap="square" lIns="9144" rIns="9144" tIns="0" bIns="0">
            <a:spAutoFit/>
          </a:bodyPr>
          <a:lstStyle/>
          <a:p>
            <a:pPr>
              <a:lnSpc>
                <a:spcPct val="106000"/>
              </a:lnSpc>
              <a:spcAft>
                <a:spcPts val="400"/>
              </a:spcAft>
              <a:defRPr sz="800" b="0">
                <a:solidFill>
                  <a:srgbClr val="3DDC97"/>
                </a:solidFill>
                <a:latin typeface="Menlo"/>
              </a:defRPr>
            </a:pPr>
            <a:r>
              <a:t>$ npm run ship-check -- .</a:t>
            </a:r>
          </a:p>
        </p:txBody>
      </p:sp>
      <p:sp>
        <p:nvSpPr>
          <p:cNvPr id="22" name="text:Ship check: .   PASS  README at the "/>
          <p:cNvSpPr txBox="1"/>
          <p:nvPr/>
        </p:nvSpPr>
        <p:spPr>
          <a:xfrm>
            <a:off x="4507992" y="1709928"/>
            <a:ext cx="4023360" cy="2743200"/>
          </a:xfrm>
          <a:prstGeom prst="rect">
            <a:avLst/>
          </a:prstGeom>
          <a:noFill/>
        </p:spPr>
        <p:txBody>
          <a:bodyPr wrap="square" lIns="9144" rIns="9144" tIns="0" bIns="0">
            <a:spAutoFit/>
          </a:bodyPr>
          <a:lstStyle/>
          <a:p>
            <a:pPr>
              <a:lnSpc>
                <a:spcPct val="100000"/>
              </a:lnSpc>
              <a:spcAft>
                <a:spcPts val="400"/>
              </a:spcAft>
              <a:defRPr sz="700" b="0">
                <a:solidFill>
                  <a:srgbClr val="F2F5F8"/>
                </a:solidFill>
                <a:latin typeface="Menlo"/>
              </a:defRPr>
            </a:pPr>
            <a:r>
              <a:t>Ship check: .</a:t>
            </a:r>
          </a:p>
          <a:p>
            <a:pPr>
              <a:lnSpc>
                <a:spcPct val="100000"/>
              </a:lnSpc>
              <a:spcAft>
                <a:spcPts val="400"/>
              </a:spcAft>
              <a:defRPr sz="700" b="0">
                <a:solidFill>
                  <a:srgbClr val="F2F5F8"/>
                </a:solidFill>
                <a:latin typeface="Menlo"/>
              </a:defRPr>
            </a:pPr>
            <a:r>
              <a:t>  PASS  README at the top of the project</a:t>
            </a:r>
          </a:p>
          <a:p>
            <a:pPr>
              <a:lnSpc>
                <a:spcPct val="100000"/>
              </a:lnSpc>
              <a:spcAft>
                <a:spcPts val="400"/>
              </a:spcAft>
              <a:defRPr sz="700" b="0">
                <a:solidFill>
                  <a:srgbClr val="F2F5F8"/>
                </a:solidFill>
                <a:latin typeface="Menlo"/>
              </a:defRPr>
            </a:pPr>
            <a:r>
              <a:t>  PASS  README says how to install and run</a:t>
            </a:r>
          </a:p>
          <a:p>
            <a:pPr>
              <a:lnSpc>
                <a:spcPct val="100000"/>
              </a:lnSpc>
              <a:spcAft>
                <a:spcPts val="400"/>
              </a:spcAft>
              <a:defRPr sz="700" b="0">
                <a:solidFill>
                  <a:srgbClr val="F2F5F8"/>
                </a:solidFill>
                <a:latin typeface="Menlo"/>
              </a:defRPr>
            </a:pPr>
            <a:r>
              <a:t>  PASS  README names one known limitation</a:t>
            </a:r>
          </a:p>
          <a:p>
            <a:pPr>
              <a:lnSpc>
                <a:spcPct val="100000"/>
              </a:lnSpc>
              <a:spcAft>
                <a:spcPts val="400"/>
              </a:spcAft>
              <a:defRPr sz="700" b="0">
                <a:solidFill>
                  <a:srgbClr val="F2F5F8"/>
                </a:solidFill>
                <a:latin typeface="Menlo"/>
              </a:defRPr>
            </a:pPr>
            <a:r>
              <a:t>  PASS  README says devnet only, no real funds</a:t>
            </a:r>
          </a:p>
          <a:p>
            <a:pPr>
              <a:lnSpc>
                <a:spcPct val="100000"/>
              </a:lnSpc>
              <a:spcAft>
                <a:spcPts val="400"/>
              </a:spcAft>
              <a:defRPr sz="700" b="0">
                <a:solidFill>
                  <a:srgbClr val="F2F5F8"/>
                </a:solidFill>
                <a:latin typeface="Menlo"/>
              </a:defRPr>
            </a:pPr>
            <a:r>
              <a:t>  PASS  Tests exist</a:t>
            </a:r>
          </a:p>
          <a:p>
            <a:pPr>
              <a:lnSpc>
                <a:spcPct val="100000"/>
              </a:lnSpc>
              <a:spcAft>
                <a:spcPts val="400"/>
              </a:spcAft>
              <a:defRPr sz="700" b="0">
                <a:solidFill>
                  <a:srgbClr val="F2F5F8"/>
                </a:solidFill>
                <a:latin typeface="Menlo"/>
              </a:defRPr>
            </a:pPr>
            <a:r>
              <a:t>  PASS  One command runs the tests</a:t>
            </a:r>
          </a:p>
          <a:p>
            <a:pPr>
              <a:lnSpc>
                <a:spcPct val="100000"/>
              </a:lnSpc>
              <a:spcAft>
                <a:spcPts val="400"/>
              </a:spcAft>
              <a:defRPr sz="700" b="0">
                <a:solidFill>
                  <a:srgbClr val="F2F5F8"/>
                </a:solidFill>
                <a:latin typeface="Menlo"/>
              </a:defRPr>
            </a:pPr>
            <a:r>
              <a:t>  PASS  No .env or keypair files in the project</a:t>
            </a:r>
          </a:p>
          <a:p>
            <a:pPr>
              <a:lnSpc>
                <a:spcPct val="100000"/>
              </a:lnSpc>
              <a:spcAft>
                <a:spcPts val="400"/>
              </a:spcAft>
              <a:defRPr sz="700" b="0">
                <a:solidFill>
                  <a:srgbClr val="F2F5F8"/>
                </a:solidFill>
                <a:latin typeface="Menlo"/>
              </a:defRPr>
            </a:pPr>
            <a:r>
              <a:t>  PASS  No keys or secrets inside files</a:t>
            </a:r>
          </a:p>
          <a:p>
            <a:pPr>
              <a:lnSpc>
                <a:spcPct val="100000"/>
              </a:lnSpc>
              <a:spcAft>
                <a:spcPts val="400"/>
              </a:spcAft>
              <a:defRPr sz="700" b="0">
                <a:solidFill>
                  <a:srgbClr val="F2F5F8"/>
                </a:solidFill>
                <a:latin typeface="Menlo"/>
              </a:defRPr>
            </a:pPr>
            <a:r>
              <a:t>  PASS  .gitignore covers .env and node_modules</a:t>
            </a:r>
          </a:p>
          <a:p>
            <a:pPr>
              <a:lnSpc>
                <a:spcPct val="100000"/>
              </a:lnSpc>
              <a:spcAft>
                <a:spcPts val="400"/>
              </a:spcAft>
              <a:defRPr sz="700" b="0">
                <a:solidFill>
                  <a:srgbClr val="F2F5F8"/>
                </a:solidFill>
                <a:latin typeface="Menlo"/>
              </a:defRPr>
            </a:pPr>
            <a:r>
              <a:t>  PASS  Licence file</a:t>
            </a:r>
          </a:p>
          <a:p>
            <a:pPr>
              <a:lnSpc>
                <a:spcPct val="100000"/>
              </a:lnSpc>
              <a:spcAft>
                <a:spcPts val="400"/>
              </a:spcAft>
              <a:defRPr sz="700" b="0">
                <a:solidFill>
                  <a:srgbClr val="F2F5F8"/>
                </a:solidFill>
                <a:latin typeface="Menlo"/>
              </a:defRPr>
            </a:pPr>
            <a:r>
              <a:t>  PASS  Demo script or pitch notes</a:t>
            </a:r>
          </a:p>
          <a:p>
            <a:pPr>
              <a:lnSpc>
                <a:spcPct val="100000"/>
              </a:lnSpc>
              <a:spcAft>
                <a:spcPts val="400"/>
              </a:spcAft>
              <a:defRPr sz="700" b="0">
                <a:solidFill>
                  <a:srgbClr val="F2F5F8"/>
                </a:solidFill>
                <a:latin typeface="Menlo"/>
              </a:defRPr>
            </a:pPr>
            <a:r>
              <a:t>  WARN  Devnet evidence (explorer link or signature)</a:t>
            </a:r>
          </a:p>
          <a:p>
            <a:pPr>
              <a:lnSpc>
                <a:spcPct val="100000"/>
              </a:lnSpc>
              <a:spcAft>
                <a:spcPts val="400"/>
              </a:spcAft>
              <a:defRPr sz="700" b="0">
                <a:solidFill>
                  <a:srgbClr val="F2F5F8"/>
                </a:solidFill>
                <a:latin typeface="Menlo"/>
              </a:defRPr>
            </a:pPr>
            <a:r>
              <a:t>        no devnet explorer link (.../tx/&lt;signature&gt;?cluster=devnet) </a:t>
            </a:r>
          </a:p>
          <a:p>
            <a:pPr>
              <a:lnSpc>
                <a:spcPct val="100000"/>
              </a:lnSpc>
              <a:spcAft>
                <a:spcPts val="400"/>
              </a:spcAft>
              <a:defRPr sz="700" b="0">
                <a:solidFill>
                  <a:srgbClr val="F2F5F8"/>
                </a:solidFill>
                <a:latin typeface="Menlo"/>
              </a:defRPr>
            </a:pPr>
            <a:r>
              <a:t>  PASS  Recorded backup for the demo</a:t>
            </a:r>
          </a:p>
          <a:p>
            <a:pPr>
              <a:lnSpc>
                <a:spcPct val="100000"/>
              </a:lnSpc>
              <a:spcAft>
                <a:spcPts val="400"/>
              </a:spcAft>
              <a:defRPr sz="700" b="0">
                <a:solidFill>
                  <a:srgbClr val="F2F5F8"/>
                </a:solidFill>
                <a:latin typeface="Menlo"/>
              </a:defRPr>
            </a:pPr>
            <a:r>
              <a:t>  PASS  No junk or oversized files</a:t>
            </a:r>
          </a:p>
          <a:p>
            <a:pPr>
              <a:lnSpc>
                <a:spcPct val="100000"/>
              </a:lnSpc>
              <a:spcAft>
                <a:spcPts val="400"/>
              </a:spcAft>
              <a:defRPr sz="700" b="0">
                <a:solidFill>
                  <a:srgbClr val="F2F5F8"/>
                </a:solidFill>
                <a:latin typeface="Menlo"/>
              </a:defRPr>
            </a:pPr>
            <a:r>
              <a:t>NEARLY READY: 13/14 checks pass, 0 fail, 1 warn</a:t>
            </a:r>
          </a:p>
        </p:txBody>
      </p:sp>
      <p:sp>
        <p:nvSpPr>
          <p:cNvPr id="23" name="text:Source: terminal output of the ship "/>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terminal output of the ship check on the sample code itself (assets/terminal-shipcheck.txt)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scrip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script</a:t>
            </a:r>
          </a:p>
        </p:txBody>
      </p:sp>
      <p:sp>
        <p:nvSpPr>
          <p:cNvPr id="3" name="text:Three minutes. Say it twice with a t"/>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Three minutes. Say it twice with a timer.</a:t>
            </a:r>
          </a:p>
        </p:txBody>
      </p:sp>
      <p:sp>
        <p:nvSpPr>
          <p:cNvPr id="4" name="text:2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21</a:t>
            </a:r>
          </a:p>
        </p:txBody>
      </p:sp>
      <p:sp>
        <p:nvSpPr>
          <p:cNvPr id="5" name="Rounded Rectangle 4"/>
          <p:cNvSpPr/>
          <p:nvPr/>
        </p:nvSpPr>
        <p:spPr>
          <a:xfrm>
            <a:off x="548640" y="1508760"/>
            <a:ext cx="1490472" cy="224028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0:20"/>
          <p:cNvSpPr txBox="1"/>
          <p:nvPr/>
        </p:nvSpPr>
        <p:spPr>
          <a:xfrm>
            <a:off x="685800" y="1645920"/>
            <a:ext cx="12801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0:20</a:t>
            </a:r>
          </a:p>
        </p:txBody>
      </p:sp>
      <p:sp>
        <p:nvSpPr>
          <p:cNvPr id="7" name="text:Problem"/>
          <p:cNvSpPr txBox="1"/>
          <p:nvPr/>
        </p:nvSpPr>
        <p:spPr>
          <a:xfrm>
            <a:off x="685800" y="2194560"/>
            <a:ext cx="12801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Problem</a:t>
            </a:r>
          </a:p>
        </p:txBody>
      </p:sp>
      <p:sp>
        <p:nvSpPr>
          <p:cNvPr id="8" name="text:Who loses what, with one example."/>
          <p:cNvSpPr txBox="1"/>
          <p:nvPr/>
        </p:nvSpPr>
        <p:spPr>
          <a:xfrm>
            <a:off x="685800" y="2560320"/>
            <a:ext cx="1261872"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Who loses what, with one example.</a:t>
            </a:r>
          </a:p>
        </p:txBody>
      </p:sp>
      <p:sp>
        <p:nvSpPr>
          <p:cNvPr id="9" name="Rounded Rectangle 8"/>
          <p:cNvSpPr/>
          <p:nvPr/>
        </p:nvSpPr>
        <p:spPr>
          <a:xfrm>
            <a:off x="2176272" y="1508760"/>
            <a:ext cx="1490472" cy="2240280"/>
          </a:xfrm>
          <a:prstGeom prst="roundRect">
            <a:avLst>
              <a:gd name="adj" fmla="val 8588"/>
            </a:avLst>
          </a:prstGeom>
          <a:solidFill>
            <a:srgbClr val="100821"/>
          </a:solidFill>
          <a:ln w="1524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1:00"/>
          <p:cNvSpPr txBox="1"/>
          <p:nvPr/>
        </p:nvSpPr>
        <p:spPr>
          <a:xfrm>
            <a:off x="2313432" y="1645920"/>
            <a:ext cx="12801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1:00</a:t>
            </a:r>
          </a:p>
        </p:txBody>
      </p:sp>
      <p:sp>
        <p:nvSpPr>
          <p:cNvPr id="11" name="text:Run"/>
          <p:cNvSpPr txBox="1"/>
          <p:nvPr/>
        </p:nvSpPr>
        <p:spPr>
          <a:xfrm>
            <a:off x="2313432" y="2194560"/>
            <a:ext cx="12801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Run</a:t>
            </a:r>
          </a:p>
        </p:txBody>
      </p:sp>
      <p:sp>
        <p:nvSpPr>
          <p:cNvPr id="12" name="text:The exact command. Say what to look "/>
          <p:cNvSpPr txBox="1"/>
          <p:nvPr/>
        </p:nvSpPr>
        <p:spPr>
          <a:xfrm>
            <a:off x="2313432" y="2560320"/>
            <a:ext cx="1261872"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exact command. Say what to look at first.</a:t>
            </a:r>
          </a:p>
        </p:txBody>
      </p:sp>
      <p:sp>
        <p:nvSpPr>
          <p:cNvPr id="13" name="Rounded Rectangle 12"/>
          <p:cNvSpPr/>
          <p:nvPr/>
        </p:nvSpPr>
        <p:spPr>
          <a:xfrm>
            <a:off x="3803904" y="1508760"/>
            <a:ext cx="1490472" cy="224028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0:40"/>
          <p:cNvSpPr txBox="1"/>
          <p:nvPr/>
        </p:nvSpPr>
        <p:spPr>
          <a:xfrm>
            <a:off x="3941064" y="1645920"/>
            <a:ext cx="12801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0:40</a:t>
            </a:r>
          </a:p>
        </p:txBody>
      </p:sp>
      <p:sp>
        <p:nvSpPr>
          <p:cNvPr id="15" name="text:Evidence"/>
          <p:cNvSpPr txBox="1"/>
          <p:nvPr/>
        </p:nvSpPr>
        <p:spPr>
          <a:xfrm>
            <a:off x="3941064" y="2194560"/>
            <a:ext cx="12801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Evidence</a:t>
            </a:r>
          </a:p>
        </p:txBody>
      </p:sp>
      <p:sp>
        <p:nvSpPr>
          <p:cNvPr id="16" name="text:A passing test run or an explorer li"/>
          <p:cNvSpPr txBox="1"/>
          <p:nvPr/>
        </p:nvSpPr>
        <p:spPr>
          <a:xfrm>
            <a:off x="3941064" y="2560320"/>
            <a:ext cx="1261872"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 passing test run or an explorer link.</a:t>
            </a:r>
          </a:p>
        </p:txBody>
      </p:sp>
      <p:sp>
        <p:nvSpPr>
          <p:cNvPr id="17" name="Rounded Rectangle 16"/>
          <p:cNvSpPr/>
          <p:nvPr/>
        </p:nvSpPr>
        <p:spPr>
          <a:xfrm>
            <a:off x="5431536" y="1508760"/>
            <a:ext cx="1490472" cy="224028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0:30"/>
          <p:cNvSpPr txBox="1"/>
          <p:nvPr/>
        </p:nvSpPr>
        <p:spPr>
          <a:xfrm>
            <a:off x="5568696" y="1645920"/>
            <a:ext cx="12801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0:30</a:t>
            </a:r>
          </a:p>
        </p:txBody>
      </p:sp>
      <p:sp>
        <p:nvSpPr>
          <p:cNvPr id="19" name="text:Limit"/>
          <p:cNvSpPr txBox="1"/>
          <p:nvPr/>
        </p:nvSpPr>
        <p:spPr>
          <a:xfrm>
            <a:off x="5568696" y="2194560"/>
            <a:ext cx="12801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Limit</a:t>
            </a:r>
          </a:p>
        </p:txBody>
      </p:sp>
      <p:sp>
        <p:nvSpPr>
          <p:cNvPr id="20" name="text:One thing it does not do."/>
          <p:cNvSpPr txBox="1"/>
          <p:nvPr/>
        </p:nvSpPr>
        <p:spPr>
          <a:xfrm>
            <a:off x="5568696" y="2560320"/>
            <a:ext cx="1261872"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One thing it does not do.</a:t>
            </a:r>
          </a:p>
        </p:txBody>
      </p:sp>
      <p:sp>
        <p:nvSpPr>
          <p:cNvPr id="21" name="Rounded Rectangle 20"/>
          <p:cNvSpPr/>
          <p:nvPr/>
        </p:nvSpPr>
        <p:spPr>
          <a:xfrm>
            <a:off x="7059168" y="1508760"/>
            <a:ext cx="1490472" cy="224028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0:20"/>
          <p:cNvSpPr txBox="1"/>
          <p:nvPr/>
        </p:nvSpPr>
        <p:spPr>
          <a:xfrm>
            <a:off x="7196328" y="1645920"/>
            <a:ext cx="1280160" cy="411480"/>
          </a:xfrm>
          <a:prstGeom prst="rect">
            <a:avLst/>
          </a:prstGeom>
          <a:noFill/>
        </p:spPr>
        <p:txBody>
          <a:bodyPr wrap="square" lIns="9144" rIns="9144" tIns="0" bIns="0">
            <a:spAutoFit/>
          </a:bodyPr>
          <a:lstStyle/>
          <a:p>
            <a:pPr>
              <a:lnSpc>
                <a:spcPct val="106000"/>
              </a:lnSpc>
              <a:spcAft>
                <a:spcPts val="400"/>
              </a:spcAft>
              <a:defRPr sz="2400" b="0">
                <a:solidFill>
                  <a:srgbClr val="3DDC97"/>
                </a:solidFill>
                <a:latin typeface="Helvetica Neue"/>
              </a:defRPr>
            </a:pPr>
            <a:r>
              <a:t>0:20</a:t>
            </a:r>
          </a:p>
        </p:txBody>
      </p:sp>
      <p:sp>
        <p:nvSpPr>
          <p:cNvPr id="23" name="text:Next"/>
          <p:cNvSpPr txBox="1"/>
          <p:nvPr/>
        </p:nvSpPr>
        <p:spPr>
          <a:xfrm>
            <a:off x="7196328" y="2194560"/>
            <a:ext cx="128016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Next</a:t>
            </a:r>
          </a:p>
        </p:txBody>
      </p:sp>
      <p:sp>
        <p:nvSpPr>
          <p:cNvPr id="24" name="text:One concrete next step."/>
          <p:cNvSpPr txBox="1"/>
          <p:nvPr/>
        </p:nvSpPr>
        <p:spPr>
          <a:xfrm>
            <a:off x="7196328" y="2560320"/>
            <a:ext cx="1261872" cy="109728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One concrete next step.</a:t>
            </a:r>
          </a:p>
        </p:txBody>
      </p:sp>
      <p:sp>
        <p:nvSpPr>
          <p:cNvPr id="25" name="Rounded Rectangle 24"/>
          <p:cNvSpPr/>
          <p:nvPr/>
        </p:nvSpPr>
        <p:spPr>
          <a:xfrm>
            <a:off x="548640" y="3931920"/>
            <a:ext cx="8092440" cy="457200"/>
          </a:xfrm>
          <a:prstGeom prst="roundRect">
            <a:avLst>
              <a:gd name="adj" fmla="val 28000"/>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Template: templates/DEMO-SCRIPT.temp"/>
          <p:cNvSpPr txBox="1"/>
          <p:nvPr/>
        </p:nvSpPr>
        <p:spPr>
          <a:xfrm>
            <a:off x="731520" y="3931920"/>
            <a:ext cx="7680960" cy="45720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Menlo"/>
              </a:defRPr>
            </a:pPr>
            <a:r>
              <a:t>Template: templates/DEMO-SCRIPT.template.md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e 2-minute pitch"/>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The 2-minute pitch</a:t>
            </a:r>
          </a:p>
        </p:txBody>
      </p:sp>
      <p:sp>
        <p:nvSpPr>
          <p:cNvPr id="3" name="text:Five parts. Write one sentence for 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Five parts. Write one sentence for each.</a:t>
            </a:r>
          </a:p>
        </p:txBody>
      </p:sp>
      <p:sp>
        <p:nvSpPr>
          <p:cNvPr id="4" name="text:2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22</a:t>
            </a:r>
          </a:p>
        </p:txBody>
      </p:sp>
      <p:sp>
        <p:nvSpPr>
          <p:cNvPr id="5" name="Rounded Rectangle 4"/>
          <p:cNvSpPr/>
          <p:nvPr/>
        </p:nvSpPr>
        <p:spPr>
          <a:xfrm>
            <a:off x="548640" y="1508760"/>
            <a:ext cx="1312164" cy="411480"/>
          </a:xfrm>
          <a:prstGeom prst="roundRect">
            <a:avLst>
              <a:gd name="adj" fmla="val 17777"/>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20 s"/>
          <p:cNvSpPr txBox="1"/>
          <p:nvPr/>
        </p:nvSpPr>
        <p:spPr>
          <a:xfrm>
            <a:off x="548640" y="1508760"/>
            <a:ext cx="1312164" cy="411480"/>
          </a:xfrm>
          <a:prstGeom prst="rect">
            <a:avLst/>
          </a:prstGeom>
          <a:noFill/>
        </p:spPr>
        <p:txBody>
          <a:bodyPr wrap="square" lIns="9144" rIns="9144" tIns="0" bIns="0" anchor="ctr">
            <a:spAutoFit/>
          </a:bodyPr>
          <a:lstStyle/>
          <a:p>
            <a:pPr algn="ctr">
              <a:lnSpc>
                <a:spcPct val="106000"/>
              </a:lnSpc>
              <a:spcAft>
                <a:spcPts val="400"/>
              </a:spcAft>
              <a:defRPr sz="1000" b="0">
                <a:solidFill>
                  <a:srgbClr val="B3A5FF"/>
                </a:solidFill>
                <a:latin typeface="Helvetica Neue"/>
              </a:defRPr>
            </a:pPr>
            <a:r>
              <a:t>20 s</a:t>
            </a:r>
          </a:p>
        </p:txBody>
      </p:sp>
      <p:sp>
        <p:nvSpPr>
          <p:cNvPr id="7" name="Rounded Rectangle 6"/>
          <p:cNvSpPr/>
          <p:nvPr/>
        </p:nvSpPr>
        <p:spPr>
          <a:xfrm>
            <a:off x="1897380" y="1508760"/>
            <a:ext cx="1986534" cy="411480"/>
          </a:xfrm>
          <a:prstGeom prst="roundRect">
            <a:avLst>
              <a:gd name="adj" fmla="val 1777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30 s"/>
          <p:cNvSpPr txBox="1"/>
          <p:nvPr/>
        </p:nvSpPr>
        <p:spPr>
          <a:xfrm>
            <a:off x="1897380" y="1508760"/>
            <a:ext cx="1986534" cy="411480"/>
          </a:xfrm>
          <a:prstGeom prst="rect">
            <a:avLst/>
          </a:prstGeom>
          <a:noFill/>
        </p:spPr>
        <p:txBody>
          <a:bodyPr wrap="square" lIns="9144" rIns="9144" tIns="0" bIns="0" anchor="ctr">
            <a:spAutoFit/>
          </a:bodyPr>
          <a:lstStyle/>
          <a:p>
            <a:pPr algn="ctr">
              <a:lnSpc>
                <a:spcPct val="106000"/>
              </a:lnSpc>
              <a:spcAft>
                <a:spcPts val="400"/>
              </a:spcAft>
              <a:defRPr sz="1000" b="0">
                <a:solidFill>
                  <a:srgbClr val="3DDC97"/>
                </a:solidFill>
                <a:latin typeface="Helvetica Neue"/>
              </a:defRPr>
            </a:pPr>
            <a:r>
              <a:t>30 s</a:t>
            </a:r>
          </a:p>
        </p:txBody>
      </p:sp>
      <p:sp>
        <p:nvSpPr>
          <p:cNvPr id="9" name="Rounded Rectangle 8"/>
          <p:cNvSpPr/>
          <p:nvPr/>
        </p:nvSpPr>
        <p:spPr>
          <a:xfrm>
            <a:off x="3920489" y="1508760"/>
            <a:ext cx="1986534" cy="411480"/>
          </a:xfrm>
          <a:prstGeom prst="roundRect">
            <a:avLst>
              <a:gd name="adj" fmla="val 17777"/>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30 s"/>
          <p:cNvSpPr txBox="1"/>
          <p:nvPr/>
        </p:nvSpPr>
        <p:spPr>
          <a:xfrm>
            <a:off x="3920489" y="1508760"/>
            <a:ext cx="1986534" cy="411480"/>
          </a:xfrm>
          <a:prstGeom prst="rect">
            <a:avLst/>
          </a:prstGeom>
          <a:noFill/>
        </p:spPr>
        <p:txBody>
          <a:bodyPr wrap="square" lIns="9144" rIns="9144" tIns="0" bIns="0" anchor="ctr">
            <a:spAutoFit/>
          </a:bodyPr>
          <a:lstStyle/>
          <a:p>
            <a:pPr algn="ctr">
              <a:lnSpc>
                <a:spcPct val="106000"/>
              </a:lnSpc>
              <a:spcAft>
                <a:spcPts val="400"/>
              </a:spcAft>
              <a:defRPr sz="1000" b="0">
                <a:solidFill>
                  <a:srgbClr val="3DDC97"/>
                </a:solidFill>
                <a:latin typeface="Helvetica Neue"/>
              </a:defRPr>
            </a:pPr>
            <a:r>
              <a:t>30 s</a:t>
            </a:r>
          </a:p>
        </p:txBody>
      </p:sp>
      <p:sp>
        <p:nvSpPr>
          <p:cNvPr id="11" name="Rounded Rectangle 10"/>
          <p:cNvSpPr/>
          <p:nvPr/>
        </p:nvSpPr>
        <p:spPr>
          <a:xfrm>
            <a:off x="5943600" y="1508760"/>
            <a:ext cx="1649349" cy="411480"/>
          </a:xfrm>
          <a:prstGeom prst="roundRect">
            <a:avLst>
              <a:gd name="adj" fmla="val 17777"/>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5 s"/>
          <p:cNvSpPr txBox="1"/>
          <p:nvPr/>
        </p:nvSpPr>
        <p:spPr>
          <a:xfrm>
            <a:off x="5943600" y="1508760"/>
            <a:ext cx="1649349" cy="411480"/>
          </a:xfrm>
          <a:prstGeom prst="rect">
            <a:avLst/>
          </a:prstGeom>
          <a:noFill/>
        </p:spPr>
        <p:txBody>
          <a:bodyPr wrap="square" lIns="9144" rIns="9144" tIns="0" bIns="0" anchor="ctr">
            <a:spAutoFit/>
          </a:bodyPr>
          <a:lstStyle/>
          <a:p>
            <a:pPr algn="ctr">
              <a:lnSpc>
                <a:spcPct val="106000"/>
              </a:lnSpc>
              <a:spcAft>
                <a:spcPts val="400"/>
              </a:spcAft>
              <a:defRPr sz="1000" b="0">
                <a:solidFill>
                  <a:srgbClr val="B3A5FF"/>
                </a:solidFill>
                <a:latin typeface="Helvetica Neue"/>
              </a:defRPr>
            </a:pPr>
            <a:r>
              <a:t>25 s</a:t>
            </a:r>
          </a:p>
        </p:txBody>
      </p:sp>
      <p:sp>
        <p:nvSpPr>
          <p:cNvPr id="13" name="Rounded Rectangle 12"/>
          <p:cNvSpPr/>
          <p:nvPr/>
        </p:nvSpPr>
        <p:spPr>
          <a:xfrm>
            <a:off x="7629525" y="1508760"/>
            <a:ext cx="974978" cy="411480"/>
          </a:xfrm>
          <a:prstGeom prst="roundRect">
            <a:avLst>
              <a:gd name="adj" fmla="val 17777"/>
            </a:avLst>
          </a:prstGeom>
          <a:noFill/>
          <a:ln w="10160">
            <a:solidFill>
              <a:srgbClr val="9A9AA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15 s"/>
          <p:cNvSpPr txBox="1"/>
          <p:nvPr/>
        </p:nvSpPr>
        <p:spPr>
          <a:xfrm>
            <a:off x="7629525" y="1508760"/>
            <a:ext cx="974978" cy="411480"/>
          </a:xfrm>
          <a:prstGeom prst="rect">
            <a:avLst/>
          </a:prstGeom>
          <a:noFill/>
        </p:spPr>
        <p:txBody>
          <a:bodyPr wrap="square" lIns="9144" rIns="9144" tIns="0" bIns="0" anchor="ctr">
            <a:spAutoFit/>
          </a:bodyPr>
          <a:lstStyle/>
          <a:p>
            <a:pPr algn="ctr">
              <a:lnSpc>
                <a:spcPct val="106000"/>
              </a:lnSpc>
              <a:spcAft>
                <a:spcPts val="400"/>
              </a:spcAft>
              <a:defRPr sz="1000" b="0">
                <a:solidFill>
                  <a:srgbClr val="9A9AA2"/>
                </a:solidFill>
                <a:latin typeface="Helvetica Neue"/>
              </a:defRPr>
            </a:pPr>
            <a:r>
              <a:t>15 s</a:t>
            </a:r>
          </a:p>
        </p:txBody>
      </p:sp>
      <p:sp>
        <p:nvSpPr>
          <p:cNvPr id="15" name="Rounded Rectangle 14"/>
          <p:cNvSpPr/>
          <p:nvPr/>
        </p:nvSpPr>
        <p:spPr>
          <a:xfrm>
            <a:off x="548640" y="2103120"/>
            <a:ext cx="1490472" cy="192024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1"/>
          <p:cNvSpPr txBox="1"/>
          <p:nvPr/>
        </p:nvSpPr>
        <p:spPr>
          <a:xfrm>
            <a:off x="685800" y="219456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1</a:t>
            </a:r>
          </a:p>
        </p:txBody>
      </p:sp>
      <p:sp>
        <p:nvSpPr>
          <p:cNvPr id="17" name="text:Problem"/>
          <p:cNvSpPr txBox="1"/>
          <p:nvPr/>
        </p:nvSpPr>
        <p:spPr>
          <a:xfrm>
            <a:off x="685800" y="2651760"/>
            <a:ext cx="128016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Problem</a:t>
            </a:r>
          </a:p>
        </p:txBody>
      </p:sp>
      <p:sp>
        <p:nvSpPr>
          <p:cNvPr id="18" name="text:0 to 20 s"/>
          <p:cNvSpPr txBox="1"/>
          <p:nvPr/>
        </p:nvSpPr>
        <p:spPr>
          <a:xfrm>
            <a:off x="685800" y="29443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0 to 20 s</a:t>
            </a:r>
          </a:p>
        </p:txBody>
      </p:sp>
      <p:sp>
        <p:nvSpPr>
          <p:cNvPr id="19" name="text:Who loses what, and why."/>
          <p:cNvSpPr txBox="1"/>
          <p:nvPr/>
        </p:nvSpPr>
        <p:spPr>
          <a:xfrm>
            <a:off x="685800" y="3200400"/>
            <a:ext cx="1261872" cy="7772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Who loses what, and why.</a:t>
            </a:r>
          </a:p>
        </p:txBody>
      </p:sp>
      <p:sp>
        <p:nvSpPr>
          <p:cNvPr id="20" name="Rounded Rectangle 19"/>
          <p:cNvSpPr/>
          <p:nvPr/>
        </p:nvSpPr>
        <p:spPr>
          <a:xfrm>
            <a:off x="2176272" y="2103120"/>
            <a:ext cx="1490472" cy="192024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2"/>
          <p:cNvSpPr txBox="1"/>
          <p:nvPr/>
        </p:nvSpPr>
        <p:spPr>
          <a:xfrm>
            <a:off x="2313432" y="219456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2</a:t>
            </a:r>
          </a:p>
        </p:txBody>
      </p:sp>
      <p:sp>
        <p:nvSpPr>
          <p:cNvPr id="22" name="text:What it does"/>
          <p:cNvSpPr txBox="1"/>
          <p:nvPr/>
        </p:nvSpPr>
        <p:spPr>
          <a:xfrm>
            <a:off x="2313432" y="2651760"/>
            <a:ext cx="128016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What it does</a:t>
            </a:r>
          </a:p>
        </p:txBody>
      </p:sp>
      <p:sp>
        <p:nvSpPr>
          <p:cNvPr id="23" name="text:20 to 50 s"/>
          <p:cNvSpPr txBox="1"/>
          <p:nvPr/>
        </p:nvSpPr>
        <p:spPr>
          <a:xfrm>
            <a:off x="2313432" y="29443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20 to 50 s</a:t>
            </a:r>
          </a:p>
        </p:txBody>
      </p:sp>
      <p:sp>
        <p:nvSpPr>
          <p:cNvPr id="24" name="text:One thing. Show it."/>
          <p:cNvSpPr txBox="1"/>
          <p:nvPr/>
        </p:nvSpPr>
        <p:spPr>
          <a:xfrm>
            <a:off x="2313432" y="3200400"/>
            <a:ext cx="1261872" cy="7772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One thing. Show it.</a:t>
            </a:r>
          </a:p>
        </p:txBody>
      </p:sp>
      <p:sp>
        <p:nvSpPr>
          <p:cNvPr id="25" name="Rounded Rectangle 24"/>
          <p:cNvSpPr/>
          <p:nvPr/>
        </p:nvSpPr>
        <p:spPr>
          <a:xfrm>
            <a:off x="3803904" y="2103120"/>
            <a:ext cx="1490472" cy="192024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3"/>
          <p:cNvSpPr txBox="1"/>
          <p:nvPr/>
        </p:nvSpPr>
        <p:spPr>
          <a:xfrm>
            <a:off x="3941064" y="219456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3</a:t>
            </a:r>
          </a:p>
        </p:txBody>
      </p:sp>
      <p:sp>
        <p:nvSpPr>
          <p:cNvPr id="27" name="text:Evidence"/>
          <p:cNvSpPr txBox="1"/>
          <p:nvPr/>
        </p:nvSpPr>
        <p:spPr>
          <a:xfrm>
            <a:off x="3941064" y="2651760"/>
            <a:ext cx="128016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Evidence</a:t>
            </a:r>
          </a:p>
        </p:txBody>
      </p:sp>
      <p:sp>
        <p:nvSpPr>
          <p:cNvPr id="28" name="text:50 to 80 s"/>
          <p:cNvSpPr txBox="1"/>
          <p:nvPr/>
        </p:nvSpPr>
        <p:spPr>
          <a:xfrm>
            <a:off x="3941064" y="29443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50 to 80 s</a:t>
            </a:r>
          </a:p>
        </p:txBody>
      </p:sp>
      <p:sp>
        <p:nvSpPr>
          <p:cNvPr id="29" name="text:Tests pass. Devnet link. One output."/>
          <p:cNvSpPr txBox="1"/>
          <p:nvPr/>
        </p:nvSpPr>
        <p:spPr>
          <a:xfrm>
            <a:off x="3941064" y="3200400"/>
            <a:ext cx="1261872" cy="7772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Tests pass. Devnet link. One output.</a:t>
            </a:r>
          </a:p>
        </p:txBody>
      </p:sp>
      <p:sp>
        <p:nvSpPr>
          <p:cNvPr id="30" name="Rounded Rectangle 29"/>
          <p:cNvSpPr/>
          <p:nvPr/>
        </p:nvSpPr>
        <p:spPr>
          <a:xfrm>
            <a:off x="5431536" y="2103120"/>
            <a:ext cx="1490472" cy="192024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4"/>
          <p:cNvSpPr txBox="1"/>
          <p:nvPr/>
        </p:nvSpPr>
        <p:spPr>
          <a:xfrm>
            <a:off x="5568696" y="219456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4</a:t>
            </a:r>
          </a:p>
        </p:txBody>
      </p:sp>
      <p:sp>
        <p:nvSpPr>
          <p:cNvPr id="32" name="text:Limit"/>
          <p:cNvSpPr txBox="1"/>
          <p:nvPr/>
        </p:nvSpPr>
        <p:spPr>
          <a:xfrm>
            <a:off x="5568696" y="2651760"/>
            <a:ext cx="128016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Limit</a:t>
            </a:r>
          </a:p>
        </p:txBody>
      </p:sp>
      <p:sp>
        <p:nvSpPr>
          <p:cNvPr id="33" name="text:80 to 105 s"/>
          <p:cNvSpPr txBox="1"/>
          <p:nvPr/>
        </p:nvSpPr>
        <p:spPr>
          <a:xfrm>
            <a:off x="5568696" y="29443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80 to 105 s</a:t>
            </a:r>
          </a:p>
        </p:txBody>
      </p:sp>
      <p:sp>
        <p:nvSpPr>
          <p:cNvPr id="34" name="text:It does not X, so Y."/>
          <p:cNvSpPr txBox="1"/>
          <p:nvPr/>
        </p:nvSpPr>
        <p:spPr>
          <a:xfrm>
            <a:off x="5568696" y="3200400"/>
            <a:ext cx="1261872" cy="7772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It does not X, so Y.</a:t>
            </a:r>
          </a:p>
        </p:txBody>
      </p:sp>
      <p:sp>
        <p:nvSpPr>
          <p:cNvPr id="35" name="Rounded Rectangle 34"/>
          <p:cNvSpPr/>
          <p:nvPr/>
        </p:nvSpPr>
        <p:spPr>
          <a:xfrm>
            <a:off x="7059168" y="2103120"/>
            <a:ext cx="1490472" cy="1920240"/>
          </a:xfrm>
          <a:prstGeom prst="roundRect">
            <a:avLst>
              <a:gd name="adj" fmla="val 858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5"/>
          <p:cNvSpPr txBox="1"/>
          <p:nvPr/>
        </p:nvSpPr>
        <p:spPr>
          <a:xfrm>
            <a:off x="7196328" y="2194560"/>
            <a:ext cx="365760" cy="365760"/>
          </a:xfrm>
          <a:prstGeom prst="rect">
            <a:avLst/>
          </a:prstGeom>
          <a:noFill/>
        </p:spPr>
        <p:txBody>
          <a:bodyPr wrap="square" lIns="9144" rIns="9144" tIns="0" bIns="0">
            <a:spAutoFit/>
          </a:bodyPr>
          <a:lstStyle/>
          <a:p>
            <a:pPr>
              <a:lnSpc>
                <a:spcPct val="106000"/>
              </a:lnSpc>
              <a:spcAft>
                <a:spcPts val="400"/>
              </a:spcAft>
              <a:defRPr sz="2000" b="0">
                <a:solidFill>
                  <a:srgbClr val="3DDC97"/>
                </a:solidFill>
                <a:latin typeface="Helvetica Neue"/>
              </a:defRPr>
            </a:pPr>
            <a:r>
              <a:t>5</a:t>
            </a:r>
          </a:p>
        </p:txBody>
      </p:sp>
      <p:sp>
        <p:nvSpPr>
          <p:cNvPr id="37" name="text:Ask"/>
          <p:cNvSpPr txBox="1"/>
          <p:nvPr/>
        </p:nvSpPr>
        <p:spPr>
          <a:xfrm>
            <a:off x="7196328" y="2651760"/>
            <a:ext cx="1280160" cy="27432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Ask</a:t>
            </a:r>
          </a:p>
        </p:txBody>
      </p:sp>
      <p:sp>
        <p:nvSpPr>
          <p:cNvPr id="38" name="text:105 to 120 s"/>
          <p:cNvSpPr txBox="1"/>
          <p:nvPr/>
        </p:nvSpPr>
        <p:spPr>
          <a:xfrm>
            <a:off x="7196328" y="2944368"/>
            <a:ext cx="1280160" cy="182880"/>
          </a:xfrm>
          <a:prstGeom prst="rect">
            <a:avLst/>
          </a:prstGeom>
          <a:noFill/>
        </p:spPr>
        <p:txBody>
          <a:bodyPr wrap="square" lIns="9144" rIns="9144" tIns="0" bIns="0">
            <a:spAutoFit/>
          </a:bodyPr>
          <a:lstStyle/>
          <a:p>
            <a:pPr>
              <a:lnSpc>
                <a:spcPct val="106000"/>
              </a:lnSpc>
              <a:spcAft>
                <a:spcPts val="400"/>
              </a:spcAft>
              <a:defRPr sz="850" b="0">
                <a:solidFill>
                  <a:srgbClr val="B3A5FF"/>
                </a:solidFill>
                <a:latin typeface="Helvetica Neue"/>
              </a:defRPr>
            </a:pPr>
            <a:r>
              <a:t>105 to 120 s</a:t>
            </a:r>
          </a:p>
        </p:txBody>
      </p:sp>
      <p:sp>
        <p:nvSpPr>
          <p:cNvPr id="39" name="text:Run it. Next I will Z."/>
          <p:cNvSpPr txBox="1"/>
          <p:nvPr/>
        </p:nvSpPr>
        <p:spPr>
          <a:xfrm>
            <a:off x="7196328" y="3200400"/>
            <a:ext cx="1261872" cy="777240"/>
          </a:xfrm>
          <a:prstGeom prst="rect">
            <a:avLst/>
          </a:prstGeom>
          <a:noFill/>
        </p:spPr>
        <p:txBody>
          <a:bodyPr wrap="square" lIns="9144" rIns="9144" tIns="0" bIns="0">
            <a:spAutoFit/>
          </a:bodyPr>
          <a:lstStyle/>
          <a:p>
            <a:pPr>
              <a:lnSpc>
                <a:spcPct val="106000"/>
              </a:lnSpc>
              <a:spcAft>
                <a:spcPts val="400"/>
              </a:spcAft>
              <a:defRPr sz="950" b="0">
                <a:solidFill>
                  <a:srgbClr val="9A9AA2"/>
                </a:solidFill>
                <a:latin typeface="Helvetica Neue"/>
              </a:defRPr>
            </a:pPr>
            <a:r>
              <a:t>Run it. Next I will Z.</a:t>
            </a:r>
          </a:p>
        </p:txBody>
      </p:sp>
      <p:sp>
        <p:nvSpPr>
          <p:cNvPr id="40" name="text:Template: templates/PITCH-2MIN.md"/>
          <p:cNvSpPr txBox="1"/>
          <p:nvPr/>
        </p:nvSpPr>
        <p:spPr>
          <a:xfrm>
            <a:off x="548640" y="4206240"/>
            <a:ext cx="8092440" cy="2743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Menlo"/>
              </a:defRPr>
            </a:pPr>
            <a:r>
              <a:t>Template: templates/PITCH-2MIN.md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Cold-start tes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Cold-start test</a:t>
            </a:r>
          </a:p>
        </p:txBody>
      </p:sp>
      <p:sp>
        <p:nvSpPr>
          <p:cNvPr id="3" name="text:The README has to work for someone w"/>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The README has to work for someone who is not you.</a:t>
            </a:r>
          </a:p>
        </p:txBody>
      </p:sp>
      <p:sp>
        <p:nvSpPr>
          <p:cNvPr id="4" name="text:2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23</a:t>
            </a:r>
          </a:p>
        </p:txBody>
      </p:sp>
      <p:sp>
        <p:nvSpPr>
          <p:cNvPr id="5" name="Rounded Rectangle 4"/>
          <p:cNvSpPr/>
          <p:nvPr/>
        </p:nvSpPr>
        <p:spPr>
          <a:xfrm>
            <a:off x="548640" y="146304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13232" y="1572768"/>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1</a:t>
            </a:r>
          </a:p>
        </p:txBody>
      </p:sp>
      <p:sp>
        <p:nvSpPr>
          <p:cNvPr id="7" name="text:Copy"/>
          <p:cNvSpPr txBox="1"/>
          <p:nvPr/>
        </p:nvSpPr>
        <p:spPr>
          <a:xfrm>
            <a:off x="713232" y="2103120"/>
            <a:ext cx="164592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Copy</a:t>
            </a:r>
          </a:p>
        </p:txBody>
      </p:sp>
      <p:sp>
        <p:nvSpPr>
          <p:cNvPr id="8" name="text:A clean folder: no node_modules, no "/>
          <p:cNvSpPr txBox="1"/>
          <p:nvPr/>
        </p:nvSpPr>
        <p:spPr>
          <a:xfrm>
            <a:off x="713232" y="2468880"/>
            <a:ext cx="1645920" cy="6858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A clean folder: no node_modules, no out.</a:t>
            </a:r>
          </a:p>
        </p:txBody>
      </p:sp>
      <p:cxnSp>
        <p:nvCxnSpPr>
          <p:cNvPr id="9" name="Connector 8"/>
          <p:cNvCxnSpPr/>
          <p:nvPr/>
        </p:nvCxnSpPr>
        <p:spPr>
          <a:xfrm>
            <a:off x="2487168" y="233172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46304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70632" y="1572768"/>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2</a:t>
            </a:r>
          </a:p>
        </p:txBody>
      </p:sp>
      <p:sp>
        <p:nvSpPr>
          <p:cNvPr id="12" name="text:Follow"/>
          <p:cNvSpPr txBox="1"/>
          <p:nvPr/>
        </p:nvSpPr>
        <p:spPr>
          <a:xfrm>
            <a:off x="2770632" y="2103120"/>
            <a:ext cx="164592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Follow</a:t>
            </a:r>
          </a:p>
        </p:txBody>
      </p:sp>
      <p:sp>
        <p:nvSpPr>
          <p:cNvPr id="13" name="text:Only the README. Nothing from memory"/>
          <p:cNvSpPr txBox="1"/>
          <p:nvPr/>
        </p:nvSpPr>
        <p:spPr>
          <a:xfrm>
            <a:off x="2770632" y="2468880"/>
            <a:ext cx="1645920" cy="6858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Only the README. Nothing from memory.</a:t>
            </a:r>
          </a:p>
        </p:txBody>
      </p:sp>
      <p:cxnSp>
        <p:nvCxnSpPr>
          <p:cNvPr id="14" name="Connector 13"/>
          <p:cNvCxnSpPr/>
          <p:nvPr/>
        </p:nvCxnSpPr>
        <p:spPr>
          <a:xfrm>
            <a:off x="4544568" y="233172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46304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28031" y="1572768"/>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3</a:t>
            </a:r>
          </a:p>
        </p:txBody>
      </p:sp>
      <p:sp>
        <p:nvSpPr>
          <p:cNvPr id="17" name="text:Watch"/>
          <p:cNvSpPr txBox="1"/>
          <p:nvPr/>
        </p:nvSpPr>
        <p:spPr>
          <a:xfrm>
            <a:off x="4828031" y="2103120"/>
            <a:ext cx="164592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Watch</a:t>
            </a:r>
          </a:p>
        </p:txBody>
      </p:sp>
      <p:sp>
        <p:nvSpPr>
          <p:cNvPr id="18" name="text:The peer types. You stay silent."/>
          <p:cNvSpPr txBox="1"/>
          <p:nvPr/>
        </p:nvSpPr>
        <p:spPr>
          <a:xfrm>
            <a:off x="4828031" y="2468880"/>
            <a:ext cx="1645920" cy="6858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The peer types. You stay silent.</a:t>
            </a:r>
          </a:p>
        </p:txBody>
      </p:sp>
      <p:cxnSp>
        <p:nvCxnSpPr>
          <p:cNvPr id="19" name="Connector 18"/>
          <p:cNvCxnSpPr/>
          <p:nvPr/>
        </p:nvCxnSpPr>
        <p:spPr>
          <a:xfrm>
            <a:off x="6601968" y="2331720"/>
            <a:ext cx="100584"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463040"/>
            <a:ext cx="1920240" cy="1737360"/>
          </a:xfrm>
          <a:prstGeom prst="roundRect">
            <a:avLst>
              <a:gd name="adj" fmla="val 7368"/>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885431" y="1572768"/>
            <a:ext cx="457200" cy="457200"/>
          </a:xfrm>
          <a:prstGeom prst="rect">
            <a:avLst/>
          </a:prstGeom>
          <a:noFill/>
        </p:spPr>
        <p:txBody>
          <a:bodyPr wrap="square" lIns="9144" rIns="9144" tIns="0" bIns="0">
            <a:spAutoFit/>
          </a:bodyPr>
          <a:lstStyle/>
          <a:p>
            <a:pPr>
              <a:lnSpc>
                <a:spcPct val="106000"/>
              </a:lnSpc>
              <a:spcAft>
                <a:spcPts val="400"/>
              </a:spcAft>
              <a:defRPr sz="2600" b="0">
                <a:solidFill>
                  <a:srgbClr val="3DDC97"/>
                </a:solidFill>
                <a:latin typeface="Helvetica Neue"/>
              </a:defRPr>
            </a:pPr>
            <a:r>
              <a:t>4</a:t>
            </a:r>
          </a:p>
        </p:txBody>
      </p:sp>
      <p:sp>
        <p:nvSpPr>
          <p:cNvPr id="22" name="text:Fix"/>
          <p:cNvSpPr txBox="1"/>
          <p:nvPr/>
        </p:nvSpPr>
        <p:spPr>
          <a:xfrm>
            <a:off x="6885431" y="2103120"/>
            <a:ext cx="1645920" cy="32004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Helvetica Neue"/>
              </a:defRPr>
            </a:pPr>
            <a:r>
              <a:t>Fix</a:t>
            </a:r>
          </a:p>
        </p:txBody>
      </p:sp>
      <p:sp>
        <p:nvSpPr>
          <p:cNvPr id="23" name="text:Change the README, not the peer."/>
          <p:cNvSpPr txBox="1"/>
          <p:nvPr/>
        </p:nvSpPr>
        <p:spPr>
          <a:xfrm>
            <a:off x="6885431" y="2468880"/>
            <a:ext cx="1645920" cy="685800"/>
          </a:xfrm>
          <a:prstGeom prst="rect">
            <a:avLst/>
          </a:prstGeom>
          <a:noFill/>
        </p:spPr>
        <p:txBody>
          <a:bodyPr wrap="square" lIns="9144" rIns="9144" tIns="0" bIns="0">
            <a:spAutoFit/>
          </a:bodyPr>
          <a:lstStyle/>
          <a:p>
            <a:pPr>
              <a:lnSpc>
                <a:spcPct val="106000"/>
              </a:lnSpc>
              <a:spcAft>
                <a:spcPts val="400"/>
              </a:spcAft>
              <a:defRPr sz="1000" b="0">
                <a:solidFill>
                  <a:srgbClr val="9A9AA2"/>
                </a:solidFill>
                <a:latin typeface="Helvetica Neue"/>
              </a:defRPr>
            </a:pPr>
            <a:r>
              <a:t>Change the README, not the peer.</a:t>
            </a:r>
          </a:p>
        </p:txBody>
      </p:sp>
      <p:sp>
        <p:nvSpPr>
          <p:cNvPr id="24" name="Rounded Rectangle 23"/>
          <p:cNvSpPr/>
          <p:nvPr/>
        </p:nvSpPr>
        <p:spPr>
          <a:xfrm>
            <a:off x="548640" y="3383280"/>
            <a:ext cx="3840480" cy="502920"/>
          </a:xfrm>
          <a:prstGeom prst="roundRect">
            <a:avLst>
              <a:gd name="adj" fmla="val 25454"/>
            </a:avLst>
          </a:prstGeom>
          <a:solidFill>
            <a:srgbClr val="100821"/>
          </a:solid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npm run smoke"/>
          <p:cNvSpPr txBox="1"/>
          <p:nvPr/>
        </p:nvSpPr>
        <p:spPr>
          <a:xfrm>
            <a:off x="731520" y="3383280"/>
            <a:ext cx="3566160" cy="502920"/>
          </a:xfrm>
          <a:prstGeom prst="rect">
            <a:avLst/>
          </a:prstGeom>
          <a:noFill/>
        </p:spPr>
        <p:txBody>
          <a:bodyPr wrap="square" lIns="9144" rIns="9144" tIns="0" bIns="0" anchor="ctr">
            <a:spAutoFit/>
          </a:bodyPr>
          <a:lstStyle/>
          <a:p>
            <a:pPr>
              <a:lnSpc>
                <a:spcPct val="106000"/>
              </a:lnSpc>
              <a:spcAft>
                <a:spcPts val="400"/>
              </a:spcAft>
              <a:defRPr sz="1400" b="0">
                <a:solidFill>
                  <a:srgbClr val="3DDC97"/>
                </a:solidFill>
                <a:latin typeface="Menlo"/>
              </a:defRPr>
            </a:pPr>
            <a:r>
              <a:t>$ npm run smoke</a:t>
            </a:r>
          </a:p>
        </p:txBody>
      </p:sp>
      <p:sp>
        <p:nvSpPr>
          <p:cNvPr id="26" name="text:npm install, npm test and the demo, "/>
          <p:cNvSpPr txBox="1"/>
          <p:nvPr/>
        </p:nvSpPr>
        <p:spPr>
          <a:xfrm>
            <a:off x="4572000" y="3383280"/>
            <a:ext cx="4023360" cy="502920"/>
          </a:xfrm>
          <a:prstGeom prst="rect">
            <a:avLst/>
          </a:prstGeom>
          <a:noFill/>
        </p:spPr>
        <p:txBody>
          <a:bodyPr wrap="square" lIns="9144" rIns="9144" tIns="0" bIns="0" anchor="ctr">
            <a:spAutoFit/>
          </a:bodyPr>
          <a:lstStyle/>
          <a:p>
            <a:pPr>
              <a:lnSpc>
                <a:spcPct val="106000"/>
              </a:lnSpc>
              <a:spcAft>
                <a:spcPts val="400"/>
              </a:spcAft>
              <a:defRPr sz="1100" b="0">
                <a:solidFill>
                  <a:srgbClr val="9A9AA2"/>
                </a:solidFill>
                <a:latin typeface="Helvetica Neue"/>
              </a:defRPr>
            </a:pPr>
            <a:r>
              <a:t>npm install, npm test and the demo, in a temp copy</a:t>
            </a:r>
          </a:p>
        </p:txBody>
      </p:sp>
      <p:sp>
        <p:nvSpPr>
          <p:cNvPr id="27" name="text:Smoke test first, then a peer. Feedb"/>
          <p:cNvSpPr txBox="1"/>
          <p:nvPr/>
        </p:nvSpPr>
        <p:spPr>
          <a:xfrm>
            <a:off x="548640" y="4114800"/>
            <a:ext cx="8092440" cy="365760"/>
          </a:xfrm>
          <a:prstGeom prst="rect">
            <a:avLst/>
          </a:prstGeom>
          <a:noFill/>
        </p:spPr>
        <p:txBody>
          <a:bodyPr wrap="square" lIns="9144" rIns="9144" tIns="0" bIns="0">
            <a:spAutoFit/>
          </a:bodyPr>
          <a:lstStyle/>
          <a:p>
            <a:pPr>
              <a:lnSpc>
                <a:spcPct val="106000"/>
              </a:lnSpc>
              <a:spcAft>
                <a:spcPts val="400"/>
              </a:spcAft>
              <a:defRPr sz="1200" b="0">
                <a:solidFill>
                  <a:srgbClr val="9A9AA2"/>
                </a:solidFill>
                <a:latin typeface="Menlo"/>
              </a:defRPr>
            </a:pPr>
            <a:r>
              <a:t>Smoke test first, then a peer. Feedback sheet: templates/PEER-FEEDBACK.md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Recorded backup"/>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Recorded backup</a:t>
            </a:r>
          </a:p>
        </p:txBody>
      </p:sp>
      <p:sp>
        <p:nvSpPr>
          <p:cNvPr id="3" name="text:Decide before you walk up. The netwo"/>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Decide before you walk up. The network will fail at the worst moment.</a:t>
            </a:r>
          </a:p>
        </p:txBody>
      </p:sp>
      <p:sp>
        <p:nvSpPr>
          <p:cNvPr id="4" name="text:2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24</a:t>
            </a:r>
          </a:p>
        </p:txBody>
      </p:sp>
      <p:sp>
        <p:nvSpPr>
          <p:cNvPr id="5" name="Rounded Rectangle 4"/>
          <p:cNvSpPr/>
          <p:nvPr/>
        </p:nvSpPr>
        <p:spPr>
          <a:xfrm>
            <a:off x="548640" y="1508760"/>
            <a:ext cx="2926080" cy="731520"/>
          </a:xfrm>
          <a:prstGeom prst="roundRect">
            <a:avLst>
              <a:gd name="adj" fmla="val 175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Network fails"/>
          <p:cNvSpPr txBox="1"/>
          <p:nvPr/>
        </p:nvSpPr>
        <p:spPr>
          <a:xfrm>
            <a:off x="731520" y="1508760"/>
            <a:ext cx="2651760" cy="7315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Network fails</a:t>
            </a:r>
          </a:p>
        </p:txBody>
      </p:sp>
      <p:cxnSp>
        <p:nvCxnSpPr>
          <p:cNvPr id="7" name="Connector 6"/>
          <p:cNvCxnSpPr/>
          <p:nvPr/>
        </p:nvCxnSpPr>
        <p:spPr>
          <a:xfrm>
            <a:off x="3520440" y="1874519"/>
            <a:ext cx="502920"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69080" y="1508760"/>
            <a:ext cx="457200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Run with --recorded. The data is in "/>
          <p:cNvSpPr txBox="1"/>
          <p:nvPr/>
        </p:nvSpPr>
        <p:spPr>
          <a:xfrm>
            <a:off x="4251960" y="1508760"/>
            <a:ext cx="4206240" cy="7315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Run with --recorded. The data is in the repo.</a:t>
            </a:r>
          </a:p>
        </p:txBody>
      </p:sp>
      <p:sp>
        <p:nvSpPr>
          <p:cNvPr id="10" name="Rounded Rectangle 9"/>
          <p:cNvSpPr/>
          <p:nvPr/>
        </p:nvSpPr>
        <p:spPr>
          <a:xfrm>
            <a:off x="548640" y="2377439"/>
            <a:ext cx="2926080" cy="731520"/>
          </a:xfrm>
          <a:prstGeom prst="roundRect">
            <a:avLst>
              <a:gd name="adj" fmla="val 175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Laptop fails"/>
          <p:cNvSpPr txBox="1"/>
          <p:nvPr/>
        </p:nvSpPr>
        <p:spPr>
          <a:xfrm>
            <a:off x="731520" y="2377439"/>
            <a:ext cx="2651760" cy="7315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Laptop fails</a:t>
            </a:r>
          </a:p>
        </p:txBody>
      </p:sp>
      <p:cxnSp>
        <p:nvCxnSpPr>
          <p:cNvPr id="12" name="Connector 11"/>
          <p:cNvCxnSpPr/>
          <p:nvPr/>
        </p:nvCxnSpPr>
        <p:spPr>
          <a:xfrm>
            <a:off x="3520440" y="2743199"/>
            <a:ext cx="502920"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069080" y="2377439"/>
            <a:ext cx="457200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Screenshots and a PDF in the repo."/>
          <p:cNvSpPr txBox="1"/>
          <p:nvPr/>
        </p:nvSpPr>
        <p:spPr>
          <a:xfrm>
            <a:off x="4251960" y="2377439"/>
            <a:ext cx="4206240" cy="7315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Screenshots and a PDF in the repo.</a:t>
            </a:r>
          </a:p>
        </p:txBody>
      </p:sp>
      <p:sp>
        <p:nvSpPr>
          <p:cNvPr id="15" name="Rounded Rectangle 14"/>
          <p:cNvSpPr/>
          <p:nvPr/>
        </p:nvSpPr>
        <p:spPr>
          <a:xfrm>
            <a:off x="548640" y="3246120"/>
            <a:ext cx="2926080" cy="731520"/>
          </a:xfrm>
          <a:prstGeom prst="roundRect">
            <a:avLst>
              <a:gd name="adj" fmla="val 17500"/>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A command is slow"/>
          <p:cNvSpPr txBox="1"/>
          <p:nvPr/>
        </p:nvSpPr>
        <p:spPr>
          <a:xfrm>
            <a:off x="731520" y="3246120"/>
            <a:ext cx="2651760" cy="731520"/>
          </a:xfrm>
          <a:prstGeom prst="rect">
            <a:avLst/>
          </a:prstGeom>
          <a:noFill/>
        </p:spPr>
        <p:txBody>
          <a:bodyPr wrap="square" lIns="9144" rIns="9144" tIns="0" bIns="0" anchor="ctr">
            <a:spAutoFit/>
          </a:bodyPr>
          <a:lstStyle/>
          <a:p>
            <a:pPr>
              <a:lnSpc>
                <a:spcPct val="106000"/>
              </a:lnSpc>
              <a:spcAft>
                <a:spcPts val="400"/>
              </a:spcAft>
              <a:defRPr sz="1500" b="0">
                <a:solidFill>
                  <a:srgbClr val="F2F5F8"/>
                </a:solidFill>
                <a:latin typeface="Helvetica Neue"/>
              </a:defRPr>
            </a:pPr>
            <a:r>
              <a:t>A command is slow</a:t>
            </a:r>
          </a:p>
        </p:txBody>
      </p:sp>
      <p:cxnSp>
        <p:nvCxnSpPr>
          <p:cNvPr id="17" name="Connector 16"/>
          <p:cNvCxnSpPr/>
          <p:nvPr/>
        </p:nvCxnSpPr>
        <p:spPr>
          <a:xfrm>
            <a:off x="3520440" y="3611879"/>
            <a:ext cx="502920" cy="0"/>
          </a:xfrm>
          <a:prstGeom prst="line">
            <a:avLst/>
          </a:prstGeom>
          <a:ln w="10160">
            <a:solidFill>
              <a:srgbClr val="9A9AA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069080" y="3246120"/>
            <a:ext cx="4572000" cy="731520"/>
          </a:xfrm>
          <a:prstGeom prst="roundRect">
            <a:avLst>
              <a:gd name="adj" fmla="val 17500"/>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Know what you will say while it runs"/>
          <p:cNvSpPr txBox="1"/>
          <p:nvPr/>
        </p:nvSpPr>
        <p:spPr>
          <a:xfrm>
            <a:off x="4251960" y="3246120"/>
            <a:ext cx="4206240" cy="7315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Helvetica Neue"/>
              </a:defRPr>
            </a:pPr>
            <a:r>
              <a:t>Know what you will say while it runs.</a:t>
            </a:r>
          </a:p>
        </p:txBody>
      </p:sp>
      <p:sp>
        <p:nvSpPr>
          <p:cNvPr id="20" name="text:Test the backup, not just the live p"/>
          <p:cNvSpPr txBox="1"/>
          <p:nvPr/>
        </p:nvSpPr>
        <p:spPr>
          <a:xfrm>
            <a:off x="548640" y="4206240"/>
            <a:ext cx="8092440" cy="274320"/>
          </a:xfrm>
          <a:prstGeom prst="rect">
            <a:avLst/>
          </a:prstGeom>
          <a:noFill/>
        </p:spPr>
        <p:txBody>
          <a:bodyPr wrap="square" lIns="9144" rIns="9144" tIns="0" bIns="0">
            <a:spAutoFit/>
          </a:bodyPr>
          <a:lstStyle/>
          <a:p>
            <a:pPr>
              <a:lnSpc>
                <a:spcPct val="106000"/>
              </a:lnSpc>
              <a:spcAft>
                <a:spcPts val="400"/>
              </a:spcAft>
              <a:defRPr sz="1400" b="0">
                <a:solidFill>
                  <a:srgbClr val="3DDC97"/>
                </a:solidFill>
                <a:latin typeface="Helvetica Neue"/>
              </a:defRPr>
            </a:pPr>
            <a:r>
              <a:t>Test the backup, not just the live path.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1"/>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1</a:t>
            </a:r>
          </a:p>
        </p:txBody>
      </p:sp>
      <p:sp>
        <p:nvSpPr>
          <p:cNvPr id="3" name="text:Demo 1: scorecard from a ledger"/>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000" b="0">
                <a:solidFill>
                  <a:srgbClr val="F2F5F8"/>
                </a:solidFill>
                <a:latin typeface="Helvetica Neue"/>
              </a:defRPr>
            </a:pPr>
            <a:r>
              <a:t>Demo 1: scorecard from a ledger</a:t>
            </a:r>
          </a:p>
        </p:txBody>
      </p:sp>
      <p:sp>
        <p:nvSpPr>
          <p:cNvPr id="4" name="text:2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25</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At zero costs, does this ledger make"/>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At zero costs, does this ledger make money? What about at 7 bps per leg?</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demo -- --fee-bps 0 --slip"/>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800" b="0">
                <a:solidFill>
                  <a:srgbClr val="3DDC97"/>
                </a:solidFill>
                <a:latin typeface="Menlo"/>
              </a:defRPr>
            </a:pPr>
            <a:r>
              <a:t>$ npm run demo -- --fee-bps 0 --slippage-bps 0</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net and hit rate, with costs at 0 an"/>
          <p:cNvSpPr txBox="1"/>
          <p:nvPr/>
        </p:nvSpPr>
        <p:spPr>
          <a:xfrm>
            <a:off x="896112" y="3246120"/>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net and hit rate, with costs at 0 and at 7 bps</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reak-even hit rate against the hit "/>
          <p:cNvSpPr txBox="1"/>
          <p:nvPr/>
        </p:nvSpPr>
        <p:spPr>
          <a:xfrm>
            <a:off x="896112" y="352043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break-even hit rate against the hit rate</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the verdict flips as the sliders mov"/>
          <p:cNvSpPr txBox="1"/>
          <p:nvPr/>
        </p:nvSpPr>
        <p:spPr>
          <a:xfrm>
            <a:off x="896112" y="379475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the verdict flips as the sliders move</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Recorded data is bundled.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00" b="0">
                <a:solidFill>
                  <a:srgbClr val="F2F5F8"/>
                </a:solidFill>
                <a:latin typeface="Helvetica Neue"/>
              </a:defRPr>
            </a:pPr>
            <a:r>
              <a:t>Fallback: Recorded data is bundled. Open lab/01-scorecard.html offline.</a:t>
            </a:r>
          </a:p>
        </p:txBody>
      </p:sp>
      <p:pic>
        <p:nvPicPr>
          <p:cNvPr id="20" name="Picture 19" descr="01-scorecard-nocost.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nus-solana-demos.vercel.app/0008/01-scorecard.html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 Simulated; not advice.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2"/>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2</a:t>
            </a:r>
          </a:p>
        </p:txBody>
      </p:sp>
      <p:sp>
        <p:nvSpPr>
          <p:cNvPr id="3" name="text:Demo 2: drawdown and time under wat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Demo 2: drawdown and time under water</a:t>
            </a:r>
          </a:p>
        </p:txBody>
      </p:sp>
      <p:sp>
        <p:nvSpPr>
          <p:cNvPr id="4" name="text:2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26</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ith zero costs, how much of the 40 "/>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With zero costs, how much of the 40 minutes is spent below a previous peak?</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pen lab/02-underwater.html"/>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950" b="0">
                <a:solidFill>
                  <a:srgbClr val="3DDC97"/>
                </a:solidFill>
                <a:latin typeface="Menlo"/>
              </a:defRPr>
            </a:pPr>
            <a:r>
              <a:t>$ open lab/02-underwater.html</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red is every moment below the runnin"/>
          <p:cNvSpPr txBox="1"/>
          <p:nvPr/>
        </p:nvSpPr>
        <p:spPr>
          <a:xfrm>
            <a:off x="896112" y="3246120"/>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red is every moment below the running peak</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max drawdown, time under water, long"/>
          <p:cNvSpPr txBox="1"/>
          <p:nvPr/>
        </p:nvSpPr>
        <p:spPr>
          <a:xfrm>
            <a:off x="896112" y="352043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max drawdown, time under water, longest stretch</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drag the cursor: minutes since the l"/>
          <p:cNvSpPr txBox="1"/>
          <p:nvPr/>
        </p:nvSpPr>
        <p:spPr>
          <a:xfrm>
            <a:off x="896112" y="379475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drag the cursor: minutes since the last peak</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Same recorded ledger every"/>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00" b="0">
                <a:solidFill>
                  <a:srgbClr val="F2F5F8"/>
                </a:solidFill>
                <a:latin typeface="Helvetica Neue"/>
              </a:defRPr>
            </a:pPr>
            <a:r>
              <a:t>Fallback: Same recorded ledger every time.</a:t>
            </a:r>
          </a:p>
        </p:txBody>
      </p:sp>
      <p:pic>
        <p:nvPicPr>
          <p:cNvPr id="20" name="Picture 19" descr="02-underwater.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nus-solana-demos.vercel.app/0008/02-underwater.html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 Simulated; not advice.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3"/>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3</a:t>
            </a:r>
          </a:p>
        </p:txBody>
      </p:sp>
      <p:sp>
        <p:nvSpPr>
          <p:cNvPr id="3" name="text:Demo 3: hit rate versus pay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3: hit rate versus payout</a:t>
            </a:r>
          </a:p>
        </p:txBody>
      </p:sp>
      <p:sp>
        <p:nvSpPr>
          <p:cNvPr id="4" name="text:2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27</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ere does a 45% hit rate with equal"/>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Where does a 45% hit rate with equal wins and losses land? How many trades until you trust it?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pen lab/03-hit-rate-payoff.html"/>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950" b="0">
                <a:solidFill>
                  <a:srgbClr val="3DDC97"/>
                </a:solidFill>
                <a:latin typeface="Menlo"/>
              </a:defRPr>
            </a:pPr>
            <a:r>
              <a:t>$ open lab/03-hit-rate-payoff.html</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the white line is break-even"/>
          <p:cNvSpPr txBox="1"/>
          <p:nvPr/>
        </p:nvSpPr>
        <p:spPr>
          <a:xfrm>
            <a:off x="896112" y="3246120"/>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the white line is break-even</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your what-if dot, and the chance it "/>
          <p:cNvSpPr txBox="1"/>
          <p:nvPr/>
        </p:nvSpPr>
        <p:spPr>
          <a:xfrm>
            <a:off x="896112" y="352043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your what-if dot, and the chance it is below the line</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the sample strategies move with the "/>
          <p:cNvSpPr txBox="1"/>
          <p:nvPr/>
        </p:nvSpPr>
        <p:spPr>
          <a:xfrm>
            <a:off x="896112" y="379475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the sample strategies move with the cost sliders</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All maths runs in the page"/>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00" b="0">
                <a:solidFill>
                  <a:srgbClr val="F2F5F8"/>
                </a:solidFill>
                <a:latin typeface="Helvetica Neue"/>
              </a:defRPr>
            </a:pPr>
            <a:r>
              <a:t>Fallback: All maths runs in the page; no network needed.</a:t>
            </a:r>
          </a:p>
        </p:txBody>
      </p:sp>
      <p:pic>
        <p:nvPicPr>
          <p:cNvPr id="20" name="Picture 19" descr="03-hit-rate-payoff.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nus-solana-demos.vercel.app/0008/03-hit-rate-payoff.html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 Simulated; not advice.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4"/>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4</a:t>
            </a:r>
          </a:p>
        </p:txBody>
      </p:sp>
      <p:sp>
        <p:nvSpPr>
          <p:cNvPr id="3" name="text:Demo 4: honest versus misleading da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2600" b="0">
                <a:solidFill>
                  <a:srgbClr val="F2F5F8"/>
                </a:solidFill>
                <a:latin typeface="Helvetica Neue"/>
              </a:defRPr>
            </a:pPr>
            <a:r>
              <a:t>Demo 4: honest versus misleading dashboard</a:t>
            </a:r>
          </a:p>
        </p:txBody>
      </p:sp>
      <p:sp>
        <p:nvSpPr>
          <p:cNvPr id="4" name="text:28"/>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28</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of the five tricks would have "/>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Which of the five tricks would have fooled you first?</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pen lab/04-honest-dashboard.html"/>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950" b="0">
                <a:solidFill>
                  <a:srgbClr val="3DDC97"/>
                </a:solidFill>
                <a:latin typeface="Menlo"/>
              </a:defRPr>
            </a:pPr>
            <a:r>
              <a:t>$ open lab/04-honest-dashboard.html</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left: gross, annualised, best strate"/>
          <p:cNvSpPr txBox="1"/>
          <p:nvPr/>
        </p:nvSpPr>
        <p:spPr>
          <a:xfrm>
            <a:off x="896112" y="3246120"/>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left: gross, annualised, best strategy only</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right: net, drawdown, all strategies"/>
          <p:cNvSpPr txBox="1"/>
          <p:nvPr/>
        </p:nvSpPr>
        <p:spPr>
          <a:xfrm>
            <a:off x="896112" y="352043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right: net, drawdown, all strategies</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click a row: what it hides"/>
          <p:cNvSpPr txBox="1"/>
          <p:nvPr/>
        </p:nvSpPr>
        <p:spPr>
          <a:xfrm>
            <a:off x="896112" y="379475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click a row: what it hides</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Same ledger, computed by t"/>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00" b="0">
                <a:solidFill>
                  <a:srgbClr val="F2F5F8"/>
                </a:solidFill>
                <a:latin typeface="Helvetica Neue"/>
              </a:defRPr>
            </a:pPr>
            <a:r>
              <a:t>Fallback: Same ledger, computed by the code, no network.</a:t>
            </a:r>
          </a:p>
        </p:txBody>
      </p:sp>
      <p:pic>
        <p:nvPicPr>
          <p:cNvPr id="20" name="Picture 19" descr="04-honest-dashboard.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nus-solana-demos.vercel.app/0008/04-honest-dashboard.html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 Simulated; not advice.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DEMO 5"/>
          <p:cNvSpPr txBox="1"/>
          <p:nvPr/>
        </p:nvSpPr>
        <p:spPr>
          <a:xfrm>
            <a:off x="457200" y="237744"/>
            <a:ext cx="3657600" cy="18288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DEMO 5</a:t>
            </a:r>
          </a:p>
        </p:txBody>
      </p:sp>
      <p:sp>
        <p:nvSpPr>
          <p:cNvPr id="3" name="text:Demo 5: ship-readiness che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Demo 5: ship-readiness check</a:t>
            </a:r>
          </a:p>
        </p:txBody>
      </p:sp>
      <p:sp>
        <p:nvSpPr>
          <p:cNvPr id="4" name="text:29"/>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29</a:t>
            </a:r>
          </a:p>
        </p:txBody>
      </p:sp>
      <p:sp>
        <p:nvSpPr>
          <p:cNvPr id="5" name="Rounded Rectangle 4"/>
          <p:cNvSpPr/>
          <p:nvPr/>
        </p:nvSpPr>
        <p:spPr>
          <a:xfrm>
            <a:off x="548640" y="1188720"/>
            <a:ext cx="3611880" cy="960120"/>
          </a:xfrm>
          <a:prstGeom prst="roundRect">
            <a:avLst>
              <a:gd name="adj" fmla="val 133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PREDICT FIRST"/>
          <p:cNvSpPr txBox="1"/>
          <p:nvPr/>
        </p:nvSpPr>
        <p:spPr>
          <a:xfrm>
            <a:off x="713232" y="1280160"/>
            <a:ext cx="32004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PREDICT FIRST</a:t>
            </a:r>
          </a:p>
        </p:txBody>
      </p:sp>
      <p:sp>
        <p:nvSpPr>
          <p:cNvPr id="7" name="text:Which of the three sample projects w"/>
          <p:cNvSpPr txBox="1"/>
          <p:nvPr/>
        </p:nvSpPr>
        <p:spPr>
          <a:xfrm>
            <a:off x="713232" y="1508760"/>
            <a:ext cx="3337560" cy="594360"/>
          </a:xfrm>
          <a:prstGeom prst="rect">
            <a:avLst/>
          </a:prstGeom>
          <a:noFill/>
        </p:spPr>
        <p:txBody>
          <a:bodyPr wrap="square" lIns="9144" rIns="9144" tIns="0" bIns="0">
            <a:spAutoFit/>
          </a:bodyPr>
          <a:lstStyle/>
          <a:p>
            <a:pPr>
              <a:lnSpc>
                <a:spcPct val="106000"/>
              </a:lnSpc>
              <a:spcAft>
                <a:spcPts val="400"/>
              </a:spcAft>
              <a:defRPr sz="1150" b="0">
                <a:solidFill>
                  <a:srgbClr val="F2F5F8"/>
                </a:solidFill>
                <a:latin typeface="Helvetica Neue"/>
              </a:defRPr>
            </a:pPr>
            <a:r>
              <a:t>Which of the three sample projects would you ship? What stops the other two?</a:t>
            </a:r>
          </a:p>
        </p:txBody>
      </p:sp>
      <p:sp>
        <p:nvSpPr>
          <p:cNvPr id="8" name="Rounded Rectangle 7"/>
          <p:cNvSpPr/>
          <p:nvPr/>
        </p:nvSpPr>
        <p:spPr>
          <a:xfrm>
            <a:off x="548640" y="2286000"/>
            <a:ext cx="3611880" cy="457200"/>
          </a:xfrm>
          <a:prstGeom prst="roundRect">
            <a:avLst>
              <a:gd name="adj" fmla="val 28000"/>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npm run ship-check -- ../my-projec"/>
          <p:cNvSpPr txBox="1"/>
          <p:nvPr/>
        </p:nvSpPr>
        <p:spPr>
          <a:xfrm>
            <a:off x="713232" y="2286000"/>
            <a:ext cx="3337560" cy="457200"/>
          </a:xfrm>
          <a:prstGeom prst="rect">
            <a:avLst/>
          </a:prstGeom>
          <a:noFill/>
        </p:spPr>
        <p:txBody>
          <a:bodyPr wrap="square" lIns="9144" rIns="9144" tIns="0" bIns="0" anchor="ctr">
            <a:spAutoFit/>
          </a:bodyPr>
          <a:lstStyle/>
          <a:p>
            <a:pPr>
              <a:lnSpc>
                <a:spcPct val="106000"/>
              </a:lnSpc>
              <a:spcAft>
                <a:spcPts val="400"/>
              </a:spcAft>
              <a:defRPr sz="950" b="0">
                <a:solidFill>
                  <a:srgbClr val="3DDC97"/>
                </a:solidFill>
                <a:latin typeface="Menlo"/>
              </a:defRPr>
            </a:pPr>
            <a:r>
              <a:t>$ npm run ship-check -- ../my-project</a:t>
            </a:r>
          </a:p>
        </p:txBody>
      </p:sp>
      <p:sp>
        <p:nvSpPr>
          <p:cNvPr id="10" name="Rounded Rectangle 9"/>
          <p:cNvSpPr/>
          <p:nvPr/>
        </p:nvSpPr>
        <p:spPr>
          <a:xfrm>
            <a:off x="548640" y="2880360"/>
            <a:ext cx="3611880" cy="1188720"/>
          </a:xfrm>
          <a:prstGeom prst="roundRect">
            <a:avLst>
              <a:gd name="adj" fmla="val 10769"/>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YOU SHOULD SEE"/>
          <p:cNvSpPr txBox="1"/>
          <p:nvPr/>
        </p:nvSpPr>
        <p:spPr>
          <a:xfrm>
            <a:off x="713232" y="2971800"/>
            <a:ext cx="320040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YOU SHOULD SEE</a:t>
            </a:r>
          </a:p>
        </p:txBody>
      </p:sp>
      <p:sp>
        <p:nvSpPr>
          <p:cNvPr id="12" name="Oval 11"/>
          <p:cNvSpPr/>
          <p:nvPr/>
        </p:nvSpPr>
        <p:spPr>
          <a:xfrm>
            <a:off x="731520" y="329183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14 checks: pass, warn or fail"/>
          <p:cNvSpPr txBox="1"/>
          <p:nvPr/>
        </p:nvSpPr>
        <p:spPr>
          <a:xfrm>
            <a:off x="896112" y="3246120"/>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14 checks: pass, warn or fail</a:t>
            </a:r>
          </a:p>
        </p:txBody>
      </p:sp>
      <p:sp>
        <p:nvSpPr>
          <p:cNvPr id="14" name="Oval 13"/>
          <p:cNvSpPr/>
          <p:nvPr/>
        </p:nvSpPr>
        <p:spPr>
          <a:xfrm>
            <a:off x="731520" y="356615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leaky-project: .env and a keypair fi"/>
          <p:cNvSpPr txBox="1"/>
          <p:nvPr/>
        </p:nvSpPr>
        <p:spPr>
          <a:xfrm>
            <a:off x="896112" y="352043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leaky-project: .env and a keypair file caught</a:t>
            </a:r>
          </a:p>
        </p:txBody>
      </p:sp>
      <p:sp>
        <p:nvSpPr>
          <p:cNvPr id="16" name="Oval 15"/>
          <p:cNvSpPr/>
          <p:nvPr/>
        </p:nvSpPr>
        <p:spPr>
          <a:xfrm>
            <a:off x="731520" y="3840479"/>
            <a:ext cx="91440" cy="91440"/>
          </a:xfrm>
          <a:prstGeom prst="ellipse">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Live: does the devnet link resolve?"/>
          <p:cNvSpPr txBox="1"/>
          <p:nvPr/>
        </p:nvSpPr>
        <p:spPr>
          <a:xfrm>
            <a:off x="896112" y="3794759"/>
            <a:ext cx="3154680" cy="274320"/>
          </a:xfrm>
          <a:prstGeom prst="rect">
            <a:avLst/>
          </a:prstGeom>
          <a:noFill/>
        </p:spPr>
        <p:txBody>
          <a:bodyPr wrap="square" lIns="9144" rIns="9144" tIns="0" bIns="0">
            <a:spAutoFit/>
          </a:bodyPr>
          <a:lstStyle/>
          <a:p>
            <a:pPr>
              <a:lnSpc>
                <a:spcPct val="106000"/>
              </a:lnSpc>
              <a:spcAft>
                <a:spcPts val="400"/>
              </a:spcAft>
              <a:defRPr sz="1000" b="0">
                <a:solidFill>
                  <a:srgbClr val="F2F5F8"/>
                </a:solidFill>
                <a:latin typeface="Helvetica Neue"/>
              </a:defRPr>
            </a:pPr>
            <a:r>
              <a:t>Live: does the devnet link resolve?</a:t>
            </a:r>
          </a:p>
        </p:txBody>
      </p:sp>
      <p:sp>
        <p:nvSpPr>
          <p:cNvPr id="18" name="Rounded Rectangle 17"/>
          <p:cNvSpPr/>
          <p:nvPr/>
        </p:nvSpPr>
        <p:spPr>
          <a:xfrm>
            <a:off x="548640" y="4206240"/>
            <a:ext cx="3611880" cy="411480"/>
          </a:xfrm>
          <a:prstGeom prst="roundRect">
            <a:avLst>
              <a:gd name="adj" fmla="val 31111"/>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Fallback: The page has three sample "/>
          <p:cNvSpPr txBox="1"/>
          <p:nvPr/>
        </p:nvSpPr>
        <p:spPr>
          <a:xfrm>
            <a:off x="713232" y="4206240"/>
            <a:ext cx="3337560" cy="411480"/>
          </a:xfrm>
          <a:prstGeom prst="rect">
            <a:avLst/>
          </a:prstGeom>
          <a:noFill/>
        </p:spPr>
        <p:txBody>
          <a:bodyPr wrap="square" lIns="9144" rIns="9144" tIns="0" bIns="0" anchor="ctr">
            <a:spAutoFit/>
          </a:bodyPr>
          <a:lstStyle/>
          <a:p>
            <a:pPr>
              <a:lnSpc>
                <a:spcPct val="106000"/>
              </a:lnSpc>
              <a:spcAft>
                <a:spcPts val="400"/>
              </a:spcAft>
              <a:defRPr sz="900" b="0">
                <a:solidFill>
                  <a:srgbClr val="F2F5F8"/>
                </a:solidFill>
                <a:latin typeface="Helvetica Neue"/>
              </a:defRPr>
            </a:pPr>
            <a:r>
              <a:t>Fallback: The page has three sample projects built in.</a:t>
            </a:r>
          </a:p>
        </p:txBody>
      </p:sp>
      <p:pic>
        <p:nvPicPr>
          <p:cNvPr id="20" name="Picture 19" descr="05-ship-check.png"/>
          <p:cNvPicPr>
            <a:picLocks noChangeAspect="1"/>
          </p:cNvPicPr>
          <p:nvPr/>
        </p:nvPicPr>
        <p:blipFill>
          <a:blip r:embed="rId3"/>
          <a:stretch>
            <a:fillRect/>
          </a:stretch>
        </p:blipFill>
        <p:spPr>
          <a:xfrm>
            <a:off x="4389120" y="1190720"/>
            <a:ext cx="4251960" cy="2391727"/>
          </a:xfrm>
          <a:prstGeom prst="roundRect">
            <a:avLst>
              <a:gd name="adj" fmla="val 4587"/>
            </a:avLst>
          </a:prstGeom>
        </p:spPr>
      </p:pic>
      <p:sp>
        <p:nvSpPr>
          <p:cNvPr id="21" name="Rounded Rectangle 20"/>
          <p:cNvSpPr/>
          <p:nvPr/>
        </p:nvSpPr>
        <p:spPr>
          <a:xfrm>
            <a:off x="4389120" y="1190720"/>
            <a:ext cx="4251960" cy="2391727"/>
          </a:xfrm>
          <a:prstGeom prst="roundRect">
            <a:avLst>
              <a:gd name="adj" fmla="val 4587"/>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Try it: nus-solana-demos.vercel.app/"/>
          <p:cNvSpPr txBox="1"/>
          <p:nvPr/>
        </p:nvSpPr>
        <p:spPr>
          <a:xfrm>
            <a:off x="4389120" y="3657600"/>
            <a:ext cx="4251960" cy="182880"/>
          </a:xfrm>
          <a:prstGeom prst="rect">
            <a:avLst/>
          </a:prstGeom>
          <a:noFill/>
        </p:spPr>
        <p:txBody>
          <a:bodyPr wrap="square" lIns="9144" rIns="9144" tIns="0" bIns="0">
            <a:spAutoFit/>
          </a:bodyPr>
          <a:lstStyle/>
          <a:p>
            <a:pPr>
              <a:lnSpc>
                <a:spcPct val="106000"/>
              </a:lnSpc>
              <a:spcAft>
                <a:spcPts val="400"/>
              </a:spcAft>
              <a:defRPr sz="750" b="0">
                <a:solidFill>
                  <a:srgbClr val="B3A5FF"/>
                </a:solidFill>
                <a:latin typeface="Menlo"/>
              </a:defRPr>
            </a:pPr>
            <a:r>
              <a:t>Try it: nus-solana-demos.vercel.app/0008/05-ship-check.html</a:t>
            </a:r>
          </a:p>
        </p:txBody>
      </p:sp>
      <p:sp>
        <p:nvSpPr>
          <p:cNvPr id="23" name="text:Live mode: switch it on to watch rea"/>
          <p:cNvSpPr txBox="1"/>
          <p:nvPr/>
        </p:nvSpPr>
        <p:spPr>
          <a:xfrm>
            <a:off x="4389120" y="3877056"/>
            <a:ext cx="4251960" cy="18288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Helvetica Neue"/>
              </a:defRPr>
            </a:pPr>
            <a:r>
              <a:t>Live mode: switch it on to watch real Solana data.</a:t>
            </a:r>
          </a:p>
        </p:txBody>
      </p:sp>
      <p:sp>
        <p:nvSpPr>
          <p:cNvPr id="24" name="text:Recorded data. Runs in your browser."/>
          <p:cNvSpPr txBox="1"/>
          <p:nvPr/>
        </p:nvSpPr>
        <p:spPr>
          <a:xfrm>
            <a:off x="4389120" y="4078224"/>
            <a:ext cx="4251960" cy="182880"/>
          </a:xfrm>
          <a:prstGeom prst="rect">
            <a:avLst/>
          </a:prstGeom>
          <a:noFill/>
        </p:spPr>
        <p:txBody>
          <a:bodyPr wrap="square" lIns="9144" rIns="9144" tIns="0" bIns="0">
            <a:spAutoFit/>
          </a:bodyPr>
          <a:lstStyle/>
          <a:p>
            <a:pPr>
              <a:lnSpc>
                <a:spcPct val="106000"/>
              </a:lnSpc>
              <a:spcAft>
                <a:spcPts val="400"/>
              </a:spcAft>
              <a:defRPr sz="900" b="0">
                <a:solidFill>
                  <a:srgbClr val="9A9AA2"/>
                </a:solidFill>
                <a:latin typeface="Helvetica Neue"/>
              </a:defRPr>
            </a:pPr>
            <a:r>
              <a:t>Recorded data. Runs in your browser.</a:t>
            </a:r>
          </a:p>
        </p:txBody>
      </p:sp>
      <p:sp>
        <p:nvSpPr>
          <p:cNvPr id="25" name="text:Source: demo-repo/lab/screenshots (c"/>
          <p:cNvSpPr txBox="1"/>
          <p:nvPr/>
        </p:nvSpPr>
        <p:spPr>
          <a:xfrm>
            <a:off x="502920" y="4727448"/>
            <a:ext cx="7772400" cy="292608"/>
          </a:xfrm>
          <a:prstGeom prst="rect">
            <a:avLst/>
          </a:prstGeom>
          <a:noFill/>
        </p:spPr>
        <p:txBody>
          <a:bodyPr wrap="square" lIns="9144" rIns="9144" tIns="0" bIns="0">
            <a:spAutoFit/>
          </a:bodyPr>
          <a:lstStyle/>
          <a:p>
            <a:pPr>
              <a:lnSpc>
                <a:spcPct val="106000"/>
              </a:lnSpc>
              <a:spcAft>
                <a:spcPts val="400"/>
              </a:spcAft>
              <a:defRPr sz="800" b="0">
                <a:solidFill>
                  <a:srgbClr val="9A9AA2"/>
                </a:solidFill>
                <a:latin typeface="Helvetica Neue"/>
              </a:defRPr>
            </a:pPr>
            <a:r>
              <a:t>Source: demo-repo/lab/screenshots (captured from the lab demos on recorded data). Simulated; not advice.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ry the demos yourself"/>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Try the demos yourself</a:t>
            </a:r>
          </a:p>
        </p:txBody>
      </p:sp>
      <p:sp>
        <p:nvSpPr>
          <p:cNvPr id="3" name="text:30"/>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30</a:t>
            </a:r>
          </a:p>
        </p:txBody>
      </p:sp>
      <p:sp>
        <p:nvSpPr>
          <p:cNvPr id="4" name="Rounded Rectangle 3"/>
          <p:cNvSpPr/>
          <p:nvPr/>
        </p:nvSpPr>
        <p:spPr>
          <a:xfrm>
            <a:off x="548640" y="1371600"/>
            <a:ext cx="484632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OPEN ON YOUR LAPTOP"/>
          <p:cNvSpPr txBox="1"/>
          <p:nvPr/>
        </p:nvSpPr>
        <p:spPr>
          <a:xfrm>
            <a:off x="731520" y="1444752"/>
            <a:ext cx="27432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OPEN ON YOUR LAPTOP</a:t>
            </a:r>
          </a:p>
        </p:txBody>
      </p:sp>
      <p:sp>
        <p:nvSpPr>
          <p:cNvPr id="6" name="text:nus-solana-demos.vercel.app/0008"/>
          <p:cNvSpPr txBox="1"/>
          <p:nvPr/>
        </p:nvSpPr>
        <p:spPr>
          <a:xfrm>
            <a:off x="731520" y="1664208"/>
            <a:ext cx="4480560" cy="365760"/>
          </a:xfrm>
          <a:prstGeom prst="rect">
            <a:avLst/>
          </a:prstGeom>
          <a:noFill/>
        </p:spPr>
        <p:txBody>
          <a:bodyPr wrap="square" lIns="9144" rIns="9144" tIns="0" bIns="0">
            <a:spAutoFit/>
          </a:bodyPr>
          <a:lstStyle/>
          <a:p>
            <a:pPr>
              <a:lnSpc>
                <a:spcPct val="106000"/>
              </a:lnSpc>
              <a:spcAft>
                <a:spcPts val="400"/>
              </a:spcAft>
              <a:defRPr sz="1700" b="0">
                <a:solidFill>
                  <a:srgbClr val="F2F5F8"/>
                </a:solidFill>
                <a:latin typeface="Menlo"/>
              </a:defRPr>
            </a:pPr>
            <a:r>
              <a:t>nus-solana-demos.vercel.app/0008</a:t>
            </a:r>
          </a:p>
        </p:txBody>
      </p:sp>
      <p:sp>
        <p:nvSpPr>
          <p:cNvPr id="7" name="text:Open it on your laptop and move the "/>
          <p:cNvSpPr txBox="1"/>
          <p:nvPr/>
        </p:nvSpPr>
        <p:spPr>
          <a:xfrm>
            <a:off x="548640" y="2377440"/>
            <a:ext cx="4846320" cy="45720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Open it on your laptop and move the sliders.</a:t>
            </a:r>
          </a:p>
        </p:txBody>
      </p:sp>
      <p:sp>
        <p:nvSpPr>
          <p:cNvPr id="8" name="text:Five demos: scorecard, drawdown, hit"/>
          <p:cNvSpPr txBox="1"/>
          <p:nvPr/>
        </p:nvSpPr>
        <p:spPr>
          <a:xfrm>
            <a:off x="548640" y="3017520"/>
            <a:ext cx="4846320" cy="73152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Five demos: scorecard, drawdown, hit rate versus payout, honest versus misleading dashboard, ship check. Recorded data; nothing to install.</a:t>
            </a:r>
          </a:p>
        </p:txBody>
      </p:sp>
      <p:sp>
        <p:nvSpPr>
          <p:cNvPr id="9" name="Rounded Rectangle 8"/>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r-demos-0008.png"/>
          <p:cNvPicPr>
            <a:picLocks noChangeAspect="1"/>
          </p:cNvPicPr>
          <p:nvPr/>
        </p:nvPicPr>
        <p:blipFill>
          <a:blip r:embed="rId3"/>
          <a:stretch>
            <a:fillRect/>
          </a:stretch>
        </p:blipFill>
        <p:spPr>
          <a:xfrm>
            <a:off x="5943600" y="1508760"/>
            <a:ext cx="2560320" cy="2560320"/>
          </a:xfrm>
          <a:prstGeom prst="rect">
            <a:avLst/>
          </a:prstGeom>
        </p:spPr>
      </p:pic>
      <p:sp>
        <p:nvSpPr>
          <p:cNvPr id="11" name="text:Scan to open the demos"/>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to open the demos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Mini-lab"/>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Mini-lab</a:t>
            </a:r>
          </a:p>
        </p:txBody>
      </p:sp>
      <p:sp>
        <p:nvSpPr>
          <p:cNvPr id="3" name="text:19:15 to 19:30. Fifteen minutes."/>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19:15 to 19:30. Fifteen minutes.</a:t>
            </a:r>
          </a:p>
        </p:txBody>
      </p:sp>
      <p:sp>
        <p:nvSpPr>
          <p:cNvPr id="4" name="text:31"/>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31</a:t>
            </a:r>
          </a:p>
        </p:txBody>
      </p:sp>
      <p:sp>
        <p:nvSpPr>
          <p:cNvPr id="5" name="Rounded Rectangle 4"/>
          <p:cNvSpPr/>
          <p:nvPr/>
        </p:nvSpPr>
        <p:spPr>
          <a:xfrm>
            <a:off x="5486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1"/>
          <p:cNvSpPr txBox="1"/>
          <p:nvPr/>
        </p:nvSpPr>
        <p:spPr>
          <a:xfrm>
            <a:off x="7315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1</a:t>
            </a:r>
          </a:p>
        </p:txBody>
      </p:sp>
      <p:sp>
        <p:nvSpPr>
          <p:cNvPr id="7" name="text:Run"/>
          <p:cNvSpPr txBox="1"/>
          <p:nvPr/>
        </p:nvSpPr>
        <p:spPr>
          <a:xfrm>
            <a:off x="7315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Run</a:t>
            </a:r>
          </a:p>
        </p:txBody>
      </p:sp>
      <p:sp>
        <p:nvSpPr>
          <p:cNvPr id="8" name="text:Score the sample ledger on recorded "/>
          <p:cNvSpPr txBox="1"/>
          <p:nvPr/>
        </p:nvSpPr>
        <p:spPr>
          <a:xfrm>
            <a:off x="7315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Score the sample ledger on recorded data</a:t>
            </a:r>
          </a:p>
        </p:txBody>
      </p:sp>
      <p:cxnSp>
        <p:nvCxnSpPr>
          <p:cNvPr id="9" name="Connector 8"/>
          <p:cNvCxnSpPr/>
          <p:nvPr/>
        </p:nvCxnSpPr>
        <p:spPr>
          <a:xfrm>
            <a:off x="24963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060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2"/>
          <p:cNvSpPr txBox="1"/>
          <p:nvPr/>
        </p:nvSpPr>
        <p:spPr>
          <a:xfrm>
            <a:off x="27889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2</a:t>
            </a:r>
          </a:p>
        </p:txBody>
      </p:sp>
      <p:sp>
        <p:nvSpPr>
          <p:cNvPr id="12" name="text:Read"/>
          <p:cNvSpPr txBox="1"/>
          <p:nvPr/>
        </p:nvSpPr>
        <p:spPr>
          <a:xfrm>
            <a:off x="27889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Read</a:t>
            </a:r>
          </a:p>
        </p:txBody>
      </p:sp>
      <p:sp>
        <p:nvSpPr>
          <p:cNvPr id="13" name="text:Find hit rate, break-even, drawdown"/>
          <p:cNvSpPr txBox="1"/>
          <p:nvPr/>
        </p:nvSpPr>
        <p:spPr>
          <a:xfrm>
            <a:off x="27889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Find hit rate, break-even, drawdown</a:t>
            </a:r>
          </a:p>
        </p:txBody>
      </p:sp>
      <p:cxnSp>
        <p:nvCxnSpPr>
          <p:cNvPr id="14" name="Connector 13"/>
          <p:cNvCxnSpPr/>
          <p:nvPr/>
        </p:nvCxnSpPr>
        <p:spPr>
          <a:xfrm>
            <a:off x="45537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6634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3"/>
          <p:cNvSpPr txBox="1"/>
          <p:nvPr/>
        </p:nvSpPr>
        <p:spPr>
          <a:xfrm>
            <a:off x="48463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3</a:t>
            </a:r>
          </a:p>
        </p:txBody>
      </p:sp>
      <p:sp>
        <p:nvSpPr>
          <p:cNvPr id="17" name="text:Break"/>
          <p:cNvSpPr txBox="1"/>
          <p:nvPr/>
        </p:nvSpPr>
        <p:spPr>
          <a:xfrm>
            <a:off x="48463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Break</a:t>
            </a:r>
          </a:p>
        </p:txBody>
      </p:sp>
      <p:sp>
        <p:nvSpPr>
          <p:cNvPr id="18" name="text:Break one number on purpose"/>
          <p:cNvSpPr txBox="1"/>
          <p:nvPr/>
        </p:nvSpPr>
        <p:spPr>
          <a:xfrm>
            <a:off x="48463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Break one number on purpose</a:t>
            </a:r>
          </a:p>
        </p:txBody>
      </p:sp>
      <p:cxnSp>
        <p:nvCxnSpPr>
          <p:cNvPr id="19" name="Connector 18"/>
          <p:cNvCxnSpPr/>
          <p:nvPr/>
        </p:nvCxnSpPr>
        <p:spPr>
          <a:xfrm>
            <a:off x="6611112" y="2651760"/>
            <a:ext cx="82296" cy="0"/>
          </a:xfrm>
          <a:prstGeom prst="line">
            <a:avLst/>
          </a:prstGeom>
          <a:ln w="10160">
            <a:solidFill>
              <a:srgbClr val="6666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20840" y="1600200"/>
            <a:ext cx="1920240" cy="2148840"/>
          </a:xfrm>
          <a:prstGeom prst="roundRect">
            <a:avLst>
              <a:gd name="adj" fmla="val 66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4"/>
          <p:cNvSpPr txBox="1"/>
          <p:nvPr/>
        </p:nvSpPr>
        <p:spPr>
          <a:xfrm>
            <a:off x="6903720" y="1737360"/>
            <a:ext cx="548640" cy="548640"/>
          </a:xfrm>
          <a:prstGeom prst="rect">
            <a:avLst/>
          </a:prstGeom>
          <a:noFill/>
        </p:spPr>
        <p:txBody>
          <a:bodyPr wrap="square" lIns="9144" rIns="9144" tIns="0" bIns="0">
            <a:spAutoFit/>
          </a:bodyPr>
          <a:lstStyle/>
          <a:p>
            <a:pPr>
              <a:lnSpc>
                <a:spcPct val="106000"/>
              </a:lnSpc>
              <a:spcAft>
                <a:spcPts val="400"/>
              </a:spcAft>
              <a:defRPr sz="3600" b="0">
                <a:solidFill>
                  <a:srgbClr val="3DDC97"/>
                </a:solidFill>
                <a:latin typeface="Helvetica Neue"/>
              </a:defRPr>
            </a:pPr>
            <a:r>
              <a:t>4</a:t>
            </a:r>
          </a:p>
        </p:txBody>
      </p:sp>
      <p:sp>
        <p:nvSpPr>
          <p:cNvPr id="22" name="text:Explain"/>
          <p:cNvSpPr txBox="1"/>
          <p:nvPr/>
        </p:nvSpPr>
        <p:spPr>
          <a:xfrm>
            <a:off x="6903720" y="2468880"/>
            <a:ext cx="1645920" cy="320040"/>
          </a:xfrm>
          <a:prstGeom prst="rect">
            <a:avLst/>
          </a:prstGeom>
          <a:noFill/>
        </p:spPr>
        <p:txBody>
          <a:bodyPr wrap="square" lIns="9144" rIns="9144" tIns="0" bIns="0">
            <a:spAutoFit/>
          </a:bodyPr>
          <a:lstStyle/>
          <a:p>
            <a:pPr>
              <a:lnSpc>
                <a:spcPct val="106000"/>
              </a:lnSpc>
              <a:spcAft>
                <a:spcPts val="400"/>
              </a:spcAft>
              <a:defRPr sz="1800" b="0">
                <a:solidFill>
                  <a:srgbClr val="F2F5F8"/>
                </a:solidFill>
                <a:latin typeface="Helvetica Neue"/>
              </a:defRPr>
            </a:pPr>
            <a:r>
              <a:t>Explain</a:t>
            </a:r>
          </a:p>
        </p:txBody>
      </p:sp>
      <p:sp>
        <p:nvSpPr>
          <p:cNvPr id="23" name="text:Which scorecard line caught it?"/>
          <p:cNvSpPr txBox="1"/>
          <p:nvPr/>
        </p:nvSpPr>
        <p:spPr>
          <a:xfrm>
            <a:off x="6903720" y="2880360"/>
            <a:ext cx="1600200" cy="822960"/>
          </a:xfrm>
          <a:prstGeom prst="rect">
            <a:avLst/>
          </a:prstGeom>
          <a:noFill/>
        </p:spPr>
        <p:txBody>
          <a:bodyPr wrap="square" lIns="9144" rIns="9144" tIns="0" bIns="0">
            <a:spAutoFit/>
          </a:bodyPr>
          <a:lstStyle/>
          <a:p>
            <a:pPr>
              <a:lnSpc>
                <a:spcPct val="106000"/>
              </a:lnSpc>
              <a:spcAft>
                <a:spcPts val="400"/>
              </a:spcAft>
              <a:defRPr sz="1050" b="0">
                <a:solidFill>
                  <a:srgbClr val="9A9AA2"/>
                </a:solidFill>
                <a:latin typeface="Helvetica Neue"/>
              </a:defRPr>
            </a:pPr>
            <a:r>
              <a:t>Which scorecard line caught it?</a:t>
            </a:r>
          </a:p>
        </p:txBody>
      </p:sp>
      <p:sp>
        <p:nvSpPr>
          <p:cNvPr id="24" name="Rounded Rectangle 23"/>
          <p:cNvSpPr/>
          <p:nvPr/>
        </p:nvSpPr>
        <p:spPr>
          <a:xfrm>
            <a:off x="548640" y="3977639"/>
            <a:ext cx="8092440" cy="566928"/>
          </a:xfrm>
          <a:prstGeom prst="roundRect">
            <a:avLst>
              <a:gd name="adj" fmla="val 22580"/>
            </a:avLst>
          </a:prstGeom>
          <a:solidFill>
            <a:srgbClr val="100821"/>
          </a:solidFill>
          <a:ln w="1524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Finish line: one number broken, and "/>
          <p:cNvSpPr txBox="1"/>
          <p:nvPr/>
        </p:nvSpPr>
        <p:spPr>
          <a:xfrm>
            <a:off x="731520" y="3977639"/>
            <a:ext cx="7772400" cy="566928"/>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line: one number broken, and the scorecard line that showed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uild menu"/>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Build menu</a:t>
            </a:r>
          </a:p>
        </p:txBody>
      </p:sp>
      <p:sp>
        <p:nvSpPr>
          <p:cNvPr id="3" name="text:19:30 to 19:55. Pick one, or bring y"/>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19:30 to 19:55. Pick one, or bring your own project.</a:t>
            </a:r>
          </a:p>
        </p:txBody>
      </p:sp>
      <p:sp>
        <p:nvSpPr>
          <p:cNvPr id="4" name="text:32"/>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32</a:t>
            </a:r>
          </a:p>
        </p:txBody>
      </p:sp>
      <p:sp>
        <p:nvSpPr>
          <p:cNvPr id="5" name="Rounded Rectangle 4"/>
          <p:cNvSpPr/>
          <p:nvPr/>
        </p:nvSpPr>
        <p:spPr>
          <a:xfrm>
            <a:off x="548640" y="1417320"/>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508760"/>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31520" y="1527048"/>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the scorecard and put three numb"/>
          <p:cNvSpPr txBox="1"/>
          <p:nvPr/>
        </p:nvSpPr>
        <p:spPr>
          <a:xfrm>
            <a:off x="1874519" y="1417320"/>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Run the scorecard and put three numbers in your README</a:t>
            </a:r>
          </a:p>
        </p:txBody>
      </p:sp>
      <p:sp>
        <p:nvSpPr>
          <p:cNvPr id="9" name="Rounded Rectangle 8"/>
          <p:cNvSpPr/>
          <p:nvPr/>
        </p:nvSpPr>
        <p:spPr>
          <a:xfrm>
            <a:off x="548640" y="1938528"/>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20299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EGINNER"/>
          <p:cNvSpPr txBox="1"/>
          <p:nvPr/>
        </p:nvSpPr>
        <p:spPr>
          <a:xfrm>
            <a:off x="731520" y="20482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12" name="text:Finish your README from the template"/>
          <p:cNvSpPr txBox="1"/>
          <p:nvPr/>
        </p:nvSpPr>
        <p:spPr>
          <a:xfrm>
            <a:off x="1874519" y="1938528"/>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Finish your README from the template</a:t>
            </a:r>
          </a:p>
        </p:txBody>
      </p:sp>
      <p:sp>
        <p:nvSpPr>
          <p:cNvPr id="13" name="Rounded Rectangle 12"/>
          <p:cNvSpPr/>
          <p:nvPr/>
        </p:nvSpPr>
        <p:spPr>
          <a:xfrm>
            <a:off x="548640" y="2459736"/>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2551176"/>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STANDARD"/>
          <p:cNvSpPr txBox="1"/>
          <p:nvPr/>
        </p:nvSpPr>
        <p:spPr>
          <a:xfrm>
            <a:off x="731520" y="2569464"/>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6" name="text:Dashboard on your own ledger (--ledg"/>
          <p:cNvSpPr txBox="1"/>
          <p:nvPr/>
        </p:nvSpPr>
        <p:spPr>
          <a:xfrm>
            <a:off x="1874519" y="2459736"/>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Dashboard on your own ledger (--ledger)</a:t>
            </a:r>
          </a:p>
        </p:txBody>
      </p:sp>
      <p:sp>
        <p:nvSpPr>
          <p:cNvPr id="17" name="Rounded Rectangle 16"/>
          <p:cNvSpPr/>
          <p:nvPr/>
        </p:nvSpPr>
        <p:spPr>
          <a:xfrm>
            <a:off x="548640" y="2980944"/>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072384"/>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STANDARD"/>
          <p:cNvSpPr txBox="1"/>
          <p:nvPr/>
        </p:nvSpPr>
        <p:spPr>
          <a:xfrm>
            <a:off x="731520" y="3090672"/>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20" name="text:Clean-checkout run by a peer"/>
          <p:cNvSpPr txBox="1"/>
          <p:nvPr/>
        </p:nvSpPr>
        <p:spPr>
          <a:xfrm>
            <a:off x="1874519" y="2980944"/>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Clean-checkout run by a peer</a:t>
            </a:r>
          </a:p>
        </p:txBody>
      </p:sp>
      <p:sp>
        <p:nvSpPr>
          <p:cNvPr id="21" name="Rounded Rectangle 20"/>
          <p:cNvSpPr/>
          <p:nvPr/>
        </p:nvSpPr>
        <p:spPr>
          <a:xfrm>
            <a:off x="548640" y="3502152"/>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3593592"/>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ADVANCED"/>
          <p:cNvSpPr txBox="1"/>
          <p:nvPr/>
        </p:nvSpPr>
        <p:spPr>
          <a:xfrm>
            <a:off x="731520" y="3611880"/>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4" name="text:Statistics that fit your lane, integ"/>
          <p:cNvSpPr txBox="1"/>
          <p:nvPr/>
        </p:nvSpPr>
        <p:spPr>
          <a:xfrm>
            <a:off x="1874519" y="3502152"/>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Statistics that fit your lane, integrated</a:t>
            </a:r>
          </a:p>
        </p:txBody>
      </p:sp>
      <p:sp>
        <p:nvSpPr>
          <p:cNvPr id="25" name="Rounded Rectangle 24"/>
          <p:cNvSpPr/>
          <p:nvPr/>
        </p:nvSpPr>
        <p:spPr>
          <a:xfrm>
            <a:off x="548640" y="4023359"/>
            <a:ext cx="8092440" cy="438912"/>
          </a:xfrm>
          <a:prstGeom prst="roundRect">
            <a:avLst>
              <a:gd name="adj" fmla="val 2916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31520" y="4114799"/>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ADVANCED"/>
          <p:cNvSpPr txBox="1"/>
          <p:nvPr/>
        </p:nvSpPr>
        <p:spPr>
          <a:xfrm>
            <a:off x="731520" y="4133087"/>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28" name="text:A recorded-demo backup"/>
          <p:cNvSpPr txBox="1"/>
          <p:nvPr/>
        </p:nvSpPr>
        <p:spPr>
          <a:xfrm>
            <a:off x="1874519" y="4023359"/>
            <a:ext cx="6675120" cy="438912"/>
          </a:xfrm>
          <a:prstGeom prst="rect">
            <a:avLst/>
          </a:prstGeom>
          <a:noFill/>
        </p:spPr>
        <p:txBody>
          <a:bodyPr wrap="square" lIns="9144" rIns="9144" tIns="0" bIns="0" anchor="ctr">
            <a:spAutoFit/>
          </a:bodyPr>
          <a:lstStyle/>
          <a:p>
            <a:pPr>
              <a:lnSpc>
                <a:spcPct val="106000"/>
              </a:lnSpc>
              <a:spcAft>
                <a:spcPts val="400"/>
              </a:spcAft>
              <a:defRPr sz="1400" b="0">
                <a:solidFill>
                  <a:srgbClr val="F2F5F8"/>
                </a:solidFill>
                <a:latin typeface="Helvetica Neue"/>
              </a:defRPr>
            </a:pPr>
            <a:r>
              <a:t>A recorded-demo backup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Three takeaways"/>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Three takeaways</a:t>
            </a:r>
          </a:p>
        </p:txBody>
      </p:sp>
      <p:sp>
        <p:nvSpPr>
          <p:cNvPr id="3" name="text:33"/>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33</a:t>
            </a:r>
          </a:p>
        </p:txBody>
      </p:sp>
      <p:sp>
        <p:nvSpPr>
          <p:cNvPr id="4" name="Rounded Rectangle 3"/>
          <p:cNvSpPr/>
          <p:nvPr/>
        </p:nvSpPr>
        <p:spPr>
          <a:xfrm>
            <a:off x="548640" y="1417320"/>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
          <p:cNvSpPr txBox="1"/>
          <p:nvPr/>
        </p:nvSpPr>
        <p:spPr>
          <a:xfrm>
            <a:off x="777240" y="1417320"/>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6" name="text:Hit rate means nothing without payof"/>
          <p:cNvSpPr txBox="1"/>
          <p:nvPr/>
        </p:nvSpPr>
        <p:spPr>
          <a:xfrm>
            <a:off x="1371600" y="1417320"/>
            <a:ext cx="7132320" cy="868680"/>
          </a:xfrm>
          <a:prstGeom prst="rect">
            <a:avLst/>
          </a:prstGeom>
          <a:noFill/>
        </p:spPr>
        <p:txBody>
          <a:bodyPr wrap="square" lIns="9144" rIns="9144" tIns="0" bIns="0" anchor="ctr">
            <a:spAutoFit/>
          </a:bodyPr>
          <a:lstStyle/>
          <a:p>
            <a:pPr>
              <a:lnSpc>
                <a:spcPct val="106000"/>
              </a:lnSpc>
              <a:spcAft>
                <a:spcPts val="400"/>
              </a:spcAft>
              <a:defRPr sz="1800" b="0">
                <a:solidFill>
                  <a:srgbClr val="F2F5F8"/>
                </a:solidFill>
                <a:latin typeface="Helvetica Neue"/>
              </a:defRPr>
            </a:pPr>
            <a:r>
              <a:t>Hit rate means nothing without payoffs, costs and drawdown.</a:t>
            </a:r>
          </a:p>
        </p:txBody>
      </p:sp>
      <p:sp>
        <p:nvSpPr>
          <p:cNvPr id="7" name="Rounded Rectangle 6"/>
          <p:cNvSpPr/>
          <p:nvPr/>
        </p:nvSpPr>
        <p:spPr>
          <a:xfrm>
            <a:off x="548640" y="2441448"/>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p:cNvSpPr txBox="1"/>
          <p:nvPr/>
        </p:nvSpPr>
        <p:spPr>
          <a:xfrm>
            <a:off x="777240" y="2441448"/>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9" name="text:Say what simulated numbers cannot sa"/>
          <p:cNvSpPr txBox="1"/>
          <p:nvPr/>
        </p:nvSpPr>
        <p:spPr>
          <a:xfrm>
            <a:off x="1371600" y="2441448"/>
            <a:ext cx="7132320" cy="868680"/>
          </a:xfrm>
          <a:prstGeom prst="rect">
            <a:avLst/>
          </a:prstGeom>
          <a:noFill/>
        </p:spPr>
        <p:txBody>
          <a:bodyPr wrap="square" lIns="9144" rIns="9144" tIns="0" bIns="0" anchor="ctr">
            <a:spAutoFit/>
          </a:bodyPr>
          <a:lstStyle/>
          <a:p>
            <a:pPr>
              <a:lnSpc>
                <a:spcPct val="106000"/>
              </a:lnSpc>
              <a:spcAft>
                <a:spcPts val="400"/>
              </a:spcAft>
              <a:defRPr sz="1800" b="0">
                <a:solidFill>
                  <a:srgbClr val="F2F5F8"/>
                </a:solidFill>
                <a:latin typeface="Helvetica Neue"/>
              </a:defRPr>
            </a:pPr>
            <a:r>
              <a:t>Say what simulated numbers cannot say, on the dashboard.</a:t>
            </a:r>
          </a:p>
        </p:txBody>
      </p:sp>
      <p:sp>
        <p:nvSpPr>
          <p:cNvPr id="10" name="Rounded Rectangle 9"/>
          <p:cNvSpPr/>
          <p:nvPr/>
        </p:nvSpPr>
        <p:spPr>
          <a:xfrm>
            <a:off x="548640" y="3465576"/>
            <a:ext cx="8092440" cy="868680"/>
          </a:xfrm>
          <a:prstGeom prst="roundRect">
            <a:avLst>
              <a:gd name="adj" fmla="val 1473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p:cNvSpPr txBox="1"/>
          <p:nvPr/>
        </p:nvSpPr>
        <p:spPr>
          <a:xfrm>
            <a:off x="777240" y="3465576"/>
            <a:ext cx="457200" cy="868680"/>
          </a:xfrm>
          <a:prstGeom prst="rect">
            <a:avLst/>
          </a:prstGeom>
          <a:noFill/>
        </p:spPr>
        <p:txBody>
          <a:bodyPr wrap="square" lIns="9144" rIns="9144" tIns="0" bIns="0" anchor="ctr">
            <a:spAutoFit/>
          </a:bodyPr>
          <a:lstStyle/>
          <a:p>
            <a:pPr>
              <a:lnSpc>
                <a:spcPct val="106000"/>
              </a:lnSpc>
              <a:spcAft>
                <a:spcPts val="400"/>
              </a:spcAft>
              <a:defRPr sz="2600" b="0">
                <a:solidFill>
                  <a:srgbClr val="3DDC97"/>
                </a:solidFill>
                <a:latin typeface="Helvetica Neue"/>
              </a:defRPr>
            </a:pPr>
            <a:r>
              <a:t>❑</a:t>
            </a:r>
          </a:p>
        </p:txBody>
      </p:sp>
      <p:sp>
        <p:nvSpPr>
          <p:cNvPr id="12" name="text:Ship what a stranger can run: README"/>
          <p:cNvSpPr txBox="1"/>
          <p:nvPr/>
        </p:nvSpPr>
        <p:spPr>
          <a:xfrm>
            <a:off x="1371600" y="3465576"/>
            <a:ext cx="7132320" cy="868680"/>
          </a:xfrm>
          <a:prstGeom prst="rect">
            <a:avLst/>
          </a:prstGeom>
          <a:noFill/>
        </p:spPr>
        <p:txBody>
          <a:bodyPr wrap="square" lIns="9144" rIns="9144" tIns="0" bIns="0" anchor="ctr">
            <a:spAutoFit/>
          </a:bodyPr>
          <a:lstStyle/>
          <a:p>
            <a:pPr>
              <a:lnSpc>
                <a:spcPct val="106000"/>
              </a:lnSpc>
              <a:spcAft>
                <a:spcPts val="400"/>
              </a:spcAft>
              <a:defRPr sz="1800" b="0">
                <a:solidFill>
                  <a:srgbClr val="F2F5F8"/>
                </a:solidFill>
                <a:latin typeface="Helvetica Neue"/>
              </a:defRPr>
            </a:pPr>
            <a:r>
              <a:t>Ship what a stranger can run: README, tests, devnet evidence, one limitation.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Branch ou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Branch out</a:t>
            </a:r>
          </a:p>
        </p:txBody>
      </p:sp>
      <p:sp>
        <p:nvSpPr>
          <p:cNvPr id="3" name="text:After today, in your own time."/>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After today, in your own time.</a:t>
            </a:r>
          </a:p>
        </p:txBody>
      </p:sp>
      <p:sp>
        <p:nvSpPr>
          <p:cNvPr id="4" name="text:34"/>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34</a:t>
            </a:r>
          </a:p>
        </p:txBody>
      </p:sp>
      <p:sp>
        <p:nvSpPr>
          <p:cNvPr id="5" name="Rounded Rectangle 4"/>
          <p:cNvSpPr/>
          <p:nvPr/>
        </p:nvSpPr>
        <p:spPr>
          <a:xfrm>
            <a:off x="548640" y="1600200"/>
            <a:ext cx="2560320" cy="2194560"/>
          </a:xfrm>
          <a:prstGeom prst="roundRect">
            <a:avLst>
              <a:gd name="adj" fmla="val 5833"/>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49808" y="1801368"/>
            <a:ext cx="914400" cy="246888"/>
          </a:xfrm>
          <a:prstGeom prst="roundRect">
            <a:avLst>
              <a:gd name="adj" fmla="val 44444"/>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EGINNER"/>
          <p:cNvSpPr txBox="1"/>
          <p:nvPr/>
        </p:nvSpPr>
        <p:spPr>
          <a:xfrm>
            <a:off x="74980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3DDC97"/>
                </a:solidFill>
                <a:latin typeface="Helvetica Neue"/>
              </a:defRPr>
            </a:pPr>
            <a:r>
              <a:t>BEGINNER</a:t>
            </a:r>
          </a:p>
        </p:txBody>
      </p:sp>
      <p:sp>
        <p:nvSpPr>
          <p:cNvPr id="8" name="text:Run ship-check on your project and f"/>
          <p:cNvSpPr txBox="1"/>
          <p:nvPr/>
        </p:nvSpPr>
        <p:spPr>
          <a:xfrm>
            <a:off x="749808" y="2286000"/>
            <a:ext cx="2194560" cy="13716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Run ship-check on your project and fix every FAIL.</a:t>
            </a:r>
          </a:p>
        </p:txBody>
      </p:sp>
      <p:sp>
        <p:nvSpPr>
          <p:cNvPr id="9" name="Rounded Rectangle 8"/>
          <p:cNvSpPr/>
          <p:nvPr/>
        </p:nvSpPr>
        <p:spPr>
          <a:xfrm>
            <a:off x="3337560" y="1600200"/>
            <a:ext cx="2560320" cy="2194560"/>
          </a:xfrm>
          <a:prstGeom prst="roundRect">
            <a:avLst>
              <a:gd name="adj" fmla="val 5833"/>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38728" y="1801368"/>
            <a:ext cx="914400" cy="246888"/>
          </a:xfrm>
          <a:prstGeom prst="roundRect">
            <a:avLst>
              <a:gd name="adj" fmla="val 44444"/>
            </a:avLst>
          </a:prstGeom>
          <a:no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STANDARD"/>
          <p:cNvSpPr txBox="1"/>
          <p:nvPr/>
        </p:nvSpPr>
        <p:spPr>
          <a:xfrm>
            <a:off x="3538728"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B3A5FF"/>
                </a:solidFill>
                <a:latin typeface="Helvetica Neue"/>
              </a:defRPr>
            </a:pPr>
            <a:r>
              <a:t>STANDARD</a:t>
            </a:r>
          </a:p>
        </p:txBody>
      </p:sp>
      <p:sp>
        <p:nvSpPr>
          <p:cNvPr id="12" name="text:Score your own ledger with --ledger "/>
          <p:cNvSpPr txBox="1"/>
          <p:nvPr/>
        </p:nvSpPr>
        <p:spPr>
          <a:xfrm>
            <a:off x="3538728" y="2286000"/>
            <a:ext cx="2194560" cy="13716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Score your own ledger with --ledger and add a drawdown chart to your README.</a:t>
            </a:r>
          </a:p>
        </p:txBody>
      </p:sp>
      <p:sp>
        <p:nvSpPr>
          <p:cNvPr id="13" name="Rounded Rectangle 12"/>
          <p:cNvSpPr/>
          <p:nvPr/>
        </p:nvSpPr>
        <p:spPr>
          <a:xfrm>
            <a:off x="6126479" y="1600200"/>
            <a:ext cx="2560320" cy="2194560"/>
          </a:xfrm>
          <a:prstGeom prst="roundRect">
            <a:avLst>
              <a:gd name="adj" fmla="val 5833"/>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327647" y="1801368"/>
            <a:ext cx="914400" cy="246888"/>
          </a:xfrm>
          <a:prstGeom prst="roundRect">
            <a:avLst>
              <a:gd name="adj" fmla="val 44444"/>
            </a:avLst>
          </a:prstGeom>
          <a:noFill/>
          <a:ln w="10160">
            <a:solidFill>
              <a:srgbClr val="FD51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ADVANCED"/>
          <p:cNvSpPr txBox="1"/>
          <p:nvPr/>
        </p:nvSpPr>
        <p:spPr>
          <a:xfrm>
            <a:off x="6327647" y="1819656"/>
            <a:ext cx="914400" cy="228600"/>
          </a:xfrm>
          <a:prstGeom prst="rect">
            <a:avLst/>
          </a:prstGeom>
          <a:noFill/>
        </p:spPr>
        <p:txBody>
          <a:bodyPr wrap="square" lIns="9144" rIns="9144" tIns="0" bIns="0" anchor="ctr">
            <a:spAutoFit/>
          </a:bodyPr>
          <a:lstStyle/>
          <a:p>
            <a:pPr algn="ctr">
              <a:lnSpc>
                <a:spcPct val="106000"/>
              </a:lnSpc>
              <a:spcAft>
                <a:spcPts val="400"/>
              </a:spcAft>
              <a:defRPr sz="900" b="0">
                <a:solidFill>
                  <a:srgbClr val="FD51FC"/>
                </a:solidFill>
                <a:latin typeface="Helvetica Neue"/>
              </a:defRPr>
            </a:pPr>
            <a:r>
              <a:t>ADVANCED</a:t>
            </a:r>
          </a:p>
        </p:txBody>
      </p:sp>
      <p:sp>
        <p:nvSpPr>
          <p:cNvPr id="16" name="text:Add a statistic that fits your lane "/>
          <p:cNvSpPr txBox="1"/>
          <p:nvPr/>
        </p:nvSpPr>
        <p:spPr>
          <a:xfrm>
            <a:off x="6327647" y="2286000"/>
            <a:ext cx="2194560" cy="1371600"/>
          </a:xfrm>
          <a:prstGeom prst="rect">
            <a:avLst/>
          </a:prstGeom>
          <a:noFill/>
        </p:spPr>
        <p:txBody>
          <a:bodyPr wrap="square" lIns="9144" rIns="9144" tIns="0" bIns="0">
            <a:spAutoFit/>
          </a:bodyPr>
          <a:lstStyle/>
          <a:p>
            <a:pPr>
              <a:lnSpc>
                <a:spcPct val="106000"/>
              </a:lnSpc>
              <a:spcAft>
                <a:spcPts val="400"/>
              </a:spcAft>
              <a:defRPr sz="1350" b="0">
                <a:solidFill>
                  <a:srgbClr val="F2F5F8"/>
                </a:solidFill>
                <a:latin typeface="Helvetica Neue"/>
              </a:defRPr>
            </a:pPr>
            <a:r>
              <a:t>Add a statistic that fits your lane (failed-transaction rate, fee share) and test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Share back"/>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Share back</a:t>
            </a:r>
          </a:p>
        </p:txBody>
      </p:sp>
      <p:sp>
        <p:nvSpPr>
          <p:cNvPr id="3" name="text:Before you leave, and by Thu 11 Feb."/>
          <p:cNvSpPr txBox="1"/>
          <p:nvPr/>
        </p:nvSpPr>
        <p:spPr>
          <a:xfrm>
            <a:off x="475488" y="1051560"/>
            <a:ext cx="8138160" cy="274320"/>
          </a:xfrm>
          <a:prstGeom prst="rect">
            <a:avLst/>
          </a:prstGeom>
          <a:noFill/>
        </p:spPr>
        <p:txBody>
          <a:bodyPr wrap="square" lIns="9144" rIns="9144" tIns="0" bIns="0">
            <a:spAutoFit/>
          </a:bodyPr>
          <a:lstStyle/>
          <a:p>
            <a:pPr>
              <a:lnSpc>
                <a:spcPct val="106000"/>
              </a:lnSpc>
              <a:spcAft>
                <a:spcPts val="400"/>
              </a:spcAft>
              <a:defRPr sz="1500" b="0">
                <a:solidFill>
                  <a:srgbClr val="B3A5FF"/>
                </a:solidFill>
                <a:latin typeface="Helvetica Neue"/>
              </a:defRPr>
            </a:pPr>
            <a:r>
              <a:t>Before you leave, and by Thu 11 Feb.</a:t>
            </a:r>
          </a:p>
        </p:txBody>
      </p:sp>
      <p:sp>
        <p:nvSpPr>
          <p:cNvPr id="4" name="text:35"/>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35</a:t>
            </a:r>
          </a:p>
        </p:txBody>
      </p:sp>
      <p:sp>
        <p:nvSpPr>
          <p:cNvPr id="5" name="Rounded Rectangle 4"/>
          <p:cNvSpPr/>
          <p:nvPr/>
        </p:nvSpPr>
        <p:spPr>
          <a:xfrm>
            <a:off x="548640" y="1691640"/>
            <a:ext cx="2560320" cy="2103120"/>
          </a:xfrm>
          <a:prstGeom prst="roundRect">
            <a:avLst>
              <a:gd name="adj" fmla="val 6086"/>
            </a:avLst>
          </a:prstGeom>
          <a:noFill/>
          <a:ln w="10160">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TODAY"/>
          <p:cNvSpPr txBox="1"/>
          <p:nvPr/>
        </p:nvSpPr>
        <p:spPr>
          <a:xfrm>
            <a:off x="74980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TODAY</a:t>
            </a:r>
          </a:p>
        </p:txBody>
      </p:sp>
      <p:sp>
        <p:nvSpPr>
          <p:cNvPr id="7" name="text:1"/>
          <p:cNvSpPr txBox="1"/>
          <p:nvPr/>
        </p:nvSpPr>
        <p:spPr>
          <a:xfrm>
            <a:off x="74980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1</a:t>
            </a:r>
          </a:p>
        </p:txBody>
      </p:sp>
      <p:sp>
        <p:nvSpPr>
          <p:cNvPr id="8" name="text:Push your commit, README and one kno"/>
          <p:cNvSpPr txBox="1"/>
          <p:nvPr/>
        </p:nvSpPr>
        <p:spPr>
          <a:xfrm>
            <a:off x="74980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Push your commit, README and one known limitation.</a:t>
            </a:r>
          </a:p>
        </p:txBody>
      </p:sp>
      <p:sp>
        <p:nvSpPr>
          <p:cNvPr id="9" name="Rounded Rectangle 8"/>
          <p:cNvSpPr/>
          <p:nvPr/>
        </p:nvSpPr>
        <p:spPr>
          <a:xfrm>
            <a:off x="3337560"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THU 11 FEB"/>
          <p:cNvSpPr txBox="1"/>
          <p:nvPr/>
        </p:nvSpPr>
        <p:spPr>
          <a:xfrm>
            <a:off x="3538728"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THU 11 FEB</a:t>
            </a:r>
          </a:p>
        </p:txBody>
      </p:sp>
      <p:sp>
        <p:nvSpPr>
          <p:cNvPr id="11" name="text:2"/>
          <p:cNvSpPr txBox="1"/>
          <p:nvPr/>
        </p:nvSpPr>
        <p:spPr>
          <a:xfrm>
            <a:off x="3538728"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2</a:t>
            </a:r>
          </a:p>
        </p:txBody>
      </p:sp>
      <p:sp>
        <p:nvSpPr>
          <p:cNvPr id="12" name="text:Bring your 3-minute demo script and "/>
          <p:cNvSpPr txBox="1"/>
          <p:nvPr/>
        </p:nvSpPr>
        <p:spPr>
          <a:xfrm>
            <a:off x="3538728"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Bring your 3-minute demo script and your peer feedback.</a:t>
            </a:r>
          </a:p>
        </p:txBody>
      </p:sp>
      <p:sp>
        <p:nvSpPr>
          <p:cNvPr id="13" name="Rounded Rectangle 12"/>
          <p:cNvSpPr/>
          <p:nvPr/>
        </p:nvSpPr>
        <p:spPr>
          <a:xfrm>
            <a:off x="6126479" y="1691640"/>
            <a:ext cx="2560320" cy="2103120"/>
          </a:xfrm>
          <a:prstGeom prst="roundRect">
            <a:avLst>
              <a:gd name="adj" fmla="val 6086"/>
            </a:avLst>
          </a:prstGeom>
          <a:no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ANY TIME"/>
          <p:cNvSpPr txBox="1"/>
          <p:nvPr/>
        </p:nvSpPr>
        <p:spPr>
          <a:xfrm>
            <a:off x="6327647" y="1874519"/>
            <a:ext cx="2194560" cy="228600"/>
          </a:xfrm>
          <a:prstGeom prst="rect">
            <a:avLst/>
          </a:prstGeom>
          <a:noFill/>
        </p:spPr>
        <p:txBody>
          <a:bodyPr wrap="square" lIns="9144" rIns="9144" tIns="0" bIns="0">
            <a:spAutoFit/>
          </a:bodyPr>
          <a:lstStyle/>
          <a:p>
            <a:pPr>
              <a:lnSpc>
                <a:spcPct val="106000"/>
              </a:lnSpc>
              <a:spcAft>
                <a:spcPts val="400"/>
              </a:spcAft>
              <a:defRPr sz="1000" b="0">
                <a:solidFill>
                  <a:srgbClr val="B3A5FF"/>
                </a:solidFill>
                <a:latin typeface="Helvetica Neue"/>
              </a:defRPr>
            </a:pPr>
            <a:r>
              <a:t>ANY TIME</a:t>
            </a:r>
          </a:p>
        </p:txBody>
      </p:sp>
      <p:sp>
        <p:nvSpPr>
          <p:cNvPr id="15" name="text:3"/>
          <p:cNvSpPr txBox="1"/>
          <p:nvPr/>
        </p:nvSpPr>
        <p:spPr>
          <a:xfrm>
            <a:off x="6327647" y="2194560"/>
            <a:ext cx="548640" cy="548640"/>
          </a:xfrm>
          <a:prstGeom prst="rect">
            <a:avLst/>
          </a:prstGeom>
          <a:noFill/>
        </p:spPr>
        <p:txBody>
          <a:bodyPr wrap="square" lIns="9144" rIns="9144" tIns="0" bIns="0">
            <a:spAutoFit/>
          </a:bodyPr>
          <a:lstStyle/>
          <a:p>
            <a:pPr>
              <a:lnSpc>
                <a:spcPct val="106000"/>
              </a:lnSpc>
              <a:spcAft>
                <a:spcPts val="400"/>
              </a:spcAft>
              <a:defRPr sz="3200" b="0">
                <a:solidFill>
                  <a:srgbClr val="3DDC97"/>
                </a:solidFill>
                <a:latin typeface="Helvetica Neue"/>
              </a:defRPr>
            </a:pPr>
            <a:r>
              <a:t>3</a:t>
            </a:r>
          </a:p>
        </p:txBody>
      </p:sp>
      <p:sp>
        <p:nvSpPr>
          <p:cNvPr id="16" name="text:Send your repo link to the leads."/>
          <p:cNvSpPr txBox="1"/>
          <p:nvPr/>
        </p:nvSpPr>
        <p:spPr>
          <a:xfrm>
            <a:off x="6327647" y="2880360"/>
            <a:ext cx="2194560" cy="822960"/>
          </a:xfrm>
          <a:prstGeom prst="rect">
            <a:avLst/>
          </a:prstGeom>
          <a:noFill/>
        </p:spPr>
        <p:txBody>
          <a:bodyPr wrap="square" lIns="9144" rIns="9144" tIns="0" bIns="0">
            <a:spAutoFit/>
          </a:bodyPr>
          <a:lstStyle/>
          <a:p>
            <a:pPr>
              <a:lnSpc>
                <a:spcPct val="106000"/>
              </a:lnSpc>
              <a:spcAft>
                <a:spcPts val="400"/>
              </a:spcAft>
              <a:defRPr sz="1400" b="0">
                <a:solidFill>
                  <a:srgbClr val="F2F5F8"/>
                </a:solidFill>
                <a:latin typeface="Helvetica Neue"/>
              </a:defRPr>
            </a:pPr>
            <a:r>
              <a:t>Send your repo link to the leads.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Get the code"/>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Get the code</a:t>
            </a:r>
          </a:p>
        </p:txBody>
      </p:sp>
      <p:sp>
        <p:nvSpPr>
          <p:cNvPr id="3" name="text:36"/>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36</a:t>
            </a:r>
          </a:p>
        </p:txBody>
      </p:sp>
      <p:sp>
        <p:nvSpPr>
          <p:cNvPr id="4" name="Rounded Rectangle 3"/>
          <p:cNvSpPr/>
          <p:nvPr/>
        </p:nvSpPr>
        <p:spPr>
          <a:xfrm>
            <a:off x="548640" y="1371600"/>
            <a:ext cx="4846320" cy="777240"/>
          </a:xfrm>
          <a:prstGeom prst="roundRect">
            <a:avLst>
              <a:gd name="adj" fmla="val 16470"/>
            </a:avLst>
          </a:prstGeom>
          <a:solidFill>
            <a:srgbClr val="100821"/>
          </a:solidFill>
          <a:ln w="10160">
            <a:solidFill>
              <a:srgbClr val="B3A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REPO"/>
          <p:cNvSpPr txBox="1"/>
          <p:nvPr/>
        </p:nvSpPr>
        <p:spPr>
          <a:xfrm>
            <a:off x="731520" y="1444752"/>
            <a:ext cx="1828800" cy="182880"/>
          </a:xfrm>
          <a:prstGeom prst="rect">
            <a:avLst/>
          </a:prstGeom>
          <a:noFill/>
        </p:spPr>
        <p:txBody>
          <a:bodyPr wrap="square" lIns="9144" rIns="9144" tIns="0" bIns="0">
            <a:spAutoFit/>
          </a:bodyPr>
          <a:lstStyle/>
          <a:p>
            <a:pPr>
              <a:lnSpc>
                <a:spcPct val="106000"/>
              </a:lnSpc>
              <a:spcAft>
                <a:spcPts val="400"/>
              </a:spcAft>
              <a:defRPr sz="900" b="0">
                <a:solidFill>
                  <a:srgbClr val="B3A5FF"/>
                </a:solidFill>
                <a:latin typeface="Helvetica Neue"/>
              </a:defRPr>
            </a:pPr>
            <a:r>
              <a:t>REPO</a:t>
            </a:r>
          </a:p>
        </p:txBody>
      </p:sp>
      <p:sp>
        <p:nvSpPr>
          <p:cNvPr id="6" name="text:github.com/travisim/solana-agentic-t"/>
          <p:cNvSpPr txBox="1"/>
          <p:nvPr/>
        </p:nvSpPr>
        <p:spPr>
          <a:xfrm>
            <a:off x="731520" y="1627632"/>
            <a:ext cx="4480560" cy="274320"/>
          </a:xfrm>
          <a:prstGeom prst="rect">
            <a:avLst/>
          </a:prstGeom>
          <a:noFill/>
        </p:spPr>
        <p:txBody>
          <a:bodyPr wrap="square" lIns="9144" rIns="9144" tIns="0" bIns="0">
            <a:spAutoFit/>
          </a:bodyPr>
          <a:lstStyle/>
          <a:p>
            <a:pPr>
              <a:lnSpc>
                <a:spcPct val="106000"/>
              </a:lnSpc>
              <a:spcAft>
                <a:spcPts val="400"/>
              </a:spcAft>
              <a:defRPr sz="1100" b="0">
                <a:solidFill>
                  <a:srgbClr val="F2F5F8"/>
                </a:solidFill>
                <a:latin typeface="Menlo"/>
              </a:defRPr>
            </a:pPr>
            <a:r>
              <a:t>github.com/travisim/solana-agentic-trading-nus</a:t>
            </a:r>
          </a:p>
        </p:txBody>
      </p:sp>
      <p:sp>
        <p:nvSpPr>
          <p:cNvPr id="7" name="text:folder: 0008-performance-scorecard-s"/>
          <p:cNvSpPr txBox="1"/>
          <p:nvPr/>
        </p:nvSpPr>
        <p:spPr>
          <a:xfrm>
            <a:off x="731520" y="1883664"/>
            <a:ext cx="4480560" cy="228600"/>
          </a:xfrm>
          <a:prstGeom prst="rect">
            <a:avLst/>
          </a:prstGeom>
          <a:noFill/>
        </p:spPr>
        <p:txBody>
          <a:bodyPr wrap="square" lIns="9144" rIns="9144" tIns="0" bIns="0">
            <a:spAutoFit/>
          </a:bodyPr>
          <a:lstStyle/>
          <a:p>
            <a:pPr>
              <a:lnSpc>
                <a:spcPct val="106000"/>
              </a:lnSpc>
              <a:spcAft>
                <a:spcPts val="400"/>
              </a:spcAft>
              <a:defRPr sz="900" b="0">
                <a:solidFill>
                  <a:srgbClr val="3DDC97"/>
                </a:solidFill>
                <a:latin typeface="Menlo"/>
              </a:defRPr>
            </a:pPr>
            <a:r>
              <a:t>folder: 0008-performance-scorecard-shipping/demo</a:t>
            </a:r>
          </a:p>
        </p:txBody>
      </p:sp>
      <p:sp>
        <p:nvSpPr>
          <p:cNvPr id="8" name="Rounded Rectangle 7"/>
          <p:cNvSpPr/>
          <p:nvPr/>
        </p:nvSpPr>
        <p:spPr>
          <a:xfrm>
            <a:off x="548640" y="233172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1"/>
          <p:cNvSpPr txBox="1"/>
          <p:nvPr/>
        </p:nvSpPr>
        <p:spPr>
          <a:xfrm>
            <a:off x="731520" y="233172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1</a:t>
            </a:r>
          </a:p>
        </p:txBody>
      </p:sp>
      <p:sp>
        <p:nvSpPr>
          <p:cNvPr id="10" name="text:$ npm install"/>
          <p:cNvSpPr txBox="1"/>
          <p:nvPr/>
        </p:nvSpPr>
        <p:spPr>
          <a:xfrm>
            <a:off x="1097280" y="233172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install</a:t>
            </a:r>
          </a:p>
        </p:txBody>
      </p:sp>
      <p:sp>
        <p:nvSpPr>
          <p:cNvPr id="11" name="Rounded Rectangle 10"/>
          <p:cNvSpPr/>
          <p:nvPr/>
        </p:nvSpPr>
        <p:spPr>
          <a:xfrm>
            <a:off x="548640" y="2971800"/>
            <a:ext cx="4846320" cy="502920"/>
          </a:xfrm>
          <a:prstGeom prst="roundRect">
            <a:avLst>
              <a:gd name="adj" fmla="val 25454"/>
            </a:avLst>
          </a:prstGeom>
          <a:solidFill>
            <a:srgbClr val="100821"/>
          </a:solidFill>
          <a:ln w="10160">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2"/>
          <p:cNvSpPr txBox="1"/>
          <p:nvPr/>
        </p:nvSpPr>
        <p:spPr>
          <a:xfrm>
            <a:off x="731520" y="2971800"/>
            <a:ext cx="274320" cy="502920"/>
          </a:xfrm>
          <a:prstGeom prst="rect">
            <a:avLst/>
          </a:prstGeom>
          <a:noFill/>
        </p:spPr>
        <p:txBody>
          <a:bodyPr wrap="square" lIns="9144" rIns="9144" tIns="0" bIns="0" anchor="ctr">
            <a:spAutoFit/>
          </a:bodyPr>
          <a:lstStyle/>
          <a:p>
            <a:pPr>
              <a:lnSpc>
                <a:spcPct val="106000"/>
              </a:lnSpc>
              <a:spcAft>
                <a:spcPts val="400"/>
              </a:spcAft>
              <a:defRPr sz="1800" b="0">
                <a:solidFill>
                  <a:srgbClr val="3DDC97"/>
                </a:solidFill>
                <a:latin typeface="Helvetica Neue"/>
              </a:defRPr>
            </a:pPr>
            <a:r>
              <a:t>2</a:t>
            </a:r>
          </a:p>
        </p:txBody>
      </p:sp>
      <p:sp>
        <p:nvSpPr>
          <p:cNvPr id="13" name="text:$ npm run demo -- --recorded"/>
          <p:cNvSpPr txBox="1"/>
          <p:nvPr/>
        </p:nvSpPr>
        <p:spPr>
          <a:xfrm>
            <a:off x="1097280" y="2971800"/>
            <a:ext cx="4206240" cy="502920"/>
          </a:xfrm>
          <a:prstGeom prst="rect">
            <a:avLst/>
          </a:prstGeom>
          <a:noFill/>
        </p:spPr>
        <p:txBody>
          <a:bodyPr wrap="square" lIns="9144" rIns="9144" tIns="0" bIns="0" anchor="ctr">
            <a:spAutoFit/>
          </a:bodyPr>
          <a:lstStyle/>
          <a:p>
            <a:pPr>
              <a:lnSpc>
                <a:spcPct val="106000"/>
              </a:lnSpc>
              <a:spcAft>
                <a:spcPts val="400"/>
              </a:spcAft>
              <a:defRPr sz="1300" b="0">
                <a:solidFill>
                  <a:srgbClr val="F2F5F8"/>
                </a:solidFill>
                <a:latin typeface="Menlo"/>
              </a:defRPr>
            </a:pPr>
            <a:r>
              <a:t>$ npm run demo -- --recorded</a:t>
            </a:r>
          </a:p>
        </p:txBody>
      </p:sp>
      <p:sp>
        <p:nvSpPr>
          <p:cNvPr id="14" name="text:Run both from the demo/code folder. "/>
          <p:cNvSpPr txBox="1"/>
          <p:nvPr/>
        </p:nvSpPr>
        <p:spPr>
          <a:xfrm>
            <a:off x="548640" y="3749039"/>
            <a:ext cx="4846320" cy="457200"/>
          </a:xfrm>
          <a:prstGeom prst="rect">
            <a:avLst/>
          </a:prstGeom>
          <a:noFill/>
        </p:spPr>
        <p:txBody>
          <a:bodyPr wrap="square" lIns="9144" rIns="9144" tIns="0" bIns="0">
            <a:spAutoFit/>
          </a:bodyPr>
          <a:lstStyle/>
          <a:p>
            <a:pPr>
              <a:lnSpc>
                <a:spcPct val="106000"/>
              </a:lnSpc>
              <a:spcAft>
                <a:spcPts val="400"/>
              </a:spcAft>
              <a:defRPr sz="1100" b="0">
                <a:solidFill>
                  <a:srgbClr val="9A9AA2"/>
                </a:solidFill>
                <a:latin typeface="Helvetica Neue"/>
              </a:defRPr>
            </a:pPr>
            <a:r>
              <a:t>Run both from the demo/code folder. Node 24. No keys, no AI credits. Recorded data is bundled.</a:t>
            </a:r>
          </a:p>
        </p:txBody>
      </p:sp>
      <p:sp>
        <p:nvSpPr>
          <p:cNvPr id="15" name="Rounded Rectangle 14"/>
          <p:cNvSpPr/>
          <p:nvPr/>
        </p:nvSpPr>
        <p:spPr>
          <a:xfrm>
            <a:off x="5806440" y="1371600"/>
            <a:ext cx="2834640" cy="2834640"/>
          </a:xfrm>
          <a:prstGeom prst="roundRect">
            <a:avLst>
              <a:gd name="adj" fmla="val 4516"/>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github-0008.png"/>
          <p:cNvPicPr>
            <a:picLocks noChangeAspect="1"/>
          </p:cNvPicPr>
          <p:nvPr/>
        </p:nvPicPr>
        <p:blipFill>
          <a:blip r:embed="rId3"/>
          <a:stretch>
            <a:fillRect/>
          </a:stretch>
        </p:blipFill>
        <p:spPr>
          <a:xfrm>
            <a:off x="5943600" y="1508760"/>
            <a:ext cx="2560320" cy="2560320"/>
          </a:xfrm>
          <a:prstGeom prst="rect">
            <a:avLst/>
          </a:prstGeom>
        </p:spPr>
      </p:pic>
      <p:sp>
        <p:nvSpPr>
          <p:cNvPr id="17" name="text:Scan for today's demos and code"/>
          <p:cNvSpPr txBox="1"/>
          <p:nvPr/>
        </p:nvSpPr>
        <p:spPr>
          <a:xfrm>
            <a:off x="5806440" y="4297680"/>
            <a:ext cx="2834640" cy="182880"/>
          </a:xfrm>
          <a:prstGeom prst="rect">
            <a:avLst/>
          </a:prstGeom>
          <a:noFill/>
        </p:spPr>
        <p:txBody>
          <a:bodyPr wrap="square" lIns="9144" rIns="9144" tIns="0" bIns="0">
            <a:spAutoFit/>
          </a:bodyPr>
          <a:lstStyle/>
          <a:p>
            <a:pPr algn="ctr">
              <a:lnSpc>
                <a:spcPct val="106000"/>
              </a:lnSpc>
              <a:spcAft>
                <a:spcPts val="400"/>
              </a:spcAft>
              <a:defRPr sz="1000" b="0">
                <a:solidFill>
                  <a:srgbClr val="9A9AA2"/>
                </a:solidFill>
                <a:latin typeface="Helvetica Neue"/>
              </a:defRPr>
            </a:pPr>
            <a:r>
              <a:t>Scan for today's demos and code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sp>
        <p:nvSpPr>
          <p:cNvPr id="2" name="text:Let's connect"/>
          <p:cNvSpPr txBox="1"/>
          <p:nvPr/>
        </p:nvSpPr>
        <p:spPr>
          <a:xfrm>
            <a:off x="457200" y="457200"/>
            <a:ext cx="8229600" cy="548640"/>
          </a:xfrm>
          <a:prstGeom prst="rect">
            <a:avLst/>
          </a:prstGeom>
          <a:noFill/>
        </p:spPr>
        <p:txBody>
          <a:bodyPr wrap="square" lIns="9144" rIns="9144" tIns="0" bIns="0">
            <a:spAutoFit/>
          </a:bodyPr>
          <a:lstStyle/>
          <a:p>
            <a:pPr>
              <a:lnSpc>
                <a:spcPct val="106000"/>
              </a:lnSpc>
              <a:spcAft>
                <a:spcPts val="400"/>
              </a:spcAft>
              <a:defRPr sz="3400" b="0">
                <a:solidFill>
                  <a:srgbClr val="F2F5F8"/>
                </a:solidFill>
                <a:latin typeface="Helvetica Neue"/>
              </a:defRPr>
            </a:pPr>
            <a:r>
              <a:t>Let's connect</a:t>
            </a:r>
          </a:p>
        </p:txBody>
      </p:sp>
      <p:sp>
        <p:nvSpPr>
          <p:cNvPr id="3" name="text:37"/>
          <p:cNvSpPr txBox="1"/>
          <p:nvPr/>
        </p:nvSpPr>
        <p:spPr>
          <a:xfrm>
            <a:off x="8503920" y="4800600"/>
            <a:ext cx="365760" cy="164592"/>
          </a:xfrm>
          <a:prstGeom prst="rect">
            <a:avLst/>
          </a:prstGeom>
          <a:noFill/>
        </p:spPr>
        <p:txBody>
          <a:bodyPr wrap="square" lIns="9144" rIns="9144" tIns="0" bIns="0">
            <a:spAutoFit/>
          </a:bodyPr>
          <a:lstStyle/>
          <a:p>
            <a:pPr algn="r">
              <a:lnSpc>
                <a:spcPct val="106000"/>
              </a:lnSpc>
              <a:spcAft>
                <a:spcPts val="400"/>
              </a:spcAft>
              <a:defRPr sz="800" b="0">
                <a:solidFill>
                  <a:srgbClr val="9A9AA2"/>
                </a:solidFill>
                <a:latin typeface="Helvetica Neue"/>
              </a:defRPr>
            </a:pPr>
            <a:r>
              <a:t>37</a:t>
            </a:r>
          </a:p>
        </p:txBody>
      </p:sp>
      <p:sp>
        <p:nvSpPr>
          <p:cNvPr id="4" name="Rounded Rectangle 3"/>
          <p:cNvSpPr/>
          <p:nvPr/>
        </p:nvSpPr>
        <p:spPr>
          <a:xfrm>
            <a:off x="91440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qr-linkedin.png"/>
          <p:cNvPicPr>
            <a:picLocks noChangeAspect="1"/>
          </p:cNvPicPr>
          <p:nvPr/>
        </p:nvPicPr>
        <p:blipFill>
          <a:blip r:embed="rId3"/>
          <a:stretch>
            <a:fillRect/>
          </a:stretch>
        </p:blipFill>
        <p:spPr>
          <a:xfrm>
            <a:off x="1005840" y="1417320"/>
            <a:ext cx="2103120" cy="2103120"/>
          </a:xfrm>
          <a:prstGeom prst="rect">
            <a:avLst/>
          </a:prstGeom>
        </p:spPr>
      </p:pic>
      <p:sp>
        <p:nvSpPr>
          <p:cNvPr id="6" name="text:LinkedIn"/>
          <p:cNvSpPr txBox="1"/>
          <p:nvPr/>
        </p:nvSpPr>
        <p:spPr>
          <a:xfrm>
            <a:off x="91440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LinkedIn</a:t>
            </a:r>
          </a:p>
        </p:txBody>
      </p:sp>
      <p:sp>
        <p:nvSpPr>
          <p:cNvPr id="7" name="text:linkedin.com/in/travisim"/>
          <p:cNvSpPr txBox="1"/>
          <p:nvPr/>
        </p:nvSpPr>
        <p:spPr>
          <a:xfrm>
            <a:off x="91440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linkedin.com/in/travisim</a:t>
            </a:r>
          </a:p>
        </p:txBody>
      </p:sp>
      <p:sp>
        <p:nvSpPr>
          <p:cNvPr id="8" name="Rounded Rectangle 7"/>
          <p:cNvSpPr/>
          <p:nvPr/>
        </p:nvSpPr>
        <p:spPr>
          <a:xfrm>
            <a:off x="4754880" y="1325880"/>
            <a:ext cx="2286000" cy="2286000"/>
          </a:xfrm>
          <a:prstGeom prst="roundRect">
            <a:avLst>
              <a:gd name="adj" fmla="val 5600"/>
            </a:avLst>
          </a:prstGeom>
          <a:solidFill>
            <a:srgbClr val="F2F5F8"/>
          </a:solidFill>
          <a:ln w="10160">
            <a:solidFill>
              <a:srgbClr val="F2F5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qr-telegram.png"/>
          <p:cNvPicPr>
            <a:picLocks noChangeAspect="1"/>
          </p:cNvPicPr>
          <p:nvPr/>
        </p:nvPicPr>
        <p:blipFill>
          <a:blip r:embed="rId4"/>
          <a:stretch>
            <a:fillRect/>
          </a:stretch>
        </p:blipFill>
        <p:spPr>
          <a:xfrm>
            <a:off x="4846320" y="1417320"/>
            <a:ext cx="2103120" cy="2103120"/>
          </a:xfrm>
          <a:prstGeom prst="rect">
            <a:avLst/>
          </a:prstGeom>
        </p:spPr>
      </p:pic>
      <p:sp>
        <p:nvSpPr>
          <p:cNvPr id="10" name="text:Telegram"/>
          <p:cNvSpPr txBox="1"/>
          <p:nvPr/>
        </p:nvSpPr>
        <p:spPr>
          <a:xfrm>
            <a:off x="4754880" y="3749039"/>
            <a:ext cx="3291840" cy="274320"/>
          </a:xfrm>
          <a:prstGeom prst="rect">
            <a:avLst/>
          </a:prstGeom>
          <a:noFill/>
        </p:spPr>
        <p:txBody>
          <a:bodyPr wrap="square" lIns="9144" rIns="9144" tIns="0" bIns="0">
            <a:spAutoFit/>
          </a:bodyPr>
          <a:lstStyle/>
          <a:p>
            <a:pPr>
              <a:lnSpc>
                <a:spcPct val="106000"/>
              </a:lnSpc>
              <a:spcAft>
                <a:spcPts val="400"/>
              </a:spcAft>
              <a:defRPr sz="1500" b="0">
                <a:solidFill>
                  <a:srgbClr val="F2F5F8"/>
                </a:solidFill>
                <a:latin typeface="Helvetica Neue"/>
              </a:defRPr>
            </a:pPr>
            <a:r>
              <a:t>Telegram</a:t>
            </a:r>
          </a:p>
        </p:txBody>
      </p:sp>
      <p:sp>
        <p:nvSpPr>
          <p:cNvPr id="11" name="text:t.me/travisim"/>
          <p:cNvSpPr txBox="1"/>
          <p:nvPr/>
        </p:nvSpPr>
        <p:spPr>
          <a:xfrm>
            <a:off x="4754880" y="4069080"/>
            <a:ext cx="3291840" cy="274320"/>
          </a:xfrm>
          <a:prstGeom prst="rect">
            <a:avLst/>
          </a:prstGeom>
          <a:noFill/>
        </p:spPr>
        <p:txBody>
          <a:bodyPr wrap="square" lIns="9144" rIns="9144" tIns="0" bIns="0">
            <a:spAutoFit/>
          </a:bodyPr>
          <a:lstStyle/>
          <a:p>
            <a:pPr>
              <a:lnSpc>
                <a:spcPct val="106000"/>
              </a:lnSpc>
              <a:spcAft>
                <a:spcPts val="400"/>
              </a:spcAft>
              <a:defRPr sz="1300" b="0">
                <a:solidFill>
                  <a:srgbClr val="B3A5FF"/>
                </a:solidFill>
                <a:latin typeface="Helvetica Neue"/>
              </a:defRPr>
            </a:pPr>
            <a:r>
              <a:t>t.me/travisim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p:cSld>
    <p:bg>
      <p:bgPr>
        <a:solidFill>
          <a:srgbClr val="000000"/>
        </a:solidFill>
        <a:effectLst/>
      </p:bgPr>
    </p:bg>
    <p:spTree>
      <p:nvGrpSpPr>
        <p:cNvPr id="1" name=""/>
        <p:cNvGrpSpPr/>
        <p:nvPr/>
      </p:nvGrpSpPr>
      <p:grpSpPr/>
      <p:pic>
        <p:nvPicPr>
          <p:cNvPr id="2" name="Picture 1" descr="solana-logo.png"/>
          <p:cNvPicPr>
            <a:picLocks noChangeAspect="1"/>
          </p:cNvPicPr>
          <p:nvPr/>
        </p:nvPicPr>
        <p:blipFill>
          <a:blip r:embed="rId3"/>
          <a:stretch>
            <a:fillRect/>
          </a:stretch>
        </p:blipFill>
        <p:spPr>
          <a:xfrm>
            <a:off x="1828800" y="2103120"/>
            <a:ext cx="5486400" cy="815644"/>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0_BasicBlack">
  <a:themeElements>
    <a:clrScheme name="20_BasicBlack">
      <a:dk1>
        <a:srgbClr val="000000"/>
      </a:dk1>
      <a:lt1>
        <a:srgbClr val="A9A9A9"/>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B6B0FF"/>
      </a:hlink>
      <a:folHlink>
        <a:srgbClr val="B6B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