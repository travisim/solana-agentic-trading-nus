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746" r:id="rId4"/>
    <p:sldMasterId id="2147483747" r:id="rId5"/>
    <p:sldMasterId id="2147483748" r:id="rId6"/>
  </p:sldMasterIdLst>
  <p:notesMasterIdLst>
    <p:notesMasterId r:id="rId7"/>
  </p:notesMasterIdLst>
  <p:sldIdLst>
    <p:sldId id="256" r:id="rId46"/>
    <p:sldId id="257" r:id="rId47"/>
    <p:sldId id="258" r:id="rId48"/>
    <p:sldId id="259" r:id="rId49"/>
    <p:sldId id="260" r:id="rId50"/>
    <p:sldId id="261" r:id="rId51"/>
    <p:sldId id="262" r:id="rId52"/>
    <p:sldId id="263" r:id="rId53"/>
    <p:sldId id="264" r:id="rId54"/>
    <p:sldId id="265" r:id="rId55"/>
    <p:sldId id="266" r:id="rId56"/>
    <p:sldId id="267" r:id="rId57"/>
    <p:sldId id="268" r:id="rId58"/>
    <p:sldId id="269" r:id="rId59"/>
    <p:sldId id="270" r:id="rId60"/>
    <p:sldId id="271" r:id="rId61"/>
    <p:sldId id="272" r:id="rId62"/>
    <p:sldId id="273" r:id="rId63"/>
    <p:sldId id="274" r:id="rId64"/>
    <p:sldId id="275" r:id="rId65"/>
    <p:sldId id="276" r:id="rId66"/>
    <p:sldId id="277" r:id="rId67"/>
    <p:sldId id="278" r:id="rId68"/>
    <p:sldId id="279" r:id="rId69"/>
    <p:sldId id="280" r:id="rId70"/>
  </p:sldIdLst>
  <p:sldSz cy="5143500" cx="9144000"/>
  <p:notesSz cx="6858000" cy="9144000"/>
  <p:embeddedFontLst>
    <p:embeddedFont>
      <p:font typeface="Space Mono"/>
      <p:regular r:id="rId119"/>
      <p:bold r:id="rId120"/>
      <p:italic r:id="rId121"/>
      <p:boldItalic r:id="rId122"/>
    </p:embeddedFont>
    <p:embeddedFont>
      <p:font typeface="Source Code Pro Light"/>
      <p:regular r:id="rId123"/>
      <p:bold r:id="rId124"/>
      <p:italic r:id="rId125"/>
      <p:boldItalic r:id="rId126"/>
    </p:embeddedFont>
    <p:embeddedFont>
      <p:font typeface="Inter SemiBold"/>
      <p:regular r:id="rId127"/>
      <p:bold r:id="rId128"/>
      <p:italic r:id="rId129"/>
      <p:boldItalic r:id="rId130"/>
    </p:embeddedFont>
    <p:embeddedFont>
      <p:font typeface="Source Code Pro ExtraLight"/>
      <p:regular r:id="rId131"/>
      <p:bold r:id="rId132"/>
      <p:italic r:id="rId133"/>
      <p:boldItalic r:id="rId134"/>
    </p:embeddedFont>
    <p:embeddedFont>
      <p:font typeface="Inter"/>
      <p:regular r:id="rId135"/>
      <p:bold r:id="rId136"/>
      <p:italic r:id="rId137"/>
      <p:boldItalic r:id="rId138"/>
    </p:embeddedFont>
    <p:embeddedFont>
      <p:font typeface="Source Code Pro"/>
      <p:regular r:id="rId139"/>
      <p:bold r:id="rId140"/>
      <p:italic r:id="rId141"/>
      <p:boldItalic r:id="rId142"/>
    </p:embeddedFont>
    <p:embeddedFont>
      <p:font typeface="Inter ExtraBold"/>
      <p:bold r:id="rId143"/>
      <p:boldItalic r:id="rId144"/>
    </p:embeddedFont>
    <p:embeddedFont>
      <p:font typeface="Helvetica Neue"/>
      <p:regular r:id="rId145"/>
      <p:bold r:id="rId146"/>
      <p:italic r:id="rId147"/>
      <p:boldItalic r:id="rId148"/>
    </p:embeddedFont>
    <p:embeddedFont>
      <p:font typeface="Helvetica Neue Light"/>
      <p:regular r:id="rId149"/>
      <p:bold r:id="rId150"/>
      <p:italic r:id="rId151"/>
      <p:boldItalic r:id="rId152"/>
    </p:embeddedFont>
    <p:embeddedFont>
      <p:font typeface="Inter Medium"/>
      <p:regular r:id="rId153"/>
      <p:bold r:id="rId154"/>
      <p:italic r:id="rId155"/>
      <p:boldItalic r:id="rId15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notesMaster" Target="notesMasters/notesMaster1.xml"/><Relationship Id="rId46" Type="http://schemas.openxmlformats.org/officeDocument/2006/relationships/slide" Target="slides/slide1.xml"/><Relationship Id="rId47" Type="http://schemas.openxmlformats.org/officeDocument/2006/relationships/slide" Target="slides/slide2.xml"/><Relationship Id="rId48" Type="http://schemas.openxmlformats.org/officeDocument/2006/relationships/slide" Target="slides/slide3.xml"/><Relationship Id="rId49" Type="http://schemas.openxmlformats.org/officeDocument/2006/relationships/slide" Target="slides/slide4.xml"/><Relationship Id="rId50" Type="http://schemas.openxmlformats.org/officeDocument/2006/relationships/slide" Target="slides/slide5.xml"/><Relationship Id="rId51" Type="http://schemas.openxmlformats.org/officeDocument/2006/relationships/slide" Target="slides/slide6.xml"/><Relationship Id="rId52" Type="http://schemas.openxmlformats.org/officeDocument/2006/relationships/slide" Target="slides/slide7.xml"/><Relationship Id="rId53" Type="http://schemas.openxmlformats.org/officeDocument/2006/relationships/slide" Target="slides/slide8.xml"/><Relationship Id="rId54" Type="http://schemas.openxmlformats.org/officeDocument/2006/relationships/slide" Target="slides/slide9.xml"/><Relationship Id="rId55" Type="http://schemas.openxmlformats.org/officeDocument/2006/relationships/slide" Target="slides/slide10.xml"/><Relationship Id="rId56" Type="http://schemas.openxmlformats.org/officeDocument/2006/relationships/slide" Target="slides/slide11.xml"/><Relationship Id="rId57" Type="http://schemas.openxmlformats.org/officeDocument/2006/relationships/slide" Target="slides/slide12.xml"/><Relationship Id="rId58" Type="http://schemas.openxmlformats.org/officeDocument/2006/relationships/slide" Target="slides/slide13.xml"/><Relationship Id="rId59" Type="http://schemas.openxmlformats.org/officeDocument/2006/relationships/slide" Target="slides/slide14.xml"/><Relationship Id="rId60" Type="http://schemas.openxmlformats.org/officeDocument/2006/relationships/slide" Target="slides/slide15.xml"/><Relationship Id="rId61" Type="http://schemas.openxmlformats.org/officeDocument/2006/relationships/slide" Target="slides/slide16.xml"/><Relationship Id="rId62" Type="http://schemas.openxmlformats.org/officeDocument/2006/relationships/slide" Target="slides/slide17.xml"/><Relationship Id="rId63" Type="http://schemas.openxmlformats.org/officeDocument/2006/relationships/slide" Target="slides/slide18.xml"/><Relationship Id="rId64" Type="http://schemas.openxmlformats.org/officeDocument/2006/relationships/slide" Target="slides/slide19.xml"/><Relationship Id="rId65" Type="http://schemas.openxmlformats.org/officeDocument/2006/relationships/slide" Target="slides/slide20.xml"/><Relationship Id="rId66" Type="http://schemas.openxmlformats.org/officeDocument/2006/relationships/slide" Target="slides/slide21.xml"/><Relationship Id="rId67" Type="http://schemas.openxmlformats.org/officeDocument/2006/relationships/slide" Target="slides/slide22.xml"/><Relationship Id="rId68" Type="http://schemas.openxmlformats.org/officeDocument/2006/relationships/slide" Target="slides/slide23.xml"/><Relationship Id="rId69" Type="http://schemas.openxmlformats.org/officeDocument/2006/relationships/slide" Target="slides/slide24.xml"/><Relationship Id="rId70" Type="http://schemas.openxmlformats.org/officeDocument/2006/relationships/slide" Target="slides/slide25.xml"/><Relationship Id="rId119" Type="http://schemas.openxmlformats.org/officeDocument/2006/relationships/font" Target="fonts/SpaceMono-regular.fntdata"/><Relationship Id="rId120" Type="http://schemas.openxmlformats.org/officeDocument/2006/relationships/font" Target="fonts/SpaceMono-bold.fntdata"/><Relationship Id="rId121" Type="http://schemas.openxmlformats.org/officeDocument/2006/relationships/font" Target="fonts/SpaceMono-italic.fntdata"/><Relationship Id="rId122" Type="http://schemas.openxmlformats.org/officeDocument/2006/relationships/font" Target="fonts/SpaceMono-boldItalic.fntdata"/><Relationship Id="rId123" Type="http://schemas.openxmlformats.org/officeDocument/2006/relationships/font" Target="fonts/SourceCodeProLight-regular.fntdata"/><Relationship Id="rId124" Type="http://schemas.openxmlformats.org/officeDocument/2006/relationships/font" Target="fonts/SourceCodeProLight-bold.fntdata"/><Relationship Id="rId125" Type="http://schemas.openxmlformats.org/officeDocument/2006/relationships/font" Target="fonts/SourceCodeProLight-italic.fntdata"/><Relationship Id="rId126" Type="http://schemas.openxmlformats.org/officeDocument/2006/relationships/font" Target="fonts/SourceCodeProLight-boldItalic.fntdata"/><Relationship Id="rId127" Type="http://schemas.openxmlformats.org/officeDocument/2006/relationships/font" Target="fonts/InterSemiBold-regular.fntdata"/><Relationship Id="rId128" Type="http://schemas.openxmlformats.org/officeDocument/2006/relationships/font" Target="fonts/InterSemiBold-bold.fntdata"/><Relationship Id="rId129" Type="http://schemas.openxmlformats.org/officeDocument/2006/relationships/font" Target="fonts/InterSemiBold-italic.fntdata"/><Relationship Id="rId130" Type="http://schemas.openxmlformats.org/officeDocument/2006/relationships/font" Target="fonts/InterSemiBold-boldItalic.fntdata"/><Relationship Id="rId131" Type="http://schemas.openxmlformats.org/officeDocument/2006/relationships/font" Target="fonts/SourceCodeProExtraLight-regular.fntdata"/><Relationship Id="rId132" Type="http://schemas.openxmlformats.org/officeDocument/2006/relationships/font" Target="fonts/SourceCodeProExtraLight-bold.fntdata"/><Relationship Id="rId133" Type="http://schemas.openxmlformats.org/officeDocument/2006/relationships/font" Target="fonts/SourceCodeProExtraLight-italic.fntdata"/><Relationship Id="rId134" Type="http://schemas.openxmlformats.org/officeDocument/2006/relationships/font" Target="fonts/SourceCodeProExtraLight-boldItalic.fntdata"/><Relationship Id="rId135" Type="http://schemas.openxmlformats.org/officeDocument/2006/relationships/font" Target="fonts/Inter-regular.fntdata"/><Relationship Id="rId136" Type="http://schemas.openxmlformats.org/officeDocument/2006/relationships/font" Target="fonts/Inter-bold.fntdata"/><Relationship Id="rId137" Type="http://schemas.openxmlformats.org/officeDocument/2006/relationships/font" Target="fonts/Inter-italic.fntdata"/><Relationship Id="rId138" Type="http://schemas.openxmlformats.org/officeDocument/2006/relationships/font" Target="fonts/Inter-boldItalic.fntdata"/><Relationship Id="rId139" Type="http://schemas.openxmlformats.org/officeDocument/2006/relationships/font" Target="fonts/SourceCodePro-regular.fntdata"/><Relationship Id="rId140" Type="http://schemas.openxmlformats.org/officeDocument/2006/relationships/font" Target="fonts/SourceCodePro-bold.fntdata"/><Relationship Id="rId141" Type="http://schemas.openxmlformats.org/officeDocument/2006/relationships/font" Target="fonts/SourceCodePro-italic.fntdata"/><Relationship Id="rId142" Type="http://schemas.openxmlformats.org/officeDocument/2006/relationships/font" Target="fonts/SourceCodePro-boldItalic.fntdata"/><Relationship Id="rId143" Type="http://schemas.openxmlformats.org/officeDocument/2006/relationships/font" Target="fonts/InterExtraBold-bold.fntdata"/><Relationship Id="rId144" Type="http://schemas.openxmlformats.org/officeDocument/2006/relationships/font" Target="fonts/InterExtraBold-boldItalic.fntdata"/><Relationship Id="rId145" Type="http://schemas.openxmlformats.org/officeDocument/2006/relationships/font" Target="fonts/HelveticaNeue-regular.fntdata"/><Relationship Id="rId146" Type="http://schemas.openxmlformats.org/officeDocument/2006/relationships/font" Target="fonts/HelveticaNeue-bold.fntdata"/><Relationship Id="rId147" Type="http://schemas.openxmlformats.org/officeDocument/2006/relationships/font" Target="fonts/HelveticaNeue-italic.fntdata"/><Relationship Id="rId148" Type="http://schemas.openxmlformats.org/officeDocument/2006/relationships/font" Target="fonts/HelveticaNeue-boldItalic.fntdata"/><Relationship Id="rId149" Type="http://schemas.openxmlformats.org/officeDocument/2006/relationships/font" Target="fonts/HelveticaNeueLight-regular.fntdata"/><Relationship Id="rId150" Type="http://schemas.openxmlformats.org/officeDocument/2006/relationships/font" Target="fonts/HelveticaNeueLight-bold.fntdata"/><Relationship Id="rId151" Type="http://schemas.openxmlformats.org/officeDocument/2006/relationships/font" Target="fonts/HelveticaNeueLight-italic.fntdata"/><Relationship Id="rId152" Type="http://schemas.openxmlformats.org/officeDocument/2006/relationships/font" Target="fonts/HelveticaNeueLight-boldItalic.fntdata"/><Relationship Id="rId153" Type="http://schemas.openxmlformats.org/officeDocument/2006/relationships/font" Target="fonts/InterMedium-regular.fntdata"/><Relationship Id="rId154" Type="http://schemas.openxmlformats.org/officeDocument/2006/relationships/font" Target="fonts/InterMedium-bold.fntdata"/><Relationship Id="rId155" Type="http://schemas.openxmlformats.org/officeDocument/2006/relationships/font" Target="fonts/InterMedium-italic.fntdata"/><Relationship Id="rId156" Type="http://schemas.openxmlformats.org/officeDocument/2006/relationships/font" Target="fonts/InterMedium-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[18:00] Welcome to the last build night. Next Thursday is Demo Day, so tonight is not about new features. It is about making what you already have easy to understand in three minutes, and honest about what it does not do. We run two timed rehearsals, with a fix block in between, and at the end you freeze your commit and send your demo pack to the leads. If you came to this one first, you have not missed anything you need: everything you need tonight is in the repo and the demos.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[18:02] Quick orientation. Workshop 4 last week was the scorecard and shipping, so your projects should be close to a working state. Tonight is rehearsal and freeze. Next Thursday, the eighteenth, is Demo Day. After tonight there are no speculative features: whatever works at the freeze is what you show. Readiness circle now, one line each: who is presenting, is your repo link ready, and what evidence is still missing. If you are missing a devnet link, say so now; that is the most common gap and we can fix it tonight.</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[18:10] The shape of the night. Fifteen minutes to get ready, twenty minutes of me talking about structure, then rehearsal one: three minutes each, then two minutes of questions from peers. After that thirty minutes to fix the weakest claim and rerun the core test. Rehearsal two, with different listeners, and test your recorded backup. Last five minutes: freeze the commit and send the pack. I will keep my part short. The time is yours.</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[18:15] Three minutes is short. Here is the budget. Problem, thirty seconds. What it does, thirty-five. Live proof, seventy-five: this is the longest part on purpose, because it is the part nobody can argue with. Limit and next, forty seconds. Then two minutes of questions. The numbers on this slide are exactly what the timer in demo one uses. The rule: if any part runs more than ten seconds over, the check list fails. If a part is under half its budget, you are probably skipping something. You do not have to hit the budget to the second. You have to know where your time goes.</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[18:20] Parts one and two. Problem: who has it, in one sentence. Not a market, a person. My sample says: an agent that places orders will sooner or later send a bad one, too big, from a stale price, or in the wrong unit. What it does: the idea and the parts, no jargon. My sample says it reads recorded Orca swaps, cuts them into dollar bars, wakes on a change alert, proposes an order, and a risk hook says yes or no with the rule that decided. Read both aloud at normal speed and they take about fifty seconds, which fits. Your wording will differ. The shape should not: a person, a problem, the parts.</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[18:24] Part three is where the pitch is won. Three things, in this order. One: a live fix, which means show one real decision end to end. In my sample the run has ten change alerts, nine orders accepted and one refused by the max-notional rule. Two: the failure test. I feed it four bad orders on purpose, a five thousand dollar order, an oracle that is three hundred seconds old, a price in cents, and a price a hundred basis points off. All four are refused, each with its own reason. Say the reasons out loud. Three: devnet evidence. Open a link, or say there is none and why. In my sample the devnet node verified my signed transaction, but the faucet was rate limited, so I have no funded transaction link. I say that plainly. That is better than a link I cannot open.</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[18:28] Part four is where you earn trust. Say one limitation in your own words. Say what is untested. Say the next step in one sentence. In my sample: it is simulated on recorded data, about seventeen minutes of one afternoon; order sizes and the fee are assumptions; nothing was sent anywhere. On the right, three things not to say. No return or win rate as the headline. No capability the tests do not cover. No link you have not opened tonight. If someone asks a question you cannot answer, point to a test or admit the limit. Do not invent a capability.</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[18:30] Here is how Demo Day is judged: three questions, four checks each. Utility: a named user and problem, runs from a clean checkout using only the README, one decision shown end to end, and what it does not do. Tests: npm test passes with the report attached, a test for the failure case, tests run offline on recorded data, and the report is from the frozen commit. Devnet evidence: an address or a stated reason, a transaction link that opens, a claim that matches the link, and reads labelled mainnet and writes labelled devnet. Twelve checks. Simulated returns are not on the list. If your pitch leads with a simulated profit, it scores nothing and takes time away from the part that scores.</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[18:32] The single most useful rule for tonight: the same claim must be true in three places. In the pitch, in the repo, and in the running demo. Take one claim from my sample: nine of ten alerts were accepted and one was refused by max-notional. The pitch says it. The test and the out file in the repo contain it. The demo shows it, live or from the recorded copy. If any of those three disagree, a listener will find it in the questions. Tonight, for your weakest claim, find all three places and make them match.</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[18:34] A sample project for the walk-through, built only from pieces you already have. Recorded Orca swaps from build night two, cleaned and cut into dollar bars; a CUSUM change alert; one order per alert; the risk hook from build night one; accepted orders go into a ledger. On the slide: one thousand one hundred and fourteen real swaps inside the Pyth window, fifty-one dollar bars, ten alerts, nine accepted and one refused, nine ledger rows. The scorecard says plus three dollars net, simulated, on recorded data, not advice. It is there to show the idea of a ledger. It is not evidence of anything and judges do not score it. Reads are public mainnet data; every write is devnet only; no real funds.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[18:36] The core of the sample is these few lines. The alert proposes an order, with a side and a size from how far the bucket filled. The oracle gives the context: the Pyth price and how old it is. The risk hook checks the order against the context and says yes or no with the rule that decided. Notice what makes this demo-able: the input is recorded, the rule is plain code, the output is a decision with a reason. If your project has that shape, your live proof is easy. If it does not, ask what your input, your rule and your decision are.</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[18:38] Live calls fail. Wi-Fi in the room is shared and public endpoints get rate limited. Plan for it. The rule, same as every demo you have used: a failed call is tried again; the third failure in a row switches to recorded data. Then you say one sentence, carry on from the same step, and do not restart. Aim to be back on track within thirty seconds of the first failure. If the whole screen fails, you narrate your backup recording. The recording is not a cheat, it is real output from your repo that you captured earlier. The drill in demo three practises exactly this.</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[18:40] Demo one, the rehearsal timer. Predict first: which part do you usually run over? Open it, press the space bar to start, and the space bar again to move to the next part. The bar shows budget against time used, and each part gets a status: on budget, a little over, or way over. When you finish, the check list gives a verdict: ready, not finished, or fix and rerun. Two of the nine checks come from the timer, seven from your listeners. There is a button that plays the sample script at ten times speed so you can see a passing run. Live mode adds a strip with the current Pyth price and slot, which is a number that changes while you talk. It is not part of the timer. Try it on your laptop.</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[18:43] Demo two, the judge view. Predict first: which two checks does the sample pack miss? Open it. The sample scores nine of twelve. It misses the test report from the frozen commit, because we have not frozen, and the two devnet checks that need a funded transaction. Click a check to see the score move. Press lead the pitch with a simulated number and watch: the score does not change, and the page tells you to cut it. The box on the right sends one order through the risk hook; drag the size past one thousand dollars and watch max-notional fire. Live mode uses the live Orca price and the live Pyth price in that box.</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[18:46] Demo three, the switch drill. Predict first: how many seconds from the first failed call to carrying on? In recorded mode you press make a call with the network set to broken; after three failures the source flips to recorded. The right side shows what to do and what to say at each step. The stopwatch starts at the first failure and stops when you press I said it and carried on. Budget is thirty seconds. In live mode the broken switch points your browser at a dead address, so the failures are real and the same rule fires. Practise saying the switch sentence out loud once. It is fine to read it.</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[18:49] Demo four, the sample project walk-through, one decision at a time. Predict first: which alert will the risk hook refuse, and which rule fires? Step through the ten alerts with the arrows. Alert eight is the refusal: a sell of one thousand and sixty-four dollars against a one thousand dollar limit. Move the max order slider and watch the decisions change. Then press one of the four failure buttons: five thousand dollars, stale oracle, price in cents, a hundred basis points off. Each is refused with a reason. Live mode feeds live price ticks through the same change alert and the same risk hook against the live Pyth price.</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[18:52] The four demos are online and in the repo. Scan the code, open them on your laptop, and use the timer for your own pitch in rehearsal one. No install is needed, they open from disk too. If the hosted copy is slow on the shared Wi-Fi, open them from the cloned repo, the lab folder. Everything defaults to recorded data so nothing breaks offline.</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[18:35] This is the rehearsal block. Time: run your three minutes against the timer, with listeners. Listen: peers each note one unclear claim, only one, so the feedback is usable. Fix: take the weakest claim, find where it is true in the pitch, the repo and the demo, and fix the disagreement, then rerun the core test. Backup: play your recording with Wi-Fi off and check that you can narrate it in the time. Finish line for the block: one claim a listener can restate in a sentence. Rehearsal two, at 19:35, has different listeners.</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[19:05] Between the rehearsals. Beginner: tighten the script to the budget. Cut a sentence, do not talk faster. Standard: add the missing evidence to the pack, or rehearse offline from the recording. Advanced: add a test for the failure you demo, so the refusal in your pitch is also a line in your test report. If you are not sure what to fix, open the judge view demo, fill your own checks honestly, and fix the first red one. No new features. After the freeze, nothing speculative.</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[19:55] Three things to take away. One: use the same evidence in the pitch, the repo and the running demo. Two: say what works, what failed and what is untested. Three: a good answer to a question points to a test or admits a limitation; it does not invent a capability. If you remember only one, make it the first: it is what makes a three-minute demo believable.</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[19:56] After tonight, in your own time, before Demo Day. Beginner: time your pitch three times and trim the part that always runs long. Standard: fill your own demo pack in the rubric and fix the first missing check. Advanced: write one funded devnet transaction per decision and open the link in your pitch; use the faucet early in the week, because it rate limits. Remember the freeze: tonight's commit is what you show, so branch out on a branch, not on the frozen one.</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[19:57] Before you leave: freeze the commit and send the demo pack to the leads. The pack is the repo and frozen commit, your three-minute script, the recorded backup, the test report, deployment addresses, transaction links and stated limitations. Next Thursday is Demo Day: same evidence, same script. Any time: send your repo link to the leads, and tell us what is blocking you early rather than on the day.</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[19:58] The code for tonight is in the shared repo, folder zero zero zero nine demo rehearsal, under demo. Scan the code or use the address. npm install, then npm run demo with recorded. Node 24. No keys, no AI credits, the recorded data is bundled. The folder holds the timer and check list logic, the rubric, the drill, and the sample project, plus the four demos. The sample project is a pattern to copy: input, rule, decision with a reason.</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[19:59] If you want to talk about your project, your pitch or what to build next, find me on LinkedIn or Telegram. The codes are on the slide. Thank you for working hard tonight. See you at Demo Day on the eighteenth.</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[20:00] Thank you. Photos, last check-in scan, and pack up. Leads: confirm every team has sent its demo pack before they leave.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4.png"/><Relationship Id="rId4" Type="http://schemas.openxmlformats.org/officeDocument/2006/relationships/image" Target="../media/image2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3.png"/><Relationship Id="rId5"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4.png"/><Relationship Id="rId3" Type="http://schemas.openxmlformats.org/officeDocument/2006/relationships/image" Target="../media/image11.png"/><Relationship Id="rId4" Type="http://schemas.openxmlformats.org/officeDocument/2006/relationships/image" Target="../media/image18.png"/><Relationship Id="rId5"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4.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9.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1.png"/><Relationship Id="rId4" Type="http://schemas.openxmlformats.org/officeDocument/2006/relationships/image" Target="../media/image1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0.png"/><Relationship Id="rId4" Type="http://schemas.openxmlformats.org/officeDocument/2006/relationships/image" Target="../media/image1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0.png"/><Relationship Id="rId4" Type="http://schemas.openxmlformats.org/officeDocument/2006/relationships/image" Target="../media/image18.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2.png"/><Relationship Id="rId3" Type="http://schemas.openxmlformats.org/officeDocument/2006/relationships/image" Target="../media/image18.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19.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9.png"/><Relationship Id="rId4" Type="http://schemas.openxmlformats.org/officeDocument/2006/relationships/image" Target="../media/image22.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9.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9.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9.png"/><Relationship Id="rId4" Type="http://schemas.openxmlformats.org/officeDocument/2006/relationships/image" Target="../media/image19.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9.png"/><Relationship Id="rId5" Type="http://schemas.openxmlformats.org/officeDocument/2006/relationships/image" Target="../media/image19.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33.png"/><Relationship Id="rId4" Type="http://schemas.openxmlformats.org/officeDocument/2006/relationships/image" Target="../media/image9.png"/><Relationship Id="rId5" Type="http://schemas.openxmlformats.org/officeDocument/2006/relationships/image" Target="../media/image19.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6.png"/><Relationship Id="rId3" Type="http://schemas.openxmlformats.org/officeDocument/2006/relationships/image" Target="../media/image9.png"/><Relationship Id="rId4" Type="http://schemas.openxmlformats.org/officeDocument/2006/relationships/image" Target="../media/image18.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3.png"/><Relationship Id="rId3" Type="http://schemas.openxmlformats.org/officeDocument/2006/relationships/image" Target="../media/image9.png"/><Relationship Id="rId4" Type="http://schemas.openxmlformats.org/officeDocument/2006/relationships/image" Target="../media/image18.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8.png"/><Relationship Id="rId3" Type="http://schemas.openxmlformats.org/officeDocument/2006/relationships/image" Target="../media/image9.png"/><Relationship Id="rId4" Type="http://schemas.openxmlformats.org/officeDocument/2006/relationships/image" Target="../media/image19.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9.png"/><Relationship Id="rId3" Type="http://schemas.openxmlformats.org/officeDocument/2006/relationships/image" Target="../media/image9.png"/><Relationship Id="rId4" Type="http://schemas.openxmlformats.org/officeDocument/2006/relationships/image" Target="../media/image19.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5.png"/><Relationship Id="rId3" Type="http://schemas.openxmlformats.org/officeDocument/2006/relationships/image" Target="../media/image9.png"/><Relationship Id="rId4" Type="http://schemas.openxmlformats.org/officeDocument/2006/relationships/image" Target="../media/image19.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7.png"/><Relationship Id="rId3" Type="http://schemas.openxmlformats.org/officeDocument/2006/relationships/image" Target="../media/image9.png"/><Relationship Id="rId4" Type="http://schemas.openxmlformats.org/officeDocument/2006/relationships/image" Target="../media/image19.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9.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30.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9.png"/><Relationship Id="rId7" Type="http://schemas.openxmlformats.org/officeDocument/2006/relationships/image" Target="../media/image19.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34.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19.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19.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2.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8.png"/><Relationship Id="rId3" Type="http://schemas.openxmlformats.org/officeDocument/2006/relationships/image" Target="../media/image36.png"/><Relationship Id="rId4" Type="http://schemas.openxmlformats.org/officeDocument/2006/relationships/image" Target="../media/image35.png"/><Relationship Id="rId5" Type="http://schemas.openxmlformats.org/officeDocument/2006/relationships/image" Target="../media/image37.png"/><Relationship Id="rId6" Type="http://schemas.openxmlformats.org/officeDocument/2006/relationships/image" Target="../media/image49.png"/><Relationship Id="rId7" Type="http://schemas.openxmlformats.org/officeDocument/2006/relationships/image" Target="../media/image43.png"/><Relationship Id="rId8" Type="http://schemas.openxmlformats.org/officeDocument/2006/relationships/image" Target="../media/image47.png"/><Relationship Id="rId9" Type="http://schemas.openxmlformats.org/officeDocument/2006/relationships/image" Target="../media/image44.png"/><Relationship Id="rId10" Type="http://schemas.openxmlformats.org/officeDocument/2006/relationships/image" Target="../media/image46.png"/><Relationship Id="rId11" Type="http://schemas.openxmlformats.org/officeDocument/2006/relationships/image" Target="../media/image40.png"/><Relationship Id="rId12" Type="http://schemas.openxmlformats.org/officeDocument/2006/relationships/image" Target="../media/image42.png"/><Relationship Id="rId13" Type="http://schemas.openxmlformats.org/officeDocument/2006/relationships/image" Target="../media/image39.png"/><Relationship Id="rId14" Type="http://schemas.openxmlformats.org/officeDocument/2006/relationships/image" Target="../media/image41.png"/><Relationship Id="rId15" Type="http://schemas.openxmlformats.org/officeDocument/2006/relationships/image" Target="../media/image55.png"/><Relationship Id="rId16" Type="http://schemas.openxmlformats.org/officeDocument/2006/relationships/image" Target="../media/image51.png"/><Relationship Id="rId17" Type="http://schemas.openxmlformats.org/officeDocument/2006/relationships/image" Target="../media/image45.png"/><Relationship Id="rId18" Type="http://schemas.openxmlformats.org/officeDocument/2006/relationships/image" Target="../media/image60.png"/><Relationship Id="rId19" Type="http://schemas.openxmlformats.org/officeDocument/2006/relationships/image" Target="../media/image50.png"/><Relationship Id="rId20" Type="http://schemas.openxmlformats.org/officeDocument/2006/relationships/image" Target="../media/image53.png"/><Relationship Id="rId21" Type="http://schemas.openxmlformats.org/officeDocument/2006/relationships/image" Target="../media/image54.png"/><Relationship Id="rId22" Type="http://schemas.openxmlformats.org/officeDocument/2006/relationships/image" Target="../media/image48.png"/><Relationship Id="rId23" Type="http://schemas.openxmlformats.org/officeDocument/2006/relationships/image" Target="../media/image56.png"/><Relationship Id="rId24" Type="http://schemas.openxmlformats.org/officeDocument/2006/relationships/image" Target="../media/image58.png"/><Relationship Id="rId25" Type="http://schemas.openxmlformats.org/officeDocument/2006/relationships/image" Target="../media/image65.png"/><Relationship Id="rId26" Type="http://schemas.openxmlformats.org/officeDocument/2006/relationships/image" Target="../media/image64.png"/><Relationship Id="rId27" Type="http://schemas.openxmlformats.org/officeDocument/2006/relationships/image" Target="../media/image62.png"/><Relationship Id="rId28" Type="http://schemas.openxmlformats.org/officeDocument/2006/relationships/image" Target="../media/image57.png"/><Relationship Id="rId29" Type="http://schemas.openxmlformats.org/officeDocument/2006/relationships/image" Target="../media/image59.png"/><Relationship Id="rId30" Type="http://schemas.openxmlformats.org/officeDocument/2006/relationships/image" Target="../media/image77.png"/><Relationship Id="rId31" Type="http://schemas.openxmlformats.org/officeDocument/2006/relationships/image" Target="../media/image71.png"/><Relationship Id="rId32" Type="http://schemas.openxmlformats.org/officeDocument/2006/relationships/image" Target="../media/image63.png"/><Relationship Id="rId33" Type="http://schemas.openxmlformats.org/officeDocument/2006/relationships/image" Target="../media/image75.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5.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6.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5.pn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3.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3.png"/><Relationship Id="rId5" Type="http://schemas.openxmlformats.org/officeDocument/2006/relationships/image" Target="../media/image4.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0.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2.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2.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3.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0.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3)">
  <p:cSld name="TITLE_2_1">
    <p:bg>
      <p:bgPr>
        <a:solidFill>
          <a:schemeClr val="dk1"/>
        </a:solidFill>
      </p:bgPr>
    </p:bg>
    <p:spTree>
      <p:nvGrpSpPr>
        <p:cNvPr id="50" name="Shape 50"/>
        <p:cNvGrpSpPr/>
        <p:nvPr/>
      </p:nvGrpSpPr>
      <p:grpSpPr>
        <a:xfrm>
          <a:off x="0" y="0"/>
          <a:ext cx="0" cy="0"/>
          <a:chOff x="0" y="0"/>
          <a:chExt cx="0" cy="0"/>
        </a:xfrm>
      </p:grpSpPr>
      <p:sp>
        <p:nvSpPr>
          <p:cNvPr id="51" name="Google Shape;51;p13"/>
          <p:cNvSpPr txBox="1"/>
          <p:nvPr>
            <p:ph type="ctrTitle"/>
          </p:nvPr>
        </p:nvSpPr>
        <p:spPr>
          <a:xfrm>
            <a:off x="574500" y="904600"/>
            <a:ext cx="7995000" cy="2453700"/>
          </a:xfrm>
          <a:prstGeom prst="rect">
            <a:avLst/>
          </a:prstGeom>
        </p:spPr>
        <p:txBody>
          <a:bodyPr anchorCtr="0" anchor="t" bIns="91425" lIns="91425" spcFirstLastPara="1" rIns="91425" wrap="square" tIns="91425">
            <a:normAutofit/>
          </a:bodyPr>
          <a:lstStyle>
            <a:lvl1pPr lvl="0" rtl="0">
              <a:lnSpc>
                <a:spcPct val="85000"/>
              </a:lnSpc>
              <a:spcBef>
                <a:spcPts val="0"/>
              </a:spcBef>
              <a:spcAft>
                <a:spcPts val="0"/>
              </a:spcAft>
              <a:buClr>
                <a:schemeClr val="lt1"/>
              </a:buClr>
              <a:buSzPts val="10500"/>
              <a:buNone/>
              <a:defRPr b="1" sz="10500">
                <a:solidFill>
                  <a:schemeClr val="lt1"/>
                </a:solidFill>
              </a:defRPr>
            </a:lvl1pPr>
            <a:lvl2pPr lvl="1" rtl="0" algn="ctr">
              <a:spcBef>
                <a:spcPts val="0"/>
              </a:spcBef>
              <a:spcAft>
                <a:spcPts val="0"/>
              </a:spcAft>
              <a:buSzPts val="10500"/>
              <a:buFont typeface="Inter"/>
              <a:buNone/>
              <a:defRPr sz="10500">
                <a:latin typeface="Inter"/>
                <a:ea typeface="Inter"/>
                <a:cs typeface="Inter"/>
                <a:sym typeface="Inter"/>
              </a:defRPr>
            </a:lvl2pPr>
            <a:lvl3pPr lvl="2" rtl="0" algn="ctr">
              <a:spcBef>
                <a:spcPts val="0"/>
              </a:spcBef>
              <a:spcAft>
                <a:spcPts val="0"/>
              </a:spcAft>
              <a:buSzPts val="10500"/>
              <a:buFont typeface="Inter"/>
              <a:buNone/>
              <a:defRPr sz="10500">
                <a:latin typeface="Inter"/>
                <a:ea typeface="Inter"/>
                <a:cs typeface="Inter"/>
                <a:sym typeface="Inter"/>
              </a:defRPr>
            </a:lvl3pPr>
            <a:lvl4pPr lvl="3" rtl="0" algn="ctr">
              <a:spcBef>
                <a:spcPts val="0"/>
              </a:spcBef>
              <a:spcAft>
                <a:spcPts val="0"/>
              </a:spcAft>
              <a:buSzPts val="10500"/>
              <a:buFont typeface="Inter"/>
              <a:buNone/>
              <a:defRPr sz="10500">
                <a:latin typeface="Inter"/>
                <a:ea typeface="Inter"/>
                <a:cs typeface="Inter"/>
                <a:sym typeface="Inter"/>
              </a:defRPr>
            </a:lvl4pPr>
            <a:lvl5pPr lvl="4" rtl="0" algn="ctr">
              <a:spcBef>
                <a:spcPts val="0"/>
              </a:spcBef>
              <a:spcAft>
                <a:spcPts val="0"/>
              </a:spcAft>
              <a:buSzPts val="10500"/>
              <a:buFont typeface="Inter"/>
              <a:buNone/>
              <a:defRPr sz="10500">
                <a:latin typeface="Inter"/>
                <a:ea typeface="Inter"/>
                <a:cs typeface="Inter"/>
                <a:sym typeface="Inter"/>
              </a:defRPr>
            </a:lvl5pPr>
            <a:lvl6pPr lvl="5" rtl="0" algn="ctr">
              <a:spcBef>
                <a:spcPts val="0"/>
              </a:spcBef>
              <a:spcAft>
                <a:spcPts val="0"/>
              </a:spcAft>
              <a:buSzPts val="10500"/>
              <a:buFont typeface="Inter"/>
              <a:buNone/>
              <a:defRPr sz="10500">
                <a:latin typeface="Inter"/>
                <a:ea typeface="Inter"/>
                <a:cs typeface="Inter"/>
                <a:sym typeface="Inter"/>
              </a:defRPr>
            </a:lvl6pPr>
            <a:lvl7pPr lvl="6" rtl="0" algn="ctr">
              <a:spcBef>
                <a:spcPts val="0"/>
              </a:spcBef>
              <a:spcAft>
                <a:spcPts val="0"/>
              </a:spcAft>
              <a:buSzPts val="10500"/>
              <a:buFont typeface="Inter"/>
              <a:buNone/>
              <a:defRPr sz="10500">
                <a:latin typeface="Inter"/>
                <a:ea typeface="Inter"/>
                <a:cs typeface="Inter"/>
                <a:sym typeface="Inter"/>
              </a:defRPr>
            </a:lvl7pPr>
            <a:lvl8pPr lvl="7" rtl="0" algn="ctr">
              <a:spcBef>
                <a:spcPts val="0"/>
              </a:spcBef>
              <a:spcAft>
                <a:spcPts val="0"/>
              </a:spcAft>
              <a:buSzPts val="10500"/>
              <a:buFont typeface="Inter"/>
              <a:buNone/>
              <a:defRPr sz="10500">
                <a:latin typeface="Inter"/>
                <a:ea typeface="Inter"/>
                <a:cs typeface="Inter"/>
                <a:sym typeface="Inter"/>
              </a:defRPr>
            </a:lvl8pPr>
            <a:lvl9pPr lvl="8" rtl="0" algn="ctr">
              <a:spcBef>
                <a:spcPts val="0"/>
              </a:spcBef>
              <a:spcAft>
                <a:spcPts val="0"/>
              </a:spcAft>
              <a:buSzPts val="10500"/>
              <a:buFont typeface="Inter"/>
              <a:buNone/>
              <a:defRPr sz="10500">
                <a:latin typeface="Inter"/>
                <a:ea typeface="Inter"/>
                <a:cs typeface="Inter"/>
                <a:sym typeface="Inter"/>
              </a:defRPr>
            </a:lvl9pPr>
          </a:lstStyle>
          <a:p/>
        </p:txBody>
      </p:sp>
      <p:sp>
        <p:nvSpPr>
          <p:cNvPr id="52" name="Google Shape;52;p13"/>
          <p:cNvSpPr txBox="1"/>
          <p:nvPr>
            <p:ph idx="1" type="subTitle"/>
          </p:nvPr>
        </p:nvSpPr>
        <p:spPr>
          <a:xfrm>
            <a:off x="574500" y="3381025"/>
            <a:ext cx="3211500" cy="628500"/>
          </a:xfrm>
          <a:prstGeom prst="rect">
            <a:avLst/>
          </a:prstGeom>
        </p:spPr>
        <p:txBody>
          <a:bodyPr anchorCtr="0" anchor="b" bIns="91425" lIns="91425" spcFirstLastPara="1" rIns="91425" wrap="square" tIns="91425">
            <a:normAutofit/>
          </a:bodyPr>
          <a:lstStyle>
            <a:lvl1pPr lvl="0" rtl="0">
              <a:lnSpc>
                <a:spcPct val="100000"/>
              </a:lnSpc>
              <a:spcBef>
                <a:spcPts val="0"/>
              </a:spcBef>
              <a:spcAft>
                <a:spcPts val="0"/>
              </a:spcAft>
              <a:buClr>
                <a:schemeClr val="lt1"/>
              </a:buClr>
              <a:buSzPts val="1400"/>
              <a:buFont typeface="Inter"/>
              <a:buNone/>
              <a:defRPr sz="1400">
                <a:solidFill>
                  <a:schemeClr val="lt1"/>
                </a:solidFill>
                <a:latin typeface="Inter"/>
                <a:ea typeface="Inter"/>
                <a:cs typeface="Inter"/>
                <a:sym typeface="Inter"/>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sp>
        <p:nvSpPr>
          <p:cNvPr id="53" name="Google Shape;53;p13"/>
          <p:cNvSpPr txBox="1"/>
          <p:nvPr>
            <p:ph idx="2" type="subTitle"/>
          </p:nvPr>
        </p:nvSpPr>
        <p:spPr>
          <a:xfrm>
            <a:off x="574500" y="525175"/>
            <a:ext cx="7995000" cy="356700"/>
          </a:xfrm>
          <a:prstGeom prst="rect">
            <a:avLst/>
          </a:prstGeom>
        </p:spPr>
        <p:txBody>
          <a:bodyPr anchorCtr="0" anchor="ctr" bIns="91425" lIns="91425" spcFirstLastPara="1" rIns="91425" wrap="square" tIns="91425">
            <a:normAutofit/>
          </a:bodyPr>
          <a:lstStyle>
            <a:lvl1pPr lvl="0" rtl="0">
              <a:lnSpc>
                <a:spcPct val="100000"/>
              </a:lnSpc>
              <a:spcBef>
                <a:spcPts val="0"/>
              </a:spcBef>
              <a:spcAft>
                <a:spcPts val="0"/>
              </a:spcAft>
              <a:buClr>
                <a:schemeClr val="lt1"/>
              </a:buClr>
              <a:buSzPts val="1200"/>
              <a:buFont typeface="Space Mono"/>
              <a:buNone/>
              <a:defRPr sz="1200">
                <a:solidFill>
                  <a:schemeClr val="lt1"/>
                </a:solidFill>
                <a:latin typeface="Space Mono"/>
                <a:ea typeface="Space Mono"/>
                <a:cs typeface="Space Mono"/>
                <a:sym typeface="Space Mono"/>
              </a:defRPr>
            </a:lvl1pPr>
            <a:lvl2pPr lvl="1" rtl="0" algn="r">
              <a:lnSpc>
                <a:spcPct val="100000"/>
              </a:lnSpc>
              <a:spcBef>
                <a:spcPts val="0"/>
              </a:spcBef>
              <a:spcAft>
                <a:spcPts val="0"/>
              </a:spcAft>
              <a:buSzPts val="2800"/>
              <a:buFont typeface="Space Mono"/>
              <a:buNone/>
              <a:defRPr sz="2800">
                <a:latin typeface="Space Mono"/>
                <a:ea typeface="Space Mono"/>
                <a:cs typeface="Space Mono"/>
                <a:sym typeface="Space Mono"/>
              </a:defRPr>
            </a:lvl2pPr>
            <a:lvl3pPr lvl="2" rtl="0" algn="r">
              <a:lnSpc>
                <a:spcPct val="100000"/>
              </a:lnSpc>
              <a:spcBef>
                <a:spcPts val="0"/>
              </a:spcBef>
              <a:spcAft>
                <a:spcPts val="0"/>
              </a:spcAft>
              <a:buSzPts val="2800"/>
              <a:buFont typeface="Space Mono"/>
              <a:buNone/>
              <a:defRPr sz="2800">
                <a:latin typeface="Space Mono"/>
                <a:ea typeface="Space Mono"/>
                <a:cs typeface="Space Mono"/>
                <a:sym typeface="Space Mono"/>
              </a:defRPr>
            </a:lvl3pPr>
            <a:lvl4pPr lvl="3" rtl="0" algn="r">
              <a:lnSpc>
                <a:spcPct val="100000"/>
              </a:lnSpc>
              <a:spcBef>
                <a:spcPts val="0"/>
              </a:spcBef>
              <a:spcAft>
                <a:spcPts val="0"/>
              </a:spcAft>
              <a:buSzPts val="2800"/>
              <a:buFont typeface="Space Mono"/>
              <a:buNone/>
              <a:defRPr sz="2800">
                <a:latin typeface="Space Mono"/>
                <a:ea typeface="Space Mono"/>
                <a:cs typeface="Space Mono"/>
                <a:sym typeface="Space Mono"/>
              </a:defRPr>
            </a:lvl4pPr>
            <a:lvl5pPr lvl="4" rtl="0" algn="r">
              <a:lnSpc>
                <a:spcPct val="100000"/>
              </a:lnSpc>
              <a:spcBef>
                <a:spcPts val="0"/>
              </a:spcBef>
              <a:spcAft>
                <a:spcPts val="0"/>
              </a:spcAft>
              <a:buSzPts val="2800"/>
              <a:buFont typeface="Space Mono"/>
              <a:buNone/>
              <a:defRPr sz="2800">
                <a:latin typeface="Space Mono"/>
                <a:ea typeface="Space Mono"/>
                <a:cs typeface="Space Mono"/>
                <a:sym typeface="Space Mono"/>
              </a:defRPr>
            </a:lvl5pPr>
            <a:lvl6pPr lvl="5" rtl="0" algn="r">
              <a:lnSpc>
                <a:spcPct val="100000"/>
              </a:lnSpc>
              <a:spcBef>
                <a:spcPts val="0"/>
              </a:spcBef>
              <a:spcAft>
                <a:spcPts val="0"/>
              </a:spcAft>
              <a:buSzPts val="2800"/>
              <a:buFont typeface="Space Mono"/>
              <a:buNone/>
              <a:defRPr sz="2800">
                <a:latin typeface="Space Mono"/>
                <a:ea typeface="Space Mono"/>
                <a:cs typeface="Space Mono"/>
                <a:sym typeface="Space Mono"/>
              </a:defRPr>
            </a:lvl6pPr>
            <a:lvl7pPr lvl="6" rtl="0" algn="r">
              <a:lnSpc>
                <a:spcPct val="100000"/>
              </a:lnSpc>
              <a:spcBef>
                <a:spcPts val="0"/>
              </a:spcBef>
              <a:spcAft>
                <a:spcPts val="0"/>
              </a:spcAft>
              <a:buSzPts val="2800"/>
              <a:buFont typeface="Space Mono"/>
              <a:buNone/>
              <a:defRPr sz="2800">
                <a:latin typeface="Space Mono"/>
                <a:ea typeface="Space Mono"/>
                <a:cs typeface="Space Mono"/>
                <a:sym typeface="Space Mono"/>
              </a:defRPr>
            </a:lvl7pPr>
            <a:lvl8pPr lvl="7" rtl="0" algn="r">
              <a:lnSpc>
                <a:spcPct val="100000"/>
              </a:lnSpc>
              <a:spcBef>
                <a:spcPts val="0"/>
              </a:spcBef>
              <a:spcAft>
                <a:spcPts val="0"/>
              </a:spcAft>
              <a:buSzPts val="2800"/>
              <a:buFont typeface="Space Mono"/>
              <a:buNone/>
              <a:defRPr sz="2800">
                <a:latin typeface="Space Mono"/>
                <a:ea typeface="Space Mono"/>
                <a:cs typeface="Space Mono"/>
                <a:sym typeface="Space Mono"/>
              </a:defRPr>
            </a:lvl8pPr>
            <a:lvl9pPr lvl="8" rtl="0" algn="r">
              <a:lnSpc>
                <a:spcPct val="100000"/>
              </a:lnSpc>
              <a:spcBef>
                <a:spcPts val="0"/>
              </a:spcBef>
              <a:spcAft>
                <a:spcPts val="0"/>
              </a:spcAft>
              <a:buSzPts val="2800"/>
              <a:buFont typeface="Space Mono"/>
              <a:buNone/>
              <a:defRPr sz="2800">
                <a:latin typeface="Space Mono"/>
                <a:ea typeface="Space Mono"/>
                <a:cs typeface="Space Mono"/>
                <a:sym typeface="Space Mono"/>
              </a:defRPr>
            </a:lvl9pPr>
          </a:lstStyle>
          <a:p/>
        </p:txBody>
      </p:sp>
      <p:pic>
        <p:nvPicPr>
          <p:cNvPr id="54" name="Google Shape;54;p13"/>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55" name="Google Shape;55;p13"/>
          <p:cNvPicPr preferRelativeResize="0"/>
          <p:nvPr/>
        </p:nvPicPr>
        <p:blipFill>
          <a:blip r:embed="rId3">
            <a:alphaModFix/>
          </a:blip>
          <a:stretch>
            <a:fillRect/>
          </a:stretch>
        </p:blipFill>
        <p:spPr>
          <a:xfrm>
            <a:off x="736976" y="4258999"/>
            <a:ext cx="1986800" cy="298025"/>
          </a:xfrm>
          <a:prstGeom prst="rect">
            <a:avLst/>
          </a:prstGeom>
          <a:noFill/>
          <a:ln>
            <a:noFill/>
          </a:ln>
        </p:spPr>
      </p:pic>
      <p:sp>
        <p:nvSpPr>
          <p:cNvPr id="56" name="Google Shape;56;p13"/>
          <p:cNvSpPr txBox="1"/>
          <p:nvPr>
            <p:ph idx="3" type="subTitle"/>
          </p:nvPr>
        </p:nvSpPr>
        <p:spPr>
          <a:xfrm>
            <a:off x="5783250" y="4292200"/>
            <a:ext cx="2786400" cy="356700"/>
          </a:xfrm>
          <a:prstGeom prst="rect">
            <a:avLst/>
          </a:prstGeom>
        </p:spPr>
        <p:txBody>
          <a:bodyPr anchorCtr="0" anchor="ctr" bIns="91425" lIns="91425" spcFirstLastPara="1" rIns="91425" wrap="square" tIns="91425">
            <a:normAutofit/>
          </a:bodyPr>
          <a:lstStyle>
            <a:lvl1pPr lvl="0" rtl="0" algn="r">
              <a:lnSpc>
                <a:spcPct val="100000"/>
              </a:lnSpc>
              <a:spcBef>
                <a:spcPts val="0"/>
              </a:spcBef>
              <a:spcAft>
                <a:spcPts val="0"/>
              </a:spcAft>
              <a:buClr>
                <a:schemeClr val="lt1"/>
              </a:buClr>
              <a:buSzPts val="1200"/>
              <a:buFont typeface="Space Mono"/>
              <a:buNone/>
              <a:defRPr sz="1200">
                <a:solidFill>
                  <a:schemeClr val="lt1"/>
                </a:solidFill>
                <a:latin typeface="Space Mono"/>
                <a:ea typeface="Space Mono"/>
                <a:cs typeface="Space Mono"/>
                <a:sym typeface="Space Mono"/>
              </a:defRPr>
            </a:lvl1pPr>
            <a:lvl2pPr lvl="1" rtl="0" algn="r">
              <a:lnSpc>
                <a:spcPct val="100000"/>
              </a:lnSpc>
              <a:spcBef>
                <a:spcPts val="0"/>
              </a:spcBef>
              <a:spcAft>
                <a:spcPts val="0"/>
              </a:spcAft>
              <a:buSzPts val="2800"/>
              <a:buFont typeface="Space Mono"/>
              <a:buNone/>
              <a:defRPr sz="2800">
                <a:latin typeface="Space Mono"/>
                <a:ea typeface="Space Mono"/>
                <a:cs typeface="Space Mono"/>
                <a:sym typeface="Space Mono"/>
              </a:defRPr>
            </a:lvl2pPr>
            <a:lvl3pPr lvl="2" rtl="0" algn="r">
              <a:lnSpc>
                <a:spcPct val="100000"/>
              </a:lnSpc>
              <a:spcBef>
                <a:spcPts val="0"/>
              </a:spcBef>
              <a:spcAft>
                <a:spcPts val="0"/>
              </a:spcAft>
              <a:buSzPts val="2800"/>
              <a:buFont typeface="Space Mono"/>
              <a:buNone/>
              <a:defRPr sz="2800">
                <a:latin typeface="Space Mono"/>
                <a:ea typeface="Space Mono"/>
                <a:cs typeface="Space Mono"/>
                <a:sym typeface="Space Mono"/>
              </a:defRPr>
            </a:lvl3pPr>
            <a:lvl4pPr lvl="3" rtl="0" algn="r">
              <a:lnSpc>
                <a:spcPct val="100000"/>
              </a:lnSpc>
              <a:spcBef>
                <a:spcPts val="0"/>
              </a:spcBef>
              <a:spcAft>
                <a:spcPts val="0"/>
              </a:spcAft>
              <a:buSzPts val="2800"/>
              <a:buFont typeface="Space Mono"/>
              <a:buNone/>
              <a:defRPr sz="2800">
                <a:latin typeface="Space Mono"/>
                <a:ea typeface="Space Mono"/>
                <a:cs typeface="Space Mono"/>
                <a:sym typeface="Space Mono"/>
              </a:defRPr>
            </a:lvl4pPr>
            <a:lvl5pPr lvl="4" rtl="0" algn="r">
              <a:lnSpc>
                <a:spcPct val="100000"/>
              </a:lnSpc>
              <a:spcBef>
                <a:spcPts val="0"/>
              </a:spcBef>
              <a:spcAft>
                <a:spcPts val="0"/>
              </a:spcAft>
              <a:buSzPts val="2800"/>
              <a:buFont typeface="Space Mono"/>
              <a:buNone/>
              <a:defRPr sz="2800">
                <a:latin typeface="Space Mono"/>
                <a:ea typeface="Space Mono"/>
                <a:cs typeface="Space Mono"/>
                <a:sym typeface="Space Mono"/>
              </a:defRPr>
            </a:lvl5pPr>
            <a:lvl6pPr lvl="5" rtl="0" algn="r">
              <a:lnSpc>
                <a:spcPct val="100000"/>
              </a:lnSpc>
              <a:spcBef>
                <a:spcPts val="0"/>
              </a:spcBef>
              <a:spcAft>
                <a:spcPts val="0"/>
              </a:spcAft>
              <a:buSzPts val="2800"/>
              <a:buFont typeface="Space Mono"/>
              <a:buNone/>
              <a:defRPr sz="2800">
                <a:latin typeface="Space Mono"/>
                <a:ea typeface="Space Mono"/>
                <a:cs typeface="Space Mono"/>
                <a:sym typeface="Space Mono"/>
              </a:defRPr>
            </a:lvl6pPr>
            <a:lvl7pPr lvl="6" rtl="0" algn="r">
              <a:lnSpc>
                <a:spcPct val="100000"/>
              </a:lnSpc>
              <a:spcBef>
                <a:spcPts val="0"/>
              </a:spcBef>
              <a:spcAft>
                <a:spcPts val="0"/>
              </a:spcAft>
              <a:buSzPts val="2800"/>
              <a:buFont typeface="Space Mono"/>
              <a:buNone/>
              <a:defRPr sz="2800">
                <a:latin typeface="Space Mono"/>
                <a:ea typeface="Space Mono"/>
                <a:cs typeface="Space Mono"/>
                <a:sym typeface="Space Mono"/>
              </a:defRPr>
            </a:lvl7pPr>
            <a:lvl8pPr lvl="7" rtl="0" algn="r">
              <a:lnSpc>
                <a:spcPct val="100000"/>
              </a:lnSpc>
              <a:spcBef>
                <a:spcPts val="0"/>
              </a:spcBef>
              <a:spcAft>
                <a:spcPts val="0"/>
              </a:spcAft>
              <a:buSzPts val="2800"/>
              <a:buFont typeface="Space Mono"/>
              <a:buNone/>
              <a:defRPr sz="2800">
                <a:latin typeface="Space Mono"/>
                <a:ea typeface="Space Mono"/>
                <a:cs typeface="Space Mono"/>
                <a:sym typeface="Space Mono"/>
              </a:defRPr>
            </a:lvl8pPr>
            <a:lvl9pPr lvl="8" rtl="0" algn="r">
              <a:lnSpc>
                <a:spcPct val="100000"/>
              </a:lnSpc>
              <a:spcBef>
                <a:spcPts val="0"/>
              </a:spcBef>
              <a:spcAft>
                <a:spcPts val="0"/>
              </a:spcAft>
              <a:buSzPts val="2800"/>
              <a:buFont typeface="Space Mono"/>
              <a:buNone/>
              <a:defRPr sz="2800">
                <a:latin typeface="Space Mono"/>
                <a:ea typeface="Space Mono"/>
                <a:cs typeface="Space Mono"/>
                <a:sym typeface="Space Mon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OC (1)">
  <p:cSld name="TITLE_1_1">
    <p:bg>
      <p:bgPr>
        <a:solidFill>
          <a:schemeClr val="dk1"/>
        </a:solidFill>
      </p:bgPr>
    </p:bg>
    <p:spTree>
      <p:nvGrpSpPr>
        <p:cNvPr id="57" name="Shape 57"/>
        <p:cNvGrpSpPr/>
        <p:nvPr/>
      </p:nvGrpSpPr>
      <p:grpSpPr>
        <a:xfrm>
          <a:off x="0" y="0"/>
          <a:ext cx="0" cy="0"/>
          <a:chOff x="0" y="0"/>
          <a:chExt cx="0" cy="0"/>
        </a:xfrm>
      </p:grpSpPr>
      <p:pic>
        <p:nvPicPr>
          <p:cNvPr id="58" name="Google Shape;58;p14"/>
          <p:cNvPicPr preferRelativeResize="0"/>
          <p:nvPr/>
        </p:nvPicPr>
        <p:blipFill>
          <a:blip r:embed="rId2">
            <a:alphaModFix/>
          </a:blip>
          <a:stretch>
            <a:fillRect/>
          </a:stretch>
        </p:blipFill>
        <p:spPr>
          <a:xfrm>
            <a:off x="0" y="0"/>
            <a:ext cx="2286000" cy="5143500"/>
          </a:xfrm>
          <a:prstGeom prst="rect">
            <a:avLst/>
          </a:prstGeom>
          <a:noFill/>
          <a:ln>
            <a:noFill/>
          </a:ln>
        </p:spPr>
      </p:pic>
      <p:sp>
        <p:nvSpPr>
          <p:cNvPr id="59" name="Google Shape;59;p14"/>
          <p:cNvSpPr txBox="1"/>
          <p:nvPr>
            <p:ph idx="1" type="subTitle"/>
          </p:nvPr>
        </p:nvSpPr>
        <p:spPr>
          <a:xfrm>
            <a:off x="2868200" y="9962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pic>
        <p:nvPicPr>
          <p:cNvPr id="60" name="Google Shape;60;p14"/>
          <p:cNvPicPr preferRelativeResize="0"/>
          <p:nvPr/>
        </p:nvPicPr>
        <p:blipFill>
          <a:blip r:embed="rId3">
            <a:alphaModFix/>
          </a:blip>
          <a:stretch>
            <a:fillRect/>
          </a:stretch>
        </p:blipFill>
        <p:spPr>
          <a:xfrm>
            <a:off x="-1092126" y="0"/>
            <a:ext cx="852650" cy="2590802"/>
          </a:xfrm>
          <a:prstGeom prst="rect">
            <a:avLst/>
          </a:prstGeom>
          <a:noFill/>
          <a:ln>
            <a:noFill/>
          </a:ln>
        </p:spPr>
      </p:pic>
      <p:sp>
        <p:nvSpPr>
          <p:cNvPr id="61" name="Google Shape;61;p14"/>
          <p:cNvSpPr txBox="1"/>
          <p:nvPr>
            <p:ph idx="2" type="subTitle"/>
          </p:nvPr>
        </p:nvSpPr>
        <p:spPr>
          <a:xfrm>
            <a:off x="296425" y="443350"/>
            <a:ext cx="1586400" cy="1393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dk1"/>
              </a:buClr>
              <a:buSzPts val="1800"/>
              <a:buFont typeface="Space Mono"/>
              <a:buNone/>
              <a:defRPr>
                <a:solidFill>
                  <a:schemeClr val="dk1"/>
                </a:solidFill>
                <a:latin typeface="Space Mono"/>
                <a:ea typeface="Space Mono"/>
                <a:cs typeface="Space Mono"/>
                <a:sym typeface="Space Mono"/>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sp>
        <p:nvSpPr>
          <p:cNvPr id="62" name="Google Shape;62;p14"/>
          <p:cNvSpPr txBox="1"/>
          <p:nvPr>
            <p:ph idx="3" type="subTitle"/>
          </p:nvPr>
        </p:nvSpPr>
        <p:spPr>
          <a:xfrm>
            <a:off x="2868200" y="4157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63" name="Google Shape;63;p14"/>
          <p:cNvSpPr txBox="1"/>
          <p:nvPr>
            <p:ph idx="4" type="subTitle"/>
          </p:nvPr>
        </p:nvSpPr>
        <p:spPr>
          <a:xfrm>
            <a:off x="4862017" y="9962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64" name="Google Shape;64;p14"/>
          <p:cNvSpPr txBox="1"/>
          <p:nvPr>
            <p:ph idx="5" type="subTitle"/>
          </p:nvPr>
        </p:nvSpPr>
        <p:spPr>
          <a:xfrm>
            <a:off x="4862017" y="4157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65" name="Google Shape;65;p14"/>
          <p:cNvSpPr txBox="1"/>
          <p:nvPr>
            <p:ph idx="6" type="subTitle"/>
          </p:nvPr>
        </p:nvSpPr>
        <p:spPr>
          <a:xfrm>
            <a:off x="6855834" y="9962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66" name="Google Shape;66;p14"/>
          <p:cNvSpPr txBox="1"/>
          <p:nvPr>
            <p:ph idx="7" type="subTitle"/>
          </p:nvPr>
        </p:nvSpPr>
        <p:spPr>
          <a:xfrm>
            <a:off x="6855834" y="4157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67" name="Google Shape;67;p14"/>
          <p:cNvSpPr txBox="1"/>
          <p:nvPr>
            <p:ph idx="8" type="subTitle"/>
          </p:nvPr>
        </p:nvSpPr>
        <p:spPr>
          <a:xfrm>
            <a:off x="2868200" y="25070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68" name="Google Shape;68;p14"/>
          <p:cNvSpPr txBox="1"/>
          <p:nvPr>
            <p:ph idx="9" type="subTitle"/>
          </p:nvPr>
        </p:nvSpPr>
        <p:spPr>
          <a:xfrm>
            <a:off x="2868200" y="19265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69" name="Google Shape;69;p14"/>
          <p:cNvSpPr txBox="1"/>
          <p:nvPr>
            <p:ph idx="13" type="subTitle"/>
          </p:nvPr>
        </p:nvSpPr>
        <p:spPr>
          <a:xfrm>
            <a:off x="4862017" y="25070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70" name="Google Shape;70;p14"/>
          <p:cNvSpPr txBox="1"/>
          <p:nvPr>
            <p:ph idx="14" type="subTitle"/>
          </p:nvPr>
        </p:nvSpPr>
        <p:spPr>
          <a:xfrm>
            <a:off x="4862017" y="19265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71" name="Google Shape;71;p14"/>
          <p:cNvSpPr txBox="1"/>
          <p:nvPr>
            <p:ph idx="15" type="subTitle"/>
          </p:nvPr>
        </p:nvSpPr>
        <p:spPr>
          <a:xfrm>
            <a:off x="6855834" y="25070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72" name="Google Shape;72;p14"/>
          <p:cNvSpPr txBox="1"/>
          <p:nvPr>
            <p:ph idx="16" type="subTitle"/>
          </p:nvPr>
        </p:nvSpPr>
        <p:spPr>
          <a:xfrm>
            <a:off x="6855834" y="19265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73" name="Google Shape;73;p14"/>
          <p:cNvSpPr txBox="1"/>
          <p:nvPr>
            <p:ph idx="17" type="subTitle"/>
          </p:nvPr>
        </p:nvSpPr>
        <p:spPr>
          <a:xfrm>
            <a:off x="2868200" y="40178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74" name="Google Shape;74;p14"/>
          <p:cNvSpPr txBox="1"/>
          <p:nvPr>
            <p:ph idx="18" type="subTitle"/>
          </p:nvPr>
        </p:nvSpPr>
        <p:spPr>
          <a:xfrm>
            <a:off x="2868200" y="34373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75" name="Google Shape;75;p14"/>
          <p:cNvSpPr txBox="1"/>
          <p:nvPr>
            <p:ph idx="19" type="subTitle"/>
          </p:nvPr>
        </p:nvSpPr>
        <p:spPr>
          <a:xfrm>
            <a:off x="4862017" y="40178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76" name="Google Shape;76;p14"/>
          <p:cNvSpPr txBox="1"/>
          <p:nvPr>
            <p:ph idx="20" type="subTitle"/>
          </p:nvPr>
        </p:nvSpPr>
        <p:spPr>
          <a:xfrm>
            <a:off x="4862017" y="34373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77" name="Google Shape;77;p14"/>
          <p:cNvSpPr txBox="1"/>
          <p:nvPr>
            <p:ph idx="21" type="subTitle"/>
          </p:nvPr>
        </p:nvSpPr>
        <p:spPr>
          <a:xfrm>
            <a:off x="6855834" y="40178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78" name="Google Shape;78;p14"/>
          <p:cNvSpPr txBox="1"/>
          <p:nvPr>
            <p:ph idx="22" type="subTitle"/>
          </p:nvPr>
        </p:nvSpPr>
        <p:spPr>
          <a:xfrm>
            <a:off x="6855834" y="34373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pic>
        <p:nvPicPr>
          <p:cNvPr id="79" name="Google Shape;79;p14"/>
          <p:cNvPicPr preferRelativeResize="0"/>
          <p:nvPr/>
        </p:nvPicPr>
        <p:blipFill>
          <a:blip r:embed="rId4">
            <a:alphaModFix/>
          </a:blip>
          <a:stretch>
            <a:fillRect/>
          </a:stretch>
        </p:blipFill>
        <p:spPr>
          <a:xfrm>
            <a:off x="457953" y="4543525"/>
            <a:ext cx="950126" cy="14165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3)">
  <p:cSld name="TITLE_ONLY_2_1_2_1">
    <p:bg>
      <p:bgPr>
        <a:blipFill>
          <a:blip r:embed="rId2">
            <a:alphaModFix/>
          </a:blip>
          <a:stretch>
            <a:fillRect/>
          </a:stretch>
        </a:blipFill>
      </p:bgPr>
    </p:bg>
    <p:spTree>
      <p:nvGrpSpPr>
        <p:cNvPr id="80" name="Shape 80"/>
        <p:cNvGrpSpPr/>
        <p:nvPr/>
      </p:nvGrpSpPr>
      <p:grpSpPr>
        <a:xfrm>
          <a:off x="0" y="0"/>
          <a:ext cx="0" cy="0"/>
          <a:chOff x="0" y="0"/>
          <a:chExt cx="0" cy="0"/>
        </a:xfrm>
      </p:grpSpPr>
      <p:sp>
        <p:nvSpPr>
          <p:cNvPr id="81" name="Google Shape;81;p15"/>
          <p:cNvSpPr txBox="1"/>
          <p:nvPr>
            <p:ph type="title"/>
          </p:nvPr>
        </p:nvSpPr>
        <p:spPr>
          <a:xfrm>
            <a:off x="311700" y="445025"/>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SzPts val="3200"/>
              <a:buFont typeface="Inter ExtraBold"/>
              <a:buNone/>
              <a:defRPr sz="3200">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82" name="Google Shape;82;p15"/>
          <p:cNvSpPr txBox="1"/>
          <p:nvPr>
            <p:ph idx="1" type="subTitle"/>
          </p:nvPr>
        </p:nvSpPr>
        <p:spPr>
          <a:xfrm>
            <a:off x="311700" y="973750"/>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None/>
              <a:defRPr>
                <a:solidFill>
                  <a:schemeClr val="dk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83" name="Google Shape;83;p15"/>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84" name="Google Shape;84;p15"/>
          <p:cNvSpPr txBox="1"/>
          <p:nvPr>
            <p:ph idx="2" type="body"/>
          </p:nvPr>
        </p:nvSpPr>
        <p:spPr>
          <a:xfrm>
            <a:off x="311700" y="1546450"/>
            <a:ext cx="6180300" cy="28659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0"/>
              </a:spcBef>
              <a:spcAft>
                <a:spcPts val="0"/>
              </a:spcAft>
              <a:buSzPts val="1400"/>
              <a:buChar char="○"/>
              <a:defRPr/>
            </a:lvl2pPr>
            <a:lvl3pPr indent="-317500" lvl="2" marL="1371600" rtl="0">
              <a:spcBef>
                <a:spcPts val="0"/>
              </a:spcBef>
              <a:spcAft>
                <a:spcPts val="0"/>
              </a:spcAft>
              <a:buSzPts val="1400"/>
              <a:buChar char="■"/>
              <a:defRPr/>
            </a:lvl3pPr>
            <a:lvl4pPr indent="-317500" lvl="3" marL="1828800" rtl="0">
              <a:spcBef>
                <a:spcPts val="0"/>
              </a:spcBef>
              <a:spcAft>
                <a:spcPts val="0"/>
              </a:spcAft>
              <a:buSzPts val="1400"/>
              <a:buChar char="●"/>
              <a:defRPr/>
            </a:lvl4pPr>
            <a:lvl5pPr indent="-317500" lvl="4" marL="2286000" rtl="0">
              <a:spcBef>
                <a:spcPts val="0"/>
              </a:spcBef>
              <a:spcAft>
                <a:spcPts val="0"/>
              </a:spcAft>
              <a:buSzPts val="1400"/>
              <a:buChar char="○"/>
              <a:defRPr/>
            </a:lvl5pPr>
            <a:lvl6pPr indent="-317500" lvl="5" marL="2743200" rtl="0">
              <a:spcBef>
                <a:spcPts val="0"/>
              </a:spcBef>
              <a:spcAft>
                <a:spcPts val="0"/>
              </a:spcAft>
              <a:buSzPts val="1400"/>
              <a:buChar char="■"/>
              <a:defRPr/>
            </a:lvl6pPr>
            <a:lvl7pPr indent="-317500" lvl="6" marL="3200400" rtl="0">
              <a:spcBef>
                <a:spcPts val="0"/>
              </a:spcBef>
              <a:spcAft>
                <a:spcPts val="0"/>
              </a:spcAft>
              <a:buSzPts val="1400"/>
              <a:buChar char="●"/>
              <a:defRPr/>
            </a:lvl7pPr>
            <a:lvl8pPr indent="-317500" lvl="7" marL="3657600" rtl="0">
              <a:spcBef>
                <a:spcPts val="0"/>
              </a:spcBef>
              <a:spcAft>
                <a:spcPts val="0"/>
              </a:spcAft>
              <a:buSzPts val="1400"/>
              <a:buChar char="○"/>
              <a:defRPr/>
            </a:lvl8pPr>
            <a:lvl9pPr indent="-317500" lvl="8" marL="4114800" rtl="0">
              <a:spcBef>
                <a:spcPts val="0"/>
              </a:spcBef>
              <a:spcAft>
                <a:spcPts val="0"/>
              </a:spcAft>
              <a:buSzPts val="1400"/>
              <a:buChar char="■"/>
              <a:defRPr/>
            </a:lvl9pPr>
          </a:lstStyle>
          <a:p/>
        </p:txBody>
      </p:sp>
      <p:pic>
        <p:nvPicPr>
          <p:cNvPr id="85" name="Google Shape;85;p15"/>
          <p:cNvPicPr preferRelativeResize="0"/>
          <p:nvPr/>
        </p:nvPicPr>
        <p:blipFill>
          <a:blip r:embed="rId4">
            <a:alphaModFix/>
          </a:blip>
          <a:stretch>
            <a:fillRect/>
          </a:stretch>
        </p:blipFill>
        <p:spPr>
          <a:xfrm>
            <a:off x="457529" y="4543025"/>
            <a:ext cx="950976" cy="142646"/>
          </a:xfrm>
          <a:prstGeom prst="rect">
            <a:avLst/>
          </a:prstGeom>
          <a:noFill/>
          <a:ln>
            <a:noFill/>
          </a:ln>
        </p:spPr>
      </p:pic>
      <p:sp>
        <p:nvSpPr>
          <p:cNvPr id="86" name="Google Shape;86;p15"/>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87" name="Google Shape;87;p15"/>
          <p:cNvSpPr txBox="1"/>
          <p:nvPr>
            <p:ph idx="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2 1">
  <p:cSld name="TITLE_ONLY_2_2_1">
    <p:bg>
      <p:bgPr>
        <a:solidFill>
          <a:schemeClr val="dk1"/>
        </a:solidFill>
      </p:bgPr>
    </p:bg>
    <p:spTree>
      <p:nvGrpSpPr>
        <p:cNvPr id="88" name="Shape 88"/>
        <p:cNvGrpSpPr/>
        <p:nvPr/>
      </p:nvGrpSpPr>
      <p:grpSpPr>
        <a:xfrm>
          <a:off x="0" y="0"/>
          <a:ext cx="0" cy="0"/>
          <a:chOff x="0" y="0"/>
          <a:chExt cx="0" cy="0"/>
        </a:xfrm>
      </p:grpSpPr>
      <p:pic>
        <p:nvPicPr>
          <p:cNvPr id="89" name="Google Shape;89;p16"/>
          <p:cNvPicPr preferRelativeResize="0"/>
          <p:nvPr/>
        </p:nvPicPr>
        <p:blipFill>
          <a:blip r:embed="rId2">
            <a:alphaModFix/>
          </a:blip>
          <a:stretch>
            <a:fillRect/>
          </a:stretch>
        </p:blipFill>
        <p:spPr>
          <a:xfrm>
            <a:off x="412825" y="1661900"/>
            <a:ext cx="1944175" cy="2637826"/>
          </a:xfrm>
          <a:prstGeom prst="rect">
            <a:avLst/>
          </a:prstGeom>
          <a:noFill/>
          <a:ln>
            <a:noFill/>
          </a:ln>
        </p:spPr>
      </p:pic>
      <p:pic>
        <p:nvPicPr>
          <p:cNvPr id="90" name="Google Shape;90;p16"/>
          <p:cNvPicPr preferRelativeResize="0"/>
          <p:nvPr/>
        </p:nvPicPr>
        <p:blipFill>
          <a:blip r:embed="rId2">
            <a:alphaModFix/>
          </a:blip>
          <a:stretch>
            <a:fillRect/>
          </a:stretch>
        </p:blipFill>
        <p:spPr>
          <a:xfrm>
            <a:off x="2536084" y="1661900"/>
            <a:ext cx="1944175" cy="2637826"/>
          </a:xfrm>
          <a:prstGeom prst="rect">
            <a:avLst/>
          </a:prstGeom>
          <a:noFill/>
          <a:ln>
            <a:noFill/>
          </a:ln>
        </p:spPr>
      </p:pic>
      <p:pic>
        <p:nvPicPr>
          <p:cNvPr id="91" name="Google Shape;91;p16"/>
          <p:cNvPicPr preferRelativeResize="0"/>
          <p:nvPr/>
        </p:nvPicPr>
        <p:blipFill>
          <a:blip r:embed="rId2">
            <a:alphaModFix/>
          </a:blip>
          <a:stretch>
            <a:fillRect/>
          </a:stretch>
        </p:blipFill>
        <p:spPr>
          <a:xfrm>
            <a:off x="4659344" y="1661900"/>
            <a:ext cx="1944175" cy="2637826"/>
          </a:xfrm>
          <a:prstGeom prst="rect">
            <a:avLst/>
          </a:prstGeom>
          <a:noFill/>
          <a:ln>
            <a:noFill/>
          </a:ln>
        </p:spPr>
      </p:pic>
      <p:pic>
        <p:nvPicPr>
          <p:cNvPr id="92" name="Google Shape;92;p16"/>
          <p:cNvPicPr preferRelativeResize="0"/>
          <p:nvPr/>
        </p:nvPicPr>
        <p:blipFill>
          <a:blip r:embed="rId3">
            <a:alphaModFix/>
          </a:blip>
          <a:stretch>
            <a:fillRect/>
          </a:stretch>
        </p:blipFill>
        <p:spPr>
          <a:xfrm>
            <a:off x="412829" y="1808437"/>
            <a:ext cx="1944176" cy="2491293"/>
          </a:xfrm>
          <a:prstGeom prst="rect">
            <a:avLst/>
          </a:prstGeom>
          <a:noFill/>
          <a:ln>
            <a:noFill/>
          </a:ln>
        </p:spPr>
      </p:pic>
      <p:sp>
        <p:nvSpPr>
          <p:cNvPr id="93" name="Google Shape;93;p1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94" name="Google Shape;94;p16"/>
          <p:cNvPicPr preferRelativeResize="0"/>
          <p:nvPr/>
        </p:nvPicPr>
        <p:blipFill>
          <a:blip r:embed="rId4">
            <a:alphaModFix/>
          </a:blip>
          <a:stretch>
            <a:fillRect/>
          </a:stretch>
        </p:blipFill>
        <p:spPr>
          <a:xfrm>
            <a:off x="-762396" y="0"/>
            <a:ext cx="548700" cy="2288640"/>
          </a:xfrm>
          <a:prstGeom prst="rect">
            <a:avLst/>
          </a:prstGeom>
          <a:noFill/>
          <a:ln>
            <a:noFill/>
          </a:ln>
        </p:spPr>
      </p:pic>
      <p:sp>
        <p:nvSpPr>
          <p:cNvPr id="95" name="Google Shape;95;p16"/>
          <p:cNvSpPr/>
          <p:nvPr>
            <p:ph idx="2" type="pic"/>
          </p:nvPr>
        </p:nvSpPr>
        <p:spPr>
          <a:xfrm>
            <a:off x="535276" y="1720023"/>
            <a:ext cx="315900" cy="315900"/>
          </a:xfrm>
          <a:prstGeom prst="rect">
            <a:avLst/>
          </a:prstGeom>
          <a:noFill/>
          <a:ln>
            <a:noFill/>
          </a:ln>
        </p:spPr>
      </p:sp>
      <p:sp>
        <p:nvSpPr>
          <p:cNvPr id="96" name="Google Shape;96;p16"/>
          <p:cNvSpPr txBox="1"/>
          <p:nvPr>
            <p:ph idx="1" type="body"/>
          </p:nvPr>
        </p:nvSpPr>
        <p:spPr>
          <a:xfrm>
            <a:off x="505075"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97" name="Google Shape;97;p16"/>
          <p:cNvSpPr txBox="1"/>
          <p:nvPr>
            <p:ph idx="3" type="subTitle"/>
          </p:nvPr>
        </p:nvSpPr>
        <p:spPr>
          <a:xfrm>
            <a:off x="505075"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98" name="Google Shape;98;p16"/>
          <p:cNvSpPr txBox="1"/>
          <p:nvPr>
            <p:ph idx="4" type="subTitle"/>
          </p:nvPr>
        </p:nvSpPr>
        <p:spPr>
          <a:xfrm>
            <a:off x="311700" y="10518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99" name="Google Shape;99;p16"/>
          <p:cNvPicPr preferRelativeResize="0"/>
          <p:nvPr/>
        </p:nvPicPr>
        <p:blipFill>
          <a:blip r:embed="rId5">
            <a:alphaModFix/>
          </a:blip>
          <a:stretch>
            <a:fillRect/>
          </a:stretch>
        </p:blipFill>
        <p:spPr>
          <a:xfrm>
            <a:off x="457529" y="4543025"/>
            <a:ext cx="950976" cy="142646"/>
          </a:xfrm>
          <a:prstGeom prst="rect">
            <a:avLst/>
          </a:prstGeom>
          <a:noFill/>
          <a:ln>
            <a:noFill/>
          </a:ln>
        </p:spPr>
      </p:pic>
      <p:pic>
        <p:nvPicPr>
          <p:cNvPr id="100" name="Google Shape;100;p16"/>
          <p:cNvPicPr preferRelativeResize="0"/>
          <p:nvPr/>
        </p:nvPicPr>
        <p:blipFill>
          <a:blip r:embed="rId2">
            <a:alphaModFix/>
          </a:blip>
          <a:stretch>
            <a:fillRect/>
          </a:stretch>
        </p:blipFill>
        <p:spPr>
          <a:xfrm>
            <a:off x="6782603" y="1661900"/>
            <a:ext cx="1944175" cy="2637826"/>
          </a:xfrm>
          <a:prstGeom prst="rect">
            <a:avLst/>
          </a:prstGeom>
          <a:noFill/>
          <a:ln>
            <a:noFill/>
          </a:ln>
        </p:spPr>
      </p:pic>
      <p:pic>
        <p:nvPicPr>
          <p:cNvPr id="101" name="Google Shape;101;p16"/>
          <p:cNvPicPr preferRelativeResize="0"/>
          <p:nvPr/>
        </p:nvPicPr>
        <p:blipFill>
          <a:blip r:embed="rId3">
            <a:alphaModFix/>
          </a:blip>
          <a:stretch>
            <a:fillRect/>
          </a:stretch>
        </p:blipFill>
        <p:spPr>
          <a:xfrm>
            <a:off x="4669739" y="1808437"/>
            <a:ext cx="1944176" cy="2491293"/>
          </a:xfrm>
          <a:prstGeom prst="rect">
            <a:avLst/>
          </a:prstGeom>
          <a:noFill/>
          <a:ln>
            <a:noFill/>
          </a:ln>
        </p:spPr>
      </p:pic>
      <p:sp>
        <p:nvSpPr>
          <p:cNvPr id="102" name="Google Shape;102;p16"/>
          <p:cNvSpPr/>
          <p:nvPr>
            <p:ph idx="5" type="pic"/>
          </p:nvPr>
        </p:nvSpPr>
        <p:spPr>
          <a:xfrm>
            <a:off x="2665988" y="1720023"/>
            <a:ext cx="315900" cy="315900"/>
          </a:xfrm>
          <a:prstGeom prst="rect">
            <a:avLst/>
          </a:prstGeom>
          <a:noFill/>
          <a:ln>
            <a:noFill/>
          </a:ln>
        </p:spPr>
      </p:sp>
      <p:sp>
        <p:nvSpPr>
          <p:cNvPr id="103" name="Google Shape;103;p16"/>
          <p:cNvSpPr txBox="1"/>
          <p:nvPr>
            <p:ph idx="6" type="body"/>
          </p:nvPr>
        </p:nvSpPr>
        <p:spPr>
          <a:xfrm>
            <a:off x="2635788"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04" name="Google Shape;104;p16"/>
          <p:cNvSpPr txBox="1"/>
          <p:nvPr>
            <p:ph idx="7" type="subTitle"/>
          </p:nvPr>
        </p:nvSpPr>
        <p:spPr>
          <a:xfrm>
            <a:off x="2635788"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05" name="Google Shape;105;p16"/>
          <p:cNvSpPr/>
          <p:nvPr>
            <p:ph idx="8" type="pic"/>
          </p:nvPr>
        </p:nvSpPr>
        <p:spPr>
          <a:xfrm>
            <a:off x="4780001" y="1720023"/>
            <a:ext cx="315900" cy="315900"/>
          </a:xfrm>
          <a:prstGeom prst="rect">
            <a:avLst/>
          </a:prstGeom>
          <a:noFill/>
          <a:ln>
            <a:noFill/>
          </a:ln>
        </p:spPr>
      </p:sp>
      <p:sp>
        <p:nvSpPr>
          <p:cNvPr id="106" name="Google Shape;106;p16"/>
          <p:cNvSpPr txBox="1"/>
          <p:nvPr>
            <p:ph idx="9" type="body"/>
          </p:nvPr>
        </p:nvSpPr>
        <p:spPr>
          <a:xfrm>
            <a:off x="4749800"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07" name="Google Shape;107;p16"/>
          <p:cNvSpPr txBox="1"/>
          <p:nvPr>
            <p:ph idx="13" type="subTitle"/>
          </p:nvPr>
        </p:nvSpPr>
        <p:spPr>
          <a:xfrm>
            <a:off x="4749800"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08" name="Google Shape;108;p16"/>
          <p:cNvSpPr/>
          <p:nvPr>
            <p:ph idx="14" type="pic"/>
          </p:nvPr>
        </p:nvSpPr>
        <p:spPr>
          <a:xfrm>
            <a:off x="6896376" y="1720023"/>
            <a:ext cx="315900" cy="315900"/>
          </a:xfrm>
          <a:prstGeom prst="rect">
            <a:avLst/>
          </a:prstGeom>
          <a:noFill/>
          <a:ln>
            <a:noFill/>
          </a:ln>
        </p:spPr>
      </p:sp>
      <p:sp>
        <p:nvSpPr>
          <p:cNvPr id="109" name="Google Shape;109;p16"/>
          <p:cNvSpPr txBox="1"/>
          <p:nvPr>
            <p:ph idx="15" type="body"/>
          </p:nvPr>
        </p:nvSpPr>
        <p:spPr>
          <a:xfrm>
            <a:off x="6866175"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10" name="Google Shape;110;p16"/>
          <p:cNvSpPr txBox="1"/>
          <p:nvPr>
            <p:ph idx="16" type="subTitle"/>
          </p:nvPr>
        </p:nvSpPr>
        <p:spPr>
          <a:xfrm>
            <a:off x="6866175"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11" name="Google Shape;111;p16"/>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16"/>
          <p:cNvSpPr txBox="1"/>
          <p:nvPr>
            <p:ph idx="17"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2)">
  <p:cSld name="SECTION_TITLE_AND_DESCRIPTION_1">
    <p:spTree>
      <p:nvGrpSpPr>
        <p:cNvPr id="113" name="Shape 113"/>
        <p:cNvGrpSpPr/>
        <p:nvPr/>
      </p:nvGrpSpPr>
      <p:grpSpPr>
        <a:xfrm>
          <a:off x="0" y="0"/>
          <a:ext cx="0" cy="0"/>
          <a:chOff x="0" y="0"/>
          <a:chExt cx="0" cy="0"/>
        </a:xfrm>
      </p:grpSpPr>
      <p:sp>
        <p:nvSpPr>
          <p:cNvPr id="114" name="Google Shape;114;p17"/>
          <p:cNvSpPr txBox="1"/>
          <p:nvPr>
            <p:ph type="title"/>
          </p:nvPr>
        </p:nvSpPr>
        <p:spPr>
          <a:xfrm>
            <a:off x="656250" y="942850"/>
            <a:ext cx="7831500" cy="8889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4200"/>
              <a:buFont typeface="Inter ExtraBold"/>
              <a:buNone/>
              <a:defRPr sz="4200">
                <a:latin typeface="Inter ExtraBold"/>
                <a:ea typeface="Inter ExtraBold"/>
                <a:cs typeface="Inter ExtraBold"/>
                <a:sym typeface="Inter ExtraBold"/>
              </a:defRPr>
            </a:lvl1pPr>
            <a:lvl2pPr lvl="1" rtl="0" algn="ctr">
              <a:spcBef>
                <a:spcPts val="0"/>
              </a:spcBef>
              <a:spcAft>
                <a:spcPts val="0"/>
              </a:spcAft>
              <a:buSzPts val="4200"/>
              <a:buNone/>
              <a:defRPr sz="4200"/>
            </a:lvl2pPr>
            <a:lvl3pPr lvl="2" rtl="0" algn="ctr">
              <a:spcBef>
                <a:spcPts val="0"/>
              </a:spcBef>
              <a:spcAft>
                <a:spcPts val="0"/>
              </a:spcAft>
              <a:buSzPts val="4200"/>
              <a:buNone/>
              <a:defRPr sz="4200"/>
            </a:lvl3pPr>
            <a:lvl4pPr lvl="3" rtl="0" algn="ctr">
              <a:spcBef>
                <a:spcPts val="0"/>
              </a:spcBef>
              <a:spcAft>
                <a:spcPts val="0"/>
              </a:spcAft>
              <a:buSzPts val="4200"/>
              <a:buNone/>
              <a:defRPr sz="4200"/>
            </a:lvl4pPr>
            <a:lvl5pPr lvl="4" rtl="0" algn="ctr">
              <a:spcBef>
                <a:spcPts val="0"/>
              </a:spcBef>
              <a:spcAft>
                <a:spcPts val="0"/>
              </a:spcAft>
              <a:buSzPts val="4200"/>
              <a:buNone/>
              <a:defRPr sz="4200"/>
            </a:lvl5pPr>
            <a:lvl6pPr lvl="5" rtl="0" algn="ctr">
              <a:spcBef>
                <a:spcPts val="0"/>
              </a:spcBef>
              <a:spcAft>
                <a:spcPts val="0"/>
              </a:spcAft>
              <a:buSzPts val="4200"/>
              <a:buNone/>
              <a:defRPr sz="4200"/>
            </a:lvl6pPr>
            <a:lvl7pPr lvl="6" rtl="0" algn="ctr">
              <a:spcBef>
                <a:spcPts val="0"/>
              </a:spcBef>
              <a:spcAft>
                <a:spcPts val="0"/>
              </a:spcAft>
              <a:buSzPts val="4200"/>
              <a:buNone/>
              <a:defRPr sz="4200"/>
            </a:lvl7pPr>
            <a:lvl8pPr lvl="7" rtl="0" algn="ctr">
              <a:spcBef>
                <a:spcPts val="0"/>
              </a:spcBef>
              <a:spcAft>
                <a:spcPts val="0"/>
              </a:spcAft>
              <a:buSzPts val="4200"/>
              <a:buNone/>
              <a:defRPr sz="4200"/>
            </a:lvl8pPr>
            <a:lvl9pPr lvl="8" rtl="0" algn="ctr">
              <a:spcBef>
                <a:spcPts val="0"/>
              </a:spcBef>
              <a:spcAft>
                <a:spcPts val="0"/>
              </a:spcAft>
              <a:buSzPts val="4200"/>
              <a:buNone/>
              <a:defRPr sz="4200"/>
            </a:lvl9pPr>
          </a:lstStyle>
          <a:p/>
        </p:txBody>
      </p:sp>
      <p:sp>
        <p:nvSpPr>
          <p:cNvPr id="115" name="Google Shape;115;p17"/>
          <p:cNvSpPr txBox="1"/>
          <p:nvPr>
            <p:ph idx="1" type="subTitle"/>
          </p:nvPr>
        </p:nvSpPr>
        <p:spPr>
          <a:xfrm>
            <a:off x="656250" y="1919425"/>
            <a:ext cx="7831500" cy="1896900"/>
          </a:xfrm>
          <a:prstGeom prst="rect">
            <a:avLst/>
          </a:prstGeom>
        </p:spPr>
        <p:txBody>
          <a:bodyPr anchorCtr="0" anchor="ctr" bIns="91425" lIns="91425" spcFirstLastPara="1" rIns="91425" wrap="square" tIns="91425">
            <a:normAutofit/>
          </a:bodyPr>
          <a:lstStyle>
            <a:lvl1pPr lvl="0" rtl="0" algn="ctr">
              <a:lnSpc>
                <a:spcPct val="100000"/>
              </a:lnSpc>
              <a:spcBef>
                <a:spcPts val="0"/>
              </a:spcBef>
              <a:spcAft>
                <a:spcPts val="0"/>
              </a:spcAft>
              <a:buClr>
                <a:srgbClr val="D9D9D9"/>
              </a:buClr>
              <a:buSzPts val="2100"/>
              <a:buNone/>
              <a:defRPr sz="2100">
                <a:solidFill>
                  <a:srgbClr val="D9D9D9"/>
                </a:solidFill>
              </a:defRPr>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None/>
              <a:defRPr sz="2100"/>
            </a:lvl4pPr>
            <a:lvl5pPr lvl="4" rtl="0" algn="ctr">
              <a:lnSpc>
                <a:spcPct val="100000"/>
              </a:lnSpc>
              <a:spcBef>
                <a:spcPts val="0"/>
              </a:spcBef>
              <a:spcAft>
                <a:spcPts val="0"/>
              </a:spcAft>
              <a:buSzPts val="2100"/>
              <a:buNone/>
              <a:defRPr sz="2100"/>
            </a:lvl5pPr>
            <a:lvl6pPr lvl="5" rtl="0" algn="ctr">
              <a:lnSpc>
                <a:spcPct val="100000"/>
              </a:lnSpc>
              <a:spcBef>
                <a:spcPts val="0"/>
              </a:spcBef>
              <a:spcAft>
                <a:spcPts val="0"/>
              </a:spcAft>
              <a:buSzPts val="2100"/>
              <a:buNone/>
              <a:defRPr sz="2100"/>
            </a:lvl6pPr>
            <a:lvl7pPr lvl="6" rtl="0" algn="ctr">
              <a:lnSpc>
                <a:spcPct val="100000"/>
              </a:lnSpc>
              <a:spcBef>
                <a:spcPts val="0"/>
              </a:spcBef>
              <a:spcAft>
                <a:spcPts val="0"/>
              </a:spcAft>
              <a:buSzPts val="2100"/>
              <a:buNone/>
              <a:defRPr sz="2100"/>
            </a:lvl7pPr>
            <a:lvl8pPr lvl="7" rtl="0" algn="ctr">
              <a:lnSpc>
                <a:spcPct val="100000"/>
              </a:lnSpc>
              <a:spcBef>
                <a:spcPts val="0"/>
              </a:spcBef>
              <a:spcAft>
                <a:spcPts val="0"/>
              </a:spcAft>
              <a:buSzPts val="2100"/>
              <a:buNone/>
              <a:defRPr sz="2100"/>
            </a:lvl8pPr>
            <a:lvl9pPr lvl="8" rtl="0" algn="ctr">
              <a:lnSpc>
                <a:spcPct val="100000"/>
              </a:lnSpc>
              <a:spcBef>
                <a:spcPts val="0"/>
              </a:spcBef>
              <a:spcAft>
                <a:spcPts val="0"/>
              </a:spcAft>
              <a:buSzPts val="2100"/>
              <a:buNone/>
              <a:defRPr sz="2100"/>
            </a:lvl9pPr>
          </a:lstStyle>
          <a:p/>
        </p:txBody>
      </p:sp>
      <p:sp>
        <p:nvSpPr>
          <p:cNvPr id="116" name="Google Shape;116;p17"/>
          <p:cNvSpPr txBox="1"/>
          <p:nvPr>
            <p:ph idx="12" type="sldNum"/>
          </p:nvPr>
        </p:nvSpPr>
        <p:spPr>
          <a:xfrm>
            <a:off x="8140933" y="4417542"/>
            <a:ext cx="548700" cy="393600"/>
          </a:xfrm>
          <a:prstGeom prst="rect">
            <a:avLst/>
          </a:prstGeom>
        </p:spPr>
        <p:txBody>
          <a:bodyPr anchorCtr="0" anchor="ctr" bIns="91425" lIns="91425" spcFirstLastPara="1" rIns="91425" wrap="square" tIns="91425">
            <a:normAutofit/>
          </a:bodyPr>
          <a:lstStyle>
            <a:lvl1pPr lvl="0" rtl="0">
              <a:buNone/>
              <a:defRPr>
                <a:solidFill>
                  <a:schemeClr val="dk1"/>
                </a:solidFill>
                <a:latin typeface="Inter"/>
                <a:ea typeface="Inter"/>
                <a:cs typeface="Inter"/>
                <a:sym typeface="Inter"/>
              </a:defRPr>
            </a:lvl1pPr>
            <a:lvl2pPr lvl="1" rtl="0">
              <a:buNone/>
              <a:defRPr>
                <a:solidFill>
                  <a:schemeClr val="dk1"/>
                </a:solidFill>
                <a:latin typeface="Inter"/>
                <a:ea typeface="Inter"/>
                <a:cs typeface="Inter"/>
                <a:sym typeface="Inter"/>
              </a:defRPr>
            </a:lvl2pPr>
            <a:lvl3pPr lvl="2" rtl="0">
              <a:buNone/>
              <a:defRPr>
                <a:solidFill>
                  <a:schemeClr val="dk1"/>
                </a:solidFill>
                <a:latin typeface="Inter"/>
                <a:ea typeface="Inter"/>
                <a:cs typeface="Inter"/>
                <a:sym typeface="Inter"/>
              </a:defRPr>
            </a:lvl3pPr>
            <a:lvl4pPr lvl="3" rtl="0">
              <a:buNone/>
              <a:defRPr>
                <a:solidFill>
                  <a:schemeClr val="dk1"/>
                </a:solidFill>
                <a:latin typeface="Inter"/>
                <a:ea typeface="Inter"/>
                <a:cs typeface="Inter"/>
                <a:sym typeface="Inter"/>
              </a:defRPr>
            </a:lvl4pPr>
            <a:lvl5pPr lvl="4" rtl="0">
              <a:buNone/>
              <a:defRPr>
                <a:solidFill>
                  <a:schemeClr val="dk1"/>
                </a:solidFill>
                <a:latin typeface="Inter"/>
                <a:ea typeface="Inter"/>
                <a:cs typeface="Inter"/>
                <a:sym typeface="Inter"/>
              </a:defRPr>
            </a:lvl5pPr>
            <a:lvl6pPr lvl="5" rtl="0">
              <a:buNone/>
              <a:defRPr>
                <a:solidFill>
                  <a:schemeClr val="dk1"/>
                </a:solidFill>
                <a:latin typeface="Inter"/>
                <a:ea typeface="Inter"/>
                <a:cs typeface="Inter"/>
                <a:sym typeface="Inter"/>
              </a:defRPr>
            </a:lvl6pPr>
            <a:lvl7pPr lvl="6" rtl="0">
              <a:buNone/>
              <a:defRPr>
                <a:solidFill>
                  <a:schemeClr val="dk1"/>
                </a:solidFill>
                <a:latin typeface="Inter"/>
                <a:ea typeface="Inter"/>
                <a:cs typeface="Inter"/>
                <a:sym typeface="Inter"/>
              </a:defRPr>
            </a:lvl7pPr>
            <a:lvl8pPr lvl="7" rtl="0">
              <a:buNone/>
              <a:defRPr>
                <a:solidFill>
                  <a:schemeClr val="dk1"/>
                </a:solidFill>
                <a:latin typeface="Inter"/>
                <a:ea typeface="Inter"/>
                <a:cs typeface="Inter"/>
                <a:sym typeface="Inter"/>
              </a:defRPr>
            </a:lvl8pPr>
            <a:lvl9pPr lvl="8" rtl="0">
              <a:buNone/>
              <a:defRPr>
                <a:solidFill>
                  <a:schemeClr val="dk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7"/>
          <p:cNvSpPr txBox="1"/>
          <p:nvPr>
            <p:ph idx="2" type="sldNum"/>
          </p:nvPr>
        </p:nvSpPr>
        <p:spPr>
          <a:xfrm>
            <a:off x="7704106" y="4417550"/>
            <a:ext cx="777600" cy="393600"/>
          </a:xfrm>
          <a:prstGeom prst="rect">
            <a:avLst/>
          </a:prstGeom>
        </p:spPr>
        <p:txBody>
          <a:bodyPr anchorCtr="0" anchor="ctr" bIns="91425" lIns="91425" spcFirstLastPara="1" rIns="91425" wrap="square" tIns="91425">
            <a:normAutofit/>
          </a:bodyPr>
          <a:lstStyle>
            <a:lvl1pPr lvl="0" rtl="0">
              <a:buNone/>
              <a:defRPr>
                <a:solidFill>
                  <a:schemeClr val="dk1"/>
                </a:solidFill>
                <a:latin typeface="Inter"/>
                <a:ea typeface="Inter"/>
                <a:cs typeface="Inter"/>
                <a:sym typeface="Inter"/>
              </a:defRPr>
            </a:lvl1pPr>
            <a:lvl2pPr lvl="1" rtl="0">
              <a:buNone/>
              <a:defRPr>
                <a:solidFill>
                  <a:schemeClr val="dk1"/>
                </a:solidFill>
                <a:latin typeface="Inter"/>
                <a:ea typeface="Inter"/>
                <a:cs typeface="Inter"/>
                <a:sym typeface="Inter"/>
              </a:defRPr>
            </a:lvl2pPr>
            <a:lvl3pPr lvl="2" rtl="0">
              <a:buNone/>
              <a:defRPr>
                <a:solidFill>
                  <a:schemeClr val="dk1"/>
                </a:solidFill>
                <a:latin typeface="Inter"/>
                <a:ea typeface="Inter"/>
                <a:cs typeface="Inter"/>
                <a:sym typeface="Inter"/>
              </a:defRPr>
            </a:lvl3pPr>
            <a:lvl4pPr lvl="3" rtl="0">
              <a:buNone/>
              <a:defRPr>
                <a:solidFill>
                  <a:schemeClr val="dk1"/>
                </a:solidFill>
                <a:latin typeface="Inter"/>
                <a:ea typeface="Inter"/>
                <a:cs typeface="Inter"/>
                <a:sym typeface="Inter"/>
              </a:defRPr>
            </a:lvl4pPr>
            <a:lvl5pPr lvl="4" rtl="0">
              <a:buNone/>
              <a:defRPr>
                <a:solidFill>
                  <a:schemeClr val="dk1"/>
                </a:solidFill>
                <a:latin typeface="Inter"/>
                <a:ea typeface="Inter"/>
                <a:cs typeface="Inter"/>
                <a:sym typeface="Inter"/>
              </a:defRPr>
            </a:lvl5pPr>
            <a:lvl6pPr lvl="5" rtl="0">
              <a:buNone/>
              <a:defRPr>
                <a:solidFill>
                  <a:schemeClr val="dk1"/>
                </a:solidFill>
                <a:latin typeface="Inter"/>
                <a:ea typeface="Inter"/>
                <a:cs typeface="Inter"/>
                <a:sym typeface="Inter"/>
              </a:defRPr>
            </a:lvl6pPr>
            <a:lvl7pPr lvl="6" rtl="0">
              <a:buNone/>
              <a:defRPr>
                <a:solidFill>
                  <a:schemeClr val="dk1"/>
                </a:solidFill>
                <a:latin typeface="Inter"/>
                <a:ea typeface="Inter"/>
                <a:cs typeface="Inter"/>
                <a:sym typeface="Inter"/>
              </a:defRPr>
            </a:lvl7pPr>
            <a:lvl8pPr lvl="7" rtl="0">
              <a:buNone/>
              <a:defRPr>
                <a:solidFill>
                  <a:schemeClr val="dk1"/>
                </a:solidFill>
                <a:latin typeface="Inter"/>
                <a:ea typeface="Inter"/>
                <a:cs typeface="Inter"/>
                <a:sym typeface="Inter"/>
              </a:defRPr>
            </a:lvl8pPr>
            <a:lvl9pPr lvl="8" rtl="0">
              <a:buNone/>
              <a:defRPr>
                <a:solidFill>
                  <a:schemeClr val="dk1"/>
                </a:solidFill>
                <a:latin typeface="Inter"/>
                <a:ea typeface="Inter"/>
                <a:cs typeface="Inter"/>
                <a:sym typeface="Inter"/>
              </a:defRPr>
            </a:lvl9pPr>
          </a:lstStyle>
          <a:p>
            <a:pPr indent="0" lvl="0" marL="0" rtl="0" algn="r">
              <a:spcBef>
                <a:spcPts val="0"/>
              </a:spcBef>
              <a:spcAft>
                <a:spcPts val="0"/>
              </a:spcAft>
              <a:buNone/>
            </a:pPr>
            <a:r>
              <a:rPr lang="en"/>
              <a:t>Slide /</a:t>
            </a:r>
            <a:endParaRPr/>
          </a:p>
        </p:txBody>
      </p:sp>
      <p:pic>
        <p:nvPicPr>
          <p:cNvPr id="118" name="Google Shape;118;p17"/>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119" name="Google Shape;119;p17"/>
          <p:cNvSpPr txBox="1"/>
          <p:nvPr>
            <p:ph idx="3"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20" name="Google Shape;120;p17"/>
          <p:cNvSpPr txBox="1"/>
          <p:nvPr>
            <p:ph idx="4"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fo Cards _ No Sub">
  <p:cSld name="TITLE_ONLY_2_2_2">
    <p:bg>
      <p:bgPr>
        <a:solidFill>
          <a:schemeClr val="dk1"/>
        </a:solidFill>
      </p:bgPr>
    </p:bg>
    <p:spTree>
      <p:nvGrpSpPr>
        <p:cNvPr id="121" name="Shape 121"/>
        <p:cNvGrpSpPr/>
        <p:nvPr/>
      </p:nvGrpSpPr>
      <p:grpSpPr>
        <a:xfrm>
          <a:off x="0" y="0"/>
          <a:ext cx="0" cy="0"/>
          <a:chOff x="0" y="0"/>
          <a:chExt cx="0" cy="0"/>
        </a:xfrm>
      </p:grpSpPr>
      <p:pic>
        <p:nvPicPr>
          <p:cNvPr id="122" name="Google Shape;122;p18"/>
          <p:cNvPicPr preferRelativeResize="0"/>
          <p:nvPr/>
        </p:nvPicPr>
        <p:blipFill>
          <a:blip r:embed="rId2">
            <a:alphaModFix/>
          </a:blip>
          <a:stretch>
            <a:fillRect/>
          </a:stretch>
        </p:blipFill>
        <p:spPr>
          <a:xfrm>
            <a:off x="3230775" y="1234851"/>
            <a:ext cx="2682450" cy="3028579"/>
          </a:xfrm>
          <a:prstGeom prst="rect">
            <a:avLst/>
          </a:prstGeom>
          <a:noFill/>
          <a:ln>
            <a:noFill/>
          </a:ln>
        </p:spPr>
      </p:pic>
      <p:pic>
        <p:nvPicPr>
          <p:cNvPr id="123" name="Google Shape;123;p18"/>
          <p:cNvPicPr preferRelativeResize="0"/>
          <p:nvPr/>
        </p:nvPicPr>
        <p:blipFill>
          <a:blip r:embed="rId2">
            <a:alphaModFix/>
          </a:blip>
          <a:stretch>
            <a:fillRect/>
          </a:stretch>
        </p:blipFill>
        <p:spPr>
          <a:xfrm>
            <a:off x="6048700" y="1234851"/>
            <a:ext cx="2682450" cy="3028579"/>
          </a:xfrm>
          <a:prstGeom prst="rect">
            <a:avLst/>
          </a:prstGeom>
          <a:noFill/>
          <a:ln>
            <a:noFill/>
          </a:ln>
        </p:spPr>
      </p:pic>
      <p:pic>
        <p:nvPicPr>
          <p:cNvPr id="124" name="Google Shape;124;p18"/>
          <p:cNvPicPr preferRelativeResize="0"/>
          <p:nvPr/>
        </p:nvPicPr>
        <p:blipFill>
          <a:blip r:embed="rId2">
            <a:alphaModFix/>
          </a:blip>
          <a:stretch>
            <a:fillRect/>
          </a:stretch>
        </p:blipFill>
        <p:spPr>
          <a:xfrm>
            <a:off x="412850" y="1234851"/>
            <a:ext cx="2682450" cy="3028579"/>
          </a:xfrm>
          <a:prstGeom prst="rect">
            <a:avLst/>
          </a:prstGeom>
          <a:noFill/>
          <a:ln>
            <a:noFill/>
          </a:ln>
        </p:spPr>
      </p:pic>
      <p:pic>
        <p:nvPicPr>
          <p:cNvPr id="125" name="Google Shape;125;p18"/>
          <p:cNvPicPr preferRelativeResize="0"/>
          <p:nvPr/>
        </p:nvPicPr>
        <p:blipFill>
          <a:blip r:embed="rId3">
            <a:alphaModFix/>
          </a:blip>
          <a:stretch>
            <a:fillRect/>
          </a:stretch>
        </p:blipFill>
        <p:spPr>
          <a:xfrm>
            <a:off x="412825" y="1234850"/>
            <a:ext cx="2682475" cy="3019700"/>
          </a:xfrm>
          <a:prstGeom prst="rect">
            <a:avLst/>
          </a:prstGeom>
          <a:noFill/>
          <a:ln>
            <a:noFill/>
          </a:ln>
        </p:spPr>
      </p:pic>
      <p:sp>
        <p:nvSpPr>
          <p:cNvPr id="126" name="Google Shape;126;p18"/>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127" name="Google Shape;127;p18"/>
          <p:cNvPicPr preferRelativeResize="0"/>
          <p:nvPr/>
        </p:nvPicPr>
        <p:blipFill>
          <a:blip r:embed="rId4">
            <a:alphaModFix/>
          </a:blip>
          <a:stretch>
            <a:fillRect/>
          </a:stretch>
        </p:blipFill>
        <p:spPr>
          <a:xfrm>
            <a:off x="-762396" y="0"/>
            <a:ext cx="548700" cy="2288640"/>
          </a:xfrm>
          <a:prstGeom prst="rect">
            <a:avLst/>
          </a:prstGeom>
          <a:noFill/>
          <a:ln>
            <a:noFill/>
          </a:ln>
        </p:spPr>
      </p:pic>
      <p:pic>
        <p:nvPicPr>
          <p:cNvPr id="128" name="Google Shape;128;p18"/>
          <p:cNvPicPr preferRelativeResize="0"/>
          <p:nvPr/>
        </p:nvPicPr>
        <p:blipFill>
          <a:blip r:embed="rId5">
            <a:alphaModFix/>
          </a:blip>
          <a:stretch>
            <a:fillRect/>
          </a:stretch>
        </p:blipFill>
        <p:spPr>
          <a:xfrm>
            <a:off x="457529" y="4543025"/>
            <a:ext cx="950976" cy="142646"/>
          </a:xfrm>
          <a:prstGeom prst="rect">
            <a:avLst/>
          </a:prstGeom>
          <a:noFill/>
          <a:ln>
            <a:noFill/>
          </a:ln>
        </p:spPr>
      </p:pic>
      <p:sp>
        <p:nvSpPr>
          <p:cNvPr id="129" name="Google Shape;129;p18"/>
          <p:cNvSpPr/>
          <p:nvPr>
            <p:ph idx="2" type="pic"/>
          </p:nvPr>
        </p:nvSpPr>
        <p:spPr>
          <a:xfrm>
            <a:off x="535276" y="1372373"/>
            <a:ext cx="315900" cy="315900"/>
          </a:xfrm>
          <a:prstGeom prst="rect">
            <a:avLst/>
          </a:prstGeom>
          <a:noFill/>
          <a:ln>
            <a:noFill/>
          </a:ln>
        </p:spPr>
      </p:sp>
      <p:sp>
        <p:nvSpPr>
          <p:cNvPr id="130" name="Google Shape;130;p18"/>
          <p:cNvSpPr txBox="1"/>
          <p:nvPr>
            <p:ph idx="1" type="body"/>
          </p:nvPr>
        </p:nvSpPr>
        <p:spPr>
          <a:xfrm>
            <a:off x="505075" y="2022300"/>
            <a:ext cx="2487900" cy="20385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31" name="Google Shape;131;p18"/>
          <p:cNvSpPr txBox="1"/>
          <p:nvPr>
            <p:ph idx="3" type="subTitle"/>
          </p:nvPr>
        </p:nvSpPr>
        <p:spPr>
          <a:xfrm>
            <a:off x="505075" y="166920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32" name="Google Shape;132;p18"/>
          <p:cNvSpPr/>
          <p:nvPr>
            <p:ph idx="4" type="pic"/>
          </p:nvPr>
        </p:nvSpPr>
        <p:spPr>
          <a:xfrm>
            <a:off x="3358251" y="1372373"/>
            <a:ext cx="315900" cy="315900"/>
          </a:xfrm>
          <a:prstGeom prst="rect">
            <a:avLst/>
          </a:prstGeom>
          <a:noFill/>
          <a:ln>
            <a:noFill/>
          </a:ln>
        </p:spPr>
      </p:sp>
      <p:sp>
        <p:nvSpPr>
          <p:cNvPr id="133" name="Google Shape;133;p18"/>
          <p:cNvSpPr txBox="1"/>
          <p:nvPr>
            <p:ph idx="5" type="body"/>
          </p:nvPr>
        </p:nvSpPr>
        <p:spPr>
          <a:xfrm>
            <a:off x="3328050" y="2022300"/>
            <a:ext cx="2487900" cy="20385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34" name="Google Shape;134;p18"/>
          <p:cNvSpPr txBox="1"/>
          <p:nvPr>
            <p:ph idx="6" type="subTitle"/>
          </p:nvPr>
        </p:nvSpPr>
        <p:spPr>
          <a:xfrm>
            <a:off x="3328050" y="166920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35" name="Google Shape;135;p18"/>
          <p:cNvSpPr/>
          <p:nvPr>
            <p:ph idx="7" type="pic"/>
          </p:nvPr>
        </p:nvSpPr>
        <p:spPr>
          <a:xfrm>
            <a:off x="6181226" y="1372373"/>
            <a:ext cx="315900" cy="315900"/>
          </a:xfrm>
          <a:prstGeom prst="rect">
            <a:avLst/>
          </a:prstGeom>
          <a:noFill/>
          <a:ln>
            <a:noFill/>
          </a:ln>
        </p:spPr>
      </p:sp>
      <p:sp>
        <p:nvSpPr>
          <p:cNvPr id="136" name="Google Shape;136;p18"/>
          <p:cNvSpPr txBox="1"/>
          <p:nvPr>
            <p:ph idx="8" type="body"/>
          </p:nvPr>
        </p:nvSpPr>
        <p:spPr>
          <a:xfrm>
            <a:off x="6151025" y="2022300"/>
            <a:ext cx="2487900" cy="20385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37" name="Google Shape;137;p18"/>
          <p:cNvSpPr txBox="1"/>
          <p:nvPr>
            <p:ph idx="9" type="subTitle"/>
          </p:nvPr>
        </p:nvSpPr>
        <p:spPr>
          <a:xfrm>
            <a:off x="6151025" y="166920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38" name="Google Shape;138;p18"/>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39" name="Google Shape;139;p18"/>
          <p:cNvSpPr txBox="1"/>
          <p:nvPr>
            <p:ph idx="1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3">
  <p:cSld name="TITLE_ONLY_4">
    <p:bg>
      <p:bgPr>
        <a:solidFill>
          <a:schemeClr val="dk1"/>
        </a:solidFill>
      </p:bgPr>
    </p:bg>
    <p:spTree>
      <p:nvGrpSpPr>
        <p:cNvPr id="140" name="Shape 140"/>
        <p:cNvGrpSpPr/>
        <p:nvPr/>
      </p:nvGrpSpPr>
      <p:grpSpPr>
        <a:xfrm>
          <a:off x="0" y="0"/>
          <a:ext cx="0" cy="0"/>
          <a:chOff x="0" y="0"/>
          <a:chExt cx="0" cy="0"/>
        </a:xfrm>
      </p:grpSpPr>
      <p:sp>
        <p:nvSpPr>
          <p:cNvPr id="141" name="Google Shape;141;p19"/>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142" name="Google Shape;142;p19"/>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143" name="Google Shape;143;p19"/>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144" name="Google Shape;144;p19"/>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145" name="Google Shape;145;p19"/>
          <p:cNvSpPr/>
          <p:nvPr>
            <p:ph idx="2" type="pic"/>
          </p:nvPr>
        </p:nvSpPr>
        <p:spPr>
          <a:xfrm>
            <a:off x="410476" y="1541323"/>
            <a:ext cx="315900" cy="315900"/>
          </a:xfrm>
          <a:prstGeom prst="rect">
            <a:avLst/>
          </a:prstGeom>
          <a:noFill/>
          <a:ln>
            <a:noFill/>
          </a:ln>
        </p:spPr>
      </p:sp>
      <p:sp>
        <p:nvSpPr>
          <p:cNvPr id="146" name="Google Shape;146;p19"/>
          <p:cNvSpPr txBox="1"/>
          <p:nvPr>
            <p:ph idx="3" type="body"/>
          </p:nvPr>
        </p:nvSpPr>
        <p:spPr>
          <a:xfrm>
            <a:off x="410526" y="2293757"/>
            <a:ext cx="40098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47" name="Google Shape;147;p19"/>
          <p:cNvSpPr txBox="1"/>
          <p:nvPr>
            <p:ph idx="4" type="subTitle"/>
          </p:nvPr>
        </p:nvSpPr>
        <p:spPr>
          <a:xfrm>
            <a:off x="410475" y="1896075"/>
            <a:ext cx="40098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48" name="Google Shape;148;p19"/>
          <p:cNvSpPr/>
          <p:nvPr>
            <p:ph idx="5" type="pic"/>
          </p:nvPr>
        </p:nvSpPr>
        <p:spPr>
          <a:xfrm>
            <a:off x="4803338" y="1541323"/>
            <a:ext cx="315900" cy="315900"/>
          </a:xfrm>
          <a:prstGeom prst="rect">
            <a:avLst/>
          </a:prstGeom>
          <a:noFill/>
          <a:ln>
            <a:noFill/>
          </a:ln>
        </p:spPr>
      </p:sp>
      <p:sp>
        <p:nvSpPr>
          <p:cNvPr id="149" name="Google Shape;149;p19"/>
          <p:cNvSpPr txBox="1"/>
          <p:nvPr>
            <p:ph idx="6" type="body"/>
          </p:nvPr>
        </p:nvSpPr>
        <p:spPr>
          <a:xfrm>
            <a:off x="4697173" y="2293757"/>
            <a:ext cx="40098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50" name="Google Shape;150;p19"/>
          <p:cNvSpPr txBox="1"/>
          <p:nvPr>
            <p:ph idx="7" type="subTitle"/>
          </p:nvPr>
        </p:nvSpPr>
        <p:spPr>
          <a:xfrm>
            <a:off x="4697122" y="1896075"/>
            <a:ext cx="40098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51" name="Google Shape;151;p19"/>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52" name="Google Shape;152;p19"/>
          <p:cNvSpPr txBox="1"/>
          <p:nvPr>
            <p:ph idx="8"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1">
  <p:cSld name="BIG_NUMBER_1">
    <p:bg>
      <p:bgPr>
        <a:solidFill>
          <a:schemeClr val="dk1"/>
        </a:solidFill>
      </p:bgPr>
    </p:bg>
    <p:spTree>
      <p:nvGrpSpPr>
        <p:cNvPr id="153" name="Shape 153"/>
        <p:cNvGrpSpPr/>
        <p:nvPr/>
      </p:nvGrpSpPr>
      <p:grpSpPr>
        <a:xfrm>
          <a:off x="0" y="0"/>
          <a:ext cx="0" cy="0"/>
          <a:chOff x="0" y="0"/>
          <a:chExt cx="0" cy="0"/>
        </a:xfrm>
      </p:grpSpPr>
      <p:pic>
        <p:nvPicPr>
          <p:cNvPr id="154" name="Google Shape;154;p20"/>
          <p:cNvPicPr preferRelativeResize="0"/>
          <p:nvPr/>
        </p:nvPicPr>
        <p:blipFill>
          <a:blip r:embed="rId2">
            <a:alphaModFix/>
          </a:blip>
          <a:stretch>
            <a:fillRect/>
          </a:stretch>
        </p:blipFill>
        <p:spPr>
          <a:xfrm>
            <a:off x="388775" y="1652350"/>
            <a:ext cx="8367226" cy="2812650"/>
          </a:xfrm>
          <a:prstGeom prst="rect">
            <a:avLst/>
          </a:prstGeom>
          <a:noFill/>
          <a:ln>
            <a:noFill/>
          </a:ln>
        </p:spPr>
      </p:pic>
      <p:sp>
        <p:nvSpPr>
          <p:cNvPr id="155" name="Google Shape;155;p20"/>
          <p:cNvSpPr txBox="1"/>
          <p:nvPr>
            <p:ph hasCustomPrompt="1" type="title"/>
          </p:nvPr>
        </p:nvSpPr>
        <p:spPr>
          <a:xfrm>
            <a:off x="590401" y="1647950"/>
            <a:ext cx="3793200" cy="16248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10000"/>
              <a:buFont typeface="Inter SemiBold"/>
              <a:buNone/>
              <a:defRPr sz="10000">
                <a:solidFill>
                  <a:schemeClr val="dk1"/>
                </a:solidFill>
                <a:latin typeface="Inter SemiBold"/>
                <a:ea typeface="Inter SemiBold"/>
                <a:cs typeface="Inter SemiBold"/>
                <a:sym typeface="Inter SemiBold"/>
              </a:defRPr>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156" name="Google Shape;156;p20"/>
          <p:cNvSpPr txBox="1"/>
          <p:nvPr>
            <p:ph idx="2"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157" name="Google Shape;157;p20"/>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cxnSp>
        <p:nvCxnSpPr>
          <p:cNvPr id="158" name="Google Shape;158;p20"/>
          <p:cNvCxnSpPr/>
          <p:nvPr/>
        </p:nvCxnSpPr>
        <p:spPr>
          <a:xfrm rot="10800000">
            <a:off x="4549601" y="1710538"/>
            <a:ext cx="0" cy="2168700"/>
          </a:xfrm>
          <a:prstGeom prst="straightConnector1">
            <a:avLst/>
          </a:prstGeom>
          <a:noFill/>
          <a:ln cap="flat" cmpd="sng" w="9525">
            <a:solidFill>
              <a:schemeClr val="dk1"/>
            </a:solidFill>
            <a:prstDash val="solid"/>
            <a:round/>
            <a:headEnd len="med" w="med" type="none"/>
            <a:tailEnd len="med" w="med" type="none"/>
          </a:ln>
        </p:spPr>
      </p:cxnSp>
      <p:sp>
        <p:nvSpPr>
          <p:cNvPr id="159" name="Google Shape;159;p20"/>
          <p:cNvSpPr txBox="1"/>
          <p:nvPr>
            <p:ph idx="3" type="subTitle"/>
          </p:nvPr>
        </p:nvSpPr>
        <p:spPr>
          <a:xfrm>
            <a:off x="590400" y="3005625"/>
            <a:ext cx="3793200" cy="745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Font typeface="Space Mono"/>
              <a:buNone/>
              <a:defRPr>
                <a:solidFill>
                  <a:schemeClr val="dk1"/>
                </a:solidFill>
                <a:latin typeface="Space Mono"/>
                <a:ea typeface="Space Mono"/>
                <a:cs typeface="Space Mono"/>
                <a:sym typeface="Space Mono"/>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0" name="Google Shape;160;p20"/>
          <p:cNvSpPr txBox="1"/>
          <p:nvPr>
            <p:ph hasCustomPrompt="1" idx="4" type="title"/>
          </p:nvPr>
        </p:nvSpPr>
        <p:spPr>
          <a:xfrm>
            <a:off x="4776726" y="1652738"/>
            <a:ext cx="3793200" cy="16248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10000"/>
              <a:buFont typeface="Inter SemiBold"/>
              <a:buNone/>
              <a:defRPr sz="10000">
                <a:solidFill>
                  <a:schemeClr val="dk1"/>
                </a:solidFill>
                <a:latin typeface="Inter SemiBold"/>
                <a:ea typeface="Inter SemiBold"/>
                <a:cs typeface="Inter SemiBold"/>
                <a:sym typeface="Inter SemiBold"/>
              </a:defRPr>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161" name="Google Shape;161;p20"/>
          <p:cNvSpPr txBox="1"/>
          <p:nvPr>
            <p:ph idx="5" type="subTitle"/>
          </p:nvPr>
        </p:nvSpPr>
        <p:spPr>
          <a:xfrm>
            <a:off x="4776725" y="3010413"/>
            <a:ext cx="3793200" cy="745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Font typeface="Space Mono"/>
              <a:buNone/>
              <a:defRPr>
                <a:solidFill>
                  <a:schemeClr val="dk1"/>
                </a:solidFill>
                <a:latin typeface="Space Mono"/>
                <a:ea typeface="Space Mono"/>
                <a:cs typeface="Space Mono"/>
                <a:sym typeface="Space Mono"/>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162" name="Google Shape;162;p20"/>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163" name="Google Shape;163;p20"/>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64" name="Google Shape;164;p20"/>
          <p:cNvSpPr txBox="1"/>
          <p:nvPr>
            <p:ph idx="6"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p:cSld name="TITLE_ONLY_2">
    <p:bg>
      <p:bgPr>
        <a:solidFill>
          <a:schemeClr val="dk1"/>
        </a:solidFill>
      </p:bgPr>
    </p:bg>
    <p:spTree>
      <p:nvGrpSpPr>
        <p:cNvPr id="165" name="Shape 165"/>
        <p:cNvGrpSpPr/>
        <p:nvPr/>
      </p:nvGrpSpPr>
      <p:grpSpPr>
        <a:xfrm>
          <a:off x="0" y="0"/>
          <a:ext cx="0" cy="0"/>
          <a:chOff x="0" y="0"/>
          <a:chExt cx="0" cy="0"/>
        </a:xfrm>
      </p:grpSpPr>
      <p:sp>
        <p:nvSpPr>
          <p:cNvPr id="166" name="Google Shape;166;p21"/>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167" name="Google Shape;167;p21"/>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168" name="Google Shape;168;p21"/>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169" name="Google Shape;169;p21"/>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70" name="Google Shape;170;p21"/>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71" name="Google Shape;171;p21"/>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pic>
        <p:nvPicPr>
          <p:cNvPr id="172" name="Google Shape;172;p21"/>
          <p:cNvPicPr preferRelativeResize="0"/>
          <p:nvPr/>
        </p:nvPicPr>
        <p:blipFill>
          <a:blip r:embed="rId2">
            <a:alphaModFix/>
          </a:blip>
          <a:stretch>
            <a:fillRect/>
          </a:stretch>
        </p:blipFill>
        <p:spPr>
          <a:xfrm>
            <a:off x="-762396" y="0"/>
            <a:ext cx="548700" cy="228864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1">
  <p:cSld name="TITLE_ONLY_2_1">
    <p:bg>
      <p:bgPr>
        <a:solidFill>
          <a:schemeClr val="dk1"/>
        </a:solidFill>
      </p:bgPr>
    </p:bg>
    <p:spTree>
      <p:nvGrpSpPr>
        <p:cNvPr id="173" name="Shape 173"/>
        <p:cNvGrpSpPr/>
        <p:nvPr/>
      </p:nvGrpSpPr>
      <p:grpSpPr>
        <a:xfrm>
          <a:off x="0" y="0"/>
          <a:ext cx="0" cy="0"/>
          <a:chOff x="0" y="0"/>
          <a:chExt cx="0" cy="0"/>
        </a:xfrm>
      </p:grpSpPr>
      <p:sp>
        <p:nvSpPr>
          <p:cNvPr id="174" name="Google Shape;174;p22"/>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175" name="Google Shape;175;p22"/>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176" name="Google Shape;176;p22"/>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177" name="Google Shape;177;p22"/>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78" name="Google Shape;178;p22"/>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79" name="Google Shape;179;p22"/>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1 1">
  <p:cSld name="TITLE_ONLY_2_1_1">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23"/>
          <p:cNvSpPr txBox="1"/>
          <p:nvPr>
            <p:ph type="title"/>
          </p:nvPr>
        </p:nvSpPr>
        <p:spPr>
          <a:xfrm>
            <a:off x="1481850" y="1302275"/>
            <a:ext cx="6180300" cy="5727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dk1"/>
              </a:buClr>
              <a:buSzPts val="3200"/>
              <a:buFont typeface="Inter Medium"/>
              <a:buNone/>
              <a:defRPr sz="3200">
                <a:solidFill>
                  <a:schemeClr val="dk1"/>
                </a:solidFill>
                <a:latin typeface="Inter Medium"/>
                <a:ea typeface="Inter Medium"/>
                <a:cs typeface="Inter Medium"/>
                <a:sym typeface="Inter Medium"/>
              </a:defRPr>
            </a:lvl1pPr>
            <a:lvl2pPr lvl="1" rtl="0" algn="ctr">
              <a:spcBef>
                <a:spcPts val="0"/>
              </a:spcBef>
              <a:spcAft>
                <a:spcPts val="0"/>
              </a:spcAft>
              <a:buSzPts val="2800"/>
              <a:buNone/>
              <a:defRPr/>
            </a:lvl2pPr>
            <a:lvl3pPr lvl="2" rtl="0" algn="ctr">
              <a:spcBef>
                <a:spcPts val="0"/>
              </a:spcBef>
              <a:spcAft>
                <a:spcPts val="0"/>
              </a:spcAft>
              <a:buSzPts val="2800"/>
              <a:buNone/>
              <a:defRPr/>
            </a:lvl3pPr>
            <a:lvl4pPr lvl="3" rtl="0" algn="ctr">
              <a:spcBef>
                <a:spcPts val="0"/>
              </a:spcBef>
              <a:spcAft>
                <a:spcPts val="0"/>
              </a:spcAft>
              <a:buSzPts val="2800"/>
              <a:buNone/>
              <a:defRPr/>
            </a:lvl4pPr>
            <a:lvl5pPr lvl="4" rtl="0" algn="ctr">
              <a:spcBef>
                <a:spcPts val="0"/>
              </a:spcBef>
              <a:spcAft>
                <a:spcPts val="0"/>
              </a:spcAft>
              <a:buSzPts val="2800"/>
              <a:buNone/>
              <a:defRPr/>
            </a:lvl5pPr>
            <a:lvl6pPr lvl="5" rtl="0" algn="ctr">
              <a:spcBef>
                <a:spcPts val="0"/>
              </a:spcBef>
              <a:spcAft>
                <a:spcPts val="0"/>
              </a:spcAft>
              <a:buSzPts val="2800"/>
              <a:buNone/>
              <a:defRPr/>
            </a:lvl6pPr>
            <a:lvl7pPr lvl="6" rtl="0" algn="ctr">
              <a:spcBef>
                <a:spcPts val="0"/>
              </a:spcBef>
              <a:spcAft>
                <a:spcPts val="0"/>
              </a:spcAft>
              <a:buSzPts val="2800"/>
              <a:buNone/>
              <a:defRPr/>
            </a:lvl7pPr>
            <a:lvl8pPr lvl="7" rtl="0" algn="ctr">
              <a:spcBef>
                <a:spcPts val="0"/>
              </a:spcBef>
              <a:spcAft>
                <a:spcPts val="0"/>
              </a:spcAft>
              <a:buSzPts val="2800"/>
              <a:buNone/>
              <a:defRPr/>
            </a:lvl8pPr>
            <a:lvl9pPr lvl="8" rtl="0" algn="ctr">
              <a:spcBef>
                <a:spcPts val="0"/>
              </a:spcBef>
              <a:spcAft>
                <a:spcPts val="0"/>
              </a:spcAft>
              <a:buSzPts val="2800"/>
              <a:buNone/>
              <a:defRPr/>
            </a:lvl9pPr>
          </a:lstStyle>
          <a:p/>
        </p:txBody>
      </p:sp>
      <p:sp>
        <p:nvSpPr>
          <p:cNvPr id="182" name="Google Shape;182;p23"/>
          <p:cNvSpPr txBox="1"/>
          <p:nvPr>
            <p:ph idx="1" type="subTitle"/>
          </p:nvPr>
        </p:nvSpPr>
        <p:spPr>
          <a:xfrm>
            <a:off x="2285825" y="1802425"/>
            <a:ext cx="4572300" cy="1655400"/>
          </a:xfrm>
          <a:prstGeom prst="rect">
            <a:avLst/>
          </a:prstGeom>
        </p:spPr>
        <p:txBody>
          <a:bodyPr anchorCtr="0" anchor="ctr" bIns="91425" lIns="91425" spcFirstLastPara="1" rIns="91425" wrap="square" tIns="91425">
            <a:normAutofit/>
          </a:bodyPr>
          <a:lstStyle>
            <a:lvl1pPr lvl="0" rtl="0" algn="ctr">
              <a:spcBef>
                <a:spcPts val="0"/>
              </a:spcBef>
              <a:spcAft>
                <a:spcPts val="0"/>
              </a:spcAft>
              <a:buClr>
                <a:schemeClr val="dk1"/>
              </a:buClr>
              <a:buSzPts val="1800"/>
              <a:buNone/>
              <a:defRPr>
                <a:solidFill>
                  <a:schemeClr val="dk1"/>
                </a:solidFill>
              </a:defRPr>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pic>
        <p:nvPicPr>
          <p:cNvPr id="183" name="Google Shape;183;p23"/>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184" name="Google Shape;184;p23"/>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85" name="Google Shape;185;p23"/>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pic>
        <p:nvPicPr>
          <p:cNvPr id="186" name="Google Shape;186;p23"/>
          <p:cNvPicPr preferRelativeResize="0"/>
          <p:nvPr/>
        </p:nvPicPr>
        <p:blipFill>
          <a:blip r:embed="rId4">
            <a:alphaModFix/>
          </a:blip>
          <a:stretch>
            <a:fillRect/>
          </a:stretch>
        </p:blipFill>
        <p:spPr>
          <a:xfrm>
            <a:off x="457529" y="4543025"/>
            <a:ext cx="950976" cy="142646"/>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am Six Heads">
  <p:cSld name="ONE_COLUMN_TEXT_1">
    <p:spTree>
      <p:nvGrpSpPr>
        <p:cNvPr id="187" name="Shape 187"/>
        <p:cNvGrpSpPr/>
        <p:nvPr/>
      </p:nvGrpSpPr>
      <p:grpSpPr>
        <a:xfrm>
          <a:off x="0" y="0"/>
          <a:ext cx="0" cy="0"/>
          <a:chOff x="0" y="0"/>
          <a:chExt cx="0" cy="0"/>
        </a:xfrm>
      </p:grpSpPr>
      <p:sp>
        <p:nvSpPr>
          <p:cNvPr id="188" name="Google Shape;188;p24"/>
          <p:cNvSpPr txBox="1"/>
          <p:nvPr>
            <p:ph type="title"/>
          </p:nvPr>
        </p:nvSpPr>
        <p:spPr>
          <a:xfrm>
            <a:off x="1294325" y="13801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189" name="Google Shape;189;p24"/>
          <p:cNvSpPr txBox="1"/>
          <p:nvPr>
            <p:ph idx="1" type="body"/>
          </p:nvPr>
        </p:nvSpPr>
        <p:spPr>
          <a:xfrm>
            <a:off x="1294325" y="18617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0"/>
              </a:spcBef>
              <a:spcAft>
                <a:spcPts val="0"/>
              </a:spcAft>
              <a:buSzPts val="1100"/>
              <a:buChar char="○"/>
              <a:defRPr sz="1100"/>
            </a:lvl2pPr>
            <a:lvl3pPr indent="-298450" lvl="2" marL="1371600" rtl="0">
              <a:spcBef>
                <a:spcPts val="0"/>
              </a:spcBef>
              <a:spcAft>
                <a:spcPts val="0"/>
              </a:spcAft>
              <a:buSzPts val="1100"/>
              <a:buChar char="■"/>
              <a:defRPr sz="1100"/>
            </a:lvl3pPr>
            <a:lvl4pPr indent="-298450" lvl="3" marL="1828800" rtl="0">
              <a:spcBef>
                <a:spcPts val="0"/>
              </a:spcBef>
              <a:spcAft>
                <a:spcPts val="0"/>
              </a:spcAft>
              <a:buSzPts val="1100"/>
              <a:buChar char="●"/>
              <a:defRPr sz="1100"/>
            </a:lvl4pPr>
            <a:lvl5pPr indent="-298450" lvl="4" marL="2286000" rtl="0">
              <a:spcBef>
                <a:spcPts val="0"/>
              </a:spcBef>
              <a:spcAft>
                <a:spcPts val="0"/>
              </a:spcAft>
              <a:buSzPts val="1100"/>
              <a:buChar char="○"/>
              <a:defRPr sz="1100"/>
            </a:lvl5pPr>
            <a:lvl6pPr indent="-298450" lvl="5" marL="2743200" rtl="0">
              <a:spcBef>
                <a:spcPts val="0"/>
              </a:spcBef>
              <a:spcAft>
                <a:spcPts val="0"/>
              </a:spcAft>
              <a:buSzPts val="1100"/>
              <a:buChar char="■"/>
              <a:defRPr sz="1100"/>
            </a:lvl6pPr>
            <a:lvl7pPr indent="-298450" lvl="6" marL="3200400" rtl="0">
              <a:spcBef>
                <a:spcPts val="0"/>
              </a:spcBef>
              <a:spcAft>
                <a:spcPts val="0"/>
              </a:spcAft>
              <a:buSzPts val="1100"/>
              <a:buChar char="●"/>
              <a:defRPr sz="1100"/>
            </a:lvl7pPr>
            <a:lvl8pPr indent="-298450" lvl="7" marL="3657600" rtl="0">
              <a:spcBef>
                <a:spcPts val="0"/>
              </a:spcBef>
              <a:spcAft>
                <a:spcPts val="0"/>
              </a:spcAft>
              <a:buSzPts val="1100"/>
              <a:buChar char="○"/>
              <a:defRPr sz="1100"/>
            </a:lvl8pPr>
            <a:lvl9pPr indent="-298450" lvl="8" marL="4114800" rtl="0">
              <a:spcBef>
                <a:spcPts val="0"/>
              </a:spcBef>
              <a:spcAft>
                <a:spcPts val="0"/>
              </a:spcAft>
              <a:buSzPts val="1100"/>
              <a:buChar char="■"/>
              <a:defRPr sz="1100"/>
            </a:lvl9pPr>
          </a:lstStyle>
          <a:p/>
        </p:txBody>
      </p:sp>
      <p:sp>
        <p:nvSpPr>
          <p:cNvPr id="190" name="Google Shape;190;p24"/>
          <p:cNvSpPr txBox="1"/>
          <p:nvPr>
            <p:ph idx="2"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191" name="Google Shape;191;p24"/>
          <p:cNvSpPr/>
          <p:nvPr>
            <p:ph idx="3" type="pic"/>
          </p:nvPr>
        </p:nvSpPr>
        <p:spPr>
          <a:xfrm>
            <a:off x="444075" y="1157850"/>
            <a:ext cx="760800" cy="760800"/>
          </a:xfrm>
          <a:prstGeom prst="ellipse">
            <a:avLst/>
          </a:prstGeom>
          <a:noFill/>
          <a:ln>
            <a:noFill/>
          </a:ln>
        </p:spPr>
      </p:sp>
      <p:sp>
        <p:nvSpPr>
          <p:cNvPr id="192" name="Google Shape;192;p24"/>
          <p:cNvSpPr txBox="1"/>
          <p:nvPr>
            <p:ph idx="4" type="title"/>
          </p:nvPr>
        </p:nvSpPr>
        <p:spPr>
          <a:xfrm>
            <a:off x="3941275" y="13801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193" name="Google Shape;193;p24"/>
          <p:cNvSpPr txBox="1"/>
          <p:nvPr>
            <p:ph idx="5" type="body"/>
          </p:nvPr>
        </p:nvSpPr>
        <p:spPr>
          <a:xfrm>
            <a:off x="3941275" y="18617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0"/>
              </a:spcBef>
              <a:spcAft>
                <a:spcPts val="0"/>
              </a:spcAft>
              <a:buSzPts val="1100"/>
              <a:buChar char="○"/>
              <a:defRPr sz="1100"/>
            </a:lvl2pPr>
            <a:lvl3pPr indent="-298450" lvl="2" marL="1371600" rtl="0">
              <a:spcBef>
                <a:spcPts val="0"/>
              </a:spcBef>
              <a:spcAft>
                <a:spcPts val="0"/>
              </a:spcAft>
              <a:buSzPts val="1100"/>
              <a:buChar char="■"/>
              <a:defRPr sz="1100"/>
            </a:lvl3pPr>
            <a:lvl4pPr indent="-298450" lvl="3" marL="1828800" rtl="0">
              <a:spcBef>
                <a:spcPts val="0"/>
              </a:spcBef>
              <a:spcAft>
                <a:spcPts val="0"/>
              </a:spcAft>
              <a:buSzPts val="1100"/>
              <a:buChar char="●"/>
              <a:defRPr sz="1100"/>
            </a:lvl4pPr>
            <a:lvl5pPr indent="-298450" lvl="4" marL="2286000" rtl="0">
              <a:spcBef>
                <a:spcPts val="0"/>
              </a:spcBef>
              <a:spcAft>
                <a:spcPts val="0"/>
              </a:spcAft>
              <a:buSzPts val="1100"/>
              <a:buChar char="○"/>
              <a:defRPr sz="1100"/>
            </a:lvl5pPr>
            <a:lvl6pPr indent="-298450" lvl="5" marL="2743200" rtl="0">
              <a:spcBef>
                <a:spcPts val="0"/>
              </a:spcBef>
              <a:spcAft>
                <a:spcPts val="0"/>
              </a:spcAft>
              <a:buSzPts val="1100"/>
              <a:buChar char="■"/>
              <a:defRPr sz="1100"/>
            </a:lvl6pPr>
            <a:lvl7pPr indent="-298450" lvl="6" marL="3200400" rtl="0">
              <a:spcBef>
                <a:spcPts val="0"/>
              </a:spcBef>
              <a:spcAft>
                <a:spcPts val="0"/>
              </a:spcAft>
              <a:buSzPts val="1100"/>
              <a:buChar char="●"/>
              <a:defRPr sz="1100"/>
            </a:lvl7pPr>
            <a:lvl8pPr indent="-298450" lvl="7" marL="3657600" rtl="0">
              <a:spcBef>
                <a:spcPts val="0"/>
              </a:spcBef>
              <a:spcAft>
                <a:spcPts val="0"/>
              </a:spcAft>
              <a:buSzPts val="1100"/>
              <a:buChar char="○"/>
              <a:defRPr sz="1100"/>
            </a:lvl8pPr>
            <a:lvl9pPr indent="-298450" lvl="8" marL="4114800" rtl="0">
              <a:spcBef>
                <a:spcPts val="0"/>
              </a:spcBef>
              <a:spcAft>
                <a:spcPts val="0"/>
              </a:spcAft>
              <a:buSzPts val="1100"/>
              <a:buChar char="■"/>
              <a:defRPr sz="1100"/>
            </a:lvl9pPr>
          </a:lstStyle>
          <a:p/>
        </p:txBody>
      </p:sp>
      <p:sp>
        <p:nvSpPr>
          <p:cNvPr id="194" name="Google Shape;194;p24"/>
          <p:cNvSpPr/>
          <p:nvPr>
            <p:ph idx="6" type="pic"/>
          </p:nvPr>
        </p:nvSpPr>
        <p:spPr>
          <a:xfrm>
            <a:off x="3091025" y="1157850"/>
            <a:ext cx="760800" cy="760800"/>
          </a:xfrm>
          <a:prstGeom prst="ellipse">
            <a:avLst/>
          </a:prstGeom>
          <a:noFill/>
          <a:ln>
            <a:noFill/>
          </a:ln>
        </p:spPr>
      </p:sp>
      <p:sp>
        <p:nvSpPr>
          <p:cNvPr id="195" name="Google Shape;195;p24"/>
          <p:cNvSpPr txBox="1"/>
          <p:nvPr>
            <p:ph idx="7" type="title"/>
          </p:nvPr>
        </p:nvSpPr>
        <p:spPr>
          <a:xfrm>
            <a:off x="6588225" y="13801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196" name="Google Shape;196;p24"/>
          <p:cNvSpPr/>
          <p:nvPr>
            <p:ph idx="8" type="pic"/>
          </p:nvPr>
        </p:nvSpPr>
        <p:spPr>
          <a:xfrm>
            <a:off x="5737975" y="1157850"/>
            <a:ext cx="760800" cy="760800"/>
          </a:xfrm>
          <a:prstGeom prst="ellipse">
            <a:avLst/>
          </a:prstGeom>
          <a:noFill/>
          <a:ln>
            <a:noFill/>
          </a:ln>
        </p:spPr>
      </p:sp>
      <p:sp>
        <p:nvSpPr>
          <p:cNvPr id="197" name="Google Shape;197;p24"/>
          <p:cNvSpPr txBox="1"/>
          <p:nvPr>
            <p:ph idx="9" type="title"/>
          </p:nvPr>
        </p:nvSpPr>
        <p:spPr>
          <a:xfrm>
            <a:off x="1294325" y="32432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198" name="Google Shape;198;p24"/>
          <p:cNvSpPr txBox="1"/>
          <p:nvPr>
            <p:ph idx="13" type="body"/>
          </p:nvPr>
        </p:nvSpPr>
        <p:spPr>
          <a:xfrm>
            <a:off x="1294325" y="37248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0"/>
              </a:spcBef>
              <a:spcAft>
                <a:spcPts val="0"/>
              </a:spcAft>
              <a:buSzPts val="1100"/>
              <a:buChar char="○"/>
              <a:defRPr sz="1100"/>
            </a:lvl2pPr>
            <a:lvl3pPr indent="-298450" lvl="2" marL="1371600" rtl="0">
              <a:spcBef>
                <a:spcPts val="0"/>
              </a:spcBef>
              <a:spcAft>
                <a:spcPts val="0"/>
              </a:spcAft>
              <a:buSzPts val="1100"/>
              <a:buChar char="■"/>
              <a:defRPr sz="1100"/>
            </a:lvl3pPr>
            <a:lvl4pPr indent="-298450" lvl="3" marL="1828800" rtl="0">
              <a:spcBef>
                <a:spcPts val="0"/>
              </a:spcBef>
              <a:spcAft>
                <a:spcPts val="0"/>
              </a:spcAft>
              <a:buSzPts val="1100"/>
              <a:buChar char="●"/>
              <a:defRPr sz="1100"/>
            </a:lvl4pPr>
            <a:lvl5pPr indent="-298450" lvl="4" marL="2286000" rtl="0">
              <a:spcBef>
                <a:spcPts val="0"/>
              </a:spcBef>
              <a:spcAft>
                <a:spcPts val="0"/>
              </a:spcAft>
              <a:buSzPts val="1100"/>
              <a:buChar char="○"/>
              <a:defRPr sz="1100"/>
            </a:lvl5pPr>
            <a:lvl6pPr indent="-298450" lvl="5" marL="2743200" rtl="0">
              <a:spcBef>
                <a:spcPts val="0"/>
              </a:spcBef>
              <a:spcAft>
                <a:spcPts val="0"/>
              </a:spcAft>
              <a:buSzPts val="1100"/>
              <a:buChar char="■"/>
              <a:defRPr sz="1100"/>
            </a:lvl6pPr>
            <a:lvl7pPr indent="-298450" lvl="6" marL="3200400" rtl="0">
              <a:spcBef>
                <a:spcPts val="0"/>
              </a:spcBef>
              <a:spcAft>
                <a:spcPts val="0"/>
              </a:spcAft>
              <a:buSzPts val="1100"/>
              <a:buChar char="●"/>
              <a:defRPr sz="1100"/>
            </a:lvl7pPr>
            <a:lvl8pPr indent="-298450" lvl="7" marL="3657600" rtl="0">
              <a:spcBef>
                <a:spcPts val="0"/>
              </a:spcBef>
              <a:spcAft>
                <a:spcPts val="0"/>
              </a:spcAft>
              <a:buSzPts val="1100"/>
              <a:buChar char="○"/>
              <a:defRPr sz="1100"/>
            </a:lvl8pPr>
            <a:lvl9pPr indent="-298450" lvl="8" marL="4114800" rtl="0">
              <a:spcBef>
                <a:spcPts val="0"/>
              </a:spcBef>
              <a:spcAft>
                <a:spcPts val="0"/>
              </a:spcAft>
              <a:buSzPts val="1100"/>
              <a:buChar char="■"/>
              <a:defRPr sz="1100"/>
            </a:lvl9pPr>
          </a:lstStyle>
          <a:p/>
        </p:txBody>
      </p:sp>
      <p:sp>
        <p:nvSpPr>
          <p:cNvPr id="199" name="Google Shape;199;p24"/>
          <p:cNvSpPr/>
          <p:nvPr>
            <p:ph idx="14" type="pic"/>
          </p:nvPr>
        </p:nvSpPr>
        <p:spPr>
          <a:xfrm>
            <a:off x="444075" y="3020950"/>
            <a:ext cx="760800" cy="760800"/>
          </a:xfrm>
          <a:prstGeom prst="ellipse">
            <a:avLst/>
          </a:prstGeom>
          <a:noFill/>
          <a:ln>
            <a:noFill/>
          </a:ln>
        </p:spPr>
      </p:sp>
      <p:sp>
        <p:nvSpPr>
          <p:cNvPr id="200" name="Google Shape;200;p24"/>
          <p:cNvSpPr txBox="1"/>
          <p:nvPr>
            <p:ph idx="15" type="title"/>
          </p:nvPr>
        </p:nvSpPr>
        <p:spPr>
          <a:xfrm>
            <a:off x="3941275" y="32432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201" name="Google Shape;201;p24"/>
          <p:cNvSpPr txBox="1"/>
          <p:nvPr>
            <p:ph idx="16" type="body"/>
          </p:nvPr>
        </p:nvSpPr>
        <p:spPr>
          <a:xfrm>
            <a:off x="3941275" y="37248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0"/>
              </a:spcBef>
              <a:spcAft>
                <a:spcPts val="0"/>
              </a:spcAft>
              <a:buSzPts val="1100"/>
              <a:buChar char="○"/>
              <a:defRPr sz="1100"/>
            </a:lvl2pPr>
            <a:lvl3pPr indent="-298450" lvl="2" marL="1371600" rtl="0">
              <a:spcBef>
                <a:spcPts val="0"/>
              </a:spcBef>
              <a:spcAft>
                <a:spcPts val="0"/>
              </a:spcAft>
              <a:buSzPts val="1100"/>
              <a:buChar char="■"/>
              <a:defRPr sz="1100"/>
            </a:lvl3pPr>
            <a:lvl4pPr indent="-298450" lvl="3" marL="1828800" rtl="0">
              <a:spcBef>
                <a:spcPts val="0"/>
              </a:spcBef>
              <a:spcAft>
                <a:spcPts val="0"/>
              </a:spcAft>
              <a:buSzPts val="1100"/>
              <a:buChar char="●"/>
              <a:defRPr sz="1100"/>
            </a:lvl4pPr>
            <a:lvl5pPr indent="-298450" lvl="4" marL="2286000" rtl="0">
              <a:spcBef>
                <a:spcPts val="0"/>
              </a:spcBef>
              <a:spcAft>
                <a:spcPts val="0"/>
              </a:spcAft>
              <a:buSzPts val="1100"/>
              <a:buChar char="○"/>
              <a:defRPr sz="1100"/>
            </a:lvl5pPr>
            <a:lvl6pPr indent="-298450" lvl="5" marL="2743200" rtl="0">
              <a:spcBef>
                <a:spcPts val="0"/>
              </a:spcBef>
              <a:spcAft>
                <a:spcPts val="0"/>
              </a:spcAft>
              <a:buSzPts val="1100"/>
              <a:buChar char="■"/>
              <a:defRPr sz="1100"/>
            </a:lvl6pPr>
            <a:lvl7pPr indent="-298450" lvl="6" marL="3200400" rtl="0">
              <a:spcBef>
                <a:spcPts val="0"/>
              </a:spcBef>
              <a:spcAft>
                <a:spcPts val="0"/>
              </a:spcAft>
              <a:buSzPts val="1100"/>
              <a:buChar char="●"/>
              <a:defRPr sz="1100"/>
            </a:lvl7pPr>
            <a:lvl8pPr indent="-298450" lvl="7" marL="3657600" rtl="0">
              <a:spcBef>
                <a:spcPts val="0"/>
              </a:spcBef>
              <a:spcAft>
                <a:spcPts val="0"/>
              </a:spcAft>
              <a:buSzPts val="1100"/>
              <a:buChar char="○"/>
              <a:defRPr sz="1100"/>
            </a:lvl8pPr>
            <a:lvl9pPr indent="-298450" lvl="8" marL="4114800" rtl="0">
              <a:spcBef>
                <a:spcPts val="0"/>
              </a:spcBef>
              <a:spcAft>
                <a:spcPts val="0"/>
              </a:spcAft>
              <a:buSzPts val="1100"/>
              <a:buChar char="■"/>
              <a:defRPr sz="1100"/>
            </a:lvl9pPr>
          </a:lstStyle>
          <a:p/>
        </p:txBody>
      </p:sp>
      <p:sp>
        <p:nvSpPr>
          <p:cNvPr id="202" name="Google Shape;202;p24"/>
          <p:cNvSpPr/>
          <p:nvPr>
            <p:ph idx="17" type="pic"/>
          </p:nvPr>
        </p:nvSpPr>
        <p:spPr>
          <a:xfrm>
            <a:off x="3091025" y="3020950"/>
            <a:ext cx="760800" cy="760800"/>
          </a:xfrm>
          <a:prstGeom prst="ellipse">
            <a:avLst/>
          </a:prstGeom>
          <a:noFill/>
          <a:ln>
            <a:noFill/>
          </a:ln>
        </p:spPr>
      </p:sp>
      <p:sp>
        <p:nvSpPr>
          <p:cNvPr id="203" name="Google Shape;203;p24"/>
          <p:cNvSpPr txBox="1"/>
          <p:nvPr>
            <p:ph idx="18" type="title"/>
          </p:nvPr>
        </p:nvSpPr>
        <p:spPr>
          <a:xfrm>
            <a:off x="6588225" y="32432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204" name="Google Shape;204;p24"/>
          <p:cNvSpPr/>
          <p:nvPr>
            <p:ph idx="19" type="pic"/>
          </p:nvPr>
        </p:nvSpPr>
        <p:spPr>
          <a:xfrm>
            <a:off x="5737975" y="3020950"/>
            <a:ext cx="760800" cy="760800"/>
          </a:xfrm>
          <a:prstGeom prst="ellipse">
            <a:avLst/>
          </a:prstGeom>
          <a:noFill/>
          <a:ln>
            <a:noFill/>
          </a:ln>
        </p:spPr>
      </p:sp>
      <p:sp>
        <p:nvSpPr>
          <p:cNvPr id="205" name="Google Shape;205;p24"/>
          <p:cNvSpPr txBox="1"/>
          <p:nvPr>
            <p:ph idx="12" type="sldNum"/>
          </p:nvPr>
        </p:nvSpPr>
        <p:spPr>
          <a:xfrm>
            <a:off x="8140933"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206" name="Google Shape;206;p24"/>
          <p:cNvSpPr txBox="1"/>
          <p:nvPr>
            <p:ph idx="20" type="sldNum"/>
          </p:nvPr>
        </p:nvSpPr>
        <p:spPr>
          <a:xfrm>
            <a:off x="7704106" y="4417550"/>
            <a:ext cx="7776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r>
              <a:rPr lang="en"/>
              <a:t>Slide /</a:t>
            </a:r>
            <a:endParaRPr/>
          </a:p>
        </p:txBody>
      </p:sp>
      <p:sp>
        <p:nvSpPr>
          <p:cNvPr id="207" name="Google Shape;207;p24"/>
          <p:cNvSpPr txBox="1"/>
          <p:nvPr>
            <p:ph idx="21" type="body"/>
          </p:nvPr>
        </p:nvSpPr>
        <p:spPr>
          <a:xfrm>
            <a:off x="6740625" y="20141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0"/>
              </a:spcBef>
              <a:spcAft>
                <a:spcPts val="0"/>
              </a:spcAft>
              <a:buSzPts val="1100"/>
              <a:buChar char="○"/>
              <a:defRPr sz="1100"/>
            </a:lvl2pPr>
            <a:lvl3pPr indent="-298450" lvl="2" marL="1371600" rtl="0">
              <a:spcBef>
                <a:spcPts val="0"/>
              </a:spcBef>
              <a:spcAft>
                <a:spcPts val="0"/>
              </a:spcAft>
              <a:buSzPts val="1100"/>
              <a:buChar char="■"/>
              <a:defRPr sz="1100"/>
            </a:lvl3pPr>
            <a:lvl4pPr indent="-298450" lvl="3" marL="1828800" rtl="0">
              <a:spcBef>
                <a:spcPts val="0"/>
              </a:spcBef>
              <a:spcAft>
                <a:spcPts val="0"/>
              </a:spcAft>
              <a:buSzPts val="1100"/>
              <a:buChar char="●"/>
              <a:defRPr sz="1100"/>
            </a:lvl4pPr>
            <a:lvl5pPr indent="-298450" lvl="4" marL="2286000" rtl="0">
              <a:spcBef>
                <a:spcPts val="0"/>
              </a:spcBef>
              <a:spcAft>
                <a:spcPts val="0"/>
              </a:spcAft>
              <a:buSzPts val="1100"/>
              <a:buChar char="○"/>
              <a:defRPr sz="1100"/>
            </a:lvl5pPr>
            <a:lvl6pPr indent="-298450" lvl="5" marL="2743200" rtl="0">
              <a:spcBef>
                <a:spcPts val="0"/>
              </a:spcBef>
              <a:spcAft>
                <a:spcPts val="0"/>
              </a:spcAft>
              <a:buSzPts val="1100"/>
              <a:buChar char="■"/>
              <a:defRPr sz="1100"/>
            </a:lvl6pPr>
            <a:lvl7pPr indent="-298450" lvl="6" marL="3200400" rtl="0">
              <a:spcBef>
                <a:spcPts val="0"/>
              </a:spcBef>
              <a:spcAft>
                <a:spcPts val="0"/>
              </a:spcAft>
              <a:buSzPts val="1100"/>
              <a:buChar char="●"/>
              <a:defRPr sz="1100"/>
            </a:lvl7pPr>
            <a:lvl8pPr indent="-298450" lvl="7" marL="3657600" rtl="0">
              <a:spcBef>
                <a:spcPts val="0"/>
              </a:spcBef>
              <a:spcAft>
                <a:spcPts val="0"/>
              </a:spcAft>
              <a:buSzPts val="1100"/>
              <a:buChar char="○"/>
              <a:defRPr sz="1100"/>
            </a:lvl8pPr>
            <a:lvl9pPr indent="-298450" lvl="8" marL="4114800" rtl="0">
              <a:spcBef>
                <a:spcPts val="0"/>
              </a:spcBef>
              <a:spcAft>
                <a:spcPts val="0"/>
              </a:spcAft>
              <a:buSzPts val="1100"/>
              <a:buChar char="■"/>
              <a:defRPr sz="1100"/>
            </a:lvl9pPr>
          </a:lstStyle>
          <a:p/>
        </p:txBody>
      </p:sp>
      <p:sp>
        <p:nvSpPr>
          <p:cNvPr id="208" name="Google Shape;208;p24"/>
          <p:cNvSpPr txBox="1"/>
          <p:nvPr>
            <p:ph idx="22" type="body"/>
          </p:nvPr>
        </p:nvSpPr>
        <p:spPr>
          <a:xfrm>
            <a:off x="6740625" y="38772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0"/>
              </a:spcBef>
              <a:spcAft>
                <a:spcPts val="0"/>
              </a:spcAft>
              <a:buSzPts val="1100"/>
              <a:buChar char="○"/>
              <a:defRPr sz="1100"/>
            </a:lvl2pPr>
            <a:lvl3pPr indent="-298450" lvl="2" marL="1371600" rtl="0">
              <a:spcBef>
                <a:spcPts val="0"/>
              </a:spcBef>
              <a:spcAft>
                <a:spcPts val="0"/>
              </a:spcAft>
              <a:buSzPts val="1100"/>
              <a:buChar char="■"/>
              <a:defRPr sz="1100"/>
            </a:lvl3pPr>
            <a:lvl4pPr indent="-298450" lvl="3" marL="1828800" rtl="0">
              <a:spcBef>
                <a:spcPts val="0"/>
              </a:spcBef>
              <a:spcAft>
                <a:spcPts val="0"/>
              </a:spcAft>
              <a:buSzPts val="1100"/>
              <a:buChar char="●"/>
              <a:defRPr sz="1100"/>
            </a:lvl4pPr>
            <a:lvl5pPr indent="-298450" lvl="4" marL="2286000" rtl="0">
              <a:spcBef>
                <a:spcPts val="0"/>
              </a:spcBef>
              <a:spcAft>
                <a:spcPts val="0"/>
              </a:spcAft>
              <a:buSzPts val="1100"/>
              <a:buChar char="○"/>
              <a:defRPr sz="1100"/>
            </a:lvl5pPr>
            <a:lvl6pPr indent="-298450" lvl="5" marL="2743200" rtl="0">
              <a:spcBef>
                <a:spcPts val="0"/>
              </a:spcBef>
              <a:spcAft>
                <a:spcPts val="0"/>
              </a:spcAft>
              <a:buSzPts val="1100"/>
              <a:buChar char="■"/>
              <a:defRPr sz="1100"/>
            </a:lvl6pPr>
            <a:lvl7pPr indent="-298450" lvl="6" marL="3200400" rtl="0">
              <a:spcBef>
                <a:spcPts val="0"/>
              </a:spcBef>
              <a:spcAft>
                <a:spcPts val="0"/>
              </a:spcAft>
              <a:buSzPts val="1100"/>
              <a:buChar char="●"/>
              <a:defRPr sz="1100"/>
            </a:lvl7pPr>
            <a:lvl8pPr indent="-298450" lvl="7" marL="3657600" rtl="0">
              <a:spcBef>
                <a:spcPts val="0"/>
              </a:spcBef>
              <a:spcAft>
                <a:spcPts val="0"/>
              </a:spcAft>
              <a:buSzPts val="1100"/>
              <a:buChar char="○"/>
              <a:defRPr sz="1100"/>
            </a:lvl8pPr>
            <a:lvl9pPr indent="-298450" lvl="8" marL="4114800" rtl="0">
              <a:spcBef>
                <a:spcPts val="0"/>
              </a:spcBef>
              <a:spcAft>
                <a:spcPts val="0"/>
              </a:spcAft>
              <a:buSzPts val="1100"/>
              <a:buChar char="■"/>
              <a:defRPr sz="1100"/>
            </a:lvl9pPr>
          </a:lstStyle>
          <a:p/>
        </p:txBody>
      </p:sp>
      <p:pic>
        <p:nvPicPr>
          <p:cNvPr id="209" name="Google Shape;209;p24"/>
          <p:cNvPicPr preferRelativeResize="0"/>
          <p:nvPr/>
        </p:nvPicPr>
        <p:blipFill>
          <a:blip r:embed="rId2">
            <a:alphaModFix/>
          </a:blip>
          <a:stretch>
            <a:fillRect/>
          </a:stretch>
        </p:blipFill>
        <p:spPr>
          <a:xfrm>
            <a:off x="457529" y="4543025"/>
            <a:ext cx="950976" cy="142646"/>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1">
  <p:cSld name="CUSTOM">
    <p:spTree>
      <p:nvGrpSpPr>
        <p:cNvPr id="210" name="Shape 210"/>
        <p:cNvGrpSpPr/>
        <p:nvPr/>
      </p:nvGrpSpPr>
      <p:grpSpPr>
        <a:xfrm>
          <a:off x="0" y="0"/>
          <a:ext cx="0" cy="0"/>
          <a:chOff x="0" y="0"/>
          <a:chExt cx="0" cy="0"/>
        </a:xfrm>
      </p:grpSpPr>
      <p:pic>
        <p:nvPicPr>
          <p:cNvPr id="211" name="Google Shape;211;p25"/>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212" name="Google Shape;212;p2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213" name="Google Shape;213;p25"/>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214" name="Google Shape;214;p25"/>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se Study (1)">
  <p:cSld name="BIG_NUMBER_1_1">
    <p:bg>
      <p:bgPr>
        <a:solidFill>
          <a:schemeClr val="dk1"/>
        </a:solidFill>
      </p:bgPr>
    </p:bg>
    <p:spTree>
      <p:nvGrpSpPr>
        <p:cNvPr id="215" name="Shape 215"/>
        <p:cNvGrpSpPr/>
        <p:nvPr/>
      </p:nvGrpSpPr>
      <p:grpSpPr>
        <a:xfrm>
          <a:off x="0" y="0"/>
          <a:ext cx="0" cy="0"/>
          <a:chOff x="0" y="0"/>
          <a:chExt cx="0" cy="0"/>
        </a:xfrm>
      </p:grpSpPr>
      <p:sp>
        <p:nvSpPr>
          <p:cNvPr id="216" name="Google Shape;216;p26"/>
          <p:cNvSpPr txBox="1"/>
          <p:nvPr>
            <p:ph type="title"/>
          </p:nvPr>
        </p:nvSpPr>
        <p:spPr>
          <a:xfrm>
            <a:off x="311700" y="445025"/>
            <a:ext cx="44127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217" name="Google Shape;217;p26"/>
          <p:cNvSpPr txBox="1"/>
          <p:nvPr>
            <p:ph idx="1" type="subTitle"/>
          </p:nvPr>
        </p:nvSpPr>
        <p:spPr>
          <a:xfrm>
            <a:off x="311700" y="1055100"/>
            <a:ext cx="44127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cxnSp>
        <p:nvCxnSpPr>
          <p:cNvPr id="218" name="Google Shape;218;p26"/>
          <p:cNvCxnSpPr/>
          <p:nvPr/>
        </p:nvCxnSpPr>
        <p:spPr>
          <a:xfrm rot="10800000">
            <a:off x="4549601" y="1710538"/>
            <a:ext cx="0" cy="2168700"/>
          </a:xfrm>
          <a:prstGeom prst="straightConnector1">
            <a:avLst/>
          </a:prstGeom>
          <a:noFill/>
          <a:ln cap="flat" cmpd="sng" w="9525">
            <a:solidFill>
              <a:schemeClr val="dk1"/>
            </a:solidFill>
            <a:prstDash val="solid"/>
            <a:round/>
            <a:headEnd len="med" w="med" type="none"/>
            <a:tailEnd len="med" w="med" type="none"/>
          </a:ln>
        </p:spPr>
      </p:cxnSp>
      <p:sp>
        <p:nvSpPr>
          <p:cNvPr id="219" name="Google Shape;219;p26"/>
          <p:cNvSpPr txBox="1"/>
          <p:nvPr>
            <p:ph idx="2" type="body"/>
          </p:nvPr>
        </p:nvSpPr>
        <p:spPr>
          <a:xfrm>
            <a:off x="311700" y="1570900"/>
            <a:ext cx="4412700" cy="25344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Clr>
                <a:srgbClr val="D9D9D9"/>
              </a:buClr>
              <a:buSzPts val="1800"/>
              <a:buChar char="●"/>
              <a:defRPr>
                <a:solidFill>
                  <a:srgbClr val="D9D9D9"/>
                </a:solidFill>
              </a:defRPr>
            </a:lvl1pPr>
            <a:lvl2pPr indent="-317500" lvl="1" marL="914400" rtl="0">
              <a:spcBef>
                <a:spcPts val="0"/>
              </a:spcBef>
              <a:spcAft>
                <a:spcPts val="0"/>
              </a:spcAft>
              <a:buClr>
                <a:srgbClr val="D9D9D9"/>
              </a:buClr>
              <a:buSzPts val="1400"/>
              <a:buChar char="○"/>
              <a:defRPr>
                <a:solidFill>
                  <a:srgbClr val="D9D9D9"/>
                </a:solidFill>
              </a:defRPr>
            </a:lvl2pPr>
            <a:lvl3pPr indent="-317500" lvl="2" marL="1371600" rtl="0">
              <a:spcBef>
                <a:spcPts val="0"/>
              </a:spcBef>
              <a:spcAft>
                <a:spcPts val="0"/>
              </a:spcAft>
              <a:buClr>
                <a:srgbClr val="D9D9D9"/>
              </a:buClr>
              <a:buSzPts val="1400"/>
              <a:buChar char="■"/>
              <a:defRPr>
                <a:solidFill>
                  <a:srgbClr val="D9D9D9"/>
                </a:solidFill>
              </a:defRPr>
            </a:lvl3pPr>
            <a:lvl4pPr indent="-317500" lvl="3" marL="1828800" rtl="0">
              <a:spcBef>
                <a:spcPts val="0"/>
              </a:spcBef>
              <a:spcAft>
                <a:spcPts val="0"/>
              </a:spcAft>
              <a:buClr>
                <a:srgbClr val="D9D9D9"/>
              </a:buClr>
              <a:buSzPts val="1400"/>
              <a:buChar char="●"/>
              <a:defRPr>
                <a:solidFill>
                  <a:srgbClr val="D9D9D9"/>
                </a:solidFill>
              </a:defRPr>
            </a:lvl4pPr>
            <a:lvl5pPr indent="-317500" lvl="4" marL="2286000" rtl="0">
              <a:spcBef>
                <a:spcPts val="0"/>
              </a:spcBef>
              <a:spcAft>
                <a:spcPts val="0"/>
              </a:spcAft>
              <a:buClr>
                <a:srgbClr val="D9D9D9"/>
              </a:buClr>
              <a:buSzPts val="1400"/>
              <a:buChar char="○"/>
              <a:defRPr>
                <a:solidFill>
                  <a:srgbClr val="D9D9D9"/>
                </a:solidFill>
              </a:defRPr>
            </a:lvl5pPr>
            <a:lvl6pPr indent="-317500" lvl="5" marL="2743200" rtl="0">
              <a:spcBef>
                <a:spcPts val="0"/>
              </a:spcBef>
              <a:spcAft>
                <a:spcPts val="0"/>
              </a:spcAft>
              <a:buClr>
                <a:srgbClr val="D9D9D9"/>
              </a:buClr>
              <a:buSzPts val="1400"/>
              <a:buChar char="■"/>
              <a:defRPr>
                <a:solidFill>
                  <a:srgbClr val="D9D9D9"/>
                </a:solidFill>
              </a:defRPr>
            </a:lvl6pPr>
            <a:lvl7pPr indent="-317500" lvl="6" marL="3200400" rtl="0">
              <a:spcBef>
                <a:spcPts val="0"/>
              </a:spcBef>
              <a:spcAft>
                <a:spcPts val="0"/>
              </a:spcAft>
              <a:buClr>
                <a:srgbClr val="D9D9D9"/>
              </a:buClr>
              <a:buSzPts val="1400"/>
              <a:buChar char="●"/>
              <a:defRPr>
                <a:solidFill>
                  <a:srgbClr val="D9D9D9"/>
                </a:solidFill>
              </a:defRPr>
            </a:lvl7pPr>
            <a:lvl8pPr indent="-317500" lvl="7" marL="3657600" rtl="0">
              <a:spcBef>
                <a:spcPts val="0"/>
              </a:spcBef>
              <a:spcAft>
                <a:spcPts val="0"/>
              </a:spcAft>
              <a:buClr>
                <a:srgbClr val="D9D9D9"/>
              </a:buClr>
              <a:buSzPts val="1400"/>
              <a:buChar char="○"/>
              <a:defRPr>
                <a:solidFill>
                  <a:srgbClr val="D9D9D9"/>
                </a:solidFill>
              </a:defRPr>
            </a:lvl8pPr>
            <a:lvl9pPr indent="-317500" lvl="8" marL="4114800" rtl="0">
              <a:spcBef>
                <a:spcPts val="0"/>
              </a:spcBef>
              <a:spcAft>
                <a:spcPts val="0"/>
              </a:spcAft>
              <a:buClr>
                <a:srgbClr val="D9D9D9"/>
              </a:buClr>
              <a:buSzPts val="1400"/>
              <a:buChar char="■"/>
              <a:defRPr>
                <a:solidFill>
                  <a:srgbClr val="D9D9D9"/>
                </a:solidFill>
              </a:defRPr>
            </a:lvl9pPr>
          </a:lstStyle>
          <a:p/>
        </p:txBody>
      </p:sp>
      <p:sp>
        <p:nvSpPr>
          <p:cNvPr id="220" name="Google Shape;220;p26"/>
          <p:cNvSpPr/>
          <p:nvPr>
            <p:ph idx="3" type="pic"/>
          </p:nvPr>
        </p:nvSpPr>
        <p:spPr>
          <a:xfrm>
            <a:off x="5133600" y="0"/>
            <a:ext cx="4010400" cy="2775900"/>
          </a:xfrm>
          <a:prstGeom prst="rect">
            <a:avLst/>
          </a:prstGeom>
          <a:noFill/>
          <a:ln>
            <a:noFill/>
          </a:ln>
        </p:spPr>
      </p:sp>
      <p:pic>
        <p:nvPicPr>
          <p:cNvPr id="221" name="Google Shape;221;p26"/>
          <p:cNvPicPr preferRelativeResize="0"/>
          <p:nvPr/>
        </p:nvPicPr>
        <p:blipFill>
          <a:blip r:embed="rId2">
            <a:alphaModFix/>
          </a:blip>
          <a:stretch>
            <a:fillRect/>
          </a:stretch>
        </p:blipFill>
        <p:spPr>
          <a:xfrm>
            <a:off x="5133599" y="2946925"/>
            <a:ext cx="3572248" cy="1596099"/>
          </a:xfrm>
          <a:prstGeom prst="rect">
            <a:avLst/>
          </a:prstGeom>
          <a:noFill/>
          <a:ln>
            <a:noFill/>
          </a:ln>
        </p:spPr>
      </p:pic>
      <p:sp>
        <p:nvSpPr>
          <p:cNvPr id="222" name="Google Shape;222;p26"/>
          <p:cNvSpPr txBox="1"/>
          <p:nvPr>
            <p:ph hasCustomPrompt="1" idx="4" type="title"/>
          </p:nvPr>
        </p:nvSpPr>
        <p:spPr>
          <a:xfrm>
            <a:off x="5276850" y="2946925"/>
            <a:ext cx="3285900" cy="10155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6500"/>
              <a:buFont typeface="Inter SemiBold"/>
              <a:buNone/>
              <a:defRPr sz="6500">
                <a:solidFill>
                  <a:schemeClr val="dk1"/>
                </a:solidFill>
                <a:latin typeface="Inter SemiBold"/>
                <a:ea typeface="Inter SemiBold"/>
                <a:cs typeface="Inter SemiBold"/>
                <a:sym typeface="Inter SemiBold"/>
              </a:defRPr>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223" name="Google Shape;223;p26"/>
          <p:cNvSpPr txBox="1"/>
          <p:nvPr>
            <p:ph idx="5" type="subTitle"/>
          </p:nvPr>
        </p:nvSpPr>
        <p:spPr>
          <a:xfrm>
            <a:off x="5276988" y="3715100"/>
            <a:ext cx="32859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200"/>
              <a:buFont typeface="Space Mono"/>
              <a:buNone/>
              <a:defRPr sz="1200">
                <a:solidFill>
                  <a:schemeClr val="dk1"/>
                </a:solidFill>
                <a:latin typeface="Space Mono"/>
                <a:ea typeface="Space Mono"/>
                <a:cs typeface="Space Mono"/>
                <a:sym typeface="Space Mono"/>
              </a:defRPr>
            </a:lvl1pPr>
            <a:lvl2pPr lvl="1" rtl="0">
              <a:spcBef>
                <a:spcPts val="0"/>
              </a:spcBef>
              <a:spcAft>
                <a:spcPts val="0"/>
              </a:spcAft>
              <a:buSzPts val="1200"/>
              <a:buNone/>
              <a:defRPr sz="1200"/>
            </a:lvl2pPr>
            <a:lvl3pPr lvl="2" rtl="0">
              <a:spcBef>
                <a:spcPts val="0"/>
              </a:spcBef>
              <a:spcAft>
                <a:spcPts val="0"/>
              </a:spcAft>
              <a:buSzPts val="1200"/>
              <a:buNone/>
              <a:defRPr sz="1200"/>
            </a:lvl3pPr>
            <a:lvl4pPr lvl="3" rtl="0">
              <a:spcBef>
                <a:spcPts val="0"/>
              </a:spcBef>
              <a:spcAft>
                <a:spcPts val="0"/>
              </a:spcAft>
              <a:buSzPts val="1200"/>
              <a:buNone/>
              <a:defRPr sz="1200"/>
            </a:lvl4pPr>
            <a:lvl5pPr lvl="4" rtl="0">
              <a:spcBef>
                <a:spcPts val="0"/>
              </a:spcBef>
              <a:spcAft>
                <a:spcPts val="0"/>
              </a:spcAft>
              <a:buSzPts val="1200"/>
              <a:buNone/>
              <a:defRPr sz="1200"/>
            </a:lvl5pPr>
            <a:lvl6pPr lvl="5" rtl="0">
              <a:spcBef>
                <a:spcPts val="0"/>
              </a:spcBef>
              <a:spcAft>
                <a:spcPts val="0"/>
              </a:spcAft>
              <a:buSzPts val="1200"/>
              <a:buNone/>
              <a:defRPr sz="1200"/>
            </a:lvl6pPr>
            <a:lvl7pPr lvl="6" rtl="0">
              <a:spcBef>
                <a:spcPts val="0"/>
              </a:spcBef>
              <a:spcAft>
                <a:spcPts val="0"/>
              </a:spcAft>
              <a:buSzPts val="1200"/>
              <a:buNone/>
              <a:defRPr sz="1200"/>
            </a:lvl7pPr>
            <a:lvl8pPr lvl="7" rtl="0">
              <a:spcBef>
                <a:spcPts val="0"/>
              </a:spcBef>
              <a:spcAft>
                <a:spcPts val="0"/>
              </a:spcAft>
              <a:buSzPts val="1200"/>
              <a:buNone/>
              <a:defRPr sz="1200"/>
            </a:lvl8pPr>
            <a:lvl9pPr lvl="8" rtl="0">
              <a:spcBef>
                <a:spcPts val="0"/>
              </a:spcBef>
              <a:spcAft>
                <a:spcPts val="0"/>
              </a:spcAft>
              <a:buSzPts val="1200"/>
              <a:buNone/>
              <a:defRPr sz="1200"/>
            </a:lvl9pPr>
          </a:lstStyle>
          <a:p/>
        </p:txBody>
      </p:sp>
      <p:sp>
        <p:nvSpPr>
          <p:cNvPr id="224" name="Google Shape;224;p26"/>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225" name="Google Shape;225;p26"/>
          <p:cNvSpPr txBox="1"/>
          <p:nvPr>
            <p:ph idx="6"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pic>
        <p:nvPicPr>
          <p:cNvPr id="226" name="Google Shape;226;p26"/>
          <p:cNvPicPr preferRelativeResize="0"/>
          <p:nvPr/>
        </p:nvPicPr>
        <p:blipFill>
          <a:blip r:embed="rId3">
            <a:alphaModFix/>
          </a:blip>
          <a:stretch>
            <a:fillRect/>
          </a:stretch>
        </p:blipFill>
        <p:spPr>
          <a:xfrm>
            <a:off x="457529" y="4543025"/>
            <a:ext cx="950976" cy="142646"/>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3">
  <p:cSld name="TITLE_3">
    <p:spTree>
      <p:nvGrpSpPr>
        <p:cNvPr id="227" name="Shape 227"/>
        <p:cNvGrpSpPr/>
        <p:nvPr/>
      </p:nvGrpSpPr>
      <p:grpSpPr>
        <a:xfrm>
          <a:off x="0" y="0"/>
          <a:ext cx="0" cy="0"/>
          <a:chOff x="0" y="0"/>
          <a:chExt cx="0" cy="0"/>
        </a:xfrm>
      </p:grpSpPr>
      <p:sp>
        <p:nvSpPr>
          <p:cNvPr id="228" name="Google Shape;228;p27"/>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229" name="Google Shape;229;p27"/>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type="title">
  <p:cSld name="TITLE">
    <p:bg>
      <p:bgPr>
        <a:blipFill>
          <a:blip r:embed="rId2">
            <a:alphaModFix/>
          </a:blip>
          <a:stretch>
            <a:fillRect/>
          </a:stretch>
        </a:blipFill>
      </p:bgPr>
    </p:bg>
    <p:spTree>
      <p:nvGrpSpPr>
        <p:cNvPr id="234" name="Shape 234"/>
        <p:cNvGrpSpPr/>
        <p:nvPr/>
      </p:nvGrpSpPr>
      <p:grpSpPr>
        <a:xfrm>
          <a:off x="0" y="0"/>
          <a:ext cx="0" cy="0"/>
          <a:chOff x="0" y="0"/>
          <a:chExt cx="0" cy="0"/>
        </a:xfrm>
      </p:grpSpPr>
      <p:pic>
        <p:nvPicPr>
          <p:cNvPr id="235" name="Google Shape;235;p29"/>
          <p:cNvPicPr preferRelativeResize="0"/>
          <p:nvPr/>
        </p:nvPicPr>
        <p:blipFill rotWithShape="1">
          <a:blip r:embed="rId3">
            <a:alphaModFix/>
          </a:blip>
          <a:srcRect b="-803" l="-566" r="-566" t="-813"/>
          <a:stretch/>
        </p:blipFill>
        <p:spPr>
          <a:xfrm>
            <a:off x="1286050" y="747975"/>
            <a:ext cx="6572150" cy="3647601"/>
          </a:xfrm>
          <a:prstGeom prst="rect">
            <a:avLst/>
          </a:prstGeom>
          <a:noFill/>
          <a:ln>
            <a:noFill/>
          </a:ln>
        </p:spPr>
      </p:pic>
      <p:sp>
        <p:nvSpPr>
          <p:cNvPr id="236" name="Google Shape;236;p29"/>
          <p:cNvSpPr/>
          <p:nvPr/>
        </p:nvSpPr>
        <p:spPr>
          <a:xfrm>
            <a:off x="1422300" y="777025"/>
            <a:ext cx="6299400" cy="35895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 name="Google Shape;237;p29"/>
          <p:cNvSpPr txBox="1"/>
          <p:nvPr>
            <p:ph type="ctrTitle"/>
          </p:nvPr>
        </p:nvSpPr>
        <p:spPr>
          <a:xfrm>
            <a:off x="1422350" y="1250875"/>
            <a:ext cx="6299400" cy="2418900"/>
          </a:xfrm>
          <a:prstGeom prst="rect">
            <a:avLst/>
          </a:prstGeom>
        </p:spPr>
        <p:txBody>
          <a:bodyPr anchorCtr="0" anchor="ctr" bIns="91425" lIns="91425" spcFirstLastPara="1" rIns="91425" wrap="square" tIns="91425">
            <a:normAutofit/>
          </a:bodyPr>
          <a:lstStyle>
            <a:lvl1pPr lvl="0" rtl="0" algn="ctr">
              <a:lnSpc>
                <a:spcPct val="85000"/>
              </a:lnSpc>
              <a:spcBef>
                <a:spcPts val="0"/>
              </a:spcBef>
              <a:spcAft>
                <a:spcPts val="0"/>
              </a:spcAft>
              <a:buClr>
                <a:schemeClr val="lt1"/>
              </a:buClr>
              <a:buSzPts val="5500"/>
              <a:buNone/>
              <a:defRPr b="1" sz="5500">
                <a:solidFill>
                  <a:schemeClr val="lt1"/>
                </a:solidFill>
              </a:defRPr>
            </a:lvl1pPr>
            <a:lvl2pPr lvl="1" rtl="0" algn="ctr">
              <a:spcBef>
                <a:spcPts val="0"/>
              </a:spcBef>
              <a:spcAft>
                <a:spcPts val="0"/>
              </a:spcAft>
              <a:buSzPts val="5200"/>
              <a:buFont typeface="Inter"/>
              <a:buNone/>
              <a:defRPr sz="5200">
                <a:latin typeface="Inter"/>
                <a:ea typeface="Inter"/>
                <a:cs typeface="Inter"/>
                <a:sym typeface="Inter"/>
              </a:defRPr>
            </a:lvl2pPr>
            <a:lvl3pPr lvl="2" rtl="0" algn="ctr">
              <a:spcBef>
                <a:spcPts val="0"/>
              </a:spcBef>
              <a:spcAft>
                <a:spcPts val="0"/>
              </a:spcAft>
              <a:buSzPts val="5200"/>
              <a:buFont typeface="Inter"/>
              <a:buNone/>
              <a:defRPr sz="5200">
                <a:latin typeface="Inter"/>
                <a:ea typeface="Inter"/>
                <a:cs typeface="Inter"/>
                <a:sym typeface="Inter"/>
              </a:defRPr>
            </a:lvl3pPr>
            <a:lvl4pPr lvl="3" rtl="0" algn="ctr">
              <a:spcBef>
                <a:spcPts val="0"/>
              </a:spcBef>
              <a:spcAft>
                <a:spcPts val="0"/>
              </a:spcAft>
              <a:buSzPts val="5200"/>
              <a:buFont typeface="Inter"/>
              <a:buNone/>
              <a:defRPr sz="5200">
                <a:latin typeface="Inter"/>
                <a:ea typeface="Inter"/>
                <a:cs typeface="Inter"/>
                <a:sym typeface="Inter"/>
              </a:defRPr>
            </a:lvl4pPr>
            <a:lvl5pPr lvl="4" rtl="0" algn="ctr">
              <a:spcBef>
                <a:spcPts val="0"/>
              </a:spcBef>
              <a:spcAft>
                <a:spcPts val="0"/>
              </a:spcAft>
              <a:buSzPts val="5200"/>
              <a:buFont typeface="Inter"/>
              <a:buNone/>
              <a:defRPr sz="5200">
                <a:latin typeface="Inter"/>
                <a:ea typeface="Inter"/>
                <a:cs typeface="Inter"/>
                <a:sym typeface="Inter"/>
              </a:defRPr>
            </a:lvl5pPr>
            <a:lvl6pPr lvl="5" rtl="0" algn="ctr">
              <a:spcBef>
                <a:spcPts val="0"/>
              </a:spcBef>
              <a:spcAft>
                <a:spcPts val="0"/>
              </a:spcAft>
              <a:buSzPts val="5200"/>
              <a:buFont typeface="Inter"/>
              <a:buNone/>
              <a:defRPr sz="5200">
                <a:latin typeface="Inter"/>
                <a:ea typeface="Inter"/>
                <a:cs typeface="Inter"/>
                <a:sym typeface="Inter"/>
              </a:defRPr>
            </a:lvl6pPr>
            <a:lvl7pPr lvl="6" rtl="0" algn="ctr">
              <a:spcBef>
                <a:spcPts val="0"/>
              </a:spcBef>
              <a:spcAft>
                <a:spcPts val="0"/>
              </a:spcAft>
              <a:buSzPts val="5200"/>
              <a:buFont typeface="Inter"/>
              <a:buNone/>
              <a:defRPr sz="5200">
                <a:latin typeface="Inter"/>
                <a:ea typeface="Inter"/>
                <a:cs typeface="Inter"/>
                <a:sym typeface="Inter"/>
              </a:defRPr>
            </a:lvl7pPr>
            <a:lvl8pPr lvl="7" rtl="0" algn="ctr">
              <a:spcBef>
                <a:spcPts val="0"/>
              </a:spcBef>
              <a:spcAft>
                <a:spcPts val="0"/>
              </a:spcAft>
              <a:buSzPts val="5200"/>
              <a:buFont typeface="Inter"/>
              <a:buNone/>
              <a:defRPr sz="5200">
                <a:latin typeface="Inter"/>
                <a:ea typeface="Inter"/>
                <a:cs typeface="Inter"/>
                <a:sym typeface="Inter"/>
              </a:defRPr>
            </a:lvl8pPr>
            <a:lvl9pPr lvl="8" rtl="0" algn="ctr">
              <a:spcBef>
                <a:spcPts val="0"/>
              </a:spcBef>
              <a:spcAft>
                <a:spcPts val="0"/>
              </a:spcAft>
              <a:buSzPts val="5200"/>
              <a:buFont typeface="Inter"/>
              <a:buNone/>
              <a:defRPr sz="5200">
                <a:latin typeface="Inter"/>
                <a:ea typeface="Inter"/>
                <a:cs typeface="Inter"/>
                <a:sym typeface="Inter"/>
              </a:defRPr>
            </a:lvl9pPr>
          </a:lstStyle>
          <a:p/>
        </p:txBody>
      </p:sp>
      <p:sp>
        <p:nvSpPr>
          <p:cNvPr id="238" name="Google Shape;238;p29"/>
          <p:cNvSpPr txBox="1"/>
          <p:nvPr>
            <p:ph idx="1" type="subTitle"/>
          </p:nvPr>
        </p:nvSpPr>
        <p:spPr>
          <a:xfrm>
            <a:off x="1732725" y="3364675"/>
            <a:ext cx="2688600" cy="783900"/>
          </a:xfrm>
          <a:prstGeom prst="rect">
            <a:avLst/>
          </a:prstGeom>
        </p:spPr>
        <p:txBody>
          <a:bodyPr anchorCtr="0" anchor="b" bIns="91425" lIns="91425" spcFirstLastPara="1" rIns="91425" wrap="square" tIns="91425">
            <a:normAutofit/>
          </a:bodyPr>
          <a:lstStyle>
            <a:lvl1pPr lvl="0" rtl="0">
              <a:lnSpc>
                <a:spcPct val="100000"/>
              </a:lnSpc>
              <a:spcBef>
                <a:spcPts val="0"/>
              </a:spcBef>
              <a:spcAft>
                <a:spcPts val="0"/>
              </a:spcAft>
              <a:buClr>
                <a:schemeClr val="lt1"/>
              </a:buClr>
              <a:buSzPts val="1400"/>
              <a:buFont typeface="Inter"/>
              <a:buNone/>
              <a:defRPr sz="1400">
                <a:solidFill>
                  <a:schemeClr val="lt1"/>
                </a:solidFill>
                <a:latin typeface="Inter"/>
                <a:ea typeface="Inter"/>
                <a:cs typeface="Inter"/>
                <a:sym typeface="Inter"/>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pic>
        <p:nvPicPr>
          <p:cNvPr id="239" name="Google Shape;239;p29"/>
          <p:cNvPicPr preferRelativeResize="0"/>
          <p:nvPr/>
        </p:nvPicPr>
        <p:blipFill>
          <a:blip r:embed="rId4">
            <a:alphaModFix/>
          </a:blip>
          <a:stretch>
            <a:fillRect/>
          </a:stretch>
        </p:blipFill>
        <p:spPr>
          <a:xfrm>
            <a:off x="1804962" y="1107025"/>
            <a:ext cx="1262574" cy="188225"/>
          </a:xfrm>
          <a:prstGeom prst="rect">
            <a:avLst/>
          </a:prstGeom>
          <a:noFill/>
          <a:ln>
            <a:noFill/>
          </a:ln>
        </p:spPr>
      </p:pic>
      <p:sp>
        <p:nvSpPr>
          <p:cNvPr id="240" name="Google Shape;240;p29"/>
          <p:cNvSpPr txBox="1"/>
          <p:nvPr>
            <p:ph idx="2" type="subTitle"/>
          </p:nvPr>
        </p:nvSpPr>
        <p:spPr>
          <a:xfrm>
            <a:off x="4722750" y="3364675"/>
            <a:ext cx="2688600" cy="783900"/>
          </a:xfrm>
          <a:prstGeom prst="rect">
            <a:avLst/>
          </a:prstGeom>
        </p:spPr>
        <p:txBody>
          <a:bodyPr anchorCtr="0" anchor="b" bIns="91425" lIns="91425" spcFirstLastPara="1" rIns="91425" wrap="square" tIns="91425">
            <a:normAutofit/>
          </a:bodyPr>
          <a:lstStyle>
            <a:lvl1pPr lvl="0" rtl="0" algn="r">
              <a:lnSpc>
                <a:spcPct val="100000"/>
              </a:lnSpc>
              <a:spcBef>
                <a:spcPts val="0"/>
              </a:spcBef>
              <a:spcAft>
                <a:spcPts val="0"/>
              </a:spcAft>
              <a:buClr>
                <a:schemeClr val="lt1"/>
              </a:buClr>
              <a:buSzPts val="1000"/>
              <a:buFont typeface="Space Mono"/>
              <a:buNone/>
              <a:defRPr sz="1000">
                <a:solidFill>
                  <a:schemeClr val="lt1"/>
                </a:solidFill>
                <a:latin typeface="Space Mono"/>
                <a:ea typeface="Space Mono"/>
                <a:cs typeface="Space Mono"/>
                <a:sym typeface="Space Mono"/>
              </a:defRPr>
            </a:lvl1pPr>
            <a:lvl2pPr lvl="1" rtl="0" algn="r">
              <a:lnSpc>
                <a:spcPct val="100000"/>
              </a:lnSpc>
              <a:spcBef>
                <a:spcPts val="0"/>
              </a:spcBef>
              <a:spcAft>
                <a:spcPts val="0"/>
              </a:spcAft>
              <a:buSzPts val="2800"/>
              <a:buFont typeface="Space Mono"/>
              <a:buNone/>
              <a:defRPr sz="2800">
                <a:latin typeface="Space Mono"/>
                <a:ea typeface="Space Mono"/>
                <a:cs typeface="Space Mono"/>
                <a:sym typeface="Space Mono"/>
              </a:defRPr>
            </a:lvl2pPr>
            <a:lvl3pPr lvl="2" rtl="0" algn="r">
              <a:lnSpc>
                <a:spcPct val="100000"/>
              </a:lnSpc>
              <a:spcBef>
                <a:spcPts val="0"/>
              </a:spcBef>
              <a:spcAft>
                <a:spcPts val="0"/>
              </a:spcAft>
              <a:buSzPts val="2800"/>
              <a:buFont typeface="Space Mono"/>
              <a:buNone/>
              <a:defRPr sz="2800">
                <a:latin typeface="Space Mono"/>
                <a:ea typeface="Space Mono"/>
                <a:cs typeface="Space Mono"/>
                <a:sym typeface="Space Mono"/>
              </a:defRPr>
            </a:lvl3pPr>
            <a:lvl4pPr lvl="3" rtl="0" algn="r">
              <a:lnSpc>
                <a:spcPct val="100000"/>
              </a:lnSpc>
              <a:spcBef>
                <a:spcPts val="0"/>
              </a:spcBef>
              <a:spcAft>
                <a:spcPts val="0"/>
              </a:spcAft>
              <a:buSzPts val="2800"/>
              <a:buFont typeface="Space Mono"/>
              <a:buNone/>
              <a:defRPr sz="2800">
                <a:latin typeface="Space Mono"/>
                <a:ea typeface="Space Mono"/>
                <a:cs typeface="Space Mono"/>
                <a:sym typeface="Space Mono"/>
              </a:defRPr>
            </a:lvl4pPr>
            <a:lvl5pPr lvl="4" rtl="0" algn="r">
              <a:lnSpc>
                <a:spcPct val="100000"/>
              </a:lnSpc>
              <a:spcBef>
                <a:spcPts val="0"/>
              </a:spcBef>
              <a:spcAft>
                <a:spcPts val="0"/>
              </a:spcAft>
              <a:buSzPts val="2800"/>
              <a:buFont typeface="Space Mono"/>
              <a:buNone/>
              <a:defRPr sz="2800">
                <a:latin typeface="Space Mono"/>
                <a:ea typeface="Space Mono"/>
                <a:cs typeface="Space Mono"/>
                <a:sym typeface="Space Mono"/>
              </a:defRPr>
            </a:lvl5pPr>
            <a:lvl6pPr lvl="5" rtl="0" algn="r">
              <a:lnSpc>
                <a:spcPct val="100000"/>
              </a:lnSpc>
              <a:spcBef>
                <a:spcPts val="0"/>
              </a:spcBef>
              <a:spcAft>
                <a:spcPts val="0"/>
              </a:spcAft>
              <a:buSzPts val="2800"/>
              <a:buFont typeface="Space Mono"/>
              <a:buNone/>
              <a:defRPr sz="2800">
                <a:latin typeface="Space Mono"/>
                <a:ea typeface="Space Mono"/>
                <a:cs typeface="Space Mono"/>
                <a:sym typeface="Space Mono"/>
              </a:defRPr>
            </a:lvl6pPr>
            <a:lvl7pPr lvl="6" rtl="0" algn="r">
              <a:lnSpc>
                <a:spcPct val="100000"/>
              </a:lnSpc>
              <a:spcBef>
                <a:spcPts val="0"/>
              </a:spcBef>
              <a:spcAft>
                <a:spcPts val="0"/>
              </a:spcAft>
              <a:buSzPts val="2800"/>
              <a:buFont typeface="Space Mono"/>
              <a:buNone/>
              <a:defRPr sz="2800">
                <a:latin typeface="Space Mono"/>
                <a:ea typeface="Space Mono"/>
                <a:cs typeface="Space Mono"/>
                <a:sym typeface="Space Mono"/>
              </a:defRPr>
            </a:lvl7pPr>
            <a:lvl8pPr lvl="7" rtl="0" algn="r">
              <a:lnSpc>
                <a:spcPct val="100000"/>
              </a:lnSpc>
              <a:spcBef>
                <a:spcPts val="0"/>
              </a:spcBef>
              <a:spcAft>
                <a:spcPts val="0"/>
              </a:spcAft>
              <a:buSzPts val="2800"/>
              <a:buFont typeface="Space Mono"/>
              <a:buNone/>
              <a:defRPr sz="2800">
                <a:latin typeface="Space Mono"/>
                <a:ea typeface="Space Mono"/>
                <a:cs typeface="Space Mono"/>
                <a:sym typeface="Space Mono"/>
              </a:defRPr>
            </a:lvl8pPr>
            <a:lvl9pPr lvl="8" rtl="0" algn="r">
              <a:lnSpc>
                <a:spcPct val="100000"/>
              </a:lnSpc>
              <a:spcBef>
                <a:spcPts val="0"/>
              </a:spcBef>
              <a:spcAft>
                <a:spcPts val="0"/>
              </a:spcAft>
              <a:buSzPts val="2800"/>
              <a:buFont typeface="Space Mono"/>
              <a:buNone/>
              <a:defRPr sz="2800">
                <a:latin typeface="Space Mono"/>
                <a:ea typeface="Space Mono"/>
                <a:cs typeface="Space Mono"/>
                <a:sym typeface="Space Mono"/>
              </a:defRPr>
            </a:lvl9pPr>
          </a:lstStyle>
          <a:p/>
        </p:txBody>
      </p:sp>
      <p:pic>
        <p:nvPicPr>
          <p:cNvPr id="241" name="Google Shape;241;p29"/>
          <p:cNvPicPr preferRelativeResize="0"/>
          <p:nvPr/>
        </p:nvPicPr>
        <p:blipFill>
          <a:blip r:embed="rId5">
            <a:alphaModFix/>
          </a:blip>
          <a:stretch>
            <a:fillRect/>
          </a:stretch>
        </p:blipFill>
        <p:spPr>
          <a:xfrm>
            <a:off x="-762396" y="0"/>
            <a:ext cx="548700" cy="2288640"/>
          </a:xfrm>
          <a:prstGeom prst="rect">
            <a:avLst/>
          </a:prstGeom>
          <a:noFill/>
          <a:ln>
            <a:noFill/>
          </a:ln>
        </p:spPr>
      </p:pic>
      <p:sp>
        <p:nvSpPr>
          <p:cNvPr id="242" name="Google Shape;242;p29"/>
          <p:cNvSpPr txBox="1"/>
          <p:nvPr>
            <p:ph idx="3" type="subTitle"/>
          </p:nvPr>
        </p:nvSpPr>
        <p:spPr>
          <a:xfrm>
            <a:off x="4683500" y="1003625"/>
            <a:ext cx="2727900" cy="849600"/>
          </a:xfrm>
          <a:prstGeom prst="rect">
            <a:avLst/>
          </a:prstGeom>
        </p:spPr>
        <p:txBody>
          <a:bodyPr anchorCtr="0" anchor="t" bIns="91425" lIns="91425" spcFirstLastPara="1" rIns="91425" wrap="square" tIns="91425">
            <a:normAutofit/>
          </a:bodyPr>
          <a:lstStyle>
            <a:lvl1pPr lvl="0" rtl="0" algn="r">
              <a:lnSpc>
                <a:spcPct val="100000"/>
              </a:lnSpc>
              <a:spcBef>
                <a:spcPts val="0"/>
              </a:spcBef>
              <a:spcAft>
                <a:spcPts val="0"/>
              </a:spcAft>
              <a:buClr>
                <a:schemeClr val="lt1"/>
              </a:buClr>
              <a:buSzPts val="1200"/>
              <a:buFont typeface="Inter"/>
              <a:buNone/>
              <a:defRPr sz="1200">
                <a:solidFill>
                  <a:schemeClr val="lt1"/>
                </a:solidFill>
                <a:latin typeface="Inter"/>
                <a:ea typeface="Inter"/>
                <a:cs typeface="Inter"/>
                <a:sym typeface="Inter"/>
              </a:defRPr>
            </a:lvl1pPr>
            <a:lvl2pPr lvl="1" rtl="0" algn="r">
              <a:lnSpc>
                <a:spcPct val="100000"/>
              </a:lnSpc>
              <a:spcBef>
                <a:spcPts val="0"/>
              </a:spcBef>
              <a:spcAft>
                <a:spcPts val="0"/>
              </a:spcAft>
              <a:buSzPts val="2800"/>
              <a:buFont typeface="Inter"/>
              <a:buNone/>
              <a:defRPr sz="2800">
                <a:latin typeface="Inter"/>
                <a:ea typeface="Inter"/>
                <a:cs typeface="Inter"/>
                <a:sym typeface="Inter"/>
              </a:defRPr>
            </a:lvl2pPr>
            <a:lvl3pPr lvl="2" rtl="0" algn="r">
              <a:lnSpc>
                <a:spcPct val="100000"/>
              </a:lnSpc>
              <a:spcBef>
                <a:spcPts val="0"/>
              </a:spcBef>
              <a:spcAft>
                <a:spcPts val="0"/>
              </a:spcAft>
              <a:buSzPts val="2800"/>
              <a:buFont typeface="Inter"/>
              <a:buNone/>
              <a:defRPr sz="2800">
                <a:latin typeface="Inter"/>
                <a:ea typeface="Inter"/>
                <a:cs typeface="Inter"/>
                <a:sym typeface="Inter"/>
              </a:defRPr>
            </a:lvl3pPr>
            <a:lvl4pPr lvl="3" rtl="0" algn="r">
              <a:lnSpc>
                <a:spcPct val="100000"/>
              </a:lnSpc>
              <a:spcBef>
                <a:spcPts val="0"/>
              </a:spcBef>
              <a:spcAft>
                <a:spcPts val="0"/>
              </a:spcAft>
              <a:buSzPts val="2800"/>
              <a:buFont typeface="Inter"/>
              <a:buNone/>
              <a:defRPr sz="2800">
                <a:latin typeface="Inter"/>
                <a:ea typeface="Inter"/>
                <a:cs typeface="Inter"/>
                <a:sym typeface="Inter"/>
              </a:defRPr>
            </a:lvl4pPr>
            <a:lvl5pPr lvl="4" rtl="0" algn="r">
              <a:lnSpc>
                <a:spcPct val="100000"/>
              </a:lnSpc>
              <a:spcBef>
                <a:spcPts val="0"/>
              </a:spcBef>
              <a:spcAft>
                <a:spcPts val="0"/>
              </a:spcAft>
              <a:buSzPts val="2800"/>
              <a:buFont typeface="Inter"/>
              <a:buNone/>
              <a:defRPr sz="2800">
                <a:latin typeface="Inter"/>
                <a:ea typeface="Inter"/>
                <a:cs typeface="Inter"/>
                <a:sym typeface="Inter"/>
              </a:defRPr>
            </a:lvl5pPr>
            <a:lvl6pPr lvl="5" rtl="0" algn="r">
              <a:lnSpc>
                <a:spcPct val="100000"/>
              </a:lnSpc>
              <a:spcBef>
                <a:spcPts val="0"/>
              </a:spcBef>
              <a:spcAft>
                <a:spcPts val="0"/>
              </a:spcAft>
              <a:buSzPts val="2800"/>
              <a:buFont typeface="Inter"/>
              <a:buNone/>
              <a:defRPr sz="2800">
                <a:latin typeface="Inter"/>
                <a:ea typeface="Inter"/>
                <a:cs typeface="Inter"/>
                <a:sym typeface="Inter"/>
              </a:defRPr>
            </a:lvl6pPr>
            <a:lvl7pPr lvl="6" rtl="0" algn="r">
              <a:lnSpc>
                <a:spcPct val="100000"/>
              </a:lnSpc>
              <a:spcBef>
                <a:spcPts val="0"/>
              </a:spcBef>
              <a:spcAft>
                <a:spcPts val="0"/>
              </a:spcAft>
              <a:buSzPts val="2800"/>
              <a:buFont typeface="Inter"/>
              <a:buNone/>
              <a:defRPr sz="2800">
                <a:latin typeface="Inter"/>
                <a:ea typeface="Inter"/>
                <a:cs typeface="Inter"/>
                <a:sym typeface="Inter"/>
              </a:defRPr>
            </a:lvl7pPr>
            <a:lvl8pPr lvl="7" rtl="0" algn="r">
              <a:lnSpc>
                <a:spcPct val="100000"/>
              </a:lnSpc>
              <a:spcBef>
                <a:spcPts val="0"/>
              </a:spcBef>
              <a:spcAft>
                <a:spcPts val="0"/>
              </a:spcAft>
              <a:buSzPts val="2800"/>
              <a:buFont typeface="Inter"/>
              <a:buNone/>
              <a:defRPr sz="2800">
                <a:latin typeface="Inter"/>
                <a:ea typeface="Inter"/>
                <a:cs typeface="Inter"/>
                <a:sym typeface="Inter"/>
              </a:defRPr>
            </a:lvl8pPr>
            <a:lvl9pPr lvl="8" rtl="0" algn="r">
              <a:lnSpc>
                <a:spcPct val="100000"/>
              </a:lnSpc>
              <a:spcBef>
                <a:spcPts val="0"/>
              </a:spcBef>
              <a:spcAft>
                <a:spcPts val="0"/>
              </a:spcAft>
              <a:buSzPts val="2800"/>
              <a:buFont typeface="Inter"/>
              <a:buNone/>
              <a:defRPr sz="2800">
                <a:latin typeface="Inter"/>
                <a:ea typeface="Inter"/>
                <a:cs typeface="Inter"/>
                <a:sym typeface="Inter"/>
              </a:defRPr>
            </a:lvl9pPr>
          </a:lstStyle>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p:cSld name="TITLE_2">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30"/>
          <p:cNvPicPr preferRelativeResize="0"/>
          <p:nvPr/>
        </p:nvPicPr>
        <p:blipFill>
          <a:blip r:embed="rId3">
            <a:alphaModFix/>
          </a:blip>
          <a:stretch>
            <a:fillRect/>
          </a:stretch>
        </p:blipFill>
        <p:spPr>
          <a:xfrm>
            <a:off x="329825" y="304850"/>
            <a:ext cx="8484350" cy="4049675"/>
          </a:xfrm>
          <a:prstGeom prst="rect">
            <a:avLst/>
          </a:prstGeom>
          <a:noFill/>
          <a:ln>
            <a:noFill/>
          </a:ln>
        </p:spPr>
      </p:pic>
      <p:sp>
        <p:nvSpPr>
          <p:cNvPr id="245" name="Google Shape;245;p30"/>
          <p:cNvSpPr txBox="1"/>
          <p:nvPr>
            <p:ph type="ctrTitle"/>
          </p:nvPr>
        </p:nvSpPr>
        <p:spPr>
          <a:xfrm>
            <a:off x="562450" y="523025"/>
            <a:ext cx="7995000" cy="3146700"/>
          </a:xfrm>
          <a:prstGeom prst="rect">
            <a:avLst/>
          </a:prstGeom>
        </p:spPr>
        <p:txBody>
          <a:bodyPr anchorCtr="0" anchor="t" bIns="91425" lIns="91425" spcFirstLastPara="1" rIns="91425" wrap="square" tIns="91425">
            <a:normAutofit/>
          </a:bodyPr>
          <a:lstStyle>
            <a:lvl1pPr lvl="0" rtl="0">
              <a:lnSpc>
                <a:spcPct val="85000"/>
              </a:lnSpc>
              <a:spcBef>
                <a:spcPts val="0"/>
              </a:spcBef>
              <a:spcAft>
                <a:spcPts val="0"/>
              </a:spcAft>
              <a:buClr>
                <a:schemeClr val="lt1"/>
              </a:buClr>
              <a:buSzPts val="7000"/>
              <a:buNone/>
              <a:defRPr b="1" sz="7000">
                <a:solidFill>
                  <a:schemeClr val="lt1"/>
                </a:solidFill>
              </a:defRPr>
            </a:lvl1pPr>
            <a:lvl2pPr lvl="1" rtl="0" algn="ctr">
              <a:spcBef>
                <a:spcPts val="0"/>
              </a:spcBef>
              <a:spcAft>
                <a:spcPts val="0"/>
              </a:spcAft>
              <a:buSzPts val="5200"/>
              <a:buFont typeface="Inter"/>
              <a:buNone/>
              <a:defRPr sz="5200">
                <a:latin typeface="Inter"/>
                <a:ea typeface="Inter"/>
                <a:cs typeface="Inter"/>
                <a:sym typeface="Inter"/>
              </a:defRPr>
            </a:lvl2pPr>
            <a:lvl3pPr lvl="2" rtl="0" algn="ctr">
              <a:spcBef>
                <a:spcPts val="0"/>
              </a:spcBef>
              <a:spcAft>
                <a:spcPts val="0"/>
              </a:spcAft>
              <a:buSzPts val="5200"/>
              <a:buFont typeface="Inter"/>
              <a:buNone/>
              <a:defRPr sz="5200">
                <a:latin typeface="Inter"/>
                <a:ea typeface="Inter"/>
                <a:cs typeface="Inter"/>
                <a:sym typeface="Inter"/>
              </a:defRPr>
            </a:lvl3pPr>
            <a:lvl4pPr lvl="3" rtl="0" algn="ctr">
              <a:spcBef>
                <a:spcPts val="0"/>
              </a:spcBef>
              <a:spcAft>
                <a:spcPts val="0"/>
              </a:spcAft>
              <a:buSzPts val="5200"/>
              <a:buFont typeface="Inter"/>
              <a:buNone/>
              <a:defRPr sz="5200">
                <a:latin typeface="Inter"/>
                <a:ea typeface="Inter"/>
                <a:cs typeface="Inter"/>
                <a:sym typeface="Inter"/>
              </a:defRPr>
            </a:lvl4pPr>
            <a:lvl5pPr lvl="4" rtl="0" algn="ctr">
              <a:spcBef>
                <a:spcPts val="0"/>
              </a:spcBef>
              <a:spcAft>
                <a:spcPts val="0"/>
              </a:spcAft>
              <a:buSzPts val="5200"/>
              <a:buFont typeface="Inter"/>
              <a:buNone/>
              <a:defRPr sz="5200">
                <a:latin typeface="Inter"/>
                <a:ea typeface="Inter"/>
                <a:cs typeface="Inter"/>
                <a:sym typeface="Inter"/>
              </a:defRPr>
            </a:lvl5pPr>
            <a:lvl6pPr lvl="5" rtl="0" algn="ctr">
              <a:spcBef>
                <a:spcPts val="0"/>
              </a:spcBef>
              <a:spcAft>
                <a:spcPts val="0"/>
              </a:spcAft>
              <a:buSzPts val="5200"/>
              <a:buFont typeface="Inter"/>
              <a:buNone/>
              <a:defRPr sz="5200">
                <a:latin typeface="Inter"/>
                <a:ea typeface="Inter"/>
                <a:cs typeface="Inter"/>
                <a:sym typeface="Inter"/>
              </a:defRPr>
            </a:lvl6pPr>
            <a:lvl7pPr lvl="6" rtl="0" algn="ctr">
              <a:spcBef>
                <a:spcPts val="0"/>
              </a:spcBef>
              <a:spcAft>
                <a:spcPts val="0"/>
              </a:spcAft>
              <a:buSzPts val="5200"/>
              <a:buFont typeface="Inter"/>
              <a:buNone/>
              <a:defRPr sz="5200">
                <a:latin typeface="Inter"/>
                <a:ea typeface="Inter"/>
                <a:cs typeface="Inter"/>
                <a:sym typeface="Inter"/>
              </a:defRPr>
            </a:lvl7pPr>
            <a:lvl8pPr lvl="7" rtl="0" algn="ctr">
              <a:spcBef>
                <a:spcPts val="0"/>
              </a:spcBef>
              <a:spcAft>
                <a:spcPts val="0"/>
              </a:spcAft>
              <a:buSzPts val="5200"/>
              <a:buFont typeface="Inter"/>
              <a:buNone/>
              <a:defRPr sz="5200">
                <a:latin typeface="Inter"/>
                <a:ea typeface="Inter"/>
                <a:cs typeface="Inter"/>
                <a:sym typeface="Inter"/>
              </a:defRPr>
            </a:lvl8pPr>
            <a:lvl9pPr lvl="8" rtl="0" algn="ctr">
              <a:spcBef>
                <a:spcPts val="0"/>
              </a:spcBef>
              <a:spcAft>
                <a:spcPts val="0"/>
              </a:spcAft>
              <a:buSzPts val="5200"/>
              <a:buFont typeface="Inter"/>
              <a:buNone/>
              <a:defRPr sz="5200">
                <a:latin typeface="Inter"/>
                <a:ea typeface="Inter"/>
                <a:cs typeface="Inter"/>
                <a:sym typeface="Inter"/>
              </a:defRPr>
            </a:lvl9pPr>
          </a:lstStyle>
          <a:p/>
        </p:txBody>
      </p:sp>
      <p:sp>
        <p:nvSpPr>
          <p:cNvPr id="246" name="Google Shape;246;p30"/>
          <p:cNvSpPr txBox="1"/>
          <p:nvPr>
            <p:ph idx="1" type="subTitle"/>
          </p:nvPr>
        </p:nvSpPr>
        <p:spPr>
          <a:xfrm>
            <a:off x="550200" y="3381025"/>
            <a:ext cx="2076300" cy="783900"/>
          </a:xfrm>
          <a:prstGeom prst="rect">
            <a:avLst/>
          </a:prstGeom>
        </p:spPr>
        <p:txBody>
          <a:bodyPr anchorCtr="0" anchor="b" bIns="91425" lIns="91425" spcFirstLastPara="1" rIns="91425" wrap="square" tIns="91425">
            <a:normAutofit/>
          </a:bodyPr>
          <a:lstStyle>
            <a:lvl1pPr lvl="0" rtl="0">
              <a:lnSpc>
                <a:spcPct val="100000"/>
              </a:lnSpc>
              <a:spcBef>
                <a:spcPts val="0"/>
              </a:spcBef>
              <a:spcAft>
                <a:spcPts val="0"/>
              </a:spcAft>
              <a:buClr>
                <a:schemeClr val="lt1"/>
              </a:buClr>
              <a:buSzPts val="1400"/>
              <a:buFont typeface="Inter"/>
              <a:buNone/>
              <a:defRPr sz="1400">
                <a:solidFill>
                  <a:schemeClr val="lt1"/>
                </a:solidFill>
                <a:latin typeface="Inter"/>
                <a:ea typeface="Inter"/>
                <a:cs typeface="Inter"/>
                <a:sym typeface="Inter"/>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pic>
        <p:nvPicPr>
          <p:cNvPr id="247" name="Google Shape;247;p30"/>
          <p:cNvPicPr preferRelativeResize="0"/>
          <p:nvPr/>
        </p:nvPicPr>
        <p:blipFill>
          <a:blip r:embed="rId4">
            <a:alphaModFix/>
          </a:blip>
          <a:stretch>
            <a:fillRect/>
          </a:stretch>
        </p:blipFill>
        <p:spPr>
          <a:xfrm>
            <a:off x="6396000" y="3736800"/>
            <a:ext cx="2076451" cy="309550"/>
          </a:xfrm>
          <a:prstGeom prst="rect">
            <a:avLst/>
          </a:prstGeom>
          <a:noFill/>
          <a:ln>
            <a:noFill/>
          </a:ln>
        </p:spPr>
      </p:pic>
      <p:sp>
        <p:nvSpPr>
          <p:cNvPr id="248" name="Google Shape;248;p30"/>
          <p:cNvSpPr txBox="1"/>
          <p:nvPr>
            <p:ph idx="2" type="subTitle"/>
          </p:nvPr>
        </p:nvSpPr>
        <p:spPr>
          <a:xfrm>
            <a:off x="5944025" y="4354525"/>
            <a:ext cx="2688600" cy="574800"/>
          </a:xfrm>
          <a:prstGeom prst="rect">
            <a:avLst/>
          </a:prstGeom>
        </p:spPr>
        <p:txBody>
          <a:bodyPr anchorCtr="0" anchor="b" bIns="91425" lIns="91425" spcFirstLastPara="1" rIns="91425" wrap="square" tIns="91425">
            <a:normAutofit/>
          </a:bodyPr>
          <a:lstStyle>
            <a:lvl1pPr lvl="0" rtl="0" algn="r">
              <a:lnSpc>
                <a:spcPct val="100000"/>
              </a:lnSpc>
              <a:spcBef>
                <a:spcPts val="0"/>
              </a:spcBef>
              <a:spcAft>
                <a:spcPts val="0"/>
              </a:spcAft>
              <a:buClr>
                <a:schemeClr val="lt1"/>
              </a:buClr>
              <a:buSzPts val="1200"/>
              <a:buFont typeface="Space Mono"/>
              <a:buNone/>
              <a:defRPr sz="1200">
                <a:solidFill>
                  <a:schemeClr val="lt1"/>
                </a:solidFill>
                <a:latin typeface="Space Mono"/>
                <a:ea typeface="Space Mono"/>
                <a:cs typeface="Space Mono"/>
                <a:sym typeface="Space Mono"/>
              </a:defRPr>
            </a:lvl1pPr>
            <a:lvl2pPr lvl="1" rtl="0" algn="r">
              <a:lnSpc>
                <a:spcPct val="100000"/>
              </a:lnSpc>
              <a:spcBef>
                <a:spcPts val="0"/>
              </a:spcBef>
              <a:spcAft>
                <a:spcPts val="0"/>
              </a:spcAft>
              <a:buSzPts val="2800"/>
              <a:buFont typeface="Space Mono"/>
              <a:buNone/>
              <a:defRPr sz="2800">
                <a:latin typeface="Space Mono"/>
                <a:ea typeface="Space Mono"/>
                <a:cs typeface="Space Mono"/>
                <a:sym typeface="Space Mono"/>
              </a:defRPr>
            </a:lvl2pPr>
            <a:lvl3pPr lvl="2" rtl="0" algn="r">
              <a:lnSpc>
                <a:spcPct val="100000"/>
              </a:lnSpc>
              <a:spcBef>
                <a:spcPts val="0"/>
              </a:spcBef>
              <a:spcAft>
                <a:spcPts val="0"/>
              </a:spcAft>
              <a:buSzPts val="2800"/>
              <a:buFont typeface="Space Mono"/>
              <a:buNone/>
              <a:defRPr sz="2800">
                <a:latin typeface="Space Mono"/>
                <a:ea typeface="Space Mono"/>
                <a:cs typeface="Space Mono"/>
                <a:sym typeface="Space Mono"/>
              </a:defRPr>
            </a:lvl3pPr>
            <a:lvl4pPr lvl="3" rtl="0" algn="r">
              <a:lnSpc>
                <a:spcPct val="100000"/>
              </a:lnSpc>
              <a:spcBef>
                <a:spcPts val="0"/>
              </a:spcBef>
              <a:spcAft>
                <a:spcPts val="0"/>
              </a:spcAft>
              <a:buSzPts val="2800"/>
              <a:buFont typeface="Space Mono"/>
              <a:buNone/>
              <a:defRPr sz="2800">
                <a:latin typeface="Space Mono"/>
                <a:ea typeface="Space Mono"/>
                <a:cs typeface="Space Mono"/>
                <a:sym typeface="Space Mono"/>
              </a:defRPr>
            </a:lvl4pPr>
            <a:lvl5pPr lvl="4" rtl="0" algn="r">
              <a:lnSpc>
                <a:spcPct val="100000"/>
              </a:lnSpc>
              <a:spcBef>
                <a:spcPts val="0"/>
              </a:spcBef>
              <a:spcAft>
                <a:spcPts val="0"/>
              </a:spcAft>
              <a:buSzPts val="2800"/>
              <a:buFont typeface="Space Mono"/>
              <a:buNone/>
              <a:defRPr sz="2800">
                <a:latin typeface="Space Mono"/>
                <a:ea typeface="Space Mono"/>
                <a:cs typeface="Space Mono"/>
                <a:sym typeface="Space Mono"/>
              </a:defRPr>
            </a:lvl5pPr>
            <a:lvl6pPr lvl="5" rtl="0" algn="r">
              <a:lnSpc>
                <a:spcPct val="100000"/>
              </a:lnSpc>
              <a:spcBef>
                <a:spcPts val="0"/>
              </a:spcBef>
              <a:spcAft>
                <a:spcPts val="0"/>
              </a:spcAft>
              <a:buSzPts val="2800"/>
              <a:buFont typeface="Space Mono"/>
              <a:buNone/>
              <a:defRPr sz="2800">
                <a:latin typeface="Space Mono"/>
                <a:ea typeface="Space Mono"/>
                <a:cs typeface="Space Mono"/>
                <a:sym typeface="Space Mono"/>
              </a:defRPr>
            </a:lvl6pPr>
            <a:lvl7pPr lvl="6" rtl="0" algn="r">
              <a:lnSpc>
                <a:spcPct val="100000"/>
              </a:lnSpc>
              <a:spcBef>
                <a:spcPts val="0"/>
              </a:spcBef>
              <a:spcAft>
                <a:spcPts val="0"/>
              </a:spcAft>
              <a:buSzPts val="2800"/>
              <a:buFont typeface="Space Mono"/>
              <a:buNone/>
              <a:defRPr sz="2800">
                <a:latin typeface="Space Mono"/>
                <a:ea typeface="Space Mono"/>
                <a:cs typeface="Space Mono"/>
                <a:sym typeface="Space Mono"/>
              </a:defRPr>
            </a:lvl7pPr>
            <a:lvl8pPr lvl="7" rtl="0" algn="r">
              <a:lnSpc>
                <a:spcPct val="100000"/>
              </a:lnSpc>
              <a:spcBef>
                <a:spcPts val="0"/>
              </a:spcBef>
              <a:spcAft>
                <a:spcPts val="0"/>
              </a:spcAft>
              <a:buSzPts val="2800"/>
              <a:buFont typeface="Space Mono"/>
              <a:buNone/>
              <a:defRPr sz="2800">
                <a:latin typeface="Space Mono"/>
                <a:ea typeface="Space Mono"/>
                <a:cs typeface="Space Mono"/>
                <a:sym typeface="Space Mono"/>
              </a:defRPr>
            </a:lvl8pPr>
            <a:lvl9pPr lvl="8" rtl="0" algn="r">
              <a:lnSpc>
                <a:spcPct val="100000"/>
              </a:lnSpc>
              <a:spcBef>
                <a:spcPts val="0"/>
              </a:spcBef>
              <a:spcAft>
                <a:spcPts val="0"/>
              </a:spcAft>
              <a:buSzPts val="2800"/>
              <a:buFont typeface="Space Mono"/>
              <a:buNone/>
              <a:defRPr sz="2800">
                <a:latin typeface="Space Mono"/>
                <a:ea typeface="Space Mono"/>
                <a:cs typeface="Space Mono"/>
                <a:sym typeface="Space Mono"/>
              </a:defRPr>
            </a:lvl9pPr>
          </a:lstStyle>
          <a:p/>
        </p:txBody>
      </p:sp>
      <p:pic>
        <p:nvPicPr>
          <p:cNvPr id="249" name="Google Shape;249;p30"/>
          <p:cNvPicPr preferRelativeResize="0"/>
          <p:nvPr/>
        </p:nvPicPr>
        <p:blipFill>
          <a:blip r:embed="rId5">
            <a:alphaModFix/>
          </a:blip>
          <a:stretch>
            <a:fillRect/>
          </a:stretch>
        </p:blipFill>
        <p:spPr>
          <a:xfrm>
            <a:off x="-762396" y="0"/>
            <a:ext cx="548700" cy="2288640"/>
          </a:xfrm>
          <a:prstGeom prst="rect">
            <a:avLst/>
          </a:prstGeom>
          <a:noFill/>
          <a:ln>
            <a:noFill/>
          </a:ln>
        </p:spPr>
      </p:pic>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3)">
  <p:cSld name="TITLE_2_1">
    <p:bg>
      <p:bgPr>
        <a:solidFill>
          <a:schemeClr val="dk1"/>
        </a:solidFill>
      </p:bgPr>
    </p:bg>
    <p:spTree>
      <p:nvGrpSpPr>
        <p:cNvPr id="250" name="Shape 250"/>
        <p:cNvGrpSpPr/>
        <p:nvPr/>
      </p:nvGrpSpPr>
      <p:grpSpPr>
        <a:xfrm>
          <a:off x="0" y="0"/>
          <a:ext cx="0" cy="0"/>
          <a:chOff x="0" y="0"/>
          <a:chExt cx="0" cy="0"/>
        </a:xfrm>
      </p:grpSpPr>
      <p:sp>
        <p:nvSpPr>
          <p:cNvPr id="251" name="Google Shape;251;p31"/>
          <p:cNvSpPr txBox="1"/>
          <p:nvPr>
            <p:ph type="ctrTitle"/>
          </p:nvPr>
        </p:nvSpPr>
        <p:spPr>
          <a:xfrm>
            <a:off x="574500" y="904600"/>
            <a:ext cx="7995000" cy="2453700"/>
          </a:xfrm>
          <a:prstGeom prst="rect">
            <a:avLst/>
          </a:prstGeom>
        </p:spPr>
        <p:txBody>
          <a:bodyPr anchorCtr="0" anchor="t" bIns="91425" lIns="91425" spcFirstLastPara="1" rIns="91425" wrap="square" tIns="91425">
            <a:normAutofit/>
          </a:bodyPr>
          <a:lstStyle>
            <a:lvl1pPr lvl="0" rtl="0">
              <a:lnSpc>
                <a:spcPct val="85000"/>
              </a:lnSpc>
              <a:spcBef>
                <a:spcPts val="0"/>
              </a:spcBef>
              <a:spcAft>
                <a:spcPts val="0"/>
              </a:spcAft>
              <a:buClr>
                <a:schemeClr val="lt1"/>
              </a:buClr>
              <a:buSzPts val="10500"/>
              <a:buNone/>
              <a:defRPr b="1" sz="10500">
                <a:solidFill>
                  <a:schemeClr val="lt1"/>
                </a:solidFill>
              </a:defRPr>
            </a:lvl1pPr>
            <a:lvl2pPr lvl="1" rtl="0" algn="ctr">
              <a:spcBef>
                <a:spcPts val="0"/>
              </a:spcBef>
              <a:spcAft>
                <a:spcPts val="0"/>
              </a:spcAft>
              <a:buSzPts val="10500"/>
              <a:buFont typeface="Inter"/>
              <a:buNone/>
              <a:defRPr sz="10500">
                <a:latin typeface="Inter"/>
                <a:ea typeface="Inter"/>
                <a:cs typeface="Inter"/>
                <a:sym typeface="Inter"/>
              </a:defRPr>
            </a:lvl2pPr>
            <a:lvl3pPr lvl="2" rtl="0" algn="ctr">
              <a:spcBef>
                <a:spcPts val="0"/>
              </a:spcBef>
              <a:spcAft>
                <a:spcPts val="0"/>
              </a:spcAft>
              <a:buSzPts val="10500"/>
              <a:buFont typeface="Inter"/>
              <a:buNone/>
              <a:defRPr sz="10500">
                <a:latin typeface="Inter"/>
                <a:ea typeface="Inter"/>
                <a:cs typeface="Inter"/>
                <a:sym typeface="Inter"/>
              </a:defRPr>
            </a:lvl3pPr>
            <a:lvl4pPr lvl="3" rtl="0" algn="ctr">
              <a:spcBef>
                <a:spcPts val="0"/>
              </a:spcBef>
              <a:spcAft>
                <a:spcPts val="0"/>
              </a:spcAft>
              <a:buSzPts val="10500"/>
              <a:buFont typeface="Inter"/>
              <a:buNone/>
              <a:defRPr sz="10500">
                <a:latin typeface="Inter"/>
                <a:ea typeface="Inter"/>
                <a:cs typeface="Inter"/>
                <a:sym typeface="Inter"/>
              </a:defRPr>
            </a:lvl4pPr>
            <a:lvl5pPr lvl="4" rtl="0" algn="ctr">
              <a:spcBef>
                <a:spcPts val="0"/>
              </a:spcBef>
              <a:spcAft>
                <a:spcPts val="0"/>
              </a:spcAft>
              <a:buSzPts val="10500"/>
              <a:buFont typeface="Inter"/>
              <a:buNone/>
              <a:defRPr sz="10500">
                <a:latin typeface="Inter"/>
                <a:ea typeface="Inter"/>
                <a:cs typeface="Inter"/>
                <a:sym typeface="Inter"/>
              </a:defRPr>
            </a:lvl5pPr>
            <a:lvl6pPr lvl="5" rtl="0" algn="ctr">
              <a:spcBef>
                <a:spcPts val="0"/>
              </a:spcBef>
              <a:spcAft>
                <a:spcPts val="0"/>
              </a:spcAft>
              <a:buSzPts val="10500"/>
              <a:buFont typeface="Inter"/>
              <a:buNone/>
              <a:defRPr sz="10500">
                <a:latin typeface="Inter"/>
                <a:ea typeface="Inter"/>
                <a:cs typeface="Inter"/>
                <a:sym typeface="Inter"/>
              </a:defRPr>
            </a:lvl6pPr>
            <a:lvl7pPr lvl="6" rtl="0" algn="ctr">
              <a:spcBef>
                <a:spcPts val="0"/>
              </a:spcBef>
              <a:spcAft>
                <a:spcPts val="0"/>
              </a:spcAft>
              <a:buSzPts val="10500"/>
              <a:buFont typeface="Inter"/>
              <a:buNone/>
              <a:defRPr sz="10500">
                <a:latin typeface="Inter"/>
                <a:ea typeface="Inter"/>
                <a:cs typeface="Inter"/>
                <a:sym typeface="Inter"/>
              </a:defRPr>
            </a:lvl7pPr>
            <a:lvl8pPr lvl="7" rtl="0" algn="ctr">
              <a:spcBef>
                <a:spcPts val="0"/>
              </a:spcBef>
              <a:spcAft>
                <a:spcPts val="0"/>
              </a:spcAft>
              <a:buSzPts val="10500"/>
              <a:buFont typeface="Inter"/>
              <a:buNone/>
              <a:defRPr sz="10500">
                <a:latin typeface="Inter"/>
                <a:ea typeface="Inter"/>
                <a:cs typeface="Inter"/>
                <a:sym typeface="Inter"/>
              </a:defRPr>
            </a:lvl8pPr>
            <a:lvl9pPr lvl="8" rtl="0" algn="ctr">
              <a:spcBef>
                <a:spcPts val="0"/>
              </a:spcBef>
              <a:spcAft>
                <a:spcPts val="0"/>
              </a:spcAft>
              <a:buSzPts val="10500"/>
              <a:buFont typeface="Inter"/>
              <a:buNone/>
              <a:defRPr sz="10500">
                <a:latin typeface="Inter"/>
                <a:ea typeface="Inter"/>
                <a:cs typeface="Inter"/>
                <a:sym typeface="Inter"/>
              </a:defRPr>
            </a:lvl9pPr>
          </a:lstStyle>
          <a:p/>
        </p:txBody>
      </p:sp>
      <p:sp>
        <p:nvSpPr>
          <p:cNvPr id="252" name="Google Shape;252;p31"/>
          <p:cNvSpPr txBox="1"/>
          <p:nvPr>
            <p:ph idx="1" type="subTitle"/>
          </p:nvPr>
        </p:nvSpPr>
        <p:spPr>
          <a:xfrm>
            <a:off x="574500" y="3381025"/>
            <a:ext cx="3211500" cy="628500"/>
          </a:xfrm>
          <a:prstGeom prst="rect">
            <a:avLst/>
          </a:prstGeom>
        </p:spPr>
        <p:txBody>
          <a:bodyPr anchorCtr="0" anchor="b" bIns="91425" lIns="91425" spcFirstLastPara="1" rIns="91425" wrap="square" tIns="91425">
            <a:normAutofit/>
          </a:bodyPr>
          <a:lstStyle>
            <a:lvl1pPr lvl="0" rtl="0">
              <a:lnSpc>
                <a:spcPct val="100000"/>
              </a:lnSpc>
              <a:spcBef>
                <a:spcPts val="0"/>
              </a:spcBef>
              <a:spcAft>
                <a:spcPts val="0"/>
              </a:spcAft>
              <a:buClr>
                <a:schemeClr val="lt1"/>
              </a:buClr>
              <a:buSzPts val="1400"/>
              <a:buFont typeface="Inter"/>
              <a:buNone/>
              <a:defRPr sz="1400">
                <a:solidFill>
                  <a:schemeClr val="lt1"/>
                </a:solidFill>
                <a:latin typeface="Inter"/>
                <a:ea typeface="Inter"/>
                <a:cs typeface="Inter"/>
                <a:sym typeface="Inter"/>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sp>
        <p:nvSpPr>
          <p:cNvPr id="253" name="Google Shape;253;p31"/>
          <p:cNvSpPr txBox="1"/>
          <p:nvPr>
            <p:ph idx="2" type="subTitle"/>
          </p:nvPr>
        </p:nvSpPr>
        <p:spPr>
          <a:xfrm>
            <a:off x="574500" y="525175"/>
            <a:ext cx="7995000" cy="356700"/>
          </a:xfrm>
          <a:prstGeom prst="rect">
            <a:avLst/>
          </a:prstGeom>
        </p:spPr>
        <p:txBody>
          <a:bodyPr anchorCtr="0" anchor="ctr" bIns="91425" lIns="91425" spcFirstLastPara="1" rIns="91425" wrap="square" tIns="91425">
            <a:normAutofit/>
          </a:bodyPr>
          <a:lstStyle>
            <a:lvl1pPr lvl="0" rtl="0">
              <a:lnSpc>
                <a:spcPct val="100000"/>
              </a:lnSpc>
              <a:spcBef>
                <a:spcPts val="0"/>
              </a:spcBef>
              <a:spcAft>
                <a:spcPts val="0"/>
              </a:spcAft>
              <a:buClr>
                <a:schemeClr val="lt1"/>
              </a:buClr>
              <a:buSzPts val="1200"/>
              <a:buFont typeface="Space Mono"/>
              <a:buNone/>
              <a:defRPr sz="1200">
                <a:solidFill>
                  <a:schemeClr val="lt1"/>
                </a:solidFill>
                <a:latin typeface="Space Mono"/>
                <a:ea typeface="Space Mono"/>
                <a:cs typeface="Space Mono"/>
                <a:sym typeface="Space Mono"/>
              </a:defRPr>
            </a:lvl1pPr>
            <a:lvl2pPr lvl="1" rtl="0" algn="r">
              <a:lnSpc>
                <a:spcPct val="100000"/>
              </a:lnSpc>
              <a:spcBef>
                <a:spcPts val="0"/>
              </a:spcBef>
              <a:spcAft>
                <a:spcPts val="0"/>
              </a:spcAft>
              <a:buSzPts val="2800"/>
              <a:buFont typeface="Space Mono"/>
              <a:buNone/>
              <a:defRPr sz="2800">
                <a:latin typeface="Space Mono"/>
                <a:ea typeface="Space Mono"/>
                <a:cs typeface="Space Mono"/>
                <a:sym typeface="Space Mono"/>
              </a:defRPr>
            </a:lvl2pPr>
            <a:lvl3pPr lvl="2" rtl="0" algn="r">
              <a:lnSpc>
                <a:spcPct val="100000"/>
              </a:lnSpc>
              <a:spcBef>
                <a:spcPts val="0"/>
              </a:spcBef>
              <a:spcAft>
                <a:spcPts val="0"/>
              </a:spcAft>
              <a:buSzPts val="2800"/>
              <a:buFont typeface="Space Mono"/>
              <a:buNone/>
              <a:defRPr sz="2800">
                <a:latin typeface="Space Mono"/>
                <a:ea typeface="Space Mono"/>
                <a:cs typeface="Space Mono"/>
                <a:sym typeface="Space Mono"/>
              </a:defRPr>
            </a:lvl3pPr>
            <a:lvl4pPr lvl="3" rtl="0" algn="r">
              <a:lnSpc>
                <a:spcPct val="100000"/>
              </a:lnSpc>
              <a:spcBef>
                <a:spcPts val="0"/>
              </a:spcBef>
              <a:spcAft>
                <a:spcPts val="0"/>
              </a:spcAft>
              <a:buSzPts val="2800"/>
              <a:buFont typeface="Space Mono"/>
              <a:buNone/>
              <a:defRPr sz="2800">
                <a:latin typeface="Space Mono"/>
                <a:ea typeface="Space Mono"/>
                <a:cs typeface="Space Mono"/>
                <a:sym typeface="Space Mono"/>
              </a:defRPr>
            </a:lvl4pPr>
            <a:lvl5pPr lvl="4" rtl="0" algn="r">
              <a:lnSpc>
                <a:spcPct val="100000"/>
              </a:lnSpc>
              <a:spcBef>
                <a:spcPts val="0"/>
              </a:spcBef>
              <a:spcAft>
                <a:spcPts val="0"/>
              </a:spcAft>
              <a:buSzPts val="2800"/>
              <a:buFont typeface="Space Mono"/>
              <a:buNone/>
              <a:defRPr sz="2800">
                <a:latin typeface="Space Mono"/>
                <a:ea typeface="Space Mono"/>
                <a:cs typeface="Space Mono"/>
                <a:sym typeface="Space Mono"/>
              </a:defRPr>
            </a:lvl5pPr>
            <a:lvl6pPr lvl="5" rtl="0" algn="r">
              <a:lnSpc>
                <a:spcPct val="100000"/>
              </a:lnSpc>
              <a:spcBef>
                <a:spcPts val="0"/>
              </a:spcBef>
              <a:spcAft>
                <a:spcPts val="0"/>
              </a:spcAft>
              <a:buSzPts val="2800"/>
              <a:buFont typeface="Space Mono"/>
              <a:buNone/>
              <a:defRPr sz="2800">
                <a:latin typeface="Space Mono"/>
                <a:ea typeface="Space Mono"/>
                <a:cs typeface="Space Mono"/>
                <a:sym typeface="Space Mono"/>
              </a:defRPr>
            </a:lvl6pPr>
            <a:lvl7pPr lvl="6" rtl="0" algn="r">
              <a:lnSpc>
                <a:spcPct val="100000"/>
              </a:lnSpc>
              <a:spcBef>
                <a:spcPts val="0"/>
              </a:spcBef>
              <a:spcAft>
                <a:spcPts val="0"/>
              </a:spcAft>
              <a:buSzPts val="2800"/>
              <a:buFont typeface="Space Mono"/>
              <a:buNone/>
              <a:defRPr sz="2800">
                <a:latin typeface="Space Mono"/>
                <a:ea typeface="Space Mono"/>
                <a:cs typeface="Space Mono"/>
                <a:sym typeface="Space Mono"/>
              </a:defRPr>
            </a:lvl7pPr>
            <a:lvl8pPr lvl="7" rtl="0" algn="r">
              <a:lnSpc>
                <a:spcPct val="100000"/>
              </a:lnSpc>
              <a:spcBef>
                <a:spcPts val="0"/>
              </a:spcBef>
              <a:spcAft>
                <a:spcPts val="0"/>
              </a:spcAft>
              <a:buSzPts val="2800"/>
              <a:buFont typeface="Space Mono"/>
              <a:buNone/>
              <a:defRPr sz="2800">
                <a:latin typeface="Space Mono"/>
                <a:ea typeface="Space Mono"/>
                <a:cs typeface="Space Mono"/>
                <a:sym typeface="Space Mono"/>
              </a:defRPr>
            </a:lvl8pPr>
            <a:lvl9pPr lvl="8" rtl="0" algn="r">
              <a:lnSpc>
                <a:spcPct val="100000"/>
              </a:lnSpc>
              <a:spcBef>
                <a:spcPts val="0"/>
              </a:spcBef>
              <a:spcAft>
                <a:spcPts val="0"/>
              </a:spcAft>
              <a:buSzPts val="2800"/>
              <a:buFont typeface="Space Mono"/>
              <a:buNone/>
              <a:defRPr sz="2800">
                <a:latin typeface="Space Mono"/>
                <a:ea typeface="Space Mono"/>
                <a:cs typeface="Space Mono"/>
                <a:sym typeface="Space Mono"/>
              </a:defRPr>
            </a:lvl9pPr>
          </a:lstStyle>
          <a:p/>
        </p:txBody>
      </p:sp>
      <p:pic>
        <p:nvPicPr>
          <p:cNvPr id="254" name="Google Shape;254;p31"/>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255" name="Google Shape;255;p31"/>
          <p:cNvPicPr preferRelativeResize="0"/>
          <p:nvPr/>
        </p:nvPicPr>
        <p:blipFill>
          <a:blip r:embed="rId3">
            <a:alphaModFix/>
          </a:blip>
          <a:stretch>
            <a:fillRect/>
          </a:stretch>
        </p:blipFill>
        <p:spPr>
          <a:xfrm>
            <a:off x="736976" y="4258999"/>
            <a:ext cx="1986800" cy="298025"/>
          </a:xfrm>
          <a:prstGeom prst="rect">
            <a:avLst/>
          </a:prstGeom>
          <a:noFill/>
          <a:ln>
            <a:noFill/>
          </a:ln>
        </p:spPr>
      </p:pic>
      <p:sp>
        <p:nvSpPr>
          <p:cNvPr id="256" name="Google Shape;256;p31"/>
          <p:cNvSpPr txBox="1"/>
          <p:nvPr>
            <p:ph idx="3" type="subTitle"/>
          </p:nvPr>
        </p:nvSpPr>
        <p:spPr>
          <a:xfrm>
            <a:off x="5783250" y="4292200"/>
            <a:ext cx="2786400" cy="356700"/>
          </a:xfrm>
          <a:prstGeom prst="rect">
            <a:avLst/>
          </a:prstGeom>
        </p:spPr>
        <p:txBody>
          <a:bodyPr anchorCtr="0" anchor="ctr" bIns="91425" lIns="91425" spcFirstLastPara="1" rIns="91425" wrap="square" tIns="91425">
            <a:normAutofit/>
          </a:bodyPr>
          <a:lstStyle>
            <a:lvl1pPr lvl="0" rtl="0" algn="r">
              <a:lnSpc>
                <a:spcPct val="100000"/>
              </a:lnSpc>
              <a:spcBef>
                <a:spcPts val="0"/>
              </a:spcBef>
              <a:spcAft>
                <a:spcPts val="0"/>
              </a:spcAft>
              <a:buClr>
                <a:schemeClr val="lt1"/>
              </a:buClr>
              <a:buSzPts val="1200"/>
              <a:buFont typeface="Space Mono"/>
              <a:buNone/>
              <a:defRPr sz="1200">
                <a:solidFill>
                  <a:schemeClr val="lt1"/>
                </a:solidFill>
                <a:latin typeface="Space Mono"/>
                <a:ea typeface="Space Mono"/>
                <a:cs typeface="Space Mono"/>
                <a:sym typeface="Space Mono"/>
              </a:defRPr>
            </a:lvl1pPr>
            <a:lvl2pPr lvl="1" rtl="0" algn="r">
              <a:lnSpc>
                <a:spcPct val="100000"/>
              </a:lnSpc>
              <a:spcBef>
                <a:spcPts val="0"/>
              </a:spcBef>
              <a:spcAft>
                <a:spcPts val="0"/>
              </a:spcAft>
              <a:buSzPts val="2800"/>
              <a:buFont typeface="Space Mono"/>
              <a:buNone/>
              <a:defRPr sz="2800">
                <a:latin typeface="Space Mono"/>
                <a:ea typeface="Space Mono"/>
                <a:cs typeface="Space Mono"/>
                <a:sym typeface="Space Mono"/>
              </a:defRPr>
            </a:lvl2pPr>
            <a:lvl3pPr lvl="2" rtl="0" algn="r">
              <a:lnSpc>
                <a:spcPct val="100000"/>
              </a:lnSpc>
              <a:spcBef>
                <a:spcPts val="0"/>
              </a:spcBef>
              <a:spcAft>
                <a:spcPts val="0"/>
              </a:spcAft>
              <a:buSzPts val="2800"/>
              <a:buFont typeface="Space Mono"/>
              <a:buNone/>
              <a:defRPr sz="2800">
                <a:latin typeface="Space Mono"/>
                <a:ea typeface="Space Mono"/>
                <a:cs typeface="Space Mono"/>
                <a:sym typeface="Space Mono"/>
              </a:defRPr>
            </a:lvl3pPr>
            <a:lvl4pPr lvl="3" rtl="0" algn="r">
              <a:lnSpc>
                <a:spcPct val="100000"/>
              </a:lnSpc>
              <a:spcBef>
                <a:spcPts val="0"/>
              </a:spcBef>
              <a:spcAft>
                <a:spcPts val="0"/>
              </a:spcAft>
              <a:buSzPts val="2800"/>
              <a:buFont typeface="Space Mono"/>
              <a:buNone/>
              <a:defRPr sz="2800">
                <a:latin typeface="Space Mono"/>
                <a:ea typeface="Space Mono"/>
                <a:cs typeface="Space Mono"/>
                <a:sym typeface="Space Mono"/>
              </a:defRPr>
            </a:lvl4pPr>
            <a:lvl5pPr lvl="4" rtl="0" algn="r">
              <a:lnSpc>
                <a:spcPct val="100000"/>
              </a:lnSpc>
              <a:spcBef>
                <a:spcPts val="0"/>
              </a:spcBef>
              <a:spcAft>
                <a:spcPts val="0"/>
              </a:spcAft>
              <a:buSzPts val="2800"/>
              <a:buFont typeface="Space Mono"/>
              <a:buNone/>
              <a:defRPr sz="2800">
                <a:latin typeface="Space Mono"/>
                <a:ea typeface="Space Mono"/>
                <a:cs typeface="Space Mono"/>
                <a:sym typeface="Space Mono"/>
              </a:defRPr>
            </a:lvl5pPr>
            <a:lvl6pPr lvl="5" rtl="0" algn="r">
              <a:lnSpc>
                <a:spcPct val="100000"/>
              </a:lnSpc>
              <a:spcBef>
                <a:spcPts val="0"/>
              </a:spcBef>
              <a:spcAft>
                <a:spcPts val="0"/>
              </a:spcAft>
              <a:buSzPts val="2800"/>
              <a:buFont typeface="Space Mono"/>
              <a:buNone/>
              <a:defRPr sz="2800">
                <a:latin typeface="Space Mono"/>
                <a:ea typeface="Space Mono"/>
                <a:cs typeface="Space Mono"/>
                <a:sym typeface="Space Mono"/>
              </a:defRPr>
            </a:lvl6pPr>
            <a:lvl7pPr lvl="6" rtl="0" algn="r">
              <a:lnSpc>
                <a:spcPct val="100000"/>
              </a:lnSpc>
              <a:spcBef>
                <a:spcPts val="0"/>
              </a:spcBef>
              <a:spcAft>
                <a:spcPts val="0"/>
              </a:spcAft>
              <a:buSzPts val="2800"/>
              <a:buFont typeface="Space Mono"/>
              <a:buNone/>
              <a:defRPr sz="2800">
                <a:latin typeface="Space Mono"/>
                <a:ea typeface="Space Mono"/>
                <a:cs typeface="Space Mono"/>
                <a:sym typeface="Space Mono"/>
              </a:defRPr>
            </a:lvl7pPr>
            <a:lvl8pPr lvl="7" rtl="0" algn="r">
              <a:lnSpc>
                <a:spcPct val="100000"/>
              </a:lnSpc>
              <a:spcBef>
                <a:spcPts val="0"/>
              </a:spcBef>
              <a:spcAft>
                <a:spcPts val="0"/>
              </a:spcAft>
              <a:buSzPts val="2800"/>
              <a:buFont typeface="Space Mono"/>
              <a:buNone/>
              <a:defRPr sz="2800">
                <a:latin typeface="Space Mono"/>
                <a:ea typeface="Space Mono"/>
                <a:cs typeface="Space Mono"/>
                <a:sym typeface="Space Mono"/>
              </a:defRPr>
            </a:lvl8pPr>
            <a:lvl9pPr lvl="8" rtl="0" algn="r">
              <a:lnSpc>
                <a:spcPct val="100000"/>
              </a:lnSpc>
              <a:spcBef>
                <a:spcPts val="0"/>
              </a:spcBef>
              <a:spcAft>
                <a:spcPts val="0"/>
              </a:spcAft>
              <a:buSzPts val="2800"/>
              <a:buFont typeface="Space Mono"/>
              <a:buNone/>
              <a:defRPr sz="2800">
                <a:latin typeface="Space Mono"/>
                <a:ea typeface="Space Mono"/>
                <a:cs typeface="Space Mono"/>
                <a:sym typeface="Space Mono"/>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4)">
  <p:cSld name="TITLE_1">
    <p:bg>
      <p:bgPr>
        <a:solidFill>
          <a:schemeClr val="dk1"/>
        </a:solidFill>
      </p:bgPr>
    </p:bg>
    <p:spTree>
      <p:nvGrpSpPr>
        <p:cNvPr id="257" name="Shape 257"/>
        <p:cNvGrpSpPr/>
        <p:nvPr/>
      </p:nvGrpSpPr>
      <p:grpSpPr>
        <a:xfrm>
          <a:off x="0" y="0"/>
          <a:ext cx="0" cy="0"/>
          <a:chOff x="0" y="0"/>
          <a:chExt cx="0" cy="0"/>
        </a:xfrm>
      </p:grpSpPr>
      <p:sp>
        <p:nvSpPr>
          <p:cNvPr id="258" name="Google Shape;258;p32"/>
          <p:cNvSpPr/>
          <p:nvPr/>
        </p:nvSpPr>
        <p:spPr>
          <a:xfrm>
            <a:off x="1500850" y="854700"/>
            <a:ext cx="6142200" cy="34341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 name="Google Shape;259;p32"/>
          <p:cNvSpPr txBox="1"/>
          <p:nvPr>
            <p:ph type="ctrTitle"/>
          </p:nvPr>
        </p:nvSpPr>
        <p:spPr>
          <a:xfrm>
            <a:off x="688400" y="1063650"/>
            <a:ext cx="5671200" cy="16734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5000"/>
              <a:buFont typeface="Inter Medium"/>
              <a:buNone/>
              <a:defRPr sz="5000">
                <a:solidFill>
                  <a:schemeClr val="lt1"/>
                </a:solidFill>
                <a:latin typeface="Inter Medium"/>
                <a:ea typeface="Inter Medium"/>
                <a:cs typeface="Inter Medium"/>
                <a:sym typeface="Inter Medium"/>
              </a:defRPr>
            </a:lvl1pPr>
            <a:lvl2pPr lvl="1" rtl="0" algn="ctr">
              <a:spcBef>
                <a:spcPts val="0"/>
              </a:spcBef>
              <a:spcAft>
                <a:spcPts val="0"/>
              </a:spcAft>
              <a:buSzPts val="5200"/>
              <a:buFont typeface="Inter"/>
              <a:buNone/>
              <a:defRPr sz="5200">
                <a:latin typeface="Inter"/>
                <a:ea typeface="Inter"/>
                <a:cs typeface="Inter"/>
                <a:sym typeface="Inter"/>
              </a:defRPr>
            </a:lvl2pPr>
            <a:lvl3pPr lvl="2" rtl="0" algn="ctr">
              <a:spcBef>
                <a:spcPts val="0"/>
              </a:spcBef>
              <a:spcAft>
                <a:spcPts val="0"/>
              </a:spcAft>
              <a:buSzPts val="5200"/>
              <a:buFont typeface="Inter"/>
              <a:buNone/>
              <a:defRPr sz="5200">
                <a:latin typeface="Inter"/>
                <a:ea typeface="Inter"/>
                <a:cs typeface="Inter"/>
                <a:sym typeface="Inter"/>
              </a:defRPr>
            </a:lvl3pPr>
            <a:lvl4pPr lvl="3" rtl="0" algn="ctr">
              <a:spcBef>
                <a:spcPts val="0"/>
              </a:spcBef>
              <a:spcAft>
                <a:spcPts val="0"/>
              </a:spcAft>
              <a:buSzPts val="5200"/>
              <a:buFont typeface="Inter"/>
              <a:buNone/>
              <a:defRPr sz="5200">
                <a:latin typeface="Inter"/>
                <a:ea typeface="Inter"/>
                <a:cs typeface="Inter"/>
                <a:sym typeface="Inter"/>
              </a:defRPr>
            </a:lvl4pPr>
            <a:lvl5pPr lvl="4" rtl="0" algn="ctr">
              <a:spcBef>
                <a:spcPts val="0"/>
              </a:spcBef>
              <a:spcAft>
                <a:spcPts val="0"/>
              </a:spcAft>
              <a:buSzPts val="5200"/>
              <a:buFont typeface="Inter"/>
              <a:buNone/>
              <a:defRPr sz="5200">
                <a:latin typeface="Inter"/>
                <a:ea typeface="Inter"/>
                <a:cs typeface="Inter"/>
                <a:sym typeface="Inter"/>
              </a:defRPr>
            </a:lvl5pPr>
            <a:lvl6pPr lvl="5" rtl="0" algn="ctr">
              <a:spcBef>
                <a:spcPts val="0"/>
              </a:spcBef>
              <a:spcAft>
                <a:spcPts val="0"/>
              </a:spcAft>
              <a:buSzPts val="5200"/>
              <a:buFont typeface="Inter"/>
              <a:buNone/>
              <a:defRPr sz="5200">
                <a:latin typeface="Inter"/>
                <a:ea typeface="Inter"/>
                <a:cs typeface="Inter"/>
                <a:sym typeface="Inter"/>
              </a:defRPr>
            </a:lvl6pPr>
            <a:lvl7pPr lvl="6" rtl="0" algn="ctr">
              <a:spcBef>
                <a:spcPts val="0"/>
              </a:spcBef>
              <a:spcAft>
                <a:spcPts val="0"/>
              </a:spcAft>
              <a:buSzPts val="5200"/>
              <a:buFont typeface="Inter"/>
              <a:buNone/>
              <a:defRPr sz="5200">
                <a:latin typeface="Inter"/>
                <a:ea typeface="Inter"/>
                <a:cs typeface="Inter"/>
                <a:sym typeface="Inter"/>
              </a:defRPr>
            </a:lvl7pPr>
            <a:lvl8pPr lvl="7" rtl="0" algn="ctr">
              <a:spcBef>
                <a:spcPts val="0"/>
              </a:spcBef>
              <a:spcAft>
                <a:spcPts val="0"/>
              </a:spcAft>
              <a:buSzPts val="5200"/>
              <a:buFont typeface="Inter"/>
              <a:buNone/>
              <a:defRPr sz="5200">
                <a:latin typeface="Inter"/>
                <a:ea typeface="Inter"/>
                <a:cs typeface="Inter"/>
                <a:sym typeface="Inter"/>
              </a:defRPr>
            </a:lvl8pPr>
            <a:lvl9pPr lvl="8" rtl="0" algn="ctr">
              <a:spcBef>
                <a:spcPts val="0"/>
              </a:spcBef>
              <a:spcAft>
                <a:spcPts val="0"/>
              </a:spcAft>
              <a:buSzPts val="5200"/>
              <a:buFont typeface="Inter"/>
              <a:buNone/>
              <a:defRPr sz="5200">
                <a:latin typeface="Inter"/>
                <a:ea typeface="Inter"/>
                <a:cs typeface="Inter"/>
                <a:sym typeface="Inter"/>
              </a:defRPr>
            </a:lvl9pPr>
          </a:lstStyle>
          <a:p/>
        </p:txBody>
      </p:sp>
      <p:sp>
        <p:nvSpPr>
          <p:cNvPr id="260" name="Google Shape;260;p32"/>
          <p:cNvSpPr txBox="1"/>
          <p:nvPr>
            <p:ph idx="1" type="subTitle"/>
          </p:nvPr>
        </p:nvSpPr>
        <p:spPr>
          <a:xfrm>
            <a:off x="3516925" y="3916825"/>
            <a:ext cx="2842500" cy="746400"/>
          </a:xfrm>
          <a:prstGeom prst="rect">
            <a:avLst/>
          </a:prstGeom>
        </p:spPr>
        <p:txBody>
          <a:bodyPr anchorCtr="0" anchor="b" bIns="91425" lIns="91425" spcFirstLastPara="1" rIns="91425" wrap="square" tIns="91425">
            <a:normAutofit/>
          </a:bodyPr>
          <a:lstStyle>
            <a:lvl1pPr lvl="0" rtl="0" algn="r">
              <a:lnSpc>
                <a:spcPct val="100000"/>
              </a:lnSpc>
              <a:spcBef>
                <a:spcPts val="0"/>
              </a:spcBef>
              <a:spcAft>
                <a:spcPts val="0"/>
              </a:spcAft>
              <a:buClr>
                <a:schemeClr val="lt1"/>
              </a:buClr>
              <a:buSzPts val="1400"/>
              <a:buFont typeface="Space Mono"/>
              <a:buNone/>
              <a:defRPr sz="1400">
                <a:solidFill>
                  <a:schemeClr val="lt1"/>
                </a:solidFill>
                <a:latin typeface="Space Mono"/>
                <a:ea typeface="Space Mono"/>
                <a:cs typeface="Space Mono"/>
                <a:sym typeface="Space Mono"/>
              </a:defRPr>
            </a:lvl1pPr>
            <a:lvl2pPr lvl="1" rtl="0" algn="r">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gn="r">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gn="r">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gn="r">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gn="r">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gn="r">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gn="r">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gn="r">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61" name="Google Shape;261;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pic>
        <p:nvPicPr>
          <p:cNvPr id="262" name="Google Shape;262;p32"/>
          <p:cNvPicPr preferRelativeResize="0"/>
          <p:nvPr/>
        </p:nvPicPr>
        <p:blipFill>
          <a:blip r:embed="rId2">
            <a:alphaModFix/>
          </a:blip>
          <a:stretch>
            <a:fillRect/>
          </a:stretch>
        </p:blipFill>
        <p:spPr>
          <a:xfrm>
            <a:off x="-1092126" y="0"/>
            <a:ext cx="852650" cy="2590802"/>
          </a:xfrm>
          <a:prstGeom prst="rect">
            <a:avLst/>
          </a:prstGeom>
          <a:noFill/>
          <a:ln>
            <a:noFill/>
          </a:ln>
        </p:spPr>
      </p:pic>
      <p:pic>
        <p:nvPicPr>
          <p:cNvPr id="263" name="Google Shape;263;p32"/>
          <p:cNvPicPr preferRelativeResize="0"/>
          <p:nvPr/>
        </p:nvPicPr>
        <p:blipFill>
          <a:blip r:embed="rId3">
            <a:alphaModFix/>
          </a:blip>
          <a:stretch>
            <a:fillRect/>
          </a:stretch>
        </p:blipFill>
        <p:spPr>
          <a:xfrm>
            <a:off x="6858000" y="0"/>
            <a:ext cx="2286000" cy="5143500"/>
          </a:xfrm>
          <a:prstGeom prst="rect">
            <a:avLst/>
          </a:prstGeom>
          <a:noFill/>
          <a:ln>
            <a:noFill/>
          </a:ln>
        </p:spPr>
      </p:pic>
      <p:sp>
        <p:nvSpPr>
          <p:cNvPr id="264" name="Google Shape;264;p32"/>
          <p:cNvSpPr txBox="1"/>
          <p:nvPr>
            <p:ph idx="2" type="subTitle"/>
          </p:nvPr>
        </p:nvSpPr>
        <p:spPr>
          <a:xfrm>
            <a:off x="688400" y="488925"/>
            <a:ext cx="5671200" cy="574800"/>
          </a:xfrm>
          <a:prstGeom prst="rect">
            <a:avLst/>
          </a:prstGeom>
        </p:spPr>
        <p:txBody>
          <a:bodyPr anchorCtr="0" anchor="b" bIns="91425" lIns="91425" spcFirstLastPara="1" rIns="91425" wrap="square" tIns="91425">
            <a:normAutofit/>
          </a:bodyPr>
          <a:lstStyle>
            <a:lvl1pPr lvl="0" rtl="0">
              <a:lnSpc>
                <a:spcPct val="100000"/>
              </a:lnSpc>
              <a:spcBef>
                <a:spcPts val="0"/>
              </a:spcBef>
              <a:spcAft>
                <a:spcPts val="0"/>
              </a:spcAft>
              <a:buClr>
                <a:schemeClr val="lt1"/>
              </a:buClr>
              <a:buSzPts val="1600"/>
              <a:buFont typeface="Space Mono"/>
              <a:buNone/>
              <a:defRPr sz="1600">
                <a:solidFill>
                  <a:schemeClr val="lt1"/>
                </a:solidFill>
                <a:latin typeface="Space Mono"/>
                <a:ea typeface="Space Mono"/>
                <a:cs typeface="Space Mono"/>
                <a:sym typeface="Space Mono"/>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sp>
        <p:nvSpPr>
          <p:cNvPr id="265" name="Google Shape;265;p32"/>
          <p:cNvSpPr/>
          <p:nvPr>
            <p:ph idx="3" type="pic"/>
          </p:nvPr>
        </p:nvSpPr>
        <p:spPr>
          <a:xfrm>
            <a:off x="7143150" y="2959375"/>
            <a:ext cx="1715700" cy="1715700"/>
          </a:xfrm>
          <a:prstGeom prst="rect">
            <a:avLst/>
          </a:prstGeom>
          <a:noFill/>
          <a:ln>
            <a:noFill/>
          </a:ln>
        </p:spPr>
      </p:sp>
      <p:pic>
        <p:nvPicPr>
          <p:cNvPr id="266" name="Google Shape;266;p32"/>
          <p:cNvPicPr preferRelativeResize="0"/>
          <p:nvPr/>
        </p:nvPicPr>
        <p:blipFill>
          <a:blip r:embed="rId4">
            <a:alphaModFix/>
          </a:blip>
          <a:stretch>
            <a:fillRect/>
          </a:stretch>
        </p:blipFill>
        <p:spPr>
          <a:xfrm>
            <a:off x="797747" y="4336402"/>
            <a:ext cx="1470794" cy="22062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OC (1)">
  <p:cSld name="TITLE_1_1">
    <p:bg>
      <p:bgPr>
        <a:solidFill>
          <a:schemeClr val="dk1"/>
        </a:solidFill>
      </p:bgPr>
    </p:bg>
    <p:spTree>
      <p:nvGrpSpPr>
        <p:cNvPr id="267" name="Shape 267"/>
        <p:cNvGrpSpPr/>
        <p:nvPr/>
      </p:nvGrpSpPr>
      <p:grpSpPr>
        <a:xfrm>
          <a:off x="0" y="0"/>
          <a:ext cx="0" cy="0"/>
          <a:chOff x="0" y="0"/>
          <a:chExt cx="0" cy="0"/>
        </a:xfrm>
      </p:grpSpPr>
      <p:pic>
        <p:nvPicPr>
          <p:cNvPr id="268" name="Google Shape;268;p33"/>
          <p:cNvPicPr preferRelativeResize="0"/>
          <p:nvPr/>
        </p:nvPicPr>
        <p:blipFill>
          <a:blip r:embed="rId2">
            <a:alphaModFix/>
          </a:blip>
          <a:stretch>
            <a:fillRect/>
          </a:stretch>
        </p:blipFill>
        <p:spPr>
          <a:xfrm>
            <a:off x="0" y="0"/>
            <a:ext cx="2286000" cy="5143500"/>
          </a:xfrm>
          <a:prstGeom prst="rect">
            <a:avLst/>
          </a:prstGeom>
          <a:noFill/>
          <a:ln>
            <a:noFill/>
          </a:ln>
        </p:spPr>
      </p:pic>
      <p:sp>
        <p:nvSpPr>
          <p:cNvPr id="269" name="Google Shape;269;p33"/>
          <p:cNvSpPr txBox="1"/>
          <p:nvPr>
            <p:ph idx="1" type="subTitle"/>
          </p:nvPr>
        </p:nvSpPr>
        <p:spPr>
          <a:xfrm>
            <a:off x="2868200" y="9962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pic>
        <p:nvPicPr>
          <p:cNvPr id="270" name="Google Shape;270;p33"/>
          <p:cNvPicPr preferRelativeResize="0"/>
          <p:nvPr/>
        </p:nvPicPr>
        <p:blipFill>
          <a:blip r:embed="rId3">
            <a:alphaModFix/>
          </a:blip>
          <a:stretch>
            <a:fillRect/>
          </a:stretch>
        </p:blipFill>
        <p:spPr>
          <a:xfrm>
            <a:off x="-1092126" y="0"/>
            <a:ext cx="852650" cy="2590802"/>
          </a:xfrm>
          <a:prstGeom prst="rect">
            <a:avLst/>
          </a:prstGeom>
          <a:noFill/>
          <a:ln>
            <a:noFill/>
          </a:ln>
        </p:spPr>
      </p:pic>
      <p:sp>
        <p:nvSpPr>
          <p:cNvPr id="271" name="Google Shape;271;p33"/>
          <p:cNvSpPr txBox="1"/>
          <p:nvPr>
            <p:ph idx="2" type="subTitle"/>
          </p:nvPr>
        </p:nvSpPr>
        <p:spPr>
          <a:xfrm>
            <a:off x="296425" y="443350"/>
            <a:ext cx="1586400" cy="1393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dk1"/>
              </a:buClr>
              <a:buSzPts val="1800"/>
              <a:buFont typeface="Space Mono"/>
              <a:buNone/>
              <a:defRPr>
                <a:solidFill>
                  <a:schemeClr val="dk1"/>
                </a:solidFill>
                <a:latin typeface="Space Mono"/>
                <a:ea typeface="Space Mono"/>
                <a:cs typeface="Space Mono"/>
                <a:sym typeface="Space Mono"/>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sp>
        <p:nvSpPr>
          <p:cNvPr id="272" name="Google Shape;272;p33"/>
          <p:cNvSpPr txBox="1"/>
          <p:nvPr>
            <p:ph idx="3" type="subTitle"/>
          </p:nvPr>
        </p:nvSpPr>
        <p:spPr>
          <a:xfrm>
            <a:off x="2868200" y="4157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73" name="Google Shape;273;p33"/>
          <p:cNvSpPr txBox="1"/>
          <p:nvPr>
            <p:ph idx="4" type="subTitle"/>
          </p:nvPr>
        </p:nvSpPr>
        <p:spPr>
          <a:xfrm>
            <a:off x="4862017" y="9962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74" name="Google Shape;274;p33"/>
          <p:cNvSpPr txBox="1"/>
          <p:nvPr>
            <p:ph idx="5" type="subTitle"/>
          </p:nvPr>
        </p:nvSpPr>
        <p:spPr>
          <a:xfrm>
            <a:off x="4862017" y="4157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75" name="Google Shape;275;p33"/>
          <p:cNvSpPr txBox="1"/>
          <p:nvPr>
            <p:ph idx="6" type="subTitle"/>
          </p:nvPr>
        </p:nvSpPr>
        <p:spPr>
          <a:xfrm>
            <a:off x="6855834" y="9962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76" name="Google Shape;276;p33"/>
          <p:cNvSpPr txBox="1"/>
          <p:nvPr>
            <p:ph idx="7" type="subTitle"/>
          </p:nvPr>
        </p:nvSpPr>
        <p:spPr>
          <a:xfrm>
            <a:off x="6855834" y="4157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77" name="Google Shape;277;p33"/>
          <p:cNvSpPr txBox="1"/>
          <p:nvPr>
            <p:ph idx="8" type="subTitle"/>
          </p:nvPr>
        </p:nvSpPr>
        <p:spPr>
          <a:xfrm>
            <a:off x="2868200" y="25070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78" name="Google Shape;278;p33"/>
          <p:cNvSpPr txBox="1"/>
          <p:nvPr>
            <p:ph idx="9" type="subTitle"/>
          </p:nvPr>
        </p:nvSpPr>
        <p:spPr>
          <a:xfrm>
            <a:off x="2868200" y="19265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79" name="Google Shape;279;p33"/>
          <p:cNvSpPr txBox="1"/>
          <p:nvPr>
            <p:ph idx="13" type="subTitle"/>
          </p:nvPr>
        </p:nvSpPr>
        <p:spPr>
          <a:xfrm>
            <a:off x="4862017" y="25070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80" name="Google Shape;280;p33"/>
          <p:cNvSpPr txBox="1"/>
          <p:nvPr>
            <p:ph idx="14" type="subTitle"/>
          </p:nvPr>
        </p:nvSpPr>
        <p:spPr>
          <a:xfrm>
            <a:off x="4862017" y="19265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81" name="Google Shape;281;p33"/>
          <p:cNvSpPr txBox="1"/>
          <p:nvPr>
            <p:ph idx="15" type="subTitle"/>
          </p:nvPr>
        </p:nvSpPr>
        <p:spPr>
          <a:xfrm>
            <a:off x="6855834" y="25070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82" name="Google Shape;282;p33"/>
          <p:cNvSpPr txBox="1"/>
          <p:nvPr>
            <p:ph idx="16" type="subTitle"/>
          </p:nvPr>
        </p:nvSpPr>
        <p:spPr>
          <a:xfrm>
            <a:off x="6855834" y="19265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83" name="Google Shape;283;p33"/>
          <p:cNvSpPr txBox="1"/>
          <p:nvPr>
            <p:ph idx="17" type="subTitle"/>
          </p:nvPr>
        </p:nvSpPr>
        <p:spPr>
          <a:xfrm>
            <a:off x="2868200" y="40178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84" name="Google Shape;284;p33"/>
          <p:cNvSpPr txBox="1"/>
          <p:nvPr>
            <p:ph idx="18" type="subTitle"/>
          </p:nvPr>
        </p:nvSpPr>
        <p:spPr>
          <a:xfrm>
            <a:off x="2868200" y="34373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85" name="Google Shape;285;p33"/>
          <p:cNvSpPr txBox="1"/>
          <p:nvPr>
            <p:ph idx="19" type="subTitle"/>
          </p:nvPr>
        </p:nvSpPr>
        <p:spPr>
          <a:xfrm>
            <a:off x="4862017" y="40178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86" name="Google Shape;286;p33"/>
          <p:cNvSpPr txBox="1"/>
          <p:nvPr>
            <p:ph idx="20" type="subTitle"/>
          </p:nvPr>
        </p:nvSpPr>
        <p:spPr>
          <a:xfrm>
            <a:off x="4862017" y="34373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87" name="Google Shape;287;p33"/>
          <p:cNvSpPr txBox="1"/>
          <p:nvPr>
            <p:ph idx="21" type="subTitle"/>
          </p:nvPr>
        </p:nvSpPr>
        <p:spPr>
          <a:xfrm>
            <a:off x="6855834" y="40178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88" name="Google Shape;288;p33"/>
          <p:cNvSpPr txBox="1"/>
          <p:nvPr>
            <p:ph idx="22" type="subTitle"/>
          </p:nvPr>
        </p:nvSpPr>
        <p:spPr>
          <a:xfrm>
            <a:off x="6855834" y="34373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pic>
        <p:nvPicPr>
          <p:cNvPr id="289" name="Google Shape;289;p33"/>
          <p:cNvPicPr preferRelativeResize="0"/>
          <p:nvPr/>
        </p:nvPicPr>
        <p:blipFill>
          <a:blip r:embed="rId4">
            <a:alphaModFix/>
          </a:blip>
          <a:stretch>
            <a:fillRect/>
          </a:stretch>
        </p:blipFill>
        <p:spPr>
          <a:xfrm>
            <a:off x="457953" y="4543525"/>
            <a:ext cx="950126" cy="141650"/>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OC (2)">
  <p:cSld name="TITLE_1_1_1">
    <p:bg>
      <p:bgPr>
        <a:solidFill>
          <a:schemeClr val="dk1"/>
        </a:solidFill>
      </p:bgPr>
    </p:bg>
    <p:spTree>
      <p:nvGrpSpPr>
        <p:cNvPr id="290" name="Shape 290"/>
        <p:cNvGrpSpPr/>
        <p:nvPr/>
      </p:nvGrpSpPr>
      <p:grpSpPr>
        <a:xfrm>
          <a:off x="0" y="0"/>
          <a:ext cx="0" cy="0"/>
          <a:chOff x="0" y="0"/>
          <a:chExt cx="0" cy="0"/>
        </a:xfrm>
      </p:grpSpPr>
      <p:pic>
        <p:nvPicPr>
          <p:cNvPr id="291" name="Google Shape;291;p34"/>
          <p:cNvPicPr preferRelativeResize="0"/>
          <p:nvPr/>
        </p:nvPicPr>
        <p:blipFill>
          <a:blip r:embed="rId2">
            <a:alphaModFix/>
          </a:blip>
          <a:stretch>
            <a:fillRect/>
          </a:stretch>
        </p:blipFill>
        <p:spPr>
          <a:xfrm>
            <a:off x="0" y="0"/>
            <a:ext cx="2286000" cy="5143500"/>
          </a:xfrm>
          <a:prstGeom prst="rect">
            <a:avLst/>
          </a:prstGeom>
          <a:noFill/>
          <a:ln>
            <a:noFill/>
          </a:ln>
        </p:spPr>
      </p:pic>
      <p:pic>
        <p:nvPicPr>
          <p:cNvPr id="292" name="Google Shape;292;p34"/>
          <p:cNvPicPr preferRelativeResize="0"/>
          <p:nvPr/>
        </p:nvPicPr>
        <p:blipFill>
          <a:blip r:embed="rId3">
            <a:alphaModFix/>
          </a:blip>
          <a:stretch>
            <a:fillRect/>
          </a:stretch>
        </p:blipFill>
        <p:spPr>
          <a:xfrm>
            <a:off x="-1092126" y="0"/>
            <a:ext cx="852650" cy="2590802"/>
          </a:xfrm>
          <a:prstGeom prst="rect">
            <a:avLst/>
          </a:prstGeom>
          <a:noFill/>
          <a:ln>
            <a:noFill/>
          </a:ln>
        </p:spPr>
      </p:pic>
      <p:sp>
        <p:nvSpPr>
          <p:cNvPr id="293" name="Google Shape;293;p34"/>
          <p:cNvSpPr txBox="1"/>
          <p:nvPr>
            <p:ph idx="1" type="subTitle"/>
          </p:nvPr>
        </p:nvSpPr>
        <p:spPr>
          <a:xfrm>
            <a:off x="296425" y="443350"/>
            <a:ext cx="1586400" cy="1393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dk1"/>
              </a:buClr>
              <a:buSzPts val="1800"/>
              <a:buFont typeface="Space Mono"/>
              <a:buNone/>
              <a:defRPr>
                <a:solidFill>
                  <a:schemeClr val="dk1"/>
                </a:solidFill>
                <a:latin typeface="Space Mono"/>
                <a:ea typeface="Space Mono"/>
                <a:cs typeface="Space Mono"/>
                <a:sym typeface="Space Mono"/>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sp>
        <p:nvSpPr>
          <p:cNvPr id="294" name="Google Shape;294;p34"/>
          <p:cNvSpPr txBox="1"/>
          <p:nvPr>
            <p:ph idx="2" type="subTitle"/>
          </p:nvPr>
        </p:nvSpPr>
        <p:spPr>
          <a:xfrm>
            <a:off x="2868200" y="415700"/>
            <a:ext cx="57756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pic>
        <p:nvPicPr>
          <p:cNvPr id="295" name="Google Shape;295;p34"/>
          <p:cNvPicPr preferRelativeResize="0"/>
          <p:nvPr/>
        </p:nvPicPr>
        <p:blipFill>
          <a:blip r:embed="rId4">
            <a:alphaModFix/>
          </a:blip>
          <a:stretch>
            <a:fillRect/>
          </a:stretch>
        </p:blipFill>
        <p:spPr>
          <a:xfrm>
            <a:off x="457953" y="4543525"/>
            <a:ext cx="950126" cy="141650"/>
          </a:xfrm>
          <a:prstGeom prst="rect">
            <a:avLst/>
          </a:prstGeom>
          <a:noFill/>
          <a:ln>
            <a:noFill/>
          </a:ln>
        </p:spPr>
      </p:pic>
      <p:sp>
        <p:nvSpPr>
          <p:cNvPr id="296" name="Google Shape;296;p34"/>
          <p:cNvSpPr txBox="1"/>
          <p:nvPr>
            <p:ph idx="3" type="body"/>
          </p:nvPr>
        </p:nvSpPr>
        <p:spPr>
          <a:xfrm>
            <a:off x="2868200" y="996200"/>
            <a:ext cx="2699400" cy="3688800"/>
          </a:xfrm>
          <a:prstGeom prst="rect">
            <a:avLst/>
          </a:prstGeom>
        </p:spPr>
        <p:txBody>
          <a:bodyPr anchorCtr="0" anchor="ctr"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1000"/>
              </a:spcBef>
              <a:spcAft>
                <a:spcPts val="0"/>
              </a:spcAft>
              <a:buSzPts val="1400"/>
              <a:buChar char="○"/>
              <a:defRPr/>
            </a:lvl2pPr>
            <a:lvl3pPr indent="-317500" lvl="2" marL="1371600" rtl="0">
              <a:spcBef>
                <a:spcPts val="1000"/>
              </a:spcBef>
              <a:spcAft>
                <a:spcPts val="0"/>
              </a:spcAft>
              <a:buSzPts val="1400"/>
              <a:buChar char="■"/>
              <a:defRPr/>
            </a:lvl3pPr>
            <a:lvl4pPr indent="-317500" lvl="3" marL="1828800" rtl="0">
              <a:spcBef>
                <a:spcPts val="1000"/>
              </a:spcBef>
              <a:spcAft>
                <a:spcPts val="0"/>
              </a:spcAft>
              <a:buSzPts val="1400"/>
              <a:buChar char="●"/>
              <a:defRPr/>
            </a:lvl4pPr>
            <a:lvl5pPr indent="-317500" lvl="4" marL="2286000" rtl="0">
              <a:spcBef>
                <a:spcPts val="1000"/>
              </a:spcBef>
              <a:spcAft>
                <a:spcPts val="0"/>
              </a:spcAft>
              <a:buSzPts val="1400"/>
              <a:buChar char="○"/>
              <a:defRPr/>
            </a:lvl5pPr>
            <a:lvl6pPr indent="-317500" lvl="5" marL="2743200" rtl="0">
              <a:spcBef>
                <a:spcPts val="1000"/>
              </a:spcBef>
              <a:spcAft>
                <a:spcPts val="0"/>
              </a:spcAft>
              <a:buSzPts val="1400"/>
              <a:buChar char="■"/>
              <a:defRPr/>
            </a:lvl6pPr>
            <a:lvl7pPr indent="-317500" lvl="6" marL="3200400" rtl="0">
              <a:spcBef>
                <a:spcPts val="1000"/>
              </a:spcBef>
              <a:spcAft>
                <a:spcPts val="0"/>
              </a:spcAft>
              <a:buSzPts val="1400"/>
              <a:buChar char="●"/>
              <a:defRPr/>
            </a:lvl7pPr>
            <a:lvl8pPr indent="-317500" lvl="7" marL="3657600" rtl="0">
              <a:spcBef>
                <a:spcPts val="1000"/>
              </a:spcBef>
              <a:spcAft>
                <a:spcPts val="0"/>
              </a:spcAft>
              <a:buSzPts val="1400"/>
              <a:buChar char="○"/>
              <a:defRPr/>
            </a:lvl8pPr>
            <a:lvl9pPr indent="-317500" lvl="8" marL="4114800" rtl="0">
              <a:spcBef>
                <a:spcPts val="1000"/>
              </a:spcBef>
              <a:spcAft>
                <a:spcPts val="1000"/>
              </a:spcAft>
              <a:buSzPts val="1400"/>
              <a:buChar char="■"/>
              <a:defRPr/>
            </a:lvl9pPr>
          </a:lstStyle>
          <a:p/>
        </p:txBody>
      </p:sp>
      <p:sp>
        <p:nvSpPr>
          <p:cNvPr id="297" name="Google Shape;297;p34"/>
          <p:cNvSpPr txBox="1"/>
          <p:nvPr>
            <p:ph idx="4" type="body"/>
          </p:nvPr>
        </p:nvSpPr>
        <p:spPr>
          <a:xfrm>
            <a:off x="5944323" y="996200"/>
            <a:ext cx="2699400" cy="3688800"/>
          </a:xfrm>
          <a:prstGeom prst="rect">
            <a:avLst/>
          </a:prstGeom>
        </p:spPr>
        <p:txBody>
          <a:bodyPr anchorCtr="0" anchor="ctr"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1000"/>
              </a:spcBef>
              <a:spcAft>
                <a:spcPts val="0"/>
              </a:spcAft>
              <a:buSzPts val="1400"/>
              <a:buChar char="○"/>
              <a:defRPr/>
            </a:lvl2pPr>
            <a:lvl3pPr indent="-317500" lvl="2" marL="1371600" rtl="0">
              <a:spcBef>
                <a:spcPts val="1000"/>
              </a:spcBef>
              <a:spcAft>
                <a:spcPts val="0"/>
              </a:spcAft>
              <a:buSzPts val="1400"/>
              <a:buChar char="■"/>
              <a:defRPr/>
            </a:lvl3pPr>
            <a:lvl4pPr indent="-317500" lvl="3" marL="1828800" rtl="0">
              <a:spcBef>
                <a:spcPts val="1000"/>
              </a:spcBef>
              <a:spcAft>
                <a:spcPts val="0"/>
              </a:spcAft>
              <a:buSzPts val="1400"/>
              <a:buChar char="●"/>
              <a:defRPr/>
            </a:lvl4pPr>
            <a:lvl5pPr indent="-317500" lvl="4" marL="2286000" rtl="0">
              <a:spcBef>
                <a:spcPts val="1000"/>
              </a:spcBef>
              <a:spcAft>
                <a:spcPts val="0"/>
              </a:spcAft>
              <a:buSzPts val="1400"/>
              <a:buChar char="○"/>
              <a:defRPr/>
            </a:lvl5pPr>
            <a:lvl6pPr indent="-317500" lvl="5" marL="2743200" rtl="0">
              <a:spcBef>
                <a:spcPts val="1000"/>
              </a:spcBef>
              <a:spcAft>
                <a:spcPts val="0"/>
              </a:spcAft>
              <a:buSzPts val="1400"/>
              <a:buChar char="■"/>
              <a:defRPr/>
            </a:lvl6pPr>
            <a:lvl7pPr indent="-317500" lvl="6" marL="3200400" rtl="0">
              <a:spcBef>
                <a:spcPts val="1000"/>
              </a:spcBef>
              <a:spcAft>
                <a:spcPts val="0"/>
              </a:spcAft>
              <a:buSzPts val="1400"/>
              <a:buChar char="●"/>
              <a:defRPr/>
            </a:lvl7pPr>
            <a:lvl8pPr indent="-317500" lvl="7" marL="3657600" rtl="0">
              <a:spcBef>
                <a:spcPts val="1000"/>
              </a:spcBef>
              <a:spcAft>
                <a:spcPts val="0"/>
              </a:spcAft>
              <a:buSzPts val="1400"/>
              <a:buChar char="○"/>
              <a:defRPr/>
            </a:lvl8pPr>
            <a:lvl9pPr indent="-317500" lvl="8" marL="4114800" rtl="0">
              <a:spcBef>
                <a:spcPts val="1000"/>
              </a:spcBef>
              <a:spcAft>
                <a:spcPts val="1000"/>
              </a:spcAft>
              <a:buSzPts val="1400"/>
              <a:buChar char="■"/>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Middle)" type="secHead">
  <p:cSld name="SECTION_HEADER">
    <p:bg>
      <p:bgPr>
        <a:blipFill>
          <a:blip r:embed="rId2">
            <a:alphaModFix/>
          </a:blip>
          <a:stretch>
            <a:fillRect/>
          </a:stretch>
        </a:blipFill>
      </p:bgPr>
    </p:bg>
    <p:spTree>
      <p:nvGrpSpPr>
        <p:cNvPr id="298" name="Shape 298"/>
        <p:cNvGrpSpPr/>
        <p:nvPr/>
      </p:nvGrpSpPr>
      <p:grpSpPr>
        <a:xfrm>
          <a:off x="0" y="0"/>
          <a:ext cx="0" cy="0"/>
          <a:chOff x="0" y="0"/>
          <a:chExt cx="0" cy="0"/>
        </a:xfrm>
      </p:grpSpPr>
      <p:sp>
        <p:nvSpPr>
          <p:cNvPr id="299" name="Google Shape;299;p35"/>
          <p:cNvSpPr txBox="1"/>
          <p:nvPr>
            <p:ph type="title"/>
          </p:nvPr>
        </p:nvSpPr>
        <p:spPr>
          <a:xfrm>
            <a:off x="1181525" y="1586600"/>
            <a:ext cx="6780900" cy="1970400"/>
          </a:xfrm>
          <a:prstGeom prst="rect">
            <a:avLst/>
          </a:prstGeom>
        </p:spPr>
        <p:txBody>
          <a:bodyPr anchorCtr="0" anchor="ctr" bIns="91425" lIns="91425" spcFirstLastPara="1" rIns="91425" wrap="square" tIns="91425">
            <a:normAutofit/>
          </a:bodyPr>
          <a:lstStyle>
            <a:lvl1pPr lvl="0" rtl="0" algn="ctr">
              <a:lnSpc>
                <a:spcPct val="85000"/>
              </a:lnSpc>
              <a:spcBef>
                <a:spcPts val="0"/>
              </a:spcBef>
              <a:spcAft>
                <a:spcPts val="0"/>
              </a:spcAft>
              <a:buClr>
                <a:schemeClr val="lt1"/>
              </a:buClr>
              <a:buSzPts val="6000"/>
              <a:buFont typeface="Inter SemiBold"/>
              <a:buNone/>
              <a:defRPr sz="6000">
                <a:solidFill>
                  <a:schemeClr val="lt1"/>
                </a:solidFill>
                <a:latin typeface="Inter SemiBold"/>
                <a:ea typeface="Inter SemiBold"/>
                <a:cs typeface="Inter SemiBold"/>
                <a:sym typeface="Inter SemiBold"/>
              </a:defRPr>
            </a:lvl1pPr>
            <a:lvl2pPr lvl="1" rtl="0" algn="ctr">
              <a:spcBef>
                <a:spcPts val="0"/>
              </a:spcBef>
              <a:spcAft>
                <a:spcPts val="0"/>
              </a:spcAft>
              <a:buSzPts val="3600"/>
              <a:buNone/>
              <a:defRPr sz="3600"/>
            </a:lvl2pPr>
            <a:lvl3pPr lvl="2" rtl="0" algn="ctr">
              <a:spcBef>
                <a:spcPts val="0"/>
              </a:spcBef>
              <a:spcAft>
                <a:spcPts val="0"/>
              </a:spcAft>
              <a:buSzPts val="3600"/>
              <a:buNone/>
              <a:defRPr sz="3600"/>
            </a:lvl3pPr>
            <a:lvl4pPr lvl="3" rtl="0" algn="ctr">
              <a:spcBef>
                <a:spcPts val="0"/>
              </a:spcBef>
              <a:spcAft>
                <a:spcPts val="0"/>
              </a:spcAft>
              <a:buSzPts val="3600"/>
              <a:buNone/>
              <a:defRPr sz="3600"/>
            </a:lvl4pPr>
            <a:lvl5pPr lvl="4" rtl="0" algn="ctr">
              <a:spcBef>
                <a:spcPts val="0"/>
              </a:spcBef>
              <a:spcAft>
                <a:spcPts val="0"/>
              </a:spcAft>
              <a:buSzPts val="3600"/>
              <a:buNone/>
              <a:defRPr sz="3600"/>
            </a:lvl5pPr>
            <a:lvl6pPr lvl="5" rtl="0" algn="ctr">
              <a:spcBef>
                <a:spcPts val="0"/>
              </a:spcBef>
              <a:spcAft>
                <a:spcPts val="0"/>
              </a:spcAft>
              <a:buSzPts val="3600"/>
              <a:buNone/>
              <a:defRPr sz="3600"/>
            </a:lvl6pPr>
            <a:lvl7pPr lvl="6" rtl="0" algn="ctr">
              <a:spcBef>
                <a:spcPts val="0"/>
              </a:spcBef>
              <a:spcAft>
                <a:spcPts val="0"/>
              </a:spcAft>
              <a:buSzPts val="3600"/>
              <a:buNone/>
              <a:defRPr sz="3600"/>
            </a:lvl7pPr>
            <a:lvl8pPr lvl="7" rtl="0" algn="ctr">
              <a:spcBef>
                <a:spcPts val="0"/>
              </a:spcBef>
              <a:spcAft>
                <a:spcPts val="0"/>
              </a:spcAft>
              <a:buSzPts val="3600"/>
              <a:buNone/>
              <a:defRPr sz="3600"/>
            </a:lvl8pPr>
            <a:lvl9pPr lvl="8" rtl="0" algn="ctr">
              <a:spcBef>
                <a:spcPts val="0"/>
              </a:spcBef>
              <a:spcAft>
                <a:spcPts val="0"/>
              </a:spcAft>
              <a:buSzPts val="3600"/>
              <a:buNone/>
              <a:defRPr sz="3600"/>
            </a:lvl9pPr>
          </a:lstStyle>
          <a:p/>
        </p:txBody>
      </p:sp>
      <p:pic>
        <p:nvPicPr>
          <p:cNvPr id="300" name="Google Shape;300;p35"/>
          <p:cNvPicPr preferRelativeResize="0"/>
          <p:nvPr/>
        </p:nvPicPr>
        <p:blipFill>
          <a:blip r:embed="rId3">
            <a:alphaModFix/>
          </a:blip>
          <a:stretch>
            <a:fillRect/>
          </a:stretch>
        </p:blipFill>
        <p:spPr>
          <a:xfrm>
            <a:off x="457953" y="4543525"/>
            <a:ext cx="950126" cy="141650"/>
          </a:xfrm>
          <a:prstGeom prst="rect">
            <a:avLst/>
          </a:prstGeom>
          <a:noFill/>
          <a:ln>
            <a:noFill/>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01" name="Shape 301"/>
        <p:cNvGrpSpPr/>
        <p:nvPr/>
      </p:nvGrpSpPr>
      <p:grpSpPr>
        <a:xfrm>
          <a:off x="0" y="0"/>
          <a:ext cx="0" cy="0"/>
          <a:chOff x="0" y="0"/>
          <a:chExt cx="0" cy="0"/>
        </a:xfrm>
      </p:grpSpPr>
      <p:sp>
        <p:nvSpPr>
          <p:cNvPr id="302" name="Google Shape;302;p3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303" name="Google Shape;303;p3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Clr>
                <a:schemeClr val="lt1"/>
              </a:buClr>
              <a:buSzPts val="1800"/>
              <a:buChar char="●"/>
              <a:defRPr>
                <a:solidFill>
                  <a:schemeClr val="lt1"/>
                </a:solidFill>
              </a:defRPr>
            </a:lvl1pPr>
            <a:lvl2pPr indent="-317500" lvl="1" marL="914400" rtl="0">
              <a:spcBef>
                <a:spcPts val="1000"/>
              </a:spcBef>
              <a:spcAft>
                <a:spcPts val="0"/>
              </a:spcAft>
              <a:buClr>
                <a:schemeClr val="lt1"/>
              </a:buClr>
              <a:buSzPts val="1400"/>
              <a:buChar char="○"/>
              <a:defRPr>
                <a:solidFill>
                  <a:schemeClr val="lt1"/>
                </a:solidFill>
              </a:defRPr>
            </a:lvl2pPr>
            <a:lvl3pPr indent="-317500" lvl="2" marL="1371600" rtl="0">
              <a:spcBef>
                <a:spcPts val="1000"/>
              </a:spcBef>
              <a:spcAft>
                <a:spcPts val="0"/>
              </a:spcAft>
              <a:buClr>
                <a:schemeClr val="lt1"/>
              </a:buClr>
              <a:buSzPts val="1400"/>
              <a:buChar char="■"/>
              <a:defRPr>
                <a:solidFill>
                  <a:schemeClr val="lt1"/>
                </a:solidFill>
              </a:defRPr>
            </a:lvl3pPr>
            <a:lvl4pPr indent="-317500" lvl="3" marL="1828800" rtl="0">
              <a:spcBef>
                <a:spcPts val="1000"/>
              </a:spcBef>
              <a:spcAft>
                <a:spcPts val="0"/>
              </a:spcAft>
              <a:buClr>
                <a:schemeClr val="lt1"/>
              </a:buClr>
              <a:buSzPts val="1400"/>
              <a:buChar char="●"/>
              <a:defRPr>
                <a:solidFill>
                  <a:schemeClr val="lt1"/>
                </a:solidFill>
              </a:defRPr>
            </a:lvl4pPr>
            <a:lvl5pPr indent="-317500" lvl="4" marL="2286000" rtl="0">
              <a:spcBef>
                <a:spcPts val="1000"/>
              </a:spcBef>
              <a:spcAft>
                <a:spcPts val="0"/>
              </a:spcAft>
              <a:buClr>
                <a:schemeClr val="lt1"/>
              </a:buClr>
              <a:buSzPts val="1400"/>
              <a:buChar char="○"/>
              <a:defRPr>
                <a:solidFill>
                  <a:schemeClr val="lt1"/>
                </a:solidFill>
              </a:defRPr>
            </a:lvl5pPr>
            <a:lvl6pPr indent="-317500" lvl="5" marL="2743200" rtl="0">
              <a:spcBef>
                <a:spcPts val="1000"/>
              </a:spcBef>
              <a:spcAft>
                <a:spcPts val="0"/>
              </a:spcAft>
              <a:buClr>
                <a:schemeClr val="lt1"/>
              </a:buClr>
              <a:buSzPts val="1400"/>
              <a:buChar char="■"/>
              <a:defRPr>
                <a:solidFill>
                  <a:schemeClr val="lt1"/>
                </a:solidFill>
              </a:defRPr>
            </a:lvl6pPr>
            <a:lvl7pPr indent="-317500" lvl="6" marL="3200400" rtl="0">
              <a:spcBef>
                <a:spcPts val="1000"/>
              </a:spcBef>
              <a:spcAft>
                <a:spcPts val="0"/>
              </a:spcAft>
              <a:buClr>
                <a:schemeClr val="lt1"/>
              </a:buClr>
              <a:buSzPts val="1400"/>
              <a:buChar char="●"/>
              <a:defRPr>
                <a:solidFill>
                  <a:schemeClr val="lt1"/>
                </a:solidFill>
              </a:defRPr>
            </a:lvl7pPr>
            <a:lvl8pPr indent="-317500" lvl="7" marL="3657600" rtl="0">
              <a:spcBef>
                <a:spcPts val="1000"/>
              </a:spcBef>
              <a:spcAft>
                <a:spcPts val="0"/>
              </a:spcAft>
              <a:buClr>
                <a:schemeClr val="lt1"/>
              </a:buClr>
              <a:buSzPts val="1400"/>
              <a:buChar char="○"/>
              <a:defRPr>
                <a:solidFill>
                  <a:schemeClr val="lt1"/>
                </a:solidFill>
              </a:defRPr>
            </a:lvl8pPr>
            <a:lvl9pPr indent="-317500" lvl="8" marL="4114800" rtl="0">
              <a:spcBef>
                <a:spcPts val="1000"/>
              </a:spcBef>
              <a:spcAft>
                <a:spcPts val="1000"/>
              </a:spcAft>
              <a:buClr>
                <a:schemeClr val="lt1"/>
              </a:buClr>
              <a:buSzPts val="1400"/>
              <a:buChar char="■"/>
              <a:defRPr>
                <a:solidFill>
                  <a:schemeClr val="lt1"/>
                </a:solidFill>
              </a:defRPr>
            </a:lvl9pPr>
          </a:lstStyle>
          <a:p/>
        </p:txBody>
      </p:sp>
      <p:pic>
        <p:nvPicPr>
          <p:cNvPr id="304" name="Google Shape;304;p36"/>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305" name="Google Shape;305;p36"/>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306" name="Google Shape;306;p36"/>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07" name="Shape 307"/>
        <p:cNvGrpSpPr/>
        <p:nvPr/>
      </p:nvGrpSpPr>
      <p:grpSpPr>
        <a:xfrm>
          <a:off x="0" y="0"/>
          <a:ext cx="0" cy="0"/>
          <a:chOff x="0" y="0"/>
          <a:chExt cx="0" cy="0"/>
        </a:xfrm>
      </p:grpSpPr>
      <p:pic>
        <p:nvPicPr>
          <p:cNvPr id="308" name="Google Shape;308;p37"/>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309" name="Google Shape;309;p37"/>
          <p:cNvSpPr/>
          <p:nvPr/>
        </p:nvSpPr>
        <p:spPr>
          <a:xfrm>
            <a:off x="420300" y="1260950"/>
            <a:ext cx="4168800" cy="1587000"/>
          </a:xfrm>
          <a:prstGeom prst="rect">
            <a:avLst/>
          </a:prstGeom>
          <a:solidFill>
            <a:srgbClr val="2EF09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 name="Google Shape;310;p37"/>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311" name="Google Shape;311;p37"/>
          <p:cNvSpPr txBox="1"/>
          <p:nvPr>
            <p:ph idx="2" type="title"/>
          </p:nvPr>
        </p:nvSpPr>
        <p:spPr>
          <a:xfrm>
            <a:off x="1741300" y="1260950"/>
            <a:ext cx="2676300" cy="1587000"/>
          </a:xfrm>
          <a:prstGeom prst="rect">
            <a:avLst/>
          </a:prstGeom>
        </p:spPr>
        <p:txBody>
          <a:bodyPr anchorCtr="0" anchor="ctr" bIns="91425" lIns="91425" spcFirstLastPara="1" rIns="91425" wrap="square" tIns="91425">
            <a:normAutofit/>
          </a:bodyPr>
          <a:lstStyle>
            <a:lvl1pPr lvl="0" rtl="0" algn="r">
              <a:spcBef>
                <a:spcPts val="0"/>
              </a:spcBef>
              <a:spcAft>
                <a:spcPts val="0"/>
              </a:spcAft>
              <a:buClr>
                <a:schemeClr val="dk1"/>
              </a:buClr>
              <a:buSzPts val="2800"/>
              <a:buFont typeface="Inter SemiBold"/>
              <a:buNone/>
              <a:defRPr>
                <a:solidFill>
                  <a:schemeClr val="dk1"/>
                </a:solidFill>
                <a:latin typeface="Inter SemiBold"/>
                <a:ea typeface="Inter SemiBold"/>
                <a:cs typeface="Inter SemiBold"/>
                <a:sym typeface="Inter SemiBold"/>
              </a:defRPr>
            </a:lvl1pPr>
            <a:lvl2pPr lvl="1" rtl="0" algn="r">
              <a:spcBef>
                <a:spcPts val="0"/>
              </a:spcBef>
              <a:spcAft>
                <a:spcPts val="0"/>
              </a:spcAft>
              <a:buSzPts val="2800"/>
              <a:buNone/>
              <a:defRPr/>
            </a:lvl2pPr>
            <a:lvl3pPr lvl="2" rtl="0" algn="r">
              <a:spcBef>
                <a:spcPts val="0"/>
              </a:spcBef>
              <a:spcAft>
                <a:spcPts val="0"/>
              </a:spcAft>
              <a:buSzPts val="2800"/>
              <a:buNone/>
              <a:defRPr/>
            </a:lvl3pPr>
            <a:lvl4pPr lvl="3" rtl="0" algn="r">
              <a:spcBef>
                <a:spcPts val="0"/>
              </a:spcBef>
              <a:spcAft>
                <a:spcPts val="0"/>
              </a:spcAft>
              <a:buSzPts val="2800"/>
              <a:buNone/>
              <a:defRPr/>
            </a:lvl4pPr>
            <a:lvl5pPr lvl="4" rtl="0" algn="r">
              <a:spcBef>
                <a:spcPts val="0"/>
              </a:spcBef>
              <a:spcAft>
                <a:spcPts val="0"/>
              </a:spcAft>
              <a:buSzPts val="2800"/>
              <a:buNone/>
              <a:defRPr/>
            </a:lvl5pPr>
            <a:lvl6pPr lvl="5" rtl="0" algn="r">
              <a:spcBef>
                <a:spcPts val="0"/>
              </a:spcBef>
              <a:spcAft>
                <a:spcPts val="0"/>
              </a:spcAft>
              <a:buSzPts val="2800"/>
              <a:buNone/>
              <a:defRPr/>
            </a:lvl6pPr>
            <a:lvl7pPr lvl="6" rtl="0" algn="r">
              <a:spcBef>
                <a:spcPts val="0"/>
              </a:spcBef>
              <a:spcAft>
                <a:spcPts val="0"/>
              </a:spcAft>
              <a:buSzPts val="2800"/>
              <a:buNone/>
              <a:defRPr/>
            </a:lvl7pPr>
            <a:lvl8pPr lvl="7" rtl="0" algn="r">
              <a:spcBef>
                <a:spcPts val="0"/>
              </a:spcBef>
              <a:spcAft>
                <a:spcPts val="0"/>
              </a:spcAft>
              <a:buSzPts val="2800"/>
              <a:buNone/>
              <a:defRPr/>
            </a:lvl8pPr>
            <a:lvl9pPr lvl="8" rtl="0" algn="r">
              <a:spcBef>
                <a:spcPts val="0"/>
              </a:spcBef>
              <a:spcAft>
                <a:spcPts val="0"/>
              </a:spcAft>
              <a:buSzPts val="2800"/>
              <a:buNone/>
              <a:defRPr/>
            </a:lvl9pPr>
          </a:lstStyle>
          <a:p/>
        </p:txBody>
      </p:sp>
      <p:sp>
        <p:nvSpPr>
          <p:cNvPr id="312" name="Google Shape;312;p37"/>
          <p:cNvSpPr txBox="1"/>
          <p:nvPr>
            <p:ph idx="1" type="subTitle"/>
          </p:nvPr>
        </p:nvSpPr>
        <p:spPr>
          <a:xfrm>
            <a:off x="600450" y="2401800"/>
            <a:ext cx="2316000" cy="2832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1400"/>
              <a:buFont typeface="Space Mono"/>
              <a:buNone/>
              <a:defRPr sz="1400">
                <a:solidFill>
                  <a:schemeClr val="dk1"/>
                </a:solidFill>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313" name="Google Shape;313;p37"/>
          <p:cNvSpPr/>
          <p:nvPr/>
        </p:nvSpPr>
        <p:spPr>
          <a:xfrm>
            <a:off x="420300" y="2847950"/>
            <a:ext cx="4168800" cy="1587000"/>
          </a:xfrm>
          <a:prstGeom prst="rect">
            <a:avLst/>
          </a:prstGeom>
          <a:solidFill>
            <a:srgbClr val="2EF09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 name="Google Shape;314;p37"/>
          <p:cNvSpPr txBox="1"/>
          <p:nvPr>
            <p:ph idx="3" type="title"/>
          </p:nvPr>
        </p:nvSpPr>
        <p:spPr>
          <a:xfrm>
            <a:off x="1741300" y="2847950"/>
            <a:ext cx="2676300" cy="1587000"/>
          </a:xfrm>
          <a:prstGeom prst="rect">
            <a:avLst/>
          </a:prstGeom>
        </p:spPr>
        <p:txBody>
          <a:bodyPr anchorCtr="0" anchor="ctr" bIns="91425" lIns="91425" spcFirstLastPara="1" rIns="91425" wrap="square" tIns="91425">
            <a:normAutofit/>
          </a:bodyPr>
          <a:lstStyle>
            <a:lvl1pPr lvl="0" rtl="0" algn="r">
              <a:spcBef>
                <a:spcPts val="0"/>
              </a:spcBef>
              <a:spcAft>
                <a:spcPts val="0"/>
              </a:spcAft>
              <a:buClr>
                <a:schemeClr val="dk1"/>
              </a:buClr>
              <a:buSzPts val="2800"/>
              <a:buFont typeface="Inter SemiBold"/>
              <a:buNone/>
              <a:defRPr>
                <a:solidFill>
                  <a:schemeClr val="dk1"/>
                </a:solidFill>
                <a:latin typeface="Inter SemiBold"/>
                <a:ea typeface="Inter SemiBold"/>
                <a:cs typeface="Inter SemiBold"/>
                <a:sym typeface="Inter SemiBold"/>
              </a:defRPr>
            </a:lvl1pPr>
            <a:lvl2pPr lvl="1" rtl="0" algn="r">
              <a:spcBef>
                <a:spcPts val="0"/>
              </a:spcBef>
              <a:spcAft>
                <a:spcPts val="0"/>
              </a:spcAft>
              <a:buSzPts val="2800"/>
              <a:buNone/>
              <a:defRPr/>
            </a:lvl2pPr>
            <a:lvl3pPr lvl="2" rtl="0" algn="r">
              <a:spcBef>
                <a:spcPts val="0"/>
              </a:spcBef>
              <a:spcAft>
                <a:spcPts val="0"/>
              </a:spcAft>
              <a:buSzPts val="2800"/>
              <a:buNone/>
              <a:defRPr/>
            </a:lvl3pPr>
            <a:lvl4pPr lvl="3" rtl="0" algn="r">
              <a:spcBef>
                <a:spcPts val="0"/>
              </a:spcBef>
              <a:spcAft>
                <a:spcPts val="0"/>
              </a:spcAft>
              <a:buSzPts val="2800"/>
              <a:buNone/>
              <a:defRPr/>
            </a:lvl4pPr>
            <a:lvl5pPr lvl="4" rtl="0" algn="r">
              <a:spcBef>
                <a:spcPts val="0"/>
              </a:spcBef>
              <a:spcAft>
                <a:spcPts val="0"/>
              </a:spcAft>
              <a:buSzPts val="2800"/>
              <a:buNone/>
              <a:defRPr/>
            </a:lvl5pPr>
            <a:lvl6pPr lvl="5" rtl="0" algn="r">
              <a:spcBef>
                <a:spcPts val="0"/>
              </a:spcBef>
              <a:spcAft>
                <a:spcPts val="0"/>
              </a:spcAft>
              <a:buSzPts val="2800"/>
              <a:buNone/>
              <a:defRPr/>
            </a:lvl6pPr>
            <a:lvl7pPr lvl="6" rtl="0" algn="r">
              <a:spcBef>
                <a:spcPts val="0"/>
              </a:spcBef>
              <a:spcAft>
                <a:spcPts val="0"/>
              </a:spcAft>
              <a:buSzPts val="2800"/>
              <a:buNone/>
              <a:defRPr/>
            </a:lvl7pPr>
            <a:lvl8pPr lvl="7" rtl="0" algn="r">
              <a:spcBef>
                <a:spcPts val="0"/>
              </a:spcBef>
              <a:spcAft>
                <a:spcPts val="0"/>
              </a:spcAft>
              <a:buSzPts val="2800"/>
              <a:buNone/>
              <a:defRPr/>
            </a:lvl8pPr>
            <a:lvl9pPr lvl="8" rtl="0" algn="r">
              <a:spcBef>
                <a:spcPts val="0"/>
              </a:spcBef>
              <a:spcAft>
                <a:spcPts val="0"/>
              </a:spcAft>
              <a:buSzPts val="2800"/>
              <a:buNone/>
              <a:defRPr/>
            </a:lvl9pPr>
          </a:lstStyle>
          <a:p/>
        </p:txBody>
      </p:sp>
      <p:sp>
        <p:nvSpPr>
          <p:cNvPr id="315" name="Google Shape;315;p37"/>
          <p:cNvSpPr txBox="1"/>
          <p:nvPr>
            <p:ph idx="4" type="subTitle"/>
          </p:nvPr>
        </p:nvSpPr>
        <p:spPr>
          <a:xfrm>
            <a:off x="600450" y="3988800"/>
            <a:ext cx="2316000" cy="2832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1400"/>
              <a:buFont typeface="Space Mono"/>
              <a:buNone/>
              <a:defRPr sz="1400">
                <a:solidFill>
                  <a:schemeClr val="dk1"/>
                </a:solidFill>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316" name="Google Shape;316;p37"/>
          <p:cNvSpPr/>
          <p:nvPr>
            <p:ph idx="5" type="pic"/>
          </p:nvPr>
        </p:nvSpPr>
        <p:spPr>
          <a:xfrm>
            <a:off x="5078100" y="1260950"/>
            <a:ext cx="3611400" cy="3174000"/>
          </a:xfrm>
          <a:prstGeom prst="rect">
            <a:avLst/>
          </a:prstGeom>
          <a:noFill/>
          <a:ln>
            <a:noFill/>
          </a:ln>
        </p:spPr>
      </p:sp>
      <p:cxnSp>
        <p:nvCxnSpPr>
          <p:cNvPr id="317" name="Google Shape;317;p37"/>
          <p:cNvCxnSpPr/>
          <p:nvPr/>
        </p:nvCxnSpPr>
        <p:spPr>
          <a:xfrm>
            <a:off x="599250" y="2847950"/>
            <a:ext cx="3810900" cy="0"/>
          </a:xfrm>
          <a:prstGeom prst="straightConnector1">
            <a:avLst/>
          </a:prstGeom>
          <a:noFill/>
          <a:ln cap="flat" cmpd="sng" w="9525">
            <a:solidFill>
              <a:schemeClr val="dk1"/>
            </a:solidFill>
            <a:prstDash val="solid"/>
            <a:round/>
            <a:headEnd len="med" w="med" type="none"/>
            <a:tailEnd len="med" w="med" type="none"/>
          </a:ln>
        </p:spPr>
      </p:cxnSp>
      <p:pic>
        <p:nvPicPr>
          <p:cNvPr id="318" name="Google Shape;318;p37"/>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319" name="Google Shape;319;p37"/>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320" name="Google Shape;320;p37"/>
          <p:cNvSpPr txBox="1"/>
          <p:nvPr>
            <p:ph idx="6"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bg>
      <p:bgPr>
        <a:solidFill>
          <a:schemeClr val="dk1"/>
        </a:solidFill>
      </p:bgPr>
    </p:bg>
    <p:spTree>
      <p:nvGrpSpPr>
        <p:cNvPr id="321" name="Shape 321"/>
        <p:cNvGrpSpPr/>
        <p:nvPr/>
      </p:nvGrpSpPr>
      <p:grpSpPr>
        <a:xfrm>
          <a:off x="0" y="0"/>
          <a:ext cx="0" cy="0"/>
          <a:chOff x="0" y="0"/>
          <a:chExt cx="0" cy="0"/>
        </a:xfrm>
      </p:grpSpPr>
      <p:pic>
        <p:nvPicPr>
          <p:cNvPr id="322" name="Google Shape;322;p38"/>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323" name="Google Shape;323;p38"/>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324" name="Google Shape;324;p38"/>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325" name="Google Shape;325;p38"/>
          <p:cNvSpPr txBox="1"/>
          <p:nvPr>
            <p:ph idx="1" type="subTitle"/>
          </p:nvPr>
        </p:nvSpPr>
        <p:spPr>
          <a:xfrm>
            <a:off x="311700" y="10518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326" name="Google Shape;326;p38"/>
          <p:cNvPicPr preferRelativeResize="0"/>
          <p:nvPr/>
        </p:nvPicPr>
        <p:blipFill>
          <a:blip r:embed="rId4">
            <a:alphaModFix/>
          </a:blip>
          <a:stretch>
            <a:fillRect/>
          </a:stretch>
        </p:blipFill>
        <p:spPr>
          <a:xfrm>
            <a:off x="457531" y="1522850"/>
            <a:ext cx="3321314" cy="3214174"/>
          </a:xfrm>
          <a:prstGeom prst="rect">
            <a:avLst/>
          </a:prstGeom>
          <a:noFill/>
          <a:ln>
            <a:noFill/>
          </a:ln>
        </p:spPr>
      </p:pic>
      <p:sp>
        <p:nvSpPr>
          <p:cNvPr id="327" name="Google Shape;327;p38"/>
          <p:cNvSpPr/>
          <p:nvPr>
            <p:ph idx="2" type="pic"/>
          </p:nvPr>
        </p:nvSpPr>
        <p:spPr>
          <a:xfrm>
            <a:off x="553351" y="1658623"/>
            <a:ext cx="315900" cy="315900"/>
          </a:xfrm>
          <a:prstGeom prst="rect">
            <a:avLst/>
          </a:prstGeom>
          <a:noFill/>
          <a:ln>
            <a:noFill/>
          </a:ln>
        </p:spPr>
      </p:sp>
      <p:sp>
        <p:nvSpPr>
          <p:cNvPr id="328" name="Google Shape;328;p38"/>
          <p:cNvSpPr txBox="1"/>
          <p:nvPr>
            <p:ph idx="3" type="body"/>
          </p:nvPr>
        </p:nvSpPr>
        <p:spPr>
          <a:xfrm>
            <a:off x="553400" y="2411050"/>
            <a:ext cx="3094800" cy="21321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29" name="Google Shape;329;p38"/>
          <p:cNvSpPr txBox="1"/>
          <p:nvPr>
            <p:ph idx="4" type="subTitle"/>
          </p:nvPr>
        </p:nvSpPr>
        <p:spPr>
          <a:xfrm>
            <a:off x="553350" y="2013375"/>
            <a:ext cx="30948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pic>
        <p:nvPicPr>
          <p:cNvPr id="330" name="Google Shape;330;p38"/>
          <p:cNvPicPr preferRelativeResize="0"/>
          <p:nvPr/>
        </p:nvPicPr>
        <p:blipFill>
          <a:blip r:embed="rId4">
            <a:alphaModFix/>
          </a:blip>
          <a:stretch>
            <a:fillRect/>
          </a:stretch>
        </p:blipFill>
        <p:spPr>
          <a:xfrm>
            <a:off x="4172281" y="1522850"/>
            <a:ext cx="3321314" cy="3214174"/>
          </a:xfrm>
          <a:prstGeom prst="rect">
            <a:avLst/>
          </a:prstGeom>
          <a:noFill/>
          <a:ln>
            <a:noFill/>
          </a:ln>
        </p:spPr>
      </p:pic>
      <p:sp>
        <p:nvSpPr>
          <p:cNvPr id="331" name="Google Shape;331;p38"/>
          <p:cNvSpPr/>
          <p:nvPr>
            <p:ph idx="5" type="pic"/>
          </p:nvPr>
        </p:nvSpPr>
        <p:spPr>
          <a:xfrm>
            <a:off x="4268101" y="1658623"/>
            <a:ext cx="315900" cy="315900"/>
          </a:xfrm>
          <a:prstGeom prst="rect">
            <a:avLst/>
          </a:prstGeom>
          <a:noFill/>
          <a:ln>
            <a:noFill/>
          </a:ln>
        </p:spPr>
      </p:sp>
      <p:sp>
        <p:nvSpPr>
          <p:cNvPr id="332" name="Google Shape;332;p38"/>
          <p:cNvSpPr txBox="1"/>
          <p:nvPr>
            <p:ph idx="6" type="body"/>
          </p:nvPr>
        </p:nvSpPr>
        <p:spPr>
          <a:xfrm>
            <a:off x="4268150" y="2411050"/>
            <a:ext cx="3094800" cy="21321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33" name="Google Shape;333;p38"/>
          <p:cNvSpPr txBox="1"/>
          <p:nvPr>
            <p:ph idx="7" type="subTitle"/>
          </p:nvPr>
        </p:nvSpPr>
        <p:spPr>
          <a:xfrm>
            <a:off x="4268100" y="2013375"/>
            <a:ext cx="30948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34" name="Google Shape;334;p38"/>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335" name="Google Shape;335;p38"/>
          <p:cNvSpPr txBox="1"/>
          <p:nvPr>
            <p:ph idx="8"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3">
  <p:cSld name="TITLE_ONLY_4">
    <p:bg>
      <p:bgPr>
        <a:solidFill>
          <a:schemeClr val="dk1"/>
        </a:solidFill>
      </p:bgPr>
    </p:bg>
    <p:spTree>
      <p:nvGrpSpPr>
        <p:cNvPr id="336" name="Shape 336"/>
        <p:cNvGrpSpPr/>
        <p:nvPr/>
      </p:nvGrpSpPr>
      <p:grpSpPr>
        <a:xfrm>
          <a:off x="0" y="0"/>
          <a:ext cx="0" cy="0"/>
          <a:chOff x="0" y="0"/>
          <a:chExt cx="0" cy="0"/>
        </a:xfrm>
      </p:grpSpPr>
      <p:sp>
        <p:nvSpPr>
          <p:cNvPr id="337" name="Google Shape;337;p39"/>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338" name="Google Shape;338;p39"/>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339" name="Google Shape;339;p39"/>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340" name="Google Shape;340;p39"/>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341" name="Google Shape;341;p39"/>
          <p:cNvSpPr/>
          <p:nvPr>
            <p:ph idx="2" type="pic"/>
          </p:nvPr>
        </p:nvSpPr>
        <p:spPr>
          <a:xfrm>
            <a:off x="410476" y="1541323"/>
            <a:ext cx="315900" cy="315900"/>
          </a:xfrm>
          <a:prstGeom prst="rect">
            <a:avLst/>
          </a:prstGeom>
          <a:noFill/>
          <a:ln>
            <a:noFill/>
          </a:ln>
        </p:spPr>
      </p:sp>
      <p:sp>
        <p:nvSpPr>
          <p:cNvPr id="342" name="Google Shape;342;p39"/>
          <p:cNvSpPr txBox="1"/>
          <p:nvPr>
            <p:ph idx="3" type="body"/>
          </p:nvPr>
        </p:nvSpPr>
        <p:spPr>
          <a:xfrm>
            <a:off x="410526" y="2293757"/>
            <a:ext cx="40098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43" name="Google Shape;343;p39"/>
          <p:cNvSpPr txBox="1"/>
          <p:nvPr>
            <p:ph idx="4" type="subTitle"/>
          </p:nvPr>
        </p:nvSpPr>
        <p:spPr>
          <a:xfrm>
            <a:off x="410475" y="1896075"/>
            <a:ext cx="40098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44" name="Google Shape;344;p39"/>
          <p:cNvSpPr/>
          <p:nvPr>
            <p:ph idx="5" type="pic"/>
          </p:nvPr>
        </p:nvSpPr>
        <p:spPr>
          <a:xfrm>
            <a:off x="4803338" y="1541323"/>
            <a:ext cx="315900" cy="315900"/>
          </a:xfrm>
          <a:prstGeom prst="rect">
            <a:avLst/>
          </a:prstGeom>
          <a:noFill/>
          <a:ln>
            <a:noFill/>
          </a:ln>
        </p:spPr>
      </p:sp>
      <p:sp>
        <p:nvSpPr>
          <p:cNvPr id="345" name="Google Shape;345;p39"/>
          <p:cNvSpPr txBox="1"/>
          <p:nvPr>
            <p:ph idx="6" type="body"/>
          </p:nvPr>
        </p:nvSpPr>
        <p:spPr>
          <a:xfrm>
            <a:off x="4697173" y="2293757"/>
            <a:ext cx="40098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46" name="Google Shape;346;p39"/>
          <p:cNvSpPr txBox="1"/>
          <p:nvPr>
            <p:ph idx="7" type="subTitle"/>
          </p:nvPr>
        </p:nvSpPr>
        <p:spPr>
          <a:xfrm>
            <a:off x="4697122" y="1896075"/>
            <a:ext cx="40098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47" name="Google Shape;347;p39"/>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348" name="Google Shape;348;p39"/>
          <p:cNvSpPr txBox="1"/>
          <p:nvPr>
            <p:ph idx="8"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p:cSld name="TITLE_ONLY_2">
    <p:bg>
      <p:bgPr>
        <a:solidFill>
          <a:schemeClr val="dk1"/>
        </a:solidFill>
      </p:bgPr>
    </p:bg>
    <p:spTree>
      <p:nvGrpSpPr>
        <p:cNvPr id="349" name="Shape 349"/>
        <p:cNvGrpSpPr/>
        <p:nvPr/>
      </p:nvGrpSpPr>
      <p:grpSpPr>
        <a:xfrm>
          <a:off x="0" y="0"/>
          <a:ext cx="0" cy="0"/>
          <a:chOff x="0" y="0"/>
          <a:chExt cx="0" cy="0"/>
        </a:xfrm>
      </p:grpSpPr>
      <p:sp>
        <p:nvSpPr>
          <p:cNvPr id="350" name="Google Shape;350;p40"/>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351" name="Google Shape;351;p40"/>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352" name="Google Shape;352;p40"/>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353" name="Google Shape;353;p40"/>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354" name="Google Shape;354;p40"/>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355" name="Google Shape;355;p40"/>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2">
  <p:cSld name="TITLE_ONLY_2_2">
    <p:bg>
      <p:bgPr>
        <a:solidFill>
          <a:schemeClr val="dk1"/>
        </a:solidFill>
      </p:bgPr>
    </p:bg>
    <p:spTree>
      <p:nvGrpSpPr>
        <p:cNvPr id="356" name="Shape 356"/>
        <p:cNvGrpSpPr/>
        <p:nvPr/>
      </p:nvGrpSpPr>
      <p:grpSpPr>
        <a:xfrm>
          <a:off x="0" y="0"/>
          <a:ext cx="0" cy="0"/>
          <a:chOff x="0" y="0"/>
          <a:chExt cx="0" cy="0"/>
        </a:xfrm>
      </p:grpSpPr>
      <p:pic>
        <p:nvPicPr>
          <p:cNvPr id="357" name="Google Shape;357;p41"/>
          <p:cNvPicPr preferRelativeResize="0"/>
          <p:nvPr/>
        </p:nvPicPr>
        <p:blipFill>
          <a:blip r:embed="rId2">
            <a:alphaModFix/>
          </a:blip>
          <a:stretch>
            <a:fillRect/>
          </a:stretch>
        </p:blipFill>
        <p:spPr>
          <a:xfrm>
            <a:off x="412825" y="1658625"/>
            <a:ext cx="2682475" cy="2595924"/>
          </a:xfrm>
          <a:prstGeom prst="rect">
            <a:avLst/>
          </a:prstGeom>
          <a:noFill/>
          <a:ln>
            <a:noFill/>
          </a:ln>
        </p:spPr>
      </p:pic>
      <p:pic>
        <p:nvPicPr>
          <p:cNvPr id="358" name="Google Shape;358;p41"/>
          <p:cNvPicPr preferRelativeResize="0"/>
          <p:nvPr/>
        </p:nvPicPr>
        <p:blipFill>
          <a:blip r:embed="rId2">
            <a:alphaModFix/>
          </a:blip>
          <a:stretch>
            <a:fillRect/>
          </a:stretch>
        </p:blipFill>
        <p:spPr>
          <a:xfrm>
            <a:off x="3230763" y="1658625"/>
            <a:ext cx="2682475" cy="2595924"/>
          </a:xfrm>
          <a:prstGeom prst="rect">
            <a:avLst/>
          </a:prstGeom>
          <a:noFill/>
          <a:ln>
            <a:noFill/>
          </a:ln>
        </p:spPr>
      </p:pic>
      <p:pic>
        <p:nvPicPr>
          <p:cNvPr id="359" name="Google Shape;359;p41"/>
          <p:cNvPicPr preferRelativeResize="0"/>
          <p:nvPr/>
        </p:nvPicPr>
        <p:blipFill>
          <a:blip r:embed="rId2">
            <a:alphaModFix/>
          </a:blip>
          <a:stretch>
            <a:fillRect/>
          </a:stretch>
        </p:blipFill>
        <p:spPr>
          <a:xfrm>
            <a:off x="6048687" y="1658625"/>
            <a:ext cx="2682475" cy="2595924"/>
          </a:xfrm>
          <a:prstGeom prst="rect">
            <a:avLst/>
          </a:prstGeom>
          <a:noFill/>
          <a:ln>
            <a:noFill/>
          </a:ln>
        </p:spPr>
      </p:pic>
      <p:sp>
        <p:nvSpPr>
          <p:cNvPr id="360" name="Google Shape;360;p41"/>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361" name="Google Shape;361;p41"/>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362" name="Google Shape;362;p41"/>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363" name="Google Shape;363;p41"/>
          <p:cNvPicPr preferRelativeResize="0"/>
          <p:nvPr/>
        </p:nvPicPr>
        <p:blipFill>
          <a:blip r:embed="rId4">
            <a:alphaModFix/>
          </a:blip>
          <a:stretch>
            <a:fillRect/>
          </a:stretch>
        </p:blipFill>
        <p:spPr>
          <a:xfrm>
            <a:off x="457529" y="4543025"/>
            <a:ext cx="950976" cy="142646"/>
          </a:xfrm>
          <a:prstGeom prst="rect">
            <a:avLst/>
          </a:prstGeom>
          <a:noFill/>
          <a:ln>
            <a:noFill/>
          </a:ln>
        </p:spPr>
      </p:pic>
      <p:sp>
        <p:nvSpPr>
          <p:cNvPr id="364" name="Google Shape;364;p41"/>
          <p:cNvSpPr/>
          <p:nvPr>
            <p:ph idx="2" type="pic"/>
          </p:nvPr>
        </p:nvSpPr>
        <p:spPr>
          <a:xfrm>
            <a:off x="535276" y="1720023"/>
            <a:ext cx="315900" cy="315900"/>
          </a:xfrm>
          <a:prstGeom prst="rect">
            <a:avLst/>
          </a:prstGeom>
          <a:noFill/>
          <a:ln>
            <a:noFill/>
          </a:ln>
        </p:spPr>
      </p:sp>
      <p:sp>
        <p:nvSpPr>
          <p:cNvPr id="365" name="Google Shape;365;p41"/>
          <p:cNvSpPr txBox="1"/>
          <p:nvPr>
            <p:ph idx="3" type="body"/>
          </p:nvPr>
        </p:nvSpPr>
        <p:spPr>
          <a:xfrm>
            <a:off x="505075" y="2369958"/>
            <a:ext cx="24879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66" name="Google Shape;366;p41"/>
          <p:cNvSpPr txBox="1"/>
          <p:nvPr>
            <p:ph idx="4" type="subTitle"/>
          </p:nvPr>
        </p:nvSpPr>
        <p:spPr>
          <a:xfrm>
            <a:off x="505075" y="201685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67" name="Google Shape;367;p41"/>
          <p:cNvSpPr/>
          <p:nvPr>
            <p:ph idx="5" type="pic"/>
          </p:nvPr>
        </p:nvSpPr>
        <p:spPr>
          <a:xfrm>
            <a:off x="3358251" y="1720023"/>
            <a:ext cx="315900" cy="315900"/>
          </a:xfrm>
          <a:prstGeom prst="rect">
            <a:avLst/>
          </a:prstGeom>
          <a:noFill/>
          <a:ln>
            <a:noFill/>
          </a:ln>
        </p:spPr>
      </p:sp>
      <p:sp>
        <p:nvSpPr>
          <p:cNvPr id="368" name="Google Shape;368;p41"/>
          <p:cNvSpPr txBox="1"/>
          <p:nvPr>
            <p:ph idx="6" type="body"/>
          </p:nvPr>
        </p:nvSpPr>
        <p:spPr>
          <a:xfrm>
            <a:off x="3328050" y="2369958"/>
            <a:ext cx="24879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69" name="Google Shape;369;p41"/>
          <p:cNvSpPr txBox="1"/>
          <p:nvPr>
            <p:ph idx="7" type="subTitle"/>
          </p:nvPr>
        </p:nvSpPr>
        <p:spPr>
          <a:xfrm>
            <a:off x="3328050" y="201685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70" name="Google Shape;370;p41"/>
          <p:cNvSpPr/>
          <p:nvPr>
            <p:ph idx="8" type="pic"/>
          </p:nvPr>
        </p:nvSpPr>
        <p:spPr>
          <a:xfrm>
            <a:off x="6181226" y="1720023"/>
            <a:ext cx="315900" cy="315900"/>
          </a:xfrm>
          <a:prstGeom prst="rect">
            <a:avLst/>
          </a:prstGeom>
          <a:noFill/>
          <a:ln>
            <a:noFill/>
          </a:ln>
        </p:spPr>
      </p:sp>
      <p:sp>
        <p:nvSpPr>
          <p:cNvPr id="371" name="Google Shape;371;p41"/>
          <p:cNvSpPr txBox="1"/>
          <p:nvPr>
            <p:ph idx="9" type="body"/>
          </p:nvPr>
        </p:nvSpPr>
        <p:spPr>
          <a:xfrm>
            <a:off x="6151025" y="2369958"/>
            <a:ext cx="24879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72" name="Google Shape;372;p41"/>
          <p:cNvSpPr txBox="1"/>
          <p:nvPr>
            <p:ph idx="13" type="subTitle"/>
          </p:nvPr>
        </p:nvSpPr>
        <p:spPr>
          <a:xfrm>
            <a:off x="6151025" y="201685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73" name="Google Shape;373;p41"/>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374" name="Google Shape;374;p41"/>
          <p:cNvSpPr txBox="1"/>
          <p:nvPr>
            <p:ph idx="14"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fo Cards _ No Sub">
  <p:cSld name="TITLE_ONLY_2_2_2">
    <p:bg>
      <p:bgPr>
        <a:solidFill>
          <a:schemeClr val="dk1"/>
        </a:solidFill>
      </p:bgPr>
    </p:bg>
    <p:spTree>
      <p:nvGrpSpPr>
        <p:cNvPr id="375" name="Shape 375"/>
        <p:cNvGrpSpPr/>
        <p:nvPr/>
      </p:nvGrpSpPr>
      <p:grpSpPr>
        <a:xfrm>
          <a:off x="0" y="0"/>
          <a:ext cx="0" cy="0"/>
          <a:chOff x="0" y="0"/>
          <a:chExt cx="0" cy="0"/>
        </a:xfrm>
      </p:grpSpPr>
      <p:pic>
        <p:nvPicPr>
          <p:cNvPr id="376" name="Google Shape;376;p42"/>
          <p:cNvPicPr preferRelativeResize="0"/>
          <p:nvPr/>
        </p:nvPicPr>
        <p:blipFill>
          <a:blip r:embed="rId2">
            <a:alphaModFix/>
          </a:blip>
          <a:stretch>
            <a:fillRect/>
          </a:stretch>
        </p:blipFill>
        <p:spPr>
          <a:xfrm>
            <a:off x="3230775" y="1234851"/>
            <a:ext cx="2682450" cy="3028579"/>
          </a:xfrm>
          <a:prstGeom prst="rect">
            <a:avLst/>
          </a:prstGeom>
          <a:noFill/>
          <a:ln>
            <a:noFill/>
          </a:ln>
        </p:spPr>
      </p:pic>
      <p:pic>
        <p:nvPicPr>
          <p:cNvPr id="377" name="Google Shape;377;p42"/>
          <p:cNvPicPr preferRelativeResize="0"/>
          <p:nvPr/>
        </p:nvPicPr>
        <p:blipFill>
          <a:blip r:embed="rId2">
            <a:alphaModFix/>
          </a:blip>
          <a:stretch>
            <a:fillRect/>
          </a:stretch>
        </p:blipFill>
        <p:spPr>
          <a:xfrm>
            <a:off x="6048700" y="1234851"/>
            <a:ext cx="2682450" cy="3028579"/>
          </a:xfrm>
          <a:prstGeom prst="rect">
            <a:avLst/>
          </a:prstGeom>
          <a:noFill/>
          <a:ln>
            <a:noFill/>
          </a:ln>
        </p:spPr>
      </p:pic>
      <p:pic>
        <p:nvPicPr>
          <p:cNvPr id="378" name="Google Shape;378;p42"/>
          <p:cNvPicPr preferRelativeResize="0"/>
          <p:nvPr/>
        </p:nvPicPr>
        <p:blipFill>
          <a:blip r:embed="rId2">
            <a:alphaModFix/>
          </a:blip>
          <a:stretch>
            <a:fillRect/>
          </a:stretch>
        </p:blipFill>
        <p:spPr>
          <a:xfrm>
            <a:off x="412850" y="1234851"/>
            <a:ext cx="2682450" cy="3028579"/>
          </a:xfrm>
          <a:prstGeom prst="rect">
            <a:avLst/>
          </a:prstGeom>
          <a:noFill/>
          <a:ln>
            <a:noFill/>
          </a:ln>
        </p:spPr>
      </p:pic>
      <p:pic>
        <p:nvPicPr>
          <p:cNvPr id="379" name="Google Shape;379;p42"/>
          <p:cNvPicPr preferRelativeResize="0"/>
          <p:nvPr/>
        </p:nvPicPr>
        <p:blipFill>
          <a:blip r:embed="rId3">
            <a:alphaModFix/>
          </a:blip>
          <a:stretch>
            <a:fillRect/>
          </a:stretch>
        </p:blipFill>
        <p:spPr>
          <a:xfrm>
            <a:off x="412825" y="1234850"/>
            <a:ext cx="2682475" cy="3019700"/>
          </a:xfrm>
          <a:prstGeom prst="rect">
            <a:avLst/>
          </a:prstGeom>
          <a:noFill/>
          <a:ln>
            <a:noFill/>
          </a:ln>
        </p:spPr>
      </p:pic>
      <p:sp>
        <p:nvSpPr>
          <p:cNvPr id="380" name="Google Shape;380;p42"/>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381" name="Google Shape;381;p42"/>
          <p:cNvPicPr preferRelativeResize="0"/>
          <p:nvPr/>
        </p:nvPicPr>
        <p:blipFill>
          <a:blip r:embed="rId4">
            <a:alphaModFix/>
          </a:blip>
          <a:stretch>
            <a:fillRect/>
          </a:stretch>
        </p:blipFill>
        <p:spPr>
          <a:xfrm>
            <a:off x="-762396" y="0"/>
            <a:ext cx="548700" cy="2288640"/>
          </a:xfrm>
          <a:prstGeom prst="rect">
            <a:avLst/>
          </a:prstGeom>
          <a:noFill/>
          <a:ln>
            <a:noFill/>
          </a:ln>
        </p:spPr>
      </p:pic>
      <p:pic>
        <p:nvPicPr>
          <p:cNvPr id="382" name="Google Shape;382;p42"/>
          <p:cNvPicPr preferRelativeResize="0"/>
          <p:nvPr/>
        </p:nvPicPr>
        <p:blipFill>
          <a:blip r:embed="rId5">
            <a:alphaModFix/>
          </a:blip>
          <a:stretch>
            <a:fillRect/>
          </a:stretch>
        </p:blipFill>
        <p:spPr>
          <a:xfrm>
            <a:off x="457529" y="4543025"/>
            <a:ext cx="950976" cy="142646"/>
          </a:xfrm>
          <a:prstGeom prst="rect">
            <a:avLst/>
          </a:prstGeom>
          <a:noFill/>
          <a:ln>
            <a:noFill/>
          </a:ln>
        </p:spPr>
      </p:pic>
      <p:sp>
        <p:nvSpPr>
          <p:cNvPr id="383" name="Google Shape;383;p42"/>
          <p:cNvSpPr/>
          <p:nvPr>
            <p:ph idx="2" type="pic"/>
          </p:nvPr>
        </p:nvSpPr>
        <p:spPr>
          <a:xfrm>
            <a:off x="535276" y="1372373"/>
            <a:ext cx="315900" cy="315900"/>
          </a:xfrm>
          <a:prstGeom prst="rect">
            <a:avLst/>
          </a:prstGeom>
          <a:noFill/>
          <a:ln>
            <a:noFill/>
          </a:ln>
        </p:spPr>
      </p:sp>
      <p:sp>
        <p:nvSpPr>
          <p:cNvPr id="384" name="Google Shape;384;p42"/>
          <p:cNvSpPr txBox="1"/>
          <p:nvPr>
            <p:ph idx="1" type="body"/>
          </p:nvPr>
        </p:nvSpPr>
        <p:spPr>
          <a:xfrm>
            <a:off x="505075" y="2022300"/>
            <a:ext cx="2487900" cy="20385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85" name="Google Shape;385;p42"/>
          <p:cNvSpPr txBox="1"/>
          <p:nvPr>
            <p:ph idx="3" type="subTitle"/>
          </p:nvPr>
        </p:nvSpPr>
        <p:spPr>
          <a:xfrm>
            <a:off x="505075" y="166920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86" name="Google Shape;386;p42"/>
          <p:cNvSpPr/>
          <p:nvPr>
            <p:ph idx="4" type="pic"/>
          </p:nvPr>
        </p:nvSpPr>
        <p:spPr>
          <a:xfrm>
            <a:off x="3358251" y="1372373"/>
            <a:ext cx="315900" cy="315900"/>
          </a:xfrm>
          <a:prstGeom prst="rect">
            <a:avLst/>
          </a:prstGeom>
          <a:noFill/>
          <a:ln>
            <a:noFill/>
          </a:ln>
        </p:spPr>
      </p:sp>
      <p:sp>
        <p:nvSpPr>
          <p:cNvPr id="387" name="Google Shape;387;p42"/>
          <p:cNvSpPr txBox="1"/>
          <p:nvPr>
            <p:ph idx="5" type="body"/>
          </p:nvPr>
        </p:nvSpPr>
        <p:spPr>
          <a:xfrm>
            <a:off x="3328050" y="2022300"/>
            <a:ext cx="2487900" cy="20385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88" name="Google Shape;388;p42"/>
          <p:cNvSpPr txBox="1"/>
          <p:nvPr>
            <p:ph idx="6" type="subTitle"/>
          </p:nvPr>
        </p:nvSpPr>
        <p:spPr>
          <a:xfrm>
            <a:off x="3328050" y="166920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89" name="Google Shape;389;p42"/>
          <p:cNvSpPr/>
          <p:nvPr>
            <p:ph idx="7" type="pic"/>
          </p:nvPr>
        </p:nvSpPr>
        <p:spPr>
          <a:xfrm>
            <a:off x="6181226" y="1372373"/>
            <a:ext cx="315900" cy="315900"/>
          </a:xfrm>
          <a:prstGeom prst="rect">
            <a:avLst/>
          </a:prstGeom>
          <a:noFill/>
          <a:ln>
            <a:noFill/>
          </a:ln>
        </p:spPr>
      </p:sp>
      <p:sp>
        <p:nvSpPr>
          <p:cNvPr id="390" name="Google Shape;390;p42"/>
          <p:cNvSpPr txBox="1"/>
          <p:nvPr>
            <p:ph idx="8" type="body"/>
          </p:nvPr>
        </p:nvSpPr>
        <p:spPr>
          <a:xfrm>
            <a:off x="6151025" y="2022300"/>
            <a:ext cx="2487900" cy="20385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91" name="Google Shape;391;p42"/>
          <p:cNvSpPr txBox="1"/>
          <p:nvPr>
            <p:ph idx="9" type="subTitle"/>
          </p:nvPr>
        </p:nvSpPr>
        <p:spPr>
          <a:xfrm>
            <a:off x="6151025" y="166920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92" name="Google Shape;392;p42"/>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393" name="Google Shape;393;p42"/>
          <p:cNvSpPr txBox="1"/>
          <p:nvPr>
            <p:ph idx="1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2 1">
  <p:cSld name="TITLE_ONLY_2_2_1">
    <p:bg>
      <p:bgPr>
        <a:solidFill>
          <a:schemeClr val="dk1"/>
        </a:solidFill>
      </p:bgPr>
    </p:bg>
    <p:spTree>
      <p:nvGrpSpPr>
        <p:cNvPr id="394" name="Shape 394"/>
        <p:cNvGrpSpPr/>
        <p:nvPr/>
      </p:nvGrpSpPr>
      <p:grpSpPr>
        <a:xfrm>
          <a:off x="0" y="0"/>
          <a:ext cx="0" cy="0"/>
          <a:chOff x="0" y="0"/>
          <a:chExt cx="0" cy="0"/>
        </a:xfrm>
      </p:grpSpPr>
      <p:pic>
        <p:nvPicPr>
          <p:cNvPr id="395" name="Google Shape;395;p43"/>
          <p:cNvPicPr preferRelativeResize="0"/>
          <p:nvPr/>
        </p:nvPicPr>
        <p:blipFill>
          <a:blip r:embed="rId2">
            <a:alphaModFix/>
          </a:blip>
          <a:stretch>
            <a:fillRect/>
          </a:stretch>
        </p:blipFill>
        <p:spPr>
          <a:xfrm>
            <a:off x="412825" y="1661900"/>
            <a:ext cx="1944175" cy="2637826"/>
          </a:xfrm>
          <a:prstGeom prst="rect">
            <a:avLst/>
          </a:prstGeom>
          <a:noFill/>
          <a:ln>
            <a:noFill/>
          </a:ln>
        </p:spPr>
      </p:pic>
      <p:pic>
        <p:nvPicPr>
          <p:cNvPr id="396" name="Google Shape;396;p43"/>
          <p:cNvPicPr preferRelativeResize="0"/>
          <p:nvPr/>
        </p:nvPicPr>
        <p:blipFill>
          <a:blip r:embed="rId2">
            <a:alphaModFix/>
          </a:blip>
          <a:stretch>
            <a:fillRect/>
          </a:stretch>
        </p:blipFill>
        <p:spPr>
          <a:xfrm>
            <a:off x="2536084" y="1661900"/>
            <a:ext cx="1944175" cy="2637826"/>
          </a:xfrm>
          <a:prstGeom prst="rect">
            <a:avLst/>
          </a:prstGeom>
          <a:noFill/>
          <a:ln>
            <a:noFill/>
          </a:ln>
        </p:spPr>
      </p:pic>
      <p:pic>
        <p:nvPicPr>
          <p:cNvPr id="397" name="Google Shape;397;p43"/>
          <p:cNvPicPr preferRelativeResize="0"/>
          <p:nvPr/>
        </p:nvPicPr>
        <p:blipFill>
          <a:blip r:embed="rId2">
            <a:alphaModFix/>
          </a:blip>
          <a:stretch>
            <a:fillRect/>
          </a:stretch>
        </p:blipFill>
        <p:spPr>
          <a:xfrm>
            <a:off x="4659344" y="1661900"/>
            <a:ext cx="1944175" cy="2637826"/>
          </a:xfrm>
          <a:prstGeom prst="rect">
            <a:avLst/>
          </a:prstGeom>
          <a:noFill/>
          <a:ln>
            <a:noFill/>
          </a:ln>
        </p:spPr>
      </p:pic>
      <p:pic>
        <p:nvPicPr>
          <p:cNvPr id="398" name="Google Shape;398;p43"/>
          <p:cNvPicPr preferRelativeResize="0"/>
          <p:nvPr/>
        </p:nvPicPr>
        <p:blipFill>
          <a:blip r:embed="rId3">
            <a:alphaModFix/>
          </a:blip>
          <a:stretch>
            <a:fillRect/>
          </a:stretch>
        </p:blipFill>
        <p:spPr>
          <a:xfrm>
            <a:off x="412829" y="1808437"/>
            <a:ext cx="1944176" cy="2491293"/>
          </a:xfrm>
          <a:prstGeom prst="rect">
            <a:avLst/>
          </a:prstGeom>
          <a:noFill/>
          <a:ln>
            <a:noFill/>
          </a:ln>
        </p:spPr>
      </p:pic>
      <p:sp>
        <p:nvSpPr>
          <p:cNvPr id="399" name="Google Shape;399;p43"/>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400" name="Google Shape;400;p43"/>
          <p:cNvPicPr preferRelativeResize="0"/>
          <p:nvPr/>
        </p:nvPicPr>
        <p:blipFill>
          <a:blip r:embed="rId4">
            <a:alphaModFix/>
          </a:blip>
          <a:stretch>
            <a:fillRect/>
          </a:stretch>
        </p:blipFill>
        <p:spPr>
          <a:xfrm>
            <a:off x="-762396" y="0"/>
            <a:ext cx="548700" cy="2288640"/>
          </a:xfrm>
          <a:prstGeom prst="rect">
            <a:avLst/>
          </a:prstGeom>
          <a:noFill/>
          <a:ln>
            <a:noFill/>
          </a:ln>
        </p:spPr>
      </p:pic>
      <p:sp>
        <p:nvSpPr>
          <p:cNvPr id="401" name="Google Shape;401;p43"/>
          <p:cNvSpPr/>
          <p:nvPr>
            <p:ph idx="2" type="pic"/>
          </p:nvPr>
        </p:nvSpPr>
        <p:spPr>
          <a:xfrm>
            <a:off x="535276" y="1720023"/>
            <a:ext cx="315900" cy="315900"/>
          </a:xfrm>
          <a:prstGeom prst="rect">
            <a:avLst/>
          </a:prstGeom>
          <a:noFill/>
          <a:ln>
            <a:noFill/>
          </a:ln>
        </p:spPr>
      </p:sp>
      <p:sp>
        <p:nvSpPr>
          <p:cNvPr id="402" name="Google Shape;402;p43"/>
          <p:cNvSpPr txBox="1"/>
          <p:nvPr>
            <p:ph idx="1" type="body"/>
          </p:nvPr>
        </p:nvSpPr>
        <p:spPr>
          <a:xfrm>
            <a:off x="505075"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403" name="Google Shape;403;p43"/>
          <p:cNvSpPr txBox="1"/>
          <p:nvPr>
            <p:ph idx="3" type="subTitle"/>
          </p:nvPr>
        </p:nvSpPr>
        <p:spPr>
          <a:xfrm>
            <a:off x="505075"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404" name="Google Shape;404;p43"/>
          <p:cNvSpPr txBox="1"/>
          <p:nvPr>
            <p:ph idx="4" type="subTitle"/>
          </p:nvPr>
        </p:nvSpPr>
        <p:spPr>
          <a:xfrm>
            <a:off x="311700" y="10518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405" name="Google Shape;405;p43"/>
          <p:cNvPicPr preferRelativeResize="0"/>
          <p:nvPr/>
        </p:nvPicPr>
        <p:blipFill>
          <a:blip r:embed="rId5">
            <a:alphaModFix/>
          </a:blip>
          <a:stretch>
            <a:fillRect/>
          </a:stretch>
        </p:blipFill>
        <p:spPr>
          <a:xfrm>
            <a:off x="457529" y="4543025"/>
            <a:ext cx="950976" cy="142646"/>
          </a:xfrm>
          <a:prstGeom prst="rect">
            <a:avLst/>
          </a:prstGeom>
          <a:noFill/>
          <a:ln>
            <a:noFill/>
          </a:ln>
        </p:spPr>
      </p:pic>
      <p:pic>
        <p:nvPicPr>
          <p:cNvPr id="406" name="Google Shape;406;p43"/>
          <p:cNvPicPr preferRelativeResize="0"/>
          <p:nvPr/>
        </p:nvPicPr>
        <p:blipFill>
          <a:blip r:embed="rId2">
            <a:alphaModFix/>
          </a:blip>
          <a:stretch>
            <a:fillRect/>
          </a:stretch>
        </p:blipFill>
        <p:spPr>
          <a:xfrm>
            <a:off x="6782603" y="1661900"/>
            <a:ext cx="1944175" cy="2637826"/>
          </a:xfrm>
          <a:prstGeom prst="rect">
            <a:avLst/>
          </a:prstGeom>
          <a:noFill/>
          <a:ln>
            <a:noFill/>
          </a:ln>
        </p:spPr>
      </p:pic>
      <p:pic>
        <p:nvPicPr>
          <p:cNvPr id="407" name="Google Shape;407;p43"/>
          <p:cNvPicPr preferRelativeResize="0"/>
          <p:nvPr/>
        </p:nvPicPr>
        <p:blipFill>
          <a:blip r:embed="rId3">
            <a:alphaModFix/>
          </a:blip>
          <a:stretch>
            <a:fillRect/>
          </a:stretch>
        </p:blipFill>
        <p:spPr>
          <a:xfrm>
            <a:off x="4669739" y="1808437"/>
            <a:ext cx="1944176" cy="2491293"/>
          </a:xfrm>
          <a:prstGeom prst="rect">
            <a:avLst/>
          </a:prstGeom>
          <a:noFill/>
          <a:ln>
            <a:noFill/>
          </a:ln>
        </p:spPr>
      </p:pic>
      <p:sp>
        <p:nvSpPr>
          <p:cNvPr id="408" name="Google Shape;408;p43"/>
          <p:cNvSpPr/>
          <p:nvPr>
            <p:ph idx="5" type="pic"/>
          </p:nvPr>
        </p:nvSpPr>
        <p:spPr>
          <a:xfrm>
            <a:off x="2665988" y="1720023"/>
            <a:ext cx="315900" cy="315900"/>
          </a:xfrm>
          <a:prstGeom prst="rect">
            <a:avLst/>
          </a:prstGeom>
          <a:noFill/>
          <a:ln>
            <a:noFill/>
          </a:ln>
        </p:spPr>
      </p:sp>
      <p:sp>
        <p:nvSpPr>
          <p:cNvPr id="409" name="Google Shape;409;p43"/>
          <p:cNvSpPr txBox="1"/>
          <p:nvPr>
            <p:ph idx="6" type="body"/>
          </p:nvPr>
        </p:nvSpPr>
        <p:spPr>
          <a:xfrm>
            <a:off x="2635788"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410" name="Google Shape;410;p43"/>
          <p:cNvSpPr txBox="1"/>
          <p:nvPr>
            <p:ph idx="7" type="subTitle"/>
          </p:nvPr>
        </p:nvSpPr>
        <p:spPr>
          <a:xfrm>
            <a:off x="2635788"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411" name="Google Shape;411;p43"/>
          <p:cNvSpPr/>
          <p:nvPr>
            <p:ph idx="8" type="pic"/>
          </p:nvPr>
        </p:nvSpPr>
        <p:spPr>
          <a:xfrm>
            <a:off x="4780001" y="1720023"/>
            <a:ext cx="315900" cy="315900"/>
          </a:xfrm>
          <a:prstGeom prst="rect">
            <a:avLst/>
          </a:prstGeom>
          <a:noFill/>
          <a:ln>
            <a:noFill/>
          </a:ln>
        </p:spPr>
      </p:sp>
      <p:sp>
        <p:nvSpPr>
          <p:cNvPr id="412" name="Google Shape;412;p43"/>
          <p:cNvSpPr txBox="1"/>
          <p:nvPr>
            <p:ph idx="9" type="body"/>
          </p:nvPr>
        </p:nvSpPr>
        <p:spPr>
          <a:xfrm>
            <a:off x="4749800"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413" name="Google Shape;413;p43"/>
          <p:cNvSpPr txBox="1"/>
          <p:nvPr>
            <p:ph idx="13" type="subTitle"/>
          </p:nvPr>
        </p:nvSpPr>
        <p:spPr>
          <a:xfrm>
            <a:off x="4749800"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414" name="Google Shape;414;p43"/>
          <p:cNvSpPr/>
          <p:nvPr>
            <p:ph idx="14" type="pic"/>
          </p:nvPr>
        </p:nvSpPr>
        <p:spPr>
          <a:xfrm>
            <a:off x="6896376" y="1720023"/>
            <a:ext cx="315900" cy="315900"/>
          </a:xfrm>
          <a:prstGeom prst="rect">
            <a:avLst/>
          </a:prstGeom>
          <a:noFill/>
          <a:ln>
            <a:noFill/>
          </a:ln>
        </p:spPr>
      </p:sp>
      <p:sp>
        <p:nvSpPr>
          <p:cNvPr id="415" name="Google Shape;415;p43"/>
          <p:cNvSpPr txBox="1"/>
          <p:nvPr>
            <p:ph idx="15" type="body"/>
          </p:nvPr>
        </p:nvSpPr>
        <p:spPr>
          <a:xfrm>
            <a:off x="6866175"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416" name="Google Shape;416;p43"/>
          <p:cNvSpPr txBox="1"/>
          <p:nvPr>
            <p:ph idx="16" type="subTitle"/>
          </p:nvPr>
        </p:nvSpPr>
        <p:spPr>
          <a:xfrm>
            <a:off x="6866175"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417" name="Google Shape;417;p43"/>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18" name="Google Shape;418;p43"/>
          <p:cNvSpPr txBox="1"/>
          <p:nvPr>
            <p:ph idx="17"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1">
  <p:cSld name="CUSTOM">
    <p:spTree>
      <p:nvGrpSpPr>
        <p:cNvPr id="419" name="Shape 419"/>
        <p:cNvGrpSpPr/>
        <p:nvPr/>
      </p:nvGrpSpPr>
      <p:grpSpPr>
        <a:xfrm>
          <a:off x="0" y="0"/>
          <a:ext cx="0" cy="0"/>
          <a:chOff x="0" y="0"/>
          <a:chExt cx="0" cy="0"/>
        </a:xfrm>
      </p:grpSpPr>
      <p:pic>
        <p:nvPicPr>
          <p:cNvPr id="420" name="Google Shape;420;p44"/>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421" name="Google Shape;421;p4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22" name="Google Shape;422;p44"/>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23" name="Google Shape;423;p44"/>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TITLE_ONLY_2_1">
    <p:bg>
      <p:bgPr>
        <a:blipFill>
          <a:blip r:embed="rId2">
            <a:alphaModFix/>
          </a:blip>
          <a:stretch>
            <a:fillRect/>
          </a:stretch>
        </a:blipFill>
      </p:bgPr>
    </p:bg>
    <p:spTree>
      <p:nvGrpSpPr>
        <p:cNvPr id="424" name="Shape 424"/>
        <p:cNvGrpSpPr/>
        <p:nvPr/>
      </p:nvGrpSpPr>
      <p:grpSpPr>
        <a:xfrm>
          <a:off x="0" y="0"/>
          <a:ext cx="0" cy="0"/>
          <a:chOff x="0" y="0"/>
          <a:chExt cx="0" cy="0"/>
        </a:xfrm>
      </p:grpSpPr>
      <p:sp>
        <p:nvSpPr>
          <p:cNvPr id="425" name="Google Shape;425;p45"/>
          <p:cNvSpPr txBox="1"/>
          <p:nvPr>
            <p:ph type="title"/>
          </p:nvPr>
        </p:nvSpPr>
        <p:spPr>
          <a:xfrm>
            <a:off x="311700" y="445025"/>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3200"/>
              <a:buFont typeface="Inter ExtraBold"/>
              <a:buNone/>
              <a:defRPr sz="3200">
                <a:solidFill>
                  <a:schemeClr val="dk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26" name="Google Shape;426;p45"/>
          <p:cNvSpPr txBox="1"/>
          <p:nvPr>
            <p:ph idx="1" type="subTitle"/>
          </p:nvPr>
        </p:nvSpPr>
        <p:spPr>
          <a:xfrm>
            <a:off x="311700" y="973750"/>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None/>
              <a:defRPr>
                <a:solidFill>
                  <a:schemeClr val="dk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427" name="Google Shape;427;p45"/>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428" name="Google Shape;428;p45"/>
          <p:cNvSpPr txBox="1"/>
          <p:nvPr>
            <p:ph idx="2" type="body"/>
          </p:nvPr>
        </p:nvSpPr>
        <p:spPr>
          <a:xfrm>
            <a:off x="311700" y="1546450"/>
            <a:ext cx="6180300" cy="28659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Clr>
                <a:schemeClr val="dk1"/>
              </a:buClr>
              <a:buSzPts val="1800"/>
              <a:buChar char="●"/>
              <a:defRPr>
                <a:solidFill>
                  <a:schemeClr val="dk1"/>
                </a:solidFill>
              </a:defRPr>
            </a:lvl1pPr>
            <a:lvl2pPr indent="-317500" lvl="1" marL="914400" rtl="0">
              <a:spcBef>
                <a:spcPts val="1000"/>
              </a:spcBef>
              <a:spcAft>
                <a:spcPts val="0"/>
              </a:spcAft>
              <a:buClr>
                <a:schemeClr val="dk1"/>
              </a:buClr>
              <a:buSzPts val="1400"/>
              <a:buChar char="○"/>
              <a:defRPr>
                <a:solidFill>
                  <a:schemeClr val="dk1"/>
                </a:solidFill>
              </a:defRPr>
            </a:lvl2pPr>
            <a:lvl3pPr indent="-317500" lvl="2" marL="1371600" rtl="0">
              <a:spcBef>
                <a:spcPts val="1000"/>
              </a:spcBef>
              <a:spcAft>
                <a:spcPts val="0"/>
              </a:spcAft>
              <a:buClr>
                <a:schemeClr val="dk1"/>
              </a:buClr>
              <a:buSzPts val="1400"/>
              <a:buChar char="■"/>
              <a:defRPr>
                <a:solidFill>
                  <a:schemeClr val="dk1"/>
                </a:solidFill>
              </a:defRPr>
            </a:lvl3pPr>
            <a:lvl4pPr indent="-317500" lvl="3" marL="1828800" rtl="0">
              <a:spcBef>
                <a:spcPts val="1000"/>
              </a:spcBef>
              <a:spcAft>
                <a:spcPts val="0"/>
              </a:spcAft>
              <a:buClr>
                <a:schemeClr val="dk1"/>
              </a:buClr>
              <a:buSzPts val="1400"/>
              <a:buChar char="●"/>
              <a:defRPr>
                <a:solidFill>
                  <a:schemeClr val="dk1"/>
                </a:solidFill>
              </a:defRPr>
            </a:lvl4pPr>
            <a:lvl5pPr indent="-317500" lvl="4" marL="2286000" rtl="0">
              <a:spcBef>
                <a:spcPts val="1000"/>
              </a:spcBef>
              <a:spcAft>
                <a:spcPts val="0"/>
              </a:spcAft>
              <a:buClr>
                <a:schemeClr val="dk1"/>
              </a:buClr>
              <a:buSzPts val="1400"/>
              <a:buChar char="○"/>
              <a:defRPr>
                <a:solidFill>
                  <a:schemeClr val="dk1"/>
                </a:solidFill>
              </a:defRPr>
            </a:lvl5pPr>
            <a:lvl6pPr indent="-317500" lvl="5" marL="2743200" rtl="0">
              <a:spcBef>
                <a:spcPts val="1000"/>
              </a:spcBef>
              <a:spcAft>
                <a:spcPts val="0"/>
              </a:spcAft>
              <a:buClr>
                <a:schemeClr val="dk1"/>
              </a:buClr>
              <a:buSzPts val="1400"/>
              <a:buChar char="■"/>
              <a:defRPr>
                <a:solidFill>
                  <a:schemeClr val="dk1"/>
                </a:solidFill>
              </a:defRPr>
            </a:lvl6pPr>
            <a:lvl7pPr indent="-317500" lvl="6" marL="3200400" rtl="0">
              <a:spcBef>
                <a:spcPts val="1000"/>
              </a:spcBef>
              <a:spcAft>
                <a:spcPts val="0"/>
              </a:spcAft>
              <a:buClr>
                <a:schemeClr val="dk1"/>
              </a:buClr>
              <a:buSzPts val="1400"/>
              <a:buChar char="●"/>
              <a:defRPr>
                <a:solidFill>
                  <a:schemeClr val="dk1"/>
                </a:solidFill>
              </a:defRPr>
            </a:lvl7pPr>
            <a:lvl8pPr indent="-317500" lvl="7" marL="3657600" rtl="0">
              <a:spcBef>
                <a:spcPts val="1000"/>
              </a:spcBef>
              <a:spcAft>
                <a:spcPts val="0"/>
              </a:spcAft>
              <a:buClr>
                <a:schemeClr val="dk1"/>
              </a:buClr>
              <a:buSzPts val="1400"/>
              <a:buChar char="○"/>
              <a:defRPr>
                <a:solidFill>
                  <a:schemeClr val="dk1"/>
                </a:solidFill>
              </a:defRPr>
            </a:lvl8pPr>
            <a:lvl9pPr indent="-317500" lvl="8" marL="4114800" rtl="0">
              <a:spcBef>
                <a:spcPts val="1000"/>
              </a:spcBef>
              <a:spcAft>
                <a:spcPts val="1000"/>
              </a:spcAft>
              <a:buClr>
                <a:schemeClr val="dk1"/>
              </a:buClr>
              <a:buSzPts val="1400"/>
              <a:buChar char="■"/>
              <a:defRPr>
                <a:solidFill>
                  <a:schemeClr val="dk1"/>
                </a:solidFill>
              </a:defRPr>
            </a:lvl9pPr>
          </a:lstStyle>
          <a:p/>
        </p:txBody>
      </p:sp>
      <p:pic>
        <p:nvPicPr>
          <p:cNvPr id="429" name="Google Shape;429;p45"/>
          <p:cNvPicPr preferRelativeResize="0"/>
          <p:nvPr/>
        </p:nvPicPr>
        <p:blipFill>
          <a:blip r:embed="rId4">
            <a:alphaModFix/>
          </a:blip>
          <a:stretch>
            <a:fillRect/>
          </a:stretch>
        </p:blipFill>
        <p:spPr>
          <a:xfrm>
            <a:off x="324503" y="4543525"/>
            <a:ext cx="950126" cy="141650"/>
          </a:xfrm>
          <a:prstGeom prst="rect">
            <a:avLst/>
          </a:prstGeom>
          <a:noFill/>
          <a:ln>
            <a:noFill/>
          </a:ln>
        </p:spPr>
      </p:pic>
      <p:sp>
        <p:nvSpPr>
          <p:cNvPr id="430" name="Google Shape;430;p45"/>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31" name="Google Shape;431;p45"/>
          <p:cNvSpPr txBox="1"/>
          <p:nvPr>
            <p:ph idx="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2)">
  <p:cSld name="TITLE_ONLY_2_1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46"/>
          <p:cNvSpPr txBox="1"/>
          <p:nvPr>
            <p:ph type="title"/>
          </p:nvPr>
        </p:nvSpPr>
        <p:spPr>
          <a:xfrm>
            <a:off x="311700" y="445025"/>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3200"/>
              <a:buFont typeface="Inter ExtraBold"/>
              <a:buNone/>
              <a:defRPr sz="3200">
                <a:solidFill>
                  <a:schemeClr val="dk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34" name="Google Shape;434;p46"/>
          <p:cNvSpPr txBox="1"/>
          <p:nvPr>
            <p:ph idx="1" type="subTitle"/>
          </p:nvPr>
        </p:nvSpPr>
        <p:spPr>
          <a:xfrm>
            <a:off x="311700" y="973750"/>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None/>
              <a:defRPr>
                <a:solidFill>
                  <a:schemeClr val="dk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435" name="Google Shape;435;p46"/>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436" name="Google Shape;436;p46"/>
          <p:cNvSpPr txBox="1"/>
          <p:nvPr>
            <p:ph idx="2" type="body"/>
          </p:nvPr>
        </p:nvSpPr>
        <p:spPr>
          <a:xfrm>
            <a:off x="311700" y="1546450"/>
            <a:ext cx="6180300" cy="28659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Clr>
                <a:schemeClr val="dk1"/>
              </a:buClr>
              <a:buSzPts val="1800"/>
              <a:buChar char="●"/>
              <a:defRPr>
                <a:solidFill>
                  <a:schemeClr val="dk1"/>
                </a:solidFill>
              </a:defRPr>
            </a:lvl1pPr>
            <a:lvl2pPr indent="-317500" lvl="1" marL="914400" rtl="0">
              <a:spcBef>
                <a:spcPts val="1000"/>
              </a:spcBef>
              <a:spcAft>
                <a:spcPts val="0"/>
              </a:spcAft>
              <a:buClr>
                <a:schemeClr val="dk1"/>
              </a:buClr>
              <a:buSzPts val="1400"/>
              <a:buChar char="○"/>
              <a:defRPr>
                <a:solidFill>
                  <a:schemeClr val="dk1"/>
                </a:solidFill>
              </a:defRPr>
            </a:lvl2pPr>
            <a:lvl3pPr indent="-317500" lvl="2" marL="1371600" rtl="0">
              <a:spcBef>
                <a:spcPts val="1000"/>
              </a:spcBef>
              <a:spcAft>
                <a:spcPts val="0"/>
              </a:spcAft>
              <a:buClr>
                <a:schemeClr val="dk1"/>
              </a:buClr>
              <a:buSzPts val="1400"/>
              <a:buChar char="■"/>
              <a:defRPr>
                <a:solidFill>
                  <a:schemeClr val="dk1"/>
                </a:solidFill>
              </a:defRPr>
            </a:lvl3pPr>
            <a:lvl4pPr indent="-317500" lvl="3" marL="1828800" rtl="0">
              <a:spcBef>
                <a:spcPts val="1000"/>
              </a:spcBef>
              <a:spcAft>
                <a:spcPts val="0"/>
              </a:spcAft>
              <a:buClr>
                <a:schemeClr val="dk1"/>
              </a:buClr>
              <a:buSzPts val="1400"/>
              <a:buChar char="●"/>
              <a:defRPr>
                <a:solidFill>
                  <a:schemeClr val="dk1"/>
                </a:solidFill>
              </a:defRPr>
            </a:lvl4pPr>
            <a:lvl5pPr indent="-317500" lvl="4" marL="2286000" rtl="0">
              <a:spcBef>
                <a:spcPts val="1000"/>
              </a:spcBef>
              <a:spcAft>
                <a:spcPts val="0"/>
              </a:spcAft>
              <a:buClr>
                <a:schemeClr val="dk1"/>
              </a:buClr>
              <a:buSzPts val="1400"/>
              <a:buChar char="○"/>
              <a:defRPr>
                <a:solidFill>
                  <a:schemeClr val="dk1"/>
                </a:solidFill>
              </a:defRPr>
            </a:lvl5pPr>
            <a:lvl6pPr indent="-317500" lvl="5" marL="2743200" rtl="0">
              <a:spcBef>
                <a:spcPts val="1000"/>
              </a:spcBef>
              <a:spcAft>
                <a:spcPts val="0"/>
              </a:spcAft>
              <a:buClr>
                <a:schemeClr val="dk1"/>
              </a:buClr>
              <a:buSzPts val="1400"/>
              <a:buChar char="■"/>
              <a:defRPr>
                <a:solidFill>
                  <a:schemeClr val="dk1"/>
                </a:solidFill>
              </a:defRPr>
            </a:lvl6pPr>
            <a:lvl7pPr indent="-317500" lvl="6" marL="3200400" rtl="0">
              <a:spcBef>
                <a:spcPts val="1000"/>
              </a:spcBef>
              <a:spcAft>
                <a:spcPts val="0"/>
              </a:spcAft>
              <a:buClr>
                <a:schemeClr val="dk1"/>
              </a:buClr>
              <a:buSzPts val="1400"/>
              <a:buChar char="●"/>
              <a:defRPr>
                <a:solidFill>
                  <a:schemeClr val="dk1"/>
                </a:solidFill>
              </a:defRPr>
            </a:lvl7pPr>
            <a:lvl8pPr indent="-317500" lvl="7" marL="3657600" rtl="0">
              <a:spcBef>
                <a:spcPts val="1000"/>
              </a:spcBef>
              <a:spcAft>
                <a:spcPts val="0"/>
              </a:spcAft>
              <a:buClr>
                <a:schemeClr val="dk1"/>
              </a:buClr>
              <a:buSzPts val="1400"/>
              <a:buChar char="○"/>
              <a:defRPr>
                <a:solidFill>
                  <a:schemeClr val="dk1"/>
                </a:solidFill>
              </a:defRPr>
            </a:lvl8pPr>
            <a:lvl9pPr indent="-317500" lvl="8" marL="4114800" rtl="0">
              <a:spcBef>
                <a:spcPts val="1000"/>
              </a:spcBef>
              <a:spcAft>
                <a:spcPts val="1000"/>
              </a:spcAft>
              <a:buClr>
                <a:schemeClr val="dk1"/>
              </a:buClr>
              <a:buSzPts val="1400"/>
              <a:buChar char="■"/>
              <a:defRPr>
                <a:solidFill>
                  <a:schemeClr val="dk1"/>
                </a:solidFill>
              </a:defRPr>
            </a:lvl9pPr>
          </a:lstStyle>
          <a:p/>
        </p:txBody>
      </p:sp>
      <p:pic>
        <p:nvPicPr>
          <p:cNvPr id="437" name="Google Shape;437;p46"/>
          <p:cNvPicPr preferRelativeResize="0"/>
          <p:nvPr/>
        </p:nvPicPr>
        <p:blipFill>
          <a:blip r:embed="rId4">
            <a:alphaModFix/>
          </a:blip>
          <a:stretch>
            <a:fillRect/>
          </a:stretch>
        </p:blipFill>
        <p:spPr>
          <a:xfrm>
            <a:off x="457953" y="4543525"/>
            <a:ext cx="950126" cy="141650"/>
          </a:xfrm>
          <a:prstGeom prst="rect">
            <a:avLst/>
          </a:prstGeom>
          <a:noFill/>
          <a:ln>
            <a:noFill/>
          </a:ln>
        </p:spPr>
      </p:pic>
      <p:sp>
        <p:nvSpPr>
          <p:cNvPr id="438" name="Google Shape;438;p46"/>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39" name="Google Shape;439;p46"/>
          <p:cNvSpPr txBox="1"/>
          <p:nvPr>
            <p:ph idx="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3)">
  <p:cSld name="TITLE_ONLY_2_1_2_1">
    <p:bg>
      <p:bgPr>
        <a:blipFill>
          <a:blip r:embed="rId2">
            <a:alphaModFix/>
          </a:blip>
          <a:stretch>
            <a:fillRect/>
          </a:stretch>
        </a:blipFill>
      </p:bgPr>
    </p:bg>
    <p:spTree>
      <p:nvGrpSpPr>
        <p:cNvPr id="440" name="Shape 440"/>
        <p:cNvGrpSpPr/>
        <p:nvPr/>
      </p:nvGrpSpPr>
      <p:grpSpPr>
        <a:xfrm>
          <a:off x="0" y="0"/>
          <a:ext cx="0" cy="0"/>
          <a:chOff x="0" y="0"/>
          <a:chExt cx="0" cy="0"/>
        </a:xfrm>
      </p:grpSpPr>
      <p:sp>
        <p:nvSpPr>
          <p:cNvPr id="441" name="Google Shape;441;p47"/>
          <p:cNvSpPr txBox="1"/>
          <p:nvPr>
            <p:ph type="title"/>
          </p:nvPr>
        </p:nvSpPr>
        <p:spPr>
          <a:xfrm>
            <a:off x="311700" y="445025"/>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SzPts val="3200"/>
              <a:buFont typeface="Inter ExtraBold"/>
              <a:buNone/>
              <a:defRPr sz="3200">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42" name="Google Shape;442;p47"/>
          <p:cNvSpPr txBox="1"/>
          <p:nvPr>
            <p:ph idx="1" type="subTitle"/>
          </p:nvPr>
        </p:nvSpPr>
        <p:spPr>
          <a:xfrm>
            <a:off x="311700" y="973750"/>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None/>
              <a:defRPr>
                <a:solidFill>
                  <a:schemeClr val="dk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443" name="Google Shape;443;p47"/>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444" name="Google Shape;444;p47"/>
          <p:cNvSpPr txBox="1"/>
          <p:nvPr>
            <p:ph idx="2" type="body"/>
          </p:nvPr>
        </p:nvSpPr>
        <p:spPr>
          <a:xfrm>
            <a:off x="311700" y="1546450"/>
            <a:ext cx="6180300" cy="28659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1000"/>
              </a:spcBef>
              <a:spcAft>
                <a:spcPts val="0"/>
              </a:spcAft>
              <a:buSzPts val="1400"/>
              <a:buChar char="○"/>
              <a:defRPr/>
            </a:lvl2pPr>
            <a:lvl3pPr indent="-317500" lvl="2" marL="1371600" rtl="0">
              <a:spcBef>
                <a:spcPts val="1000"/>
              </a:spcBef>
              <a:spcAft>
                <a:spcPts val="0"/>
              </a:spcAft>
              <a:buSzPts val="1400"/>
              <a:buChar char="■"/>
              <a:defRPr/>
            </a:lvl3pPr>
            <a:lvl4pPr indent="-317500" lvl="3" marL="1828800" rtl="0">
              <a:spcBef>
                <a:spcPts val="1000"/>
              </a:spcBef>
              <a:spcAft>
                <a:spcPts val="0"/>
              </a:spcAft>
              <a:buSzPts val="1400"/>
              <a:buChar char="●"/>
              <a:defRPr/>
            </a:lvl4pPr>
            <a:lvl5pPr indent="-317500" lvl="4" marL="2286000" rtl="0">
              <a:spcBef>
                <a:spcPts val="1000"/>
              </a:spcBef>
              <a:spcAft>
                <a:spcPts val="0"/>
              </a:spcAft>
              <a:buSzPts val="1400"/>
              <a:buChar char="○"/>
              <a:defRPr/>
            </a:lvl5pPr>
            <a:lvl6pPr indent="-317500" lvl="5" marL="2743200" rtl="0">
              <a:spcBef>
                <a:spcPts val="1000"/>
              </a:spcBef>
              <a:spcAft>
                <a:spcPts val="0"/>
              </a:spcAft>
              <a:buSzPts val="1400"/>
              <a:buChar char="■"/>
              <a:defRPr/>
            </a:lvl6pPr>
            <a:lvl7pPr indent="-317500" lvl="6" marL="3200400" rtl="0">
              <a:spcBef>
                <a:spcPts val="1000"/>
              </a:spcBef>
              <a:spcAft>
                <a:spcPts val="0"/>
              </a:spcAft>
              <a:buSzPts val="1400"/>
              <a:buChar char="●"/>
              <a:defRPr/>
            </a:lvl7pPr>
            <a:lvl8pPr indent="-317500" lvl="7" marL="3657600" rtl="0">
              <a:spcBef>
                <a:spcPts val="1000"/>
              </a:spcBef>
              <a:spcAft>
                <a:spcPts val="0"/>
              </a:spcAft>
              <a:buSzPts val="1400"/>
              <a:buChar char="○"/>
              <a:defRPr/>
            </a:lvl8pPr>
            <a:lvl9pPr indent="-317500" lvl="8" marL="4114800" rtl="0">
              <a:spcBef>
                <a:spcPts val="1000"/>
              </a:spcBef>
              <a:spcAft>
                <a:spcPts val="1000"/>
              </a:spcAft>
              <a:buSzPts val="1400"/>
              <a:buChar char="■"/>
              <a:defRPr/>
            </a:lvl9pPr>
          </a:lstStyle>
          <a:p/>
        </p:txBody>
      </p:sp>
      <p:pic>
        <p:nvPicPr>
          <p:cNvPr id="445" name="Google Shape;445;p47"/>
          <p:cNvPicPr preferRelativeResize="0"/>
          <p:nvPr/>
        </p:nvPicPr>
        <p:blipFill>
          <a:blip r:embed="rId4">
            <a:alphaModFix/>
          </a:blip>
          <a:stretch>
            <a:fillRect/>
          </a:stretch>
        </p:blipFill>
        <p:spPr>
          <a:xfrm>
            <a:off x="457529" y="4543025"/>
            <a:ext cx="950976" cy="142646"/>
          </a:xfrm>
          <a:prstGeom prst="rect">
            <a:avLst/>
          </a:prstGeom>
          <a:noFill/>
          <a:ln>
            <a:noFill/>
          </a:ln>
        </p:spPr>
      </p:pic>
      <p:sp>
        <p:nvSpPr>
          <p:cNvPr id="446" name="Google Shape;446;p47"/>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47" name="Google Shape;447;p47"/>
          <p:cNvSpPr txBox="1"/>
          <p:nvPr>
            <p:ph idx="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4)">
  <p:cSld name="TITLE_ONLY_2_1_2_1_2">
    <p:bg>
      <p:bgPr>
        <a:blipFill>
          <a:blip r:embed="rId2">
            <a:alphaModFix/>
          </a:blip>
          <a:stretch>
            <a:fillRect/>
          </a:stretch>
        </a:blipFill>
      </p:bgPr>
    </p:bg>
    <p:spTree>
      <p:nvGrpSpPr>
        <p:cNvPr id="448" name="Shape 448"/>
        <p:cNvGrpSpPr/>
        <p:nvPr/>
      </p:nvGrpSpPr>
      <p:grpSpPr>
        <a:xfrm>
          <a:off x="0" y="0"/>
          <a:ext cx="0" cy="0"/>
          <a:chOff x="0" y="0"/>
          <a:chExt cx="0" cy="0"/>
        </a:xfrm>
      </p:grpSpPr>
      <p:sp>
        <p:nvSpPr>
          <p:cNvPr id="449" name="Google Shape;449;p48"/>
          <p:cNvSpPr txBox="1"/>
          <p:nvPr>
            <p:ph type="title"/>
          </p:nvPr>
        </p:nvSpPr>
        <p:spPr>
          <a:xfrm>
            <a:off x="311700" y="445025"/>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SzPts val="3200"/>
              <a:buFont typeface="Inter ExtraBold"/>
              <a:buNone/>
              <a:defRPr sz="3200">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50" name="Google Shape;450;p48"/>
          <p:cNvSpPr txBox="1"/>
          <p:nvPr>
            <p:ph idx="1" type="subTitle"/>
          </p:nvPr>
        </p:nvSpPr>
        <p:spPr>
          <a:xfrm>
            <a:off x="311700" y="973750"/>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None/>
              <a:defRPr>
                <a:solidFill>
                  <a:schemeClr val="dk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451" name="Google Shape;451;p48"/>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452" name="Google Shape;452;p48"/>
          <p:cNvSpPr txBox="1"/>
          <p:nvPr>
            <p:ph idx="2" type="body"/>
          </p:nvPr>
        </p:nvSpPr>
        <p:spPr>
          <a:xfrm>
            <a:off x="311700" y="1546450"/>
            <a:ext cx="6180300" cy="28659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1000"/>
              </a:spcBef>
              <a:spcAft>
                <a:spcPts val="0"/>
              </a:spcAft>
              <a:buSzPts val="1400"/>
              <a:buChar char="○"/>
              <a:defRPr/>
            </a:lvl2pPr>
            <a:lvl3pPr indent="-317500" lvl="2" marL="1371600" rtl="0">
              <a:spcBef>
                <a:spcPts val="1000"/>
              </a:spcBef>
              <a:spcAft>
                <a:spcPts val="0"/>
              </a:spcAft>
              <a:buSzPts val="1400"/>
              <a:buChar char="■"/>
              <a:defRPr/>
            </a:lvl3pPr>
            <a:lvl4pPr indent="-317500" lvl="3" marL="1828800" rtl="0">
              <a:spcBef>
                <a:spcPts val="1000"/>
              </a:spcBef>
              <a:spcAft>
                <a:spcPts val="0"/>
              </a:spcAft>
              <a:buSzPts val="1400"/>
              <a:buChar char="●"/>
              <a:defRPr/>
            </a:lvl4pPr>
            <a:lvl5pPr indent="-317500" lvl="4" marL="2286000" rtl="0">
              <a:spcBef>
                <a:spcPts val="1000"/>
              </a:spcBef>
              <a:spcAft>
                <a:spcPts val="0"/>
              </a:spcAft>
              <a:buSzPts val="1400"/>
              <a:buChar char="○"/>
              <a:defRPr/>
            </a:lvl5pPr>
            <a:lvl6pPr indent="-317500" lvl="5" marL="2743200" rtl="0">
              <a:spcBef>
                <a:spcPts val="1000"/>
              </a:spcBef>
              <a:spcAft>
                <a:spcPts val="0"/>
              </a:spcAft>
              <a:buSzPts val="1400"/>
              <a:buChar char="■"/>
              <a:defRPr/>
            </a:lvl6pPr>
            <a:lvl7pPr indent="-317500" lvl="6" marL="3200400" rtl="0">
              <a:spcBef>
                <a:spcPts val="1000"/>
              </a:spcBef>
              <a:spcAft>
                <a:spcPts val="0"/>
              </a:spcAft>
              <a:buSzPts val="1400"/>
              <a:buChar char="●"/>
              <a:defRPr/>
            </a:lvl7pPr>
            <a:lvl8pPr indent="-317500" lvl="7" marL="3657600" rtl="0">
              <a:spcBef>
                <a:spcPts val="1000"/>
              </a:spcBef>
              <a:spcAft>
                <a:spcPts val="0"/>
              </a:spcAft>
              <a:buSzPts val="1400"/>
              <a:buChar char="○"/>
              <a:defRPr/>
            </a:lvl8pPr>
            <a:lvl9pPr indent="-317500" lvl="8" marL="4114800" rtl="0">
              <a:spcBef>
                <a:spcPts val="1000"/>
              </a:spcBef>
              <a:spcAft>
                <a:spcPts val="1000"/>
              </a:spcAft>
              <a:buSzPts val="1400"/>
              <a:buChar char="■"/>
              <a:defRPr/>
            </a:lvl9pPr>
          </a:lstStyle>
          <a:p/>
        </p:txBody>
      </p:sp>
      <p:pic>
        <p:nvPicPr>
          <p:cNvPr id="453" name="Google Shape;453;p48"/>
          <p:cNvPicPr preferRelativeResize="0"/>
          <p:nvPr/>
        </p:nvPicPr>
        <p:blipFill>
          <a:blip r:embed="rId4">
            <a:alphaModFix/>
          </a:blip>
          <a:stretch>
            <a:fillRect/>
          </a:stretch>
        </p:blipFill>
        <p:spPr>
          <a:xfrm>
            <a:off x="457529" y="4543025"/>
            <a:ext cx="950976" cy="142646"/>
          </a:xfrm>
          <a:prstGeom prst="rect">
            <a:avLst/>
          </a:prstGeom>
          <a:noFill/>
          <a:ln>
            <a:noFill/>
          </a:ln>
        </p:spPr>
      </p:pic>
      <p:sp>
        <p:nvSpPr>
          <p:cNvPr id="454" name="Google Shape;454;p48"/>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55" name="Google Shape;455;p48"/>
          <p:cNvSpPr txBox="1"/>
          <p:nvPr>
            <p:ph idx="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5)">
  <p:cSld name="TITLE_ONLY_2_1_2_1_1">
    <p:bg>
      <p:bgPr>
        <a:blipFill>
          <a:blip r:embed="rId2">
            <a:alphaModFix/>
          </a:blip>
          <a:stretch>
            <a:fillRect/>
          </a:stretch>
        </a:blipFill>
      </p:bgPr>
    </p:bg>
    <p:spTree>
      <p:nvGrpSpPr>
        <p:cNvPr id="456" name="Shape 456"/>
        <p:cNvGrpSpPr/>
        <p:nvPr/>
      </p:nvGrpSpPr>
      <p:grpSpPr>
        <a:xfrm>
          <a:off x="0" y="0"/>
          <a:ext cx="0" cy="0"/>
          <a:chOff x="0" y="0"/>
          <a:chExt cx="0" cy="0"/>
        </a:xfrm>
      </p:grpSpPr>
      <p:sp>
        <p:nvSpPr>
          <p:cNvPr id="457" name="Google Shape;457;p49"/>
          <p:cNvSpPr txBox="1"/>
          <p:nvPr>
            <p:ph type="title"/>
          </p:nvPr>
        </p:nvSpPr>
        <p:spPr>
          <a:xfrm>
            <a:off x="311700" y="445025"/>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SzPts val="3200"/>
              <a:buFont typeface="Inter ExtraBold"/>
              <a:buNone/>
              <a:defRPr sz="3200">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58" name="Google Shape;458;p49"/>
          <p:cNvSpPr txBox="1"/>
          <p:nvPr>
            <p:ph idx="1" type="subTitle"/>
          </p:nvPr>
        </p:nvSpPr>
        <p:spPr>
          <a:xfrm>
            <a:off x="311700" y="973750"/>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None/>
              <a:defRPr>
                <a:solidFill>
                  <a:schemeClr val="dk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459" name="Google Shape;459;p49"/>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460" name="Google Shape;460;p49"/>
          <p:cNvSpPr txBox="1"/>
          <p:nvPr>
            <p:ph idx="2" type="body"/>
          </p:nvPr>
        </p:nvSpPr>
        <p:spPr>
          <a:xfrm>
            <a:off x="311700" y="1546450"/>
            <a:ext cx="6180300" cy="28659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1000"/>
              </a:spcBef>
              <a:spcAft>
                <a:spcPts val="0"/>
              </a:spcAft>
              <a:buSzPts val="1400"/>
              <a:buChar char="○"/>
              <a:defRPr/>
            </a:lvl2pPr>
            <a:lvl3pPr indent="-317500" lvl="2" marL="1371600" rtl="0">
              <a:spcBef>
                <a:spcPts val="1000"/>
              </a:spcBef>
              <a:spcAft>
                <a:spcPts val="0"/>
              </a:spcAft>
              <a:buSzPts val="1400"/>
              <a:buChar char="■"/>
              <a:defRPr/>
            </a:lvl3pPr>
            <a:lvl4pPr indent="-317500" lvl="3" marL="1828800" rtl="0">
              <a:spcBef>
                <a:spcPts val="1000"/>
              </a:spcBef>
              <a:spcAft>
                <a:spcPts val="0"/>
              </a:spcAft>
              <a:buSzPts val="1400"/>
              <a:buChar char="●"/>
              <a:defRPr/>
            </a:lvl4pPr>
            <a:lvl5pPr indent="-317500" lvl="4" marL="2286000" rtl="0">
              <a:spcBef>
                <a:spcPts val="1000"/>
              </a:spcBef>
              <a:spcAft>
                <a:spcPts val="0"/>
              </a:spcAft>
              <a:buSzPts val="1400"/>
              <a:buChar char="○"/>
              <a:defRPr/>
            </a:lvl5pPr>
            <a:lvl6pPr indent="-317500" lvl="5" marL="2743200" rtl="0">
              <a:spcBef>
                <a:spcPts val="1000"/>
              </a:spcBef>
              <a:spcAft>
                <a:spcPts val="0"/>
              </a:spcAft>
              <a:buSzPts val="1400"/>
              <a:buChar char="■"/>
              <a:defRPr/>
            </a:lvl6pPr>
            <a:lvl7pPr indent="-317500" lvl="6" marL="3200400" rtl="0">
              <a:spcBef>
                <a:spcPts val="1000"/>
              </a:spcBef>
              <a:spcAft>
                <a:spcPts val="0"/>
              </a:spcAft>
              <a:buSzPts val="1400"/>
              <a:buChar char="●"/>
              <a:defRPr/>
            </a:lvl7pPr>
            <a:lvl8pPr indent="-317500" lvl="7" marL="3657600" rtl="0">
              <a:spcBef>
                <a:spcPts val="1000"/>
              </a:spcBef>
              <a:spcAft>
                <a:spcPts val="0"/>
              </a:spcAft>
              <a:buSzPts val="1400"/>
              <a:buChar char="○"/>
              <a:defRPr/>
            </a:lvl8pPr>
            <a:lvl9pPr indent="-317500" lvl="8" marL="4114800" rtl="0">
              <a:spcBef>
                <a:spcPts val="1000"/>
              </a:spcBef>
              <a:spcAft>
                <a:spcPts val="1000"/>
              </a:spcAft>
              <a:buSzPts val="1400"/>
              <a:buChar char="■"/>
              <a:defRPr/>
            </a:lvl9pPr>
          </a:lstStyle>
          <a:p/>
        </p:txBody>
      </p:sp>
      <p:pic>
        <p:nvPicPr>
          <p:cNvPr id="461" name="Google Shape;461;p49"/>
          <p:cNvPicPr preferRelativeResize="0"/>
          <p:nvPr/>
        </p:nvPicPr>
        <p:blipFill>
          <a:blip r:embed="rId4">
            <a:alphaModFix/>
          </a:blip>
          <a:stretch>
            <a:fillRect/>
          </a:stretch>
        </p:blipFill>
        <p:spPr>
          <a:xfrm>
            <a:off x="457529" y="4543025"/>
            <a:ext cx="950976" cy="142646"/>
          </a:xfrm>
          <a:prstGeom prst="rect">
            <a:avLst/>
          </a:prstGeom>
          <a:noFill/>
          <a:ln>
            <a:noFill/>
          </a:ln>
        </p:spPr>
      </p:pic>
      <p:sp>
        <p:nvSpPr>
          <p:cNvPr id="462" name="Google Shape;462;p49"/>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63" name="Google Shape;463;p49"/>
          <p:cNvSpPr txBox="1"/>
          <p:nvPr>
            <p:ph idx="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1 1">
  <p:cSld name="TITLE_ONLY_2_1_1">
    <p:bg>
      <p:bgPr>
        <a:blipFill>
          <a:blip r:embed="rId2">
            <a:alphaModFix/>
          </a:blip>
          <a:stretch>
            <a:fillRect/>
          </a:stretch>
        </a:blipFill>
      </p:bgPr>
    </p:bg>
    <p:spTree>
      <p:nvGrpSpPr>
        <p:cNvPr id="464" name="Shape 464"/>
        <p:cNvGrpSpPr/>
        <p:nvPr/>
      </p:nvGrpSpPr>
      <p:grpSpPr>
        <a:xfrm>
          <a:off x="0" y="0"/>
          <a:ext cx="0" cy="0"/>
          <a:chOff x="0" y="0"/>
          <a:chExt cx="0" cy="0"/>
        </a:xfrm>
      </p:grpSpPr>
      <p:sp>
        <p:nvSpPr>
          <p:cNvPr id="465" name="Google Shape;465;p50"/>
          <p:cNvSpPr txBox="1"/>
          <p:nvPr>
            <p:ph type="title"/>
          </p:nvPr>
        </p:nvSpPr>
        <p:spPr>
          <a:xfrm>
            <a:off x="1481850" y="1302275"/>
            <a:ext cx="6180300" cy="5727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dk1"/>
              </a:buClr>
              <a:buSzPts val="3200"/>
              <a:buFont typeface="Inter Medium"/>
              <a:buNone/>
              <a:defRPr sz="3200">
                <a:solidFill>
                  <a:schemeClr val="dk1"/>
                </a:solidFill>
                <a:latin typeface="Inter Medium"/>
                <a:ea typeface="Inter Medium"/>
                <a:cs typeface="Inter Medium"/>
                <a:sym typeface="Inter Medium"/>
              </a:defRPr>
            </a:lvl1pPr>
            <a:lvl2pPr lvl="1" rtl="0" algn="ctr">
              <a:spcBef>
                <a:spcPts val="0"/>
              </a:spcBef>
              <a:spcAft>
                <a:spcPts val="0"/>
              </a:spcAft>
              <a:buSzPts val="2800"/>
              <a:buNone/>
              <a:defRPr/>
            </a:lvl2pPr>
            <a:lvl3pPr lvl="2" rtl="0" algn="ctr">
              <a:spcBef>
                <a:spcPts val="0"/>
              </a:spcBef>
              <a:spcAft>
                <a:spcPts val="0"/>
              </a:spcAft>
              <a:buSzPts val="2800"/>
              <a:buNone/>
              <a:defRPr/>
            </a:lvl3pPr>
            <a:lvl4pPr lvl="3" rtl="0" algn="ctr">
              <a:spcBef>
                <a:spcPts val="0"/>
              </a:spcBef>
              <a:spcAft>
                <a:spcPts val="0"/>
              </a:spcAft>
              <a:buSzPts val="2800"/>
              <a:buNone/>
              <a:defRPr/>
            </a:lvl4pPr>
            <a:lvl5pPr lvl="4" rtl="0" algn="ctr">
              <a:spcBef>
                <a:spcPts val="0"/>
              </a:spcBef>
              <a:spcAft>
                <a:spcPts val="0"/>
              </a:spcAft>
              <a:buSzPts val="2800"/>
              <a:buNone/>
              <a:defRPr/>
            </a:lvl5pPr>
            <a:lvl6pPr lvl="5" rtl="0" algn="ctr">
              <a:spcBef>
                <a:spcPts val="0"/>
              </a:spcBef>
              <a:spcAft>
                <a:spcPts val="0"/>
              </a:spcAft>
              <a:buSzPts val="2800"/>
              <a:buNone/>
              <a:defRPr/>
            </a:lvl6pPr>
            <a:lvl7pPr lvl="6" rtl="0" algn="ctr">
              <a:spcBef>
                <a:spcPts val="0"/>
              </a:spcBef>
              <a:spcAft>
                <a:spcPts val="0"/>
              </a:spcAft>
              <a:buSzPts val="2800"/>
              <a:buNone/>
              <a:defRPr/>
            </a:lvl7pPr>
            <a:lvl8pPr lvl="7" rtl="0" algn="ctr">
              <a:spcBef>
                <a:spcPts val="0"/>
              </a:spcBef>
              <a:spcAft>
                <a:spcPts val="0"/>
              </a:spcAft>
              <a:buSzPts val="2800"/>
              <a:buNone/>
              <a:defRPr/>
            </a:lvl8pPr>
            <a:lvl9pPr lvl="8" rtl="0" algn="ctr">
              <a:spcBef>
                <a:spcPts val="0"/>
              </a:spcBef>
              <a:spcAft>
                <a:spcPts val="0"/>
              </a:spcAft>
              <a:buSzPts val="2800"/>
              <a:buNone/>
              <a:defRPr/>
            </a:lvl9pPr>
          </a:lstStyle>
          <a:p/>
        </p:txBody>
      </p:sp>
      <p:sp>
        <p:nvSpPr>
          <p:cNvPr id="466" name="Google Shape;466;p50"/>
          <p:cNvSpPr txBox="1"/>
          <p:nvPr>
            <p:ph idx="1" type="subTitle"/>
          </p:nvPr>
        </p:nvSpPr>
        <p:spPr>
          <a:xfrm>
            <a:off x="2285825" y="1802425"/>
            <a:ext cx="4572300" cy="1655400"/>
          </a:xfrm>
          <a:prstGeom prst="rect">
            <a:avLst/>
          </a:prstGeom>
        </p:spPr>
        <p:txBody>
          <a:bodyPr anchorCtr="0" anchor="ctr" bIns="91425" lIns="91425" spcFirstLastPara="1" rIns="91425" wrap="square" tIns="91425">
            <a:normAutofit/>
          </a:bodyPr>
          <a:lstStyle>
            <a:lvl1pPr lvl="0" rtl="0" algn="ctr">
              <a:spcBef>
                <a:spcPts val="0"/>
              </a:spcBef>
              <a:spcAft>
                <a:spcPts val="0"/>
              </a:spcAft>
              <a:buClr>
                <a:schemeClr val="dk1"/>
              </a:buClr>
              <a:buSzPts val="1800"/>
              <a:buNone/>
              <a:defRPr>
                <a:solidFill>
                  <a:schemeClr val="dk1"/>
                </a:solidFill>
              </a:defRPr>
            </a:lvl1pPr>
            <a:lvl2pPr lvl="1" rtl="0" algn="ctr">
              <a:spcBef>
                <a:spcPts val="1000"/>
              </a:spcBef>
              <a:spcAft>
                <a:spcPts val="0"/>
              </a:spcAft>
              <a:buSzPts val="1400"/>
              <a:buNone/>
              <a:defRPr/>
            </a:lvl2pPr>
            <a:lvl3pPr lvl="2" rtl="0" algn="ctr">
              <a:spcBef>
                <a:spcPts val="1000"/>
              </a:spcBef>
              <a:spcAft>
                <a:spcPts val="0"/>
              </a:spcAft>
              <a:buSzPts val="1400"/>
              <a:buNone/>
              <a:defRPr/>
            </a:lvl3pPr>
            <a:lvl4pPr lvl="3" rtl="0" algn="ctr">
              <a:spcBef>
                <a:spcPts val="1000"/>
              </a:spcBef>
              <a:spcAft>
                <a:spcPts val="0"/>
              </a:spcAft>
              <a:buSzPts val="1400"/>
              <a:buNone/>
              <a:defRPr/>
            </a:lvl4pPr>
            <a:lvl5pPr lvl="4" rtl="0" algn="ctr">
              <a:spcBef>
                <a:spcPts val="1000"/>
              </a:spcBef>
              <a:spcAft>
                <a:spcPts val="0"/>
              </a:spcAft>
              <a:buSzPts val="1400"/>
              <a:buNone/>
              <a:defRPr/>
            </a:lvl5pPr>
            <a:lvl6pPr lvl="5" rtl="0" algn="ctr">
              <a:spcBef>
                <a:spcPts val="1000"/>
              </a:spcBef>
              <a:spcAft>
                <a:spcPts val="0"/>
              </a:spcAft>
              <a:buSzPts val="1400"/>
              <a:buNone/>
              <a:defRPr/>
            </a:lvl6pPr>
            <a:lvl7pPr lvl="6" rtl="0" algn="ctr">
              <a:spcBef>
                <a:spcPts val="1000"/>
              </a:spcBef>
              <a:spcAft>
                <a:spcPts val="0"/>
              </a:spcAft>
              <a:buSzPts val="1400"/>
              <a:buNone/>
              <a:defRPr/>
            </a:lvl7pPr>
            <a:lvl8pPr lvl="7" rtl="0" algn="ctr">
              <a:spcBef>
                <a:spcPts val="1000"/>
              </a:spcBef>
              <a:spcAft>
                <a:spcPts val="0"/>
              </a:spcAft>
              <a:buSzPts val="1400"/>
              <a:buNone/>
              <a:defRPr/>
            </a:lvl8pPr>
            <a:lvl9pPr lvl="8" rtl="0" algn="ctr">
              <a:spcBef>
                <a:spcPts val="1000"/>
              </a:spcBef>
              <a:spcAft>
                <a:spcPts val="1000"/>
              </a:spcAft>
              <a:buSzPts val="1400"/>
              <a:buNone/>
              <a:defRPr/>
            </a:lvl9pPr>
          </a:lstStyle>
          <a:p/>
        </p:txBody>
      </p:sp>
      <p:pic>
        <p:nvPicPr>
          <p:cNvPr id="467" name="Google Shape;467;p50"/>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468" name="Google Shape;468;p50"/>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69" name="Google Shape;469;p50"/>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pic>
        <p:nvPicPr>
          <p:cNvPr id="470" name="Google Shape;470;p50"/>
          <p:cNvPicPr preferRelativeResize="0"/>
          <p:nvPr/>
        </p:nvPicPr>
        <p:blipFill>
          <a:blip r:embed="rId4">
            <a:alphaModFix/>
          </a:blip>
          <a:stretch>
            <a:fillRect/>
          </a:stretch>
        </p:blipFill>
        <p:spPr>
          <a:xfrm>
            <a:off x="457529" y="4543025"/>
            <a:ext cx="950976" cy="142646"/>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bg>
      <p:bgPr>
        <a:solidFill>
          <a:schemeClr val="dk1"/>
        </a:solidFill>
      </p:bgPr>
    </p:bg>
    <p:spTree>
      <p:nvGrpSpPr>
        <p:cNvPr id="471" name="Shape 471"/>
        <p:cNvGrpSpPr/>
        <p:nvPr/>
      </p:nvGrpSpPr>
      <p:grpSpPr>
        <a:xfrm>
          <a:off x="0" y="0"/>
          <a:ext cx="0" cy="0"/>
          <a:chOff x="0" y="0"/>
          <a:chExt cx="0" cy="0"/>
        </a:xfrm>
      </p:grpSpPr>
      <p:sp>
        <p:nvSpPr>
          <p:cNvPr id="472" name="Google Shape;472;p51"/>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Medium"/>
              <a:buNone/>
              <a:defRPr sz="3200">
                <a:solidFill>
                  <a:schemeClr val="lt1"/>
                </a:solidFill>
                <a:latin typeface="Inter Medium"/>
                <a:ea typeface="Inter Medium"/>
                <a:cs typeface="Inter Medium"/>
                <a:sym typeface="Inter Medium"/>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73" name="Google Shape;473;p51"/>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474" name="Google Shape;474;p51"/>
          <p:cNvSpPr/>
          <p:nvPr/>
        </p:nvSpPr>
        <p:spPr>
          <a:xfrm>
            <a:off x="3252525" y="1724150"/>
            <a:ext cx="2638800" cy="2693400"/>
          </a:xfrm>
          <a:prstGeom prst="rect">
            <a:avLst/>
          </a:prstGeom>
          <a:solidFill>
            <a:srgbClr val="9945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 name="Google Shape;475;p51"/>
          <p:cNvSpPr/>
          <p:nvPr/>
        </p:nvSpPr>
        <p:spPr>
          <a:xfrm>
            <a:off x="454625" y="1724150"/>
            <a:ext cx="2638800" cy="2693400"/>
          </a:xfrm>
          <a:prstGeom prst="rect">
            <a:avLst/>
          </a:prstGeom>
          <a:solidFill>
            <a:srgbClr val="2EF09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 name="Google Shape;476;p51"/>
          <p:cNvSpPr/>
          <p:nvPr/>
        </p:nvSpPr>
        <p:spPr>
          <a:xfrm>
            <a:off x="6050425" y="1724150"/>
            <a:ext cx="2638800" cy="2693400"/>
          </a:xfrm>
          <a:prstGeom prst="rect">
            <a:avLst/>
          </a:prstGeom>
          <a:solidFill>
            <a:srgbClr val="FD51F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77" name="Google Shape;477;p51"/>
          <p:cNvPicPr preferRelativeResize="0"/>
          <p:nvPr/>
        </p:nvPicPr>
        <p:blipFill>
          <a:blip r:embed="rId2">
            <a:alphaModFix/>
          </a:blip>
          <a:stretch>
            <a:fillRect/>
          </a:stretch>
        </p:blipFill>
        <p:spPr>
          <a:xfrm>
            <a:off x="-762396" y="0"/>
            <a:ext cx="548700" cy="2288640"/>
          </a:xfrm>
          <a:prstGeom prst="rect">
            <a:avLst/>
          </a:prstGeom>
          <a:noFill/>
          <a:ln>
            <a:noFill/>
          </a:ln>
        </p:spPr>
      </p:pic>
      <p:sp>
        <p:nvSpPr>
          <p:cNvPr id="478" name="Google Shape;478;p51"/>
          <p:cNvSpPr txBox="1"/>
          <p:nvPr>
            <p:ph idx="2" type="body"/>
          </p:nvPr>
        </p:nvSpPr>
        <p:spPr>
          <a:xfrm>
            <a:off x="591875" y="3096550"/>
            <a:ext cx="2364600" cy="1038000"/>
          </a:xfrm>
          <a:prstGeom prst="rect">
            <a:avLst/>
          </a:prstGeom>
        </p:spPr>
        <p:txBody>
          <a:bodyPr anchorCtr="0" anchor="t" bIns="91425" lIns="91425" spcFirstLastPara="1" rIns="91425" wrap="square" tIns="91425">
            <a:normAutofit/>
          </a:bodyPr>
          <a:lstStyle>
            <a:lvl1pPr indent="-304800" lvl="0" marL="457200" rtl="0">
              <a:spcBef>
                <a:spcPts val="0"/>
              </a:spcBef>
              <a:spcAft>
                <a:spcPts val="0"/>
              </a:spcAft>
              <a:buClr>
                <a:schemeClr val="dk1"/>
              </a:buClr>
              <a:buSzPts val="1200"/>
              <a:buChar char="●"/>
              <a:defRPr sz="1200">
                <a:solidFill>
                  <a:schemeClr val="dk1"/>
                </a:solidFill>
              </a:defRPr>
            </a:lvl1pPr>
            <a:lvl2pPr indent="-304800" lvl="1" marL="914400" rtl="0">
              <a:spcBef>
                <a:spcPts val="1000"/>
              </a:spcBef>
              <a:spcAft>
                <a:spcPts val="0"/>
              </a:spcAft>
              <a:buClr>
                <a:schemeClr val="dk1"/>
              </a:buClr>
              <a:buSzPts val="1200"/>
              <a:buChar char="○"/>
              <a:defRPr sz="1200">
                <a:solidFill>
                  <a:schemeClr val="dk1"/>
                </a:solidFill>
              </a:defRPr>
            </a:lvl2pPr>
            <a:lvl3pPr indent="-304800" lvl="2" marL="1371600" rtl="0">
              <a:spcBef>
                <a:spcPts val="1000"/>
              </a:spcBef>
              <a:spcAft>
                <a:spcPts val="0"/>
              </a:spcAft>
              <a:buClr>
                <a:schemeClr val="dk1"/>
              </a:buClr>
              <a:buSzPts val="1200"/>
              <a:buChar char="■"/>
              <a:defRPr sz="1200">
                <a:solidFill>
                  <a:schemeClr val="dk1"/>
                </a:solidFill>
              </a:defRPr>
            </a:lvl3pPr>
            <a:lvl4pPr indent="-304800" lvl="3" marL="1828800" rtl="0">
              <a:spcBef>
                <a:spcPts val="1000"/>
              </a:spcBef>
              <a:spcAft>
                <a:spcPts val="0"/>
              </a:spcAft>
              <a:buClr>
                <a:schemeClr val="dk1"/>
              </a:buClr>
              <a:buSzPts val="1200"/>
              <a:buChar char="●"/>
              <a:defRPr sz="1200">
                <a:solidFill>
                  <a:schemeClr val="dk1"/>
                </a:solidFill>
              </a:defRPr>
            </a:lvl4pPr>
            <a:lvl5pPr indent="-304800" lvl="4" marL="2286000" rtl="0">
              <a:spcBef>
                <a:spcPts val="1000"/>
              </a:spcBef>
              <a:spcAft>
                <a:spcPts val="0"/>
              </a:spcAft>
              <a:buClr>
                <a:schemeClr val="dk1"/>
              </a:buClr>
              <a:buSzPts val="1200"/>
              <a:buChar char="○"/>
              <a:defRPr sz="1200">
                <a:solidFill>
                  <a:schemeClr val="dk1"/>
                </a:solidFill>
              </a:defRPr>
            </a:lvl5pPr>
            <a:lvl6pPr indent="-304800" lvl="5" marL="2743200" rtl="0">
              <a:spcBef>
                <a:spcPts val="1000"/>
              </a:spcBef>
              <a:spcAft>
                <a:spcPts val="0"/>
              </a:spcAft>
              <a:buClr>
                <a:schemeClr val="dk1"/>
              </a:buClr>
              <a:buSzPts val="1200"/>
              <a:buChar char="■"/>
              <a:defRPr sz="1200">
                <a:solidFill>
                  <a:schemeClr val="dk1"/>
                </a:solidFill>
              </a:defRPr>
            </a:lvl6pPr>
            <a:lvl7pPr indent="-304800" lvl="6" marL="3200400" rtl="0">
              <a:spcBef>
                <a:spcPts val="1000"/>
              </a:spcBef>
              <a:spcAft>
                <a:spcPts val="0"/>
              </a:spcAft>
              <a:buClr>
                <a:schemeClr val="dk1"/>
              </a:buClr>
              <a:buSzPts val="1200"/>
              <a:buChar char="●"/>
              <a:defRPr sz="1200">
                <a:solidFill>
                  <a:schemeClr val="dk1"/>
                </a:solidFill>
              </a:defRPr>
            </a:lvl7pPr>
            <a:lvl8pPr indent="-304800" lvl="7" marL="3657600" rtl="0">
              <a:spcBef>
                <a:spcPts val="1000"/>
              </a:spcBef>
              <a:spcAft>
                <a:spcPts val="0"/>
              </a:spcAft>
              <a:buClr>
                <a:schemeClr val="dk1"/>
              </a:buClr>
              <a:buSzPts val="1200"/>
              <a:buChar char="○"/>
              <a:defRPr sz="1200">
                <a:solidFill>
                  <a:schemeClr val="dk1"/>
                </a:solidFill>
              </a:defRPr>
            </a:lvl8pPr>
            <a:lvl9pPr indent="-304800" lvl="8" marL="4114800" rtl="0">
              <a:spcBef>
                <a:spcPts val="1000"/>
              </a:spcBef>
              <a:spcAft>
                <a:spcPts val="1000"/>
              </a:spcAft>
              <a:buClr>
                <a:schemeClr val="dk1"/>
              </a:buClr>
              <a:buSzPts val="1200"/>
              <a:buChar char="■"/>
              <a:defRPr sz="1200">
                <a:solidFill>
                  <a:schemeClr val="dk1"/>
                </a:solidFill>
              </a:defRPr>
            </a:lvl9pPr>
          </a:lstStyle>
          <a:p/>
        </p:txBody>
      </p:sp>
      <p:sp>
        <p:nvSpPr>
          <p:cNvPr id="479" name="Google Shape;479;p51"/>
          <p:cNvSpPr/>
          <p:nvPr>
            <p:ph idx="3" type="pic"/>
          </p:nvPr>
        </p:nvSpPr>
        <p:spPr>
          <a:xfrm>
            <a:off x="717350" y="1835650"/>
            <a:ext cx="548700" cy="548700"/>
          </a:xfrm>
          <a:prstGeom prst="rect">
            <a:avLst/>
          </a:prstGeom>
          <a:noFill/>
          <a:ln>
            <a:noFill/>
          </a:ln>
        </p:spPr>
      </p:sp>
      <p:sp>
        <p:nvSpPr>
          <p:cNvPr id="480" name="Google Shape;480;p51"/>
          <p:cNvSpPr txBox="1"/>
          <p:nvPr>
            <p:ph idx="4" type="subTitle"/>
          </p:nvPr>
        </p:nvSpPr>
        <p:spPr>
          <a:xfrm>
            <a:off x="591875" y="2384350"/>
            <a:ext cx="2364600" cy="712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Font typeface="Inter Medium"/>
              <a:buNone/>
              <a:defRPr>
                <a:solidFill>
                  <a:schemeClr val="dk1"/>
                </a:solidFill>
                <a:latin typeface="Inter Medium"/>
                <a:ea typeface="Inter Medium"/>
                <a:cs typeface="Inter Medium"/>
                <a:sym typeface="Inter Medium"/>
              </a:defRPr>
            </a:lvl1pPr>
            <a:lvl2pPr lvl="1"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2pPr>
            <a:lvl3pPr lvl="2"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3pPr>
            <a:lvl4pPr lvl="3"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4pPr>
            <a:lvl5pPr lvl="4"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5pPr>
            <a:lvl6pPr lvl="5"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6pPr>
            <a:lvl7pPr lvl="6"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7pPr>
            <a:lvl8pPr lvl="7"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8pPr>
            <a:lvl9pPr lvl="8" rtl="0">
              <a:spcBef>
                <a:spcPts val="1000"/>
              </a:spcBef>
              <a:spcAft>
                <a:spcPts val="1000"/>
              </a:spcAft>
              <a:buClr>
                <a:schemeClr val="dk1"/>
              </a:buClr>
              <a:buSzPts val="1400"/>
              <a:buFont typeface="Inter Medium"/>
              <a:buNone/>
              <a:defRPr>
                <a:solidFill>
                  <a:schemeClr val="dk1"/>
                </a:solidFill>
                <a:latin typeface="Inter Medium"/>
                <a:ea typeface="Inter Medium"/>
                <a:cs typeface="Inter Medium"/>
                <a:sym typeface="Inter Medium"/>
              </a:defRPr>
            </a:lvl9pPr>
          </a:lstStyle>
          <a:p/>
        </p:txBody>
      </p:sp>
      <p:sp>
        <p:nvSpPr>
          <p:cNvPr id="481" name="Google Shape;481;p51"/>
          <p:cNvSpPr txBox="1"/>
          <p:nvPr>
            <p:ph idx="5" type="body"/>
          </p:nvPr>
        </p:nvSpPr>
        <p:spPr>
          <a:xfrm>
            <a:off x="3389625" y="3096550"/>
            <a:ext cx="2364600" cy="1038000"/>
          </a:xfrm>
          <a:prstGeom prst="rect">
            <a:avLst/>
          </a:prstGeom>
        </p:spPr>
        <p:txBody>
          <a:bodyPr anchorCtr="0" anchor="t" bIns="91425" lIns="91425" spcFirstLastPara="1" rIns="91425" wrap="square" tIns="91425">
            <a:normAutofit/>
          </a:bodyPr>
          <a:lstStyle>
            <a:lvl1pPr indent="-304800" lvl="0" marL="457200" rtl="0">
              <a:spcBef>
                <a:spcPts val="0"/>
              </a:spcBef>
              <a:spcAft>
                <a:spcPts val="0"/>
              </a:spcAft>
              <a:buClr>
                <a:schemeClr val="dk1"/>
              </a:buClr>
              <a:buSzPts val="1200"/>
              <a:buChar char="●"/>
              <a:defRPr sz="1200">
                <a:solidFill>
                  <a:schemeClr val="dk1"/>
                </a:solidFill>
              </a:defRPr>
            </a:lvl1pPr>
            <a:lvl2pPr indent="-304800" lvl="1" marL="914400" rtl="0">
              <a:spcBef>
                <a:spcPts val="1000"/>
              </a:spcBef>
              <a:spcAft>
                <a:spcPts val="0"/>
              </a:spcAft>
              <a:buClr>
                <a:schemeClr val="dk1"/>
              </a:buClr>
              <a:buSzPts val="1200"/>
              <a:buChar char="○"/>
              <a:defRPr sz="1200">
                <a:solidFill>
                  <a:schemeClr val="dk1"/>
                </a:solidFill>
              </a:defRPr>
            </a:lvl2pPr>
            <a:lvl3pPr indent="-304800" lvl="2" marL="1371600" rtl="0">
              <a:spcBef>
                <a:spcPts val="1000"/>
              </a:spcBef>
              <a:spcAft>
                <a:spcPts val="0"/>
              </a:spcAft>
              <a:buClr>
                <a:schemeClr val="dk1"/>
              </a:buClr>
              <a:buSzPts val="1200"/>
              <a:buChar char="■"/>
              <a:defRPr sz="1200">
                <a:solidFill>
                  <a:schemeClr val="dk1"/>
                </a:solidFill>
              </a:defRPr>
            </a:lvl3pPr>
            <a:lvl4pPr indent="-304800" lvl="3" marL="1828800" rtl="0">
              <a:spcBef>
                <a:spcPts val="1000"/>
              </a:spcBef>
              <a:spcAft>
                <a:spcPts val="0"/>
              </a:spcAft>
              <a:buClr>
                <a:schemeClr val="dk1"/>
              </a:buClr>
              <a:buSzPts val="1200"/>
              <a:buChar char="●"/>
              <a:defRPr sz="1200">
                <a:solidFill>
                  <a:schemeClr val="dk1"/>
                </a:solidFill>
              </a:defRPr>
            </a:lvl4pPr>
            <a:lvl5pPr indent="-304800" lvl="4" marL="2286000" rtl="0">
              <a:spcBef>
                <a:spcPts val="1000"/>
              </a:spcBef>
              <a:spcAft>
                <a:spcPts val="0"/>
              </a:spcAft>
              <a:buClr>
                <a:schemeClr val="dk1"/>
              </a:buClr>
              <a:buSzPts val="1200"/>
              <a:buChar char="○"/>
              <a:defRPr sz="1200">
                <a:solidFill>
                  <a:schemeClr val="dk1"/>
                </a:solidFill>
              </a:defRPr>
            </a:lvl5pPr>
            <a:lvl6pPr indent="-304800" lvl="5" marL="2743200" rtl="0">
              <a:spcBef>
                <a:spcPts val="1000"/>
              </a:spcBef>
              <a:spcAft>
                <a:spcPts val="0"/>
              </a:spcAft>
              <a:buClr>
                <a:schemeClr val="dk1"/>
              </a:buClr>
              <a:buSzPts val="1200"/>
              <a:buChar char="■"/>
              <a:defRPr sz="1200">
                <a:solidFill>
                  <a:schemeClr val="dk1"/>
                </a:solidFill>
              </a:defRPr>
            </a:lvl6pPr>
            <a:lvl7pPr indent="-304800" lvl="6" marL="3200400" rtl="0">
              <a:spcBef>
                <a:spcPts val="1000"/>
              </a:spcBef>
              <a:spcAft>
                <a:spcPts val="0"/>
              </a:spcAft>
              <a:buClr>
                <a:schemeClr val="dk1"/>
              </a:buClr>
              <a:buSzPts val="1200"/>
              <a:buChar char="●"/>
              <a:defRPr sz="1200">
                <a:solidFill>
                  <a:schemeClr val="dk1"/>
                </a:solidFill>
              </a:defRPr>
            </a:lvl7pPr>
            <a:lvl8pPr indent="-304800" lvl="7" marL="3657600" rtl="0">
              <a:spcBef>
                <a:spcPts val="1000"/>
              </a:spcBef>
              <a:spcAft>
                <a:spcPts val="0"/>
              </a:spcAft>
              <a:buClr>
                <a:schemeClr val="dk1"/>
              </a:buClr>
              <a:buSzPts val="1200"/>
              <a:buChar char="○"/>
              <a:defRPr sz="1200">
                <a:solidFill>
                  <a:schemeClr val="dk1"/>
                </a:solidFill>
              </a:defRPr>
            </a:lvl8pPr>
            <a:lvl9pPr indent="-304800" lvl="8" marL="4114800" rtl="0">
              <a:spcBef>
                <a:spcPts val="1000"/>
              </a:spcBef>
              <a:spcAft>
                <a:spcPts val="1000"/>
              </a:spcAft>
              <a:buClr>
                <a:schemeClr val="dk1"/>
              </a:buClr>
              <a:buSzPts val="1200"/>
              <a:buChar char="■"/>
              <a:defRPr sz="1200">
                <a:solidFill>
                  <a:schemeClr val="dk1"/>
                </a:solidFill>
              </a:defRPr>
            </a:lvl9pPr>
          </a:lstStyle>
          <a:p/>
        </p:txBody>
      </p:sp>
      <p:sp>
        <p:nvSpPr>
          <p:cNvPr id="482" name="Google Shape;482;p51"/>
          <p:cNvSpPr/>
          <p:nvPr>
            <p:ph idx="6" type="pic"/>
          </p:nvPr>
        </p:nvSpPr>
        <p:spPr>
          <a:xfrm>
            <a:off x="3515100" y="1835650"/>
            <a:ext cx="548700" cy="548700"/>
          </a:xfrm>
          <a:prstGeom prst="rect">
            <a:avLst/>
          </a:prstGeom>
          <a:noFill/>
          <a:ln>
            <a:noFill/>
          </a:ln>
        </p:spPr>
      </p:sp>
      <p:sp>
        <p:nvSpPr>
          <p:cNvPr id="483" name="Google Shape;483;p51"/>
          <p:cNvSpPr txBox="1"/>
          <p:nvPr>
            <p:ph idx="7" type="subTitle"/>
          </p:nvPr>
        </p:nvSpPr>
        <p:spPr>
          <a:xfrm>
            <a:off x="3389625" y="2384350"/>
            <a:ext cx="2364600" cy="712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Font typeface="Inter Medium"/>
              <a:buNone/>
              <a:defRPr>
                <a:solidFill>
                  <a:schemeClr val="dk1"/>
                </a:solidFill>
                <a:latin typeface="Inter Medium"/>
                <a:ea typeface="Inter Medium"/>
                <a:cs typeface="Inter Medium"/>
                <a:sym typeface="Inter Medium"/>
              </a:defRPr>
            </a:lvl1pPr>
            <a:lvl2pPr lvl="1"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2pPr>
            <a:lvl3pPr lvl="2"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3pPr>
            <a:lvl4pPr lvl="3"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4pPr>
            <a:lvl5pPr lvl="4"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5pPr>
            <a:lvl6pPr lvl="5"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6pPr>
            <a:lvl7pPr lvl="6"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7pPr>
            <a:lvl8pPr lvl="7"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8pPr>
            <a:lvl9pPr lvl="8" rtl="0">
              <a:spcBef>
                <a:spcPts val="1000"/>
              </a:spcBef>
              <a:spcAft>
                <a:spcPts val="1000"/>
              </a:spcAft>
              <a:buClr>
                <a:schemeClr val="dk1"/>
              </a:buClr>
              <a:buSzPts val="1400"/>
              <a:buFont typeface="Inter Medium"/>
              <a:buNone/>
              <a:defRPr>
                <a:solidFill>
                  <a:schemeClr val="dk1"/>
                </a:solidFill>
                <a:latin typeface="Inter Medium"/>
                <a:ea typeface="Inter Medium"/>
                <a:cs typeface="Inter Medium"/>
                <a:sym typeface="Inter Medium"/>
              </a:defRPr>
            </a:lvl9pPr>
          </a:lstStyle>
          <a:p/>
        </p:txBody>
      </p:sp>
      <p:sp>
        <p:nvSpPr>
          <p:cNvPr id="484" name="Google Shape;484;p51"/>
          <p:cNvSpPr/>
          <p:nvPr>
            <p:ph idx="8" type="pic"/>
          </p:nvPr>
        </p:nvSpPr>
        <p:spPr>
          <a:xfrm>
            <a:off x="6312850" y="1835650"/>
            <a:ext cx="548700" cy="548700"/>
          </a:xfrm>
          <a:prstGeom prst="rect">
            <a:avLst/>
          </a:prstGeom>
          <a:noFill/>
          <a:ln>
            <a:noFill/>
          </a:ln>
        </p:spPr>
      </p:sp>
      <p:sp>
        <p:nvSpPr>
          <p:cNvPr id="485" name="Google Shape;485;p51"/>
          <p:cNvSpPr txBox="1"/>
          <p:nvPr>
            <p:ph idx="9" type="subTitle"/>
          </p:nvPr>
        </p:nvSpPr>
        <p:spPr>
          <a:xfrm>
            <a:off x="6187375" y="2384350"/>
            <a:ext cx="2364600" cy="712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Font typeface="Inter Medium"/>
              <a:buNone/>
              <a:defRPr>
                <a:solidFill>
                  <a:schemeClr val="dk1"/>
                </a:solidFill>
                <a:latin typeface="Inter Medium"/>
                <a:ea typeface="Inter Medium"/>
                <a:cs typeface="Inter Medium"/>
                <a:sym typeface="Inter Medium"/>
              </a:defRPr>
            </a:lvl1pPr>
            <a:lvl2pPr lvl="1"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2pPr>
            <a:lvl3pPr lvl="2"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3pPr>
            <a:lvl4pPr lvl="3"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4pPr>
            <a:lvl5pPr lvl="4"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5pPr>
            <a:lvl6pPr lvl="5"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6pPr>
            <a:lvl7pPr lvl="6"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7pPr>
            <a:lvl8pPr lvl="7"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8pPr>
            <a:lvl9pPr lvl="8" rtl="0">
              <a:spcBef>
                <a:spcPts val="1000"/>
              </a:spcBef>
              <a:spcAft>
                <a:spcPts val="1000"/>
              </a:spcAft>
              <a:buClr>
                <a:schemeClr val="dk1"/>
              </a:buClr>
              <a:buSzPts val="1400"/>
              <a:buFont typeface="Inter Medium"/>
              <a:buNone/>
              <a:defRPr>
                <a:solidFill>
                  <a:schemeClr val="dk1"/>
                </a:solidFill>
                <a:latin typeface="Inter Medium"/>
                <a:ea typeface="Inter Medium"/>
                <a:cs typeface="Inter Medium"/>
                <a:sym typeface="Inter Medium"/>
              </a:defRPr>
            </a:lvl9pPr>
          </a:lstStyle>
          <a:p/>
        </p:txBody>
      </p:sp>
      <p:pic>
        <p:nvPicPr>
          <p:cNvPr id="486" name="Google Shape;486;p51"/>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487" name="Google Shape;487;p51"/>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51"/>
          <p:cNvSpPr txBox="1"/>
          <p:nvPr>
            <p:ph idx="1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
        <p:nvSpPr>
          <p:cNvPr id="489" name="Google Shape;489;p51"/>
          <p:cNvSpPr txBox="1"/>
          <p:nvPr>
            <p:ph idx="14" type="body"/>
          </p:nvPr>
        </p:nvSpPr>
        <p:spPr>
          <a:xfrm>
            <a:off x="6187375" y="3096550"/>
            <a:ext cx="2364600" cy="1038000"/>
          </a:xfrm>
          <a:prstGeom prst="rect">
            <a:avLst/>
          </a:prstGeom>
        </p:spPr>
        <p:txBody>
          <a:bodyPr anchorCtr="0" anchor="t" bIns="91425" lIns="91425" spcFirstLastPara="1" rIns="91425" wrap="square" tIns="91425">
            <a:normAutofit/>
          </a:bodyPr>
          <a:lstStyle>
            <a:lvl1pPr indent="-304800" lvl="0" marL="457200" rtl="0">
              <a:spcBef>
                <a:spcPts val="0"/>
              </a:spcBef>
              <a:spcAft>
                <a:spcPts val="0"/>
              </a:spcAft>
              <a:buClr>
                <a:schemeClr val="dk1"/>
              </a:buClr>
              <a:buSzPts val="1200"/>
              <a:buChar char="●"/>
              <a:defRPr sz="1200">
                <a:solidFill>
                  <a:schemeClr val="dk1"/>
                </a:solidFill>
              </a:defRPr>
            </a:lvl1pPr>
            <a:lvl2pPr indent="-304800" lvl="1" marL="914400" rtl="0">
              <a:spcBef>
                <a:spcPts val="1000"/>
              </a:spcBef>
              <a:spcAft>
                <a:spcPts val="0"/>
              </a:spcAft>
              <a:buClr>
                <a:schemeClr val="dk1"/>
              </a:buClr>
              <a:buSzPts val="1200"/>
              <a:buChar char="○"/>
              <a:defRPr sz="1200">
                <a:solidFill>
                  <a:schemeClr val="dk1"/>
                </a:solidFill>
              </a:defRPr>
            </a:lvl2pPr>
            <a:lvl3pPr indent="-304800" lvl="2" marL="1371600" rtl="0">
              <a:spcBef>
                <a:spcPts val="1000"/>
              </a:spcBef>
              <a:spcAft>
                <a:spcPts val="0"/>
              </a:spcAft>
              <a:buClr>
                <a:schemeClr val="dk1"/>
              </a:buClr>
              <a:buSzPts val="1200"/>
              <a:buChar char="■"/>
              <a:defRPr sz="1200">
                <a:solidFill>
                  <a:schemeClr val="dk1"/>
                </a:solidFill>
              </a:defRPr>
            </a:lvl3pPr>
            <a:lvl4pPr indent="-304800" lvl="3" marL="1828800" rtl="0">
              <a:spcBef>
                <a:spcPts val="1000"/>
              </a:spcBef>
              <a:spcAft>
                <a:spcPts val="0"/>
              </a:spcAft>
              <a:buClr>
                <a:schemeClr val="dk1"/>
              </a:buClr>
              <a:buSzPts val="1200"/>
              <a:buChar char="●"/>
              <a:defRPr sz="1200">
                <a:solidFill>
                  <a:schemeClr val="dk1"/>
                </a:solidFill>
              </a:defRPr>
            </a:lvl4pPr>
            <a:lvl5pPr indent="-304800" lvl="4" marL="2286000" rtl="0">
              <a:spcBef>
                <a:spcPts val="1000"/>
              </a:spcBef>
              <a:spcAft>
                <a:spcPts val="0"/>
              </a:spcAft>
              <a:buClr>
                <a:schemeClr val="dk1"/>
              </a:buClr>
              <a:buSzPts val="1200"/>
              <a:buChar char="○"/>
              <a:defRPr sz="1200">
                <a:solidFill>
                  <a:schemeClr val="dk1"/>
                </a:solidFill>
              </a:defRPr>
            </a:lvl5pPr>
            <a:lvl6pPr indent="-304800" lvl="5" marL="2743200" rtl="0">
              <a:spcBef>
                <a:spcPts val="1000"/>
              </a:spcBef>
              <a:spcAft>
                <a:spcPts val="0"/>
              </a:spcAft>
              <a:buClr>
                <a:schemeClr val="dk1"/>
              </a:buClr>
              <a:buSzPts val="1200"/>
              <a:buChar char="■"/>
              <a:defRPr sz="1200">
                <a:solidFill>
                  <a:schemeClr val="dk1"/>
                </a:solidFill>
              </a:defRPr>
            </a:lvl6pPr>
            <a:lvl7pPr indent="-304800" lvl="6" marL="3200400" rtl="0">
              <a:spcBef>
                <a:spcPts val="1000"/>
              </a:spcBef>
              <a:spcAft>
                <a:spcPts val="0"/>
              </a:spcAft>
              <a:buClr>
                <a:schemeClr val="dk1"/>
              </a:buClr>
              <a:buSzPts val="1200"/>
              <a:buChar char="●"/>
              <a:defRPr sz="1200">
                <a:solidFill>
                  <a:schemeClr val="dk1"/>
                </a:solidFill>
              </a:defRPr>
            </a:lvl7pPr>
            <a:lvl8pPr indent="-304800" lvl="7" marL="3657600" rtl="0">
              <a:spcBef>
                <a:spcPts val="1000"/>
              </a:spcBef>
              <a:spcAft>
                <a:spcPts val="0"/>
              </a:spcAft>
              <a:buClr>
                <a:schemeClr val="dk1"/>
              </a:buClr>
              <a:buSzPts val="1200"/>
              <a:buChar char="○"/>
              <a:defRPr sz="1200">
                <a:solidFill>
                  <a:schemeClr val="dk1"/>
                </a:solidFill>
              </a:defRPr>
            </a:lvl8pPr>
            <a:lvl9pPr indent="-304800" lvl="8" marL="4114800" rtl="0">
              <a:spcBef>
                <a:spcPts val="1000"/>
              </a:spcBef>
              <a:spcAft>
                <a:spcPts val="1000"/>
              </a:spcAft>
              <a:buClr>
                <a:schemeClr val="dk1"/>
              </a:buClr>
              <a:buSzPts val="1200"/>
              <a:buChar char="■"/>
              <a:defRPr sz="1200">
                <a:solidFill>
                  <a:schemeClr val="dk1"/>
                </a:solidFill>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1">
  <p:cSld name="TITLE_ONLY_1_1">
    <p:bg>
      <p:bgPr>
        <a:solidFill>
          <a:schemeClr val="dk1"/>
        </a:solidFill>
      </p:bgPr>
    </p:bg>
    <p:spTree>
      <p:nvGrpSpPr>
        <p:cNvPr id="490" name="Shape 490"/>
        <p:cNvGrpSpPr/>
        <p:nvPr/>
      </p:nvGrpSpPr>
      <p:grpSpPr>
        <a:xfrm>
          <a:off x="0" y="0"/>
          <a:ext cx="0" cy="0"/>
          <a:chOff x="0" y="0"/>
          <a:chExt cx="0" cy="0"/>
        </a:xfrm>
      </p:grpSpPr>
      <p:pic>
        <p:nvPicPr>
          <p:cNvPr id="491" name="Google Shape;491;p52"/>
          <p:cNvPicPr preferRelativeResize="0"/>
          <p:nvPr/>
        </p:nvPicPr>
        <p:blipFill>
          <a:blip r:embed="rId2">
            <a:alphaModFix/>
          </a:blip>
          <a:stretch>
            <a:fillRect/>
          </a:stretch>
        </p:blipFill>
        <p:spPr>
          <a:xfrm>
            <a:off x="409575" y="1136775"/>
            <a:ext cx="2917548" cy="1305947"/>
          </a:xfrm>
          <a:prstGeom prst="rect">
            <a:avLst/>
          </a:prstGeom>
          <a:noFill/>
          <a:ln>
            <a:noFill/>
          </a:ln>
        </p:spPr>
      </p:pic>
      <p:pic>
        <p:nvPicPr>
          <p:cNvPr id="492" name="Google Shape;492;p52"/>
          <p:cNvPicPr preferRelativeResize="0"/>
          <p:nvPr/>
        </p:nvPicPr>
        <p:blipFill>
          <a:blip r:embed="rId3">
            <a:alphaModFix/>
          </a:blip>
          <a:stretch>
            <a:fillRect/>
          </a:stretch>
        </p:blipFill>
        <p:spPr>
          <a:xfrm>
            <a:off x="3524880" y="1136781"/>
            <a:ext cx="2917548" cy="1305947"/>
          </a:xfrm>
          <a:prstGeom prst="rect">
            <a:avLst/>
          </a:prstGeom>
          <a:noFill/>
          <a:ln>
            <a:noFill/>
          </a:ln>
        </p:spPr>
      </p:pic>
      <p:pic>
        <p:nvPicPr>
          <p:cNvPr id="493" name="Google Shape;493;p52"/>
          <p:cNvPicPr preferRelativeResize="0"/>
          <p:nvPr/>
        </p:nvPicPr>
        <p:blipFill>
          <a:blip r:embed="rId4">
            <a:alphaModFix/>
          </a:blip>
          <a:stretch>
            <a:fillRect/>
          </a:stretch>
        </p:blipFill>
        <p:spPr>
          <a:xfrm>
            <a:off x="409586" y="2641499"/>
            <a:ext cx="2917548" cy="1305947"/>
          </a:xfrm>
          <a:prstGeom prst="rect">
            <a:avLst/>
          </a:prstGeom>
          <a:noFill/>
          <a:ln>
            <a:noFill/>
          </a:ln>
        </p:spPr>
      </p:pic>
      <p:pic>
        <p:nvPicPr>
          <p:cNvPr id="494" name="Google Shape;494;p52"/>
          <p:cNvPicPr preferRelativeResize="0"/>
          <p:nvPr/>
        </p:nvPicPr>
        <p:blipFill>
          <a:blip r:embed="rId5">
            <a:alphaModFix/>
          </a:blip>
          <a:stretch>
            <a:fillRect/>
          </a:stretch>
        </p:blipFill>
        <p:spPr>
          <a:xfrm>
            <a:off x="3524877" y="2641490"/>
            <a:ext cx="2917548" cy="1305947"/>
          </a:xfrm>
          <a:prstGeom prst="rect">
            <a:avLst/>
          </a:prstGeom>
          <a:noFill/>
          <a:ln>
            <a:noFill/>
          </a:ln>
        </p:spPr>
      </p:pic>
      <p:sp>
        <p:nvSpPr>
          <p:cNvPr id="495" name="Google Shape;495;p52"/>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496" name="Google Shape;496;p52"/>
          <p:cNvPicPr preferRelativeResize="0"/>
          <p:nvPr/>
        </p:nvPicPr>
        <p:blipFill>
          <a:blip r:embed="rId6">
            <a:alphaModFix/>
          </a:blip>
          <a:stretch>
            <a:fillRect/>
          </a:stretch>
        </p:blipFill>
        <p:spPr>
          <a:xfrm>
            <a:off x="-762396" y="0"/>
            <a:ext cx="548700" cy="2288640"/>
          </a:xfrm>
          <a:prstGeom prst="rect">
            <a:avLst/>
          </a:prstGeom>
          <a:noFill/>
          <a:ln>
            <a:noFill/>
          </a:ln>
        </p:spPr>
      </p:pic>
      <p:sp>
        <p:nvSpPr>
          <p:cNvPr id="497" name="Google Shape;497;p52"/>
          <p:cNvSpPr/>
          <p:nvPr>
            <p:ph idx="2" type="pic"/>
          </p:nvPr>
        </p:nvSpPr>
        <p:spPr>
          <a:xfrm>
            <a:off x="8595300" y="0"/>
            <a:ext cx="548700" cy="548700"/>
          </a:xfrm>
          <a:prstGeom prst="rect">
            <a:avLst/>
          </a:prstGeom>
          <a:noFill/>
          <a:ln>
            <a:noFill/>
          </a:ln>
        </p:spPr>
      </p:sp>
      <p:sp>
        <p:nvSpPr>
          <p:cNvPr id="498" name="Google Shape;498;p52"/>
          <p:cNvSpPr txBox="1"/>
          <p:nvPr>
            <p:ph idx="1" type="subTitle"/>
          </p:nvPr>
        </p:nvSpPr>
        <p:spPr>
          <a:xfrm>
            <a:off x="409600" y="1141338"/>
            <a:ext cx="2917500" cy="712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6200"/>
              <a:buFont typeface="Inter Medium"/>
              <a:buNone/>
              <a:defRPr sz="6200">
                <a:solidFill>
                  <a:schemeClr val="dk1"/>
                </a:solidFill>
                <a:latin typeface="Inter Medium"/>
                <a:ea typeface="Inter Medium"/>
                <a:cs typeface="Inter Medium"/>
                <a:sym typeface="Inter Medium"/>
              </a:defRPr>
            </a:lvl1pPr>
            <a:lvl2pPr lvl="1"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2pPr>
            <a:lvl3pPr lvl="2"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3pPr>
            <a:lvl4pPr lvl="3"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4pPr>
            <a:lvl5pPr lvl="4"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5pPr>
            <a:lvl6pPr lvl="5"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6pPr>
            <a:lvl7pPr lvl="6"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7pPr>
            <a:lvl8pPr lvl="7"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8pPr>
            <a:lvl9pPr lvl="8" rtl="0">
              <a:spcBef>
                <a:spcPts val="1000"/>
              </a:spcBef>
              <a:spcAft>
                <a:spcPts val="1000"/>
              </a:spcAft>
              <a:buClr>
                <a:schemeClr val="dk1"/>
              </a:buClr>
              <a:buSzPts val="1400"/>
              <a:buFont typeface="Inter Medium"/>
              <a:buNone/>
              <a:defRPr>
                <a:solidFill>
                  <a:schemeClr val="dk1"/>
                </a:solidFill>
                <a:latin typeface="Inter Medium"/>
                <a:ea typeface="Inter Medium"/>
                <a:cs typeface="Inter Medium"/>
                <a:sym typeface="Inter Medium"/>
              </a:defRPr>
            </a:lvl9pPr>
          </a:lstStyle>
          <a:p/>
        </p:txBody>
      </p:sp>
      <p:sp>
        <p:nvSpPr>
          <p:cNvPr id="499" name="Google Shape;499;p52"/>
          <p:cNvSpPr txBox="1"/>
          <p:nvPr>
            <p:ph idx="3" type="subTitle"/>
          </p:nvPr>
        </p:nvSpPr>
        <p:spPr>
          <a:xfrm>
            <a:off x="1340800" y="1853550"/>
            <a:ext cx="1986300" cy="513900"/>
          </a:xfrm>
          <a:prstGeom prst="rect">
            <a:avLst/>
          </a:prstGeom>
        </p:spPr>
        <p:txBody>
          <a:bodyPr anchorCtr="0" anchor="t" bIns="91425" lIns="91425" spcFirstLastPara="1" rIns="91425" wrap="square" tIns="91425">
            <a:normAutofit/>
          </a:bodyPr>
          <a:lstStyle>
            <a:lvl1pPr lvl="0" rtl="0" algn="r">
              <a:spcBef>
                <a:spcPts val="0"/>
              </a:spcBef>
              <a:spcAft>
                <a:spcPts val="0"/>
              </a:spcAft>
              <a:buClr>
                <a:schemeClr val="dk1"/>
              </a:buClr>
              <a:buSzPts val="1200"/>
              <a:buFont typeface="Space Mono"/>
              <a:buNone/>
              <a:defRPr sz="1200">
                <a:solidFill>
                  <a:schemeClr val="dk1"/>
                </a:solidFill>
                <a:latin typeface="Space Mono"/>
                <a:ea typeface="Space Mono"/>
                <a:cs typeface="Space Mono"/>
                <a:sym typeface="Space Mono"/>
              </a:defRPr>
            </a:lvl1pPr>
            <a:lvl2pPr lvl="1" rtl="0" algn="r">
              <a:spcBef>
                <a:spcPts val="1000"/>
              </a:spcBef>
              <a:spcAft>
                <a:spcPts val="0"/>
              </a:spcAft>
              <a:buSzPts val="1200"/>
              <a:buFont typeface="Space Mono"/>
              <a:buNone/>
              <a:defRPr sz="1200">
                <a:latin typeface="Space Mono"/>
                <a:ea typeface="Space Mono"/>
                <a:cs typeface="Space Mono"/>
                <a:sym typeface="Space Mono"/>
              </a:defRPr>
            </a:lvl2pPr>
            <a:lvl3pPr lvl="2" rtl="0" algn="r">
              <a:spcBef>
                <a:spcPts val="1000"/>
              </a:spcBef>
              <a:spcAft>
                <a:spcPts val="0"/>
              </a:spcAft>
              <a:buSzPts val="1200"/>
              <a:buFont typeface="Space Mono"/>
              <a:buNone/>
              <a:defRPr sz="1200">
                <a:latin typeface="Space Mono"/>
                <a:ea typeface="Space Mono"/>
                <a:cs typeface="Space Mono"/>
                <a:sym typeface="Space Mono"/>
              </a:defRPr>
            </a:lvl3pPr>
            <a:lvl4pPr lvl="3" rtl="0" algn="r">
              <a:spcBef>
                <a:spcPts val="1000"/>
              </a:spcBef>
              <a:spcAft>
                <a:spcPts val="0"/>
              </a:spcAft>
              <a:buSzPts val="1200"/>
              <a:buFont typeface="Space Mono"/>
              <a:buNone/>
              <a:defRPr sz="1200">
                <a:latin typeface="Space Mono"/>
                <a:ea typeface="Space Mono"/>
                <a:cs typeface="Space Mono"/>
                <a:sym typeface="Space Mono"/>
              </a:defRPr>
            </a:lvl4pPr>
            <a:lvl5pPr lvl="4" rtl="0" algn="r">
              <a:spcBef>
                <a:spcPts val="1000"/>
              </a:spcBef>
              <a:spcAft>
                <a:spcPts val="0"/>
              </a:spcAft>
              <a:buSzPts val="1200"/>
              <a:buFont typeface="Space Mono"/>
              <a:buNone/>
              <a:defRPr sz="1200">
                <a:latin typeface="Space Mono"/>
                <a:ea typeface="Space Mono"/>
                <a:cs typeface="Space Mono"/>
                <a:sym typeface="Space Mono"/>
              </a:defRPr>
            </a:lvl5pPr>
            <a:lvl6pPr lvl="5" rtl="0" algn="r">
              <a:spcBef>
                <a:spcPts val="1000"/>
              </a:spcBef>
              <a:spcAft>
                <a:spcPts val="0"/>
              </a:spcAft>
              <a:buSzPts val="1200"/>
              <a:buFont typeface="Space Mono"/>
              <a:buNone/>
              <a:defRPr sz="1200">
                <a:latin typeface="Space Mono"/>
                <a:ea typeface="Space Mono"/>
                <a:cs typeface="Space Mono"/>
                <a:sym typeface="Space Mono"/>
              </a:defRPr>
            </a:lvl6pPr>
            <a:lvl7pPr lvl="6" rtl="0" algn="r">
              <a:spcBef>
                <a:spcPts val="1000"/>
              </a:spcBef>
              <a:spcAft>
                <a:spcPts val="0"/>
              </a:spcAft>
              <a:buSzPts val="1200"/>
              <a:buFont typeface="Space Mono"/>
              <a:buNone/>
              <a:defRPr sz="1200">
                <a:latin typeface="Space Mono"/>
                <a:ea typeface="Space Mono"/>
                <a:cs typeface="Space Mono"/>
                <a:sym typeface="Space Mono"/>
              </a:defRPr>
            </a:lvl7pPr>
            <a:lvl8pPr lvl="7" rtl="0" algn="r">
              <a:spcBef>
                <a:spcPts val="1000"/>
              </a:spcBef>
              <a:spcAft>
                <a:spcPts val="0"/>
              </a:spcAft>
              <a:buSzPts val="1200"/>
              <a:buFont typeface="Space Mono"/>
              <a:buNone/>
              <a:defRPr sz="1200">
                <a:latin typeface="Space Mono"/>
                <a:ea typeface="Space Mono"/>
                <a:cs typeface="Space Mono"/>
                <a:sym typeface="Space Mono"/>
              </a:defRPr>
            </a:lvl8pPr>
            <a:lvl9pPr lvl="8" rtl="0" algn="r">
              <a:spcBef>
                <a:spcPts val="1000"/>
              </a:spcBef>
              <a:spcAft>
                <a:spcPts val="1000"/>
              </a:spcAft>
              <a:buSzPts val="1200"/>
              <a:buFont typeface="Space Mono"/>
              <a:buNone/>
              <a:defRPr sz="1200">
                <a:latin typeface="Space Mono"/>
                <a:ea typeface="Space Mono"/>
                <a:cs typeface="Space Mono"/>
                <a:sym typeface="Space Mono"/>
              </a:defRPr>
            </a:lvl9pPr>
          </a:lstStyle>
          <a:p/>
        </p:txBody>
      </p:sp>
      <p:sp>
        <p:nvSpPr>
          <p:cNvPr id="500" name="Google Shape;500;p52"/>
          <p:cNvSpPr txBox="1"/>
          <p:nvPr>
            <p:ph idx="4" type="subTitle"/>
          </p:nvPr>
        </p:nvSpPr>
        <p:spPr>
          <a:xfrm>
            <a:off x="3524900" y="1141338"/>
            <a:ext cx="2917500" cy="712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6200"/>
              <a:buFont typeface="Inter Medium"/>
              <a:buNone/>
              <a:defRPr sz="6200">
                <a:solidFill>
                  <a:schemeClr val="dk1"/>
                </a:solidFill>
                <a:latin typeface="Inter Medium"/>
                <a:ea typeface="Inter Medium"/>
                <a:cs typeface="Inter Medium"/>
                <a:sym typeface="Inter Medium"/>
              </a:defRPr>
            </a:lvl1pPr>
            <a:lvl2pPr lvl="1"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2pPr>
            <a:lvl3pPr lvl="2"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3pPr>
            <a:lvl4pPr lvl="3"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4pPr>
            <a:lvl5pPr lvl="4"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5pPr>
            <a:lvl6pPr lvl="5"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6pPr>
            <a:lvl7pPr lvl="6"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7pPr>
            <a:lvl8pPr lvl="7"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8pPr>
            <a:lvl9pPr lvl="8" rtl="0">
              <a:spcBef>
                <a:spcPts val="1000"/>
              </a:spcBef>
              <a:spcAft>
                <a:spcPts val="1000"/>
              </a:spcAft>
              <a:buClr>
                <a:schemeClr val="dk1"/>
              </a:buClr>
              <a:buSzPts val="1400"/>
              <a:buFont typeface="Inter Medium"/>
              <a:buNone/>
              <a:defRPr>
                <a:solidFill>
                  <a:schemeClr val="dk1"/>
                </a:solidFill>
                <a:latin typeface="Inter Medium"/>
                <a:ea typeface="Inter Medium"/>
                <a:cs typeface="Inter Medium"/>
                <a:sym typeface="Inter Medium"/>
              </a:defRPr>
            </a:lvl9pPr>
          </a:lstStyle>
          <a:p/>
        </p:txBody>
      </p:sp>
      <p:sp>
        <p:nvSpPr>
          <p:cNvPr id="501" name="Google Shape;501;p52"/>
          <p:cNvSpPr txBox="1"/>
          <p:nvPr>
            <p:ph idx="5" type="subTitle"/>
          </p:nvPr>
        </p:nvSpPr>
        <p:spPr>
          <a:xfrm>
            <a:off x="4456100" y="1853550"/>
            <a:ext cx="1986300" cy="513900"/>
          </a:xfrm>
          <a:prstGeom prst="rect">
            <a:avLst/>
          </a:prstGeom>
        </p:spPr>
        <p:txBody>
          <a:bodyPr anchorCtr="0" anchor="t" bIns="91425" lIns="91425" spcFirstLastPara="1" rIns="91425" wrap="square" tIns="91425">
            <a:normAutofit/>
          </a:bodyPr>
          <a:lstStyle>
            <a:lvl1pPr lvl="0" rtl="0" algn="r">
              <a:spcBef>
                <a:spcPts val="0"/>
              </a:spcBef>
              <a:spcAft>
                <a:spcPts val="0"/>
              </a:spcAft>
              <a:buClr>
                <a:schemeClr val="dk1"/>
              </a:buClr>
              <a:buSzPts val="1200"/>
              <a:buFont typeface="Space Mono"/>
              <a:buNone/>
              <a:defRPr sz="1200">
                <a:solidFill>
                  <a:schemeClr val="dk1"/>
                </a:solidFill>
                <a:latin typeface="Space Mono"/>
                <a:ea typeface="Space Mono"/>
                <a:cs typeface="Space Mono"/>
                <a:sym typeface="Space Mono"/>
              </a:defRPr>
            </a:lvl1pPr>
            <a:lvl2pPr lvl="1" rtl="0" algn="r">
              <a:spcBef>
                <a:spcPts val="1000"/>
              </a:spcBef>
              <a:spcAft>
                <a:spcPts val="0"/>
              </a:spcAft>
              <a:buSzPts val="1200"/>
              <a:buFont typeface="Space Mono"/>
              <a:buNone/>
              <a:defRPr sz="1200">
                <a:latin typeface="Space Mono"/>
                <a:ea typeface="Space Mono"/>
                <a:cs typeface="Space Mono"/>
                <a:sym typeface="Space Mono"/>
              </a:defRPr>
            </a:lvl2pPr>
            <a:lvl3pPr lvl="2" rtl="0" algn="r">
              <a:spcBef>
                <a:spcPts val="1000"/>
              </a:spcBef>
              <a:spcAft>
                <a:spcPts val="0"/>
              </a:spcAft>
              <a:buSzPts val="1200"/>
              <a:buFont typeface="Space Mono"/>
              <a:buNone/>
              <a:defRPr sz="1200">
                <a:latin typeface="Space Mono"/>
                <a:ea typeface="Space Mono"/>
                <a:cs typeface="Space Mono"/>
                <a:sym typeface="Space Mono"/>
              </a:defRPr>
            </a:lvl3pPr>
            <a:lvl4pPr lvl="3" rtl="0" algn="r">
              <a:spcBef>
                <a:spcPts val="1000"/>
              </a:spcBef>
              <a:spcAft>
                <a:spcPts val="0"/>
              </a:spcAft>
              <a:buSzPts val="1200"/>
              <a:buFont typeface="Space Mono"/>
              <a:buNone/>
              <a:defRPr sz="1200">
                <a:latin typeface="Space Mono"/>
                <a:ea typeface="Space Mono"/>
                <a:cs typeface="Space Mono"/>
                <a:sym typeface="Space Mono"/>
              </a:defRPr>
            </a:lvl4pPr>
            <a:lvl5pPr lvl="4" rtl="0" algn="r">
              <a:spcBef>
                <a:spcPts val="1000"/>
              </a:spcBef>
              <a:spcAft>
                <a:spcPts val="0"/>
              </a:spcAft>
              <a:buSzPts val="1200"/>
              <a:buFont typeface="Space Mono"/>
              <a:buNone/>
              <a:defRPr sz="1200">
                <a:latin typeface="Space Mono"/>
                <a:ea typeface="Space Mono"/>
                <a:cs typeface="Space Mono"/>
                <a:sym typeface="Space Mono"/>
              </a:defRPr>
            </a:lvl5pPr>
            <a:lvl6pPr lvl="5" rtl="0" algn="r">
              <a:spcBef>
                <a:spcPts val="1000"/>
              </a:spcBef>
              <a:spcAft>
                <a:spcPts val="0"/>
              </a:spcAft>
              <a:buSzPts val="1200"/>
              <a:buFont typeface="Space Mono"/>
              <a:buNone/>
              <a:defRPr sz="1200">
                <a:latin typeface="Space Mono"/>
                <a:ea typeface="Space Mono"/>
                <a:cs typeface="Space Mono"/>
                <a:sym typeface="Space Mono"/>
              </a:defRPr>
            </a:lvl6pPr>
            <a:lvl7pPr lvl="6" rtl="0" algn="r">
              <a:spcBef>
                <a:spcPts val="1000"/>
              </a:spcBef>
              <a:spcAft>
                <a:spcPts val="0"/>
              </a:spcAft>
              <a:buSzPts val="1200"/>
              <a:buFont typeface="Space Mono"/>
              <a:buNone/>
              <a:defRPr sz="1200">
                <a:latin typeface="Space Mono"/>
                <a:ea typeface="Space Mono"/>
                <a:cs typeface="Space Mono"/>
                <a:sym typeface="Space Mono"/>
              </a:defRPr>
            </a:lvl7pPr>
            <a:lvl8pPr lvl="7" rtl="0" algn="r">
              <a:spcBef>
                <a:spcPts val="1000"/>
              </a:spcBef>
              <a:spcAft>
                <a:spcPts val="0"/>
              </a:spcAft>
              <a:buSzPts val="1200"/>
              <a:buFont typeface="Space Mono"/>
              <a:buNone/>
              <a:defRPr sz="1200">
                <a:latin typeface="Space Mono"/>
                <a:ea typeface="Space Mono"/>
                <a:cs typeface="Space Mono"/>
                <a:sym typeface="Space Mono"/>
              </a:defRPr>
            </a:lvl8pPr>
            <a:lvl9pPr lvl="8" rtl="0" algn="r">
              <a:spcBef>
                <a:spcPts val="1000"/>
              </a:spcBef>
              <a:spcAft>
                <a:spcPts val="1000"/>
              </a:spcAft>
              <a:buSzPts val="1200"/>
              <a:buFont typeface="Space Mono"/>
              <a:buNone/>
              <a:defRPr sz="1200">
                <a:latin typeface="Space Mono"/>
                <a:ea typeface="Space Mono"/>
                <a:cs typeface="Space Mono"/>
                <a:sym typeface="Space Mono"/>
              </a:defRPr>
            </a:lvl9pPr>
          </a:lstStyle>
          <a:p/>
        </p:txBody>
      </p:sp>
      <p:sp>
        <p:nvSpPr>
          <p:cNvPr id="502" name="Google Shape;502;p52"/>
          <p:cNvSpPr txBox="1"/>
          <p:nvPr>
            <p:ph idx="6" type="subTitle"/>
          </p:nvPr>
        </p:nvSpPr>
        <p:spPr>
          <a:xfrm>
            <a:off x="409600" y="2617713"/>
            <a:ext cx="2917500" cy="712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6200"/>
              <a:buFont typeface="Inter Medium"/>
              <a:buNone/>
              <a:defRPr sz="6200">
                <a:solidFill>
                  <a:schemeClr val="dk1"/>
                </a:solidFill>
                <a:latin typeface="Inter Medium"/>
                <a:ea typeface="Inter Medium"/>
                <a:cs typeface="Inter Medium"/>
                <a:sym typeface="Inter Medium"/>
              </a:defRPr>
            </a:lvl1pPr>
            <a:lvl2pPr lvl="1"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2pPr>
            <a:lvl3pPr lvl="2"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3pPr>
            <a:lvl4pPr lvl="3"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4pPr>
            <a:lvl5pPr lvl="4"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5pPr>
            <a:lvl6pPr lvl="5"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6pPr>
            <a:lvl7pPr lvl="6"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7pPr>
            <a:lvl8pPr lvl="7"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8pPr>
            <a:lvl9pPr lvl="8" rtl="0">
              <a:spcBef>
                <a:spcPts val="1000"/>
              </a:spcBef>
              <a:spcAft>
                <a:spcPts val="1000"/>
              </a:spcAft>
              <a:buClr>
                <a:schemeClr val="dk1"/>
              </a:buClr>
              <a:buSzPts val="1400"/>
              <a:buFont typeface="Inter Medium"/>
              <a:buNone/>
              <a:defRPr>
                <a:solidFill>
                  <a:schemeClr val="dk1"/>
                </a:solidFill>
                <a:latin typeface="Inter Medium"/>
                <a:ea typeface="Inter Medium"/>
                <a:cs typeface="Inter Medium"/>
                <a:sym typeface="Inter Medium"/>
              </a:defRPr>
            </a:lvl9pPr>
          </a:lstStyle>
          <a:p/>
        </p:txBody>
      </p:sp>
      <p:sp>
        <p:nvSpPr>
          <p:cNvPr id="503" name="Google Shape;503;p52"/>
          <p:cNvSpPr txBox="1"/>
          <p:nvPr>
            <p:ph idx="7" type="subTitle"/>
          </p:nvPr>
        </p:nvSpPr>
        <p:spPr>
          <a:xfrm>
            <a:off x="1340800" y="3329925"/>
            <a:ext cx="1986300" cy="513900"/>
          </a:xfrm>
          <a:prstGeom prst="rect">
            <a:avLst/>
          </a:prstGeom>
        </p:spPr>
        <p:txBody>
          <a:bodyPr anchorCtr="0" anchor="t" bIns="91425" lIns="91425" spcFirstLastPara="1" rIns="91425" wrap="square" tIns="91425">
            <a:normAutofit/>
          </a:bodyPr>
          <a:lstStyle>
            <a:lvl1pPr lvl="0" rtl="0" algn="r">
              <a:spcBef>
                <a:spcPts val="0"/>
              </a:spcBef>
              <a:spcAft>
                <a:spcPts val="0"/>
              </a:spcAft>
              <a:buClr>
                <a:schemeClr val="dk1"/>
              </a:buClr>
              <a:buSzPts val="1200"/>
              <a:buFont typeface="Space Mono"/>
              <a:buNone/>
              <a:defRPr sz="1200">
                <a:solidFill>
                  <a:schemeClr val="dk1"/>
                </a:solidFill>
                <a:latin typeface="Space Mono"/>
                <a:ea typeface="Space Mono"/>
                <a:cs typeface="Space Mono"/>
                <a:sym typeface="Space Mono"/>
              </a:defRPr>
            </a:lvl1pPr>
            <a:lvl2pPr lvl="1" rtl="0" algn="r">
              <a:spcBef>
                <a:spcPts val="1000"/>
              </a:spcBef>
              <a:spcAft>
                <a:spcPts val="0"/>
              </a:spcAft>
              <a:buSzPts val="1200"/>
              <a:buFont typeface="Space Mono"/>
              <a:buNone/>
              <a:defRPr sz="1200">
                <a:latin typeface="Space Mono"/>
                <a:ea typeface="Space Mono"/>
                <a:cs typeface="Space Mono"/>
                <a:sym typeface="Space Mono"/>
              </a:defRPr>
            </a:lvl2pPr>
            <a:lvl3pPr lvl="2" rtl="0" algn="r">
              <a:spcBef>
                <a:spcPts val="1000"/>
              </a:spcBef>
              <a:spcAft>
                <a:spcPts val="0"/>
              </a:spcAft>
              <a:buSzPts val="1200"/>
              <a:buFont typeface="Space Mono"/>
              <a:buNone/>
              <a:defRPr sz="1200">
                <a:latin typeface="Space Mono"/>
                <a:ea typeface="Space Mono"/>
                <a:cs typeface="Space Mono"/>
                <a:sym typeface="Space Mono"/>
              </a:defRPr>
            </a:lvl3pPr>
            <a:lvl4pPr lvl="3" rtl="0" algn="r">
              <a:spcBef>
                <a:spcPts val="1000"/>
              </a:spcBef>
              <a:spcAft>
                <a:spcPts val="0"/>
              </a:spcAft>
              <a:buSzPts val="1200"/>
              <a:buFont typeface="Space Mono"/>
              <a:buNone/>
              <a:defRPr sz="1200">
                <a:latin typeface="Space Mono"/>
                <a:ea typeface="Space Mono"/>
                <a:cs typeface="Space Mono"/>
                <a:sym typeface="Space Mono"/>
              </a:defRPr>
            </a:lvl4pPr>
            <a:lvl5pPr lvl="4" rtl="0" algn="r">
              <a:spcBef>
                <a:spcPts val="1000"/>
              </a:spcBef>
              <a:spcAft>
                <a:spcPts val="0"/>
              </a:spcAft>
              <a:buSzPts val="1200"/>
              <a:buFont typeface="Space Mono"/>
              <a:buNone/>
              <a:defRPr sz="1200">
                <a:latin typeface="Space Mono"/>
                <a:ea typeface="Space Mono"/>
                <a:cs typeface="Space Mono"/>
                <a:sym typeface="Space Mono"/>
              </a:defRPr>
            </a:lvl5pPr>
            <a:lvl6pPr lvl="5" rtl="0" algn="r">
              <a:spcBef>
                <a:spcPts val="1000"/>
              </a:spcBef>
              <a:spcAft>
                <a:spcPts val="0"/>
              </a:spcAft>
              <a:buSzPts val="1200"/>
              <a:buFont typeface="Space Mono"/>
              <a:buNone/>
              <a:defRPr sz="1200">
                <a:latin typeface="Space Mono"/>
                <a:ea typeface="Space Mono"/>
                <a:cs typeface="Space Mono"/>
                <a:sym typeface="Space Mono"/>
              </a:defRPr>
            </a:lvl6pPr>
            <a:lvl7pPr lvl="6" rtl="0" algn="r">
              <a:spcBef>
                <a:spcPts val="1000"/>
              </a:spcBef>
              <a:spcAft>
                <a:spcPts val="0"/>
              </a:spcAft>
              <a:buSzPts val="1200"/>
              <a:buFont typeface="Space Mono"/>
              <a:buNone/>
              <a:defRPr sz="1200">
                <a:latin typeface="Space Mono"/>
                <a:ea typeface="Space Mono"/>
                <a:cs typeface="Space Mono"/>
                <a:sym typeface="Space Mono"/>
              </a:defRPr>
            </a:lvl7pPr>
            <a:lvl8pPr lvl="7" rtl="0" algn="r">
              <a:spcBef>
                <a:spcPts val="1000"/>
              </a:spcBef>
              <a:spcAft>
                <a:spcPts val="0"/>
              </a:spcAft>
              <a:buSzPts val="1200"/>
              <a:buFont typeface="Space Mono"/>
              <a:buNone/>
              <a:defRPr sz="1200">
                <a:latin typeface="Space Mono"/>
                <a:ea typeface="Space Mono"/>
                <a:cs typeface="Space Mono"/>
                <a:sym typeface="Space Mono"/>
              </a:defRPr>
            </a:lvl8pPr>
            <a:lvl9pPr lvl="8" rtl="0" algn="r">
              <a:spcBef>
                <a:spcPts val="1000"/>
              </a:spcBef>
              <a:spcAft>
                <a:spcPts val="1000"/>
              </a:spcAft>
              <a:buSzPts val="1200"/>
              <a:buFont typeface="Space Mono"/>
              <a:buNone/>
              <a:defRPr sz="1200">
                <a:latin typeface="Space Mono"/>
                <a:ea typeface="Space Mono"/>
                <a:cs typeface="Space Mono"/>
                <a:sym typeface="Space Mono"/>
              </a:defRPr>
            </a:lvl9pPr>
          </a:lstStyle>
          <a:p/>
        </p:txBody>
      </p:sp>
      <p:sp>
        <p:nvSpPr>
          <p:cNvPr id="504" name="Google Shape;504;p52"/>
          <p:cNvSpPr txBox="1"/>
          <p:nvPr>
            <p:ph idx="8" type="subTitle"/>
          </p:nvPr>
        </p:nvSpPr>
        <p:spPr>
          <a:xfrm>
            <a:off x="3524900" y="2617713"/>
            <a:ext cx="2917500" cy="712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6200"/>
              <a:buFont typeface="Inter Medium"/>
              <a:buNone/>
              <a:defRPr sz="6200">
                <a:solidFill>
                  <a:schemeClr val="dk1"/>
                </a:solidFill>
                <a:latin typeface="Inter Medium"/>
                <a:ea typeface="Inter Medium"/>
                <a:cs typeface="Inter Medium"/>
                <a:sym typeface="Inter Medium"/>
              </a:defRPr>
            </a:lvl1pPr>
            <a:lvl2pPr lvl="1"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2pPr>
            <a:lvl3pPr lvl="2"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3pPr>
            <a:lvl4pPr lvl="3"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4pPr>
            <a:lvl5pPr lvl="4"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5pPr>
            <a:lvl6pPr lvl="5"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6pPr>
            <a:lvl7pPr lvl="6"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7pPr>
            <a:lvl8pPr lvl="7"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8pPr>
            <a:lvl9pPr lvl="8" rtl="0">
              <a:spcBef>
                <a:spcPts val="1000"/>
              </a:spcBef>
              <a:spcAft>
                <a:spcPts val="1000"/>
              </a:spcAft>
              <a:buClr>
                <a:schemeClr val="dk1"/>
              </a:buClr>
              <a:buSzPts val="1400"/>
              <a:buFont typeface="Inter Medium"/>
              <a:buNone/>
              <a:defRPr>
                <a:solidFill>
                  <a:schemeClr val="dk1"/>
                </a:solidFill>
                <a:latin typeface="Inter Medium"/>
                <a:ea typeface="Inter Medium"/>
                <a:cs typeface="Inter Medium"/>
                <a:sym typeface="Inter Medium"/>
              </a:defRPr>
            </a:lvl9pPr>
          </a:lstStyle>
          <a:p/>
        </p:txBody>
      </p:sp>
      <p:sp>
        <p:nvSpPr>
          <p:cNvPr id="505" name="Google Shape;505;p52"/>
          <p:cNvSpPr txBox="1"/>
          <p:nvPr>
            <p:ph idx="9" type="subTitle"/>
          </p:nvPr>
        </p:nvSpPr>
        <p:spPr>
          <a:xfrm>
            <a:off x="4456100" y="3329925"/>
            <a:ext cx="1986300" cy="513900"/>
          </a:xfrm>
          <a:prstGeom prst="rect">
            <a:avLst/>
          </a:prstGeom>
        </p:spPr>
        <p:txBody>
          <a:bodyPr anchorCtr="0" anchor="t" bIns="91425" lIns="91425" spcFirstLastPara="1" rIns="91425" wrap="square" tIns="91425">
            <a:normAutofit/>
          </a:bodyPr>
          <a:lstStyle>
            <a:lvl1pPr lvl="0" rtl="0" algn="r">
              <a:spcBef>
                <a:spcPts val="0"/>
              </a:spcBef>
              <a:spcAft>
                <a:spcPts val="0"/>
              </a:spcAft>
              <a:buClr>
                <a:schemeClr val="dk1"/>
              </a:buClr>
              <a:buSzPts val="1200"/>
              <a:buFont typeface="Space Mono"/>
              <a:buNone/>
              <a:defRPr sz="1200">
                <a:solidFill>
                  <a:schemeClr val="dk1"/>
                </a:solidFill>
                <a:latin typeface="Space Mono"/>
                <a:ea typeface="Space Mono"/>
                <a:cs typeface="Space Mono"/>
                <a:sym typeface="Space Mono"/>
              </a:defRPr>
            </a:lvl1pPr>
            <a:lvl2pPr lvl="1" rtl="0" algn="r">
              <a:spcBef>
                <a:spcPts val="1000"/>
              </a:spcBef>
              <a:spcAft>
                <a:spcPts val="0"/>
              </a:spcAft>
              <a:buSzPts val="1200"/>
              <a:buFont typeface="Space Mono"/>
              <a:buNone/>
              <a:defRPr sz="1200">
                <a:latin typeface="Space Mono"/>
                <a:ea typeface="Space Mono"/>
                <a:cs typeface="Space Mono"/>
                <a:sym typeface="Space Mono"/>
              </a:defRPr>
            </a:lvl2pPr>
            <a:lvl3pPr lvl="2" rtl="0" algn="r">
              <a:spcBef>
                <a:spcPts val="1000"/>
              </a:spcBef>
              <a:spcAft>
                <a:spcPts val="0"/>
              </a:spcAft>
              <a:buSzPts val="1200"/>
              <a:buFont typeface="Space Mono"/>
              <a:buNone/>
              <a:defRPr sz="1200">
                <a:latin typeface="Space Mono"/>
                <a:ea typeface="Space Mono"/>
                <a:cs typeface="Space Mono"/>
                <a:sym typeface="Space Mono"/>
              </a:defRPr>
            </a:lvl3pPr>
            <a:lvl4pPr lvl="3" rtl="0" algn="r">
              <a:spcBef>
                <a:spcPts val="1000"/>
              </a:spcBef>
              <a:spcAft>
                <a:spcPts val="0"/>
              </a:spcAft>
              <a:buSzPts val="1200"/>
              <a:buFont typeface="Space Mono"/>
              <a:buNone/>
              <a:defRPr sz="1200">
                <a:latin typeface="Space Mono"/>
                <a:ea typeface="Space Mono"/>
                <a:cs typeface="Space Mono"/>
                <a:sym typeface="Space Mono"/>
              </a:defRPr>
            </a:lvl4pPr>
            <a:lvl5pPr lvl="4" rtl="0" algn="r">
              <a:spcBef>
                <a:spcPts val="1000"/>
              </a:spcBef>
              <a:spcAft>
                <a:spcPts val="0"/>
              </a:spcAft>
              <a:buSzPts val="1200"/>
              <a:buFont typeface="Space Mono"/>
              <a:buNone/>
              <a:defRPr sz="1200">
                <a:latin typeface="Space Mono"/>
                <a:ea typeface="Space Mono"/>
                <a:cs typeface="Space Mono"/>
                <a:sym typeface="Space Mono"/>
              </a:defRPr>
            </a:lvl5pPr>
            <a:lvl6pPr lvl="5" rtl="0" algn="r">
              <a:spcBef>
                <a:spcPts val="1000"/>
              </a:spcBef>
              <a:spcAft>
                <a:spcPts val="0"/>
              </a:spcAft>
              <a:buSzPts val="1200"/>
              <a:buFont typeface="Space Mono"/>
              <a:buNone/>
              <a:defRPr sz="1200">
                <a:latin typeface="Space Mono"/>
                <a:ea typeface="Space Mono"/>
                <a:cs typeface="Space Mono"/>
                <a:sym typeface="Space Mono"/>
              </a:defRPr>
            </a:lvl6pPr>
            <a:lvl7pPr lvl="6" rtl="0" algn="r">
              <a:spcBef>
                <a:spcPts val="1000"/>
              </a:spcBef>
              <a:spcAft>
                <a:spcPts val="0"/>
              </a:spcAft>
              <a:buSzPts val="1200"/>
              <a:buFont typeface="Space Mono"/>
              <a:buNone/>
              <a:defRPr sz="1200">
                <a:latin typeface="Space Mono"/>
                <a:ea typeface="Space Mono"/>
                <a:cs typeface="Space Mono"/>
                <a:sym typeface="Space Mono"/>
              </a:defRPr>
            </a:lvl7pPr>
            <a:lvl8pPr lvl="7" rtl="0" algn="r">
              <a:spcBef>
                <a:spcPts val="1000"/>
              </a:spcBef>
              <a:spcAft>
                <a:spcPts val="0"/>
              </a:spcAft>
              <a:buSzPts val="1200"/>
              <a:buFont typeface="Space Mono"/>
              <a:buNone/>
              <a:defRPr sz="1200">
                <a:latin typeface="Space Mono"/>
                <a:ea typeface="Space Mono"/>
                <a:cs typeface="Space Mono"/>
                <a:sym typeface="Space Mono"/>
              </a:defRPr>
            </a:lvl8pPr>
            <a:lvl9pPr lvl="8" rtl="0" algn="r">
              <a:spcBef>
                <a:spcPts val="1000"/>
              </a:spcBef>
              <a:spcAft>
                <a:spcPts val="1000"/>
              </a:spcAft>
              <a:buSzPts val="1200"/>
              <a:buFont typeface="Space Mono"/>
              <a:buNone/>
              <a:defRPr sz="1200">
                <a:latin typeface="Space Mono"/>
                <a:ea typeface="Space Mono"/>
                <a:cs typeface="Space Mono"/>
                <a:sym typeface="Space Mono"/>
              </a:defRPr>
            </a:lvl9pPr>
          </a:lstStyle>
          <a:p/>
        </p:txBody>
      </p:sp>
      <p:pic>
        <p:nvPicPr>
          <p:cNvPr id="506" name="Google Shape;506;p52"/>
          <p:cNvPicPr preferRelativeResize="0"/>
          <p:nvPr/>
        </p:nvPicPr>
        <p:blipFill>
          <a:blip r:embed="rId7">
            <a:alphaModFix/>
          </a:blip>
          <a:stretch>
            <a:fillRect/>
          </a:stretch>
        </p:blipFill>
        <p:spPr>
          <a:xfrm>
            <a:off x="457529" y="4543025"/>
            <a:ext cx="950976" cy="142646"/>
          </a:xfrm>
          <a:prstGeom prst="rect">
            <a:avLst/>
          </a:prstGeom>
          <a:noFill/>
          <a:ln>
            <a:noFill/>
          </a:ln>
        </p:spPr>
      </p:pic>
      <p:sp>
        <p:nvSpPr>
          <p:cNvPr id="507" name="Google Shape;507;p52"/>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08" name="Google Shape;508;p52"/>
          <p:cNvSpPr txBox="1"/>
          <p:nvPr>
            <p:ph idx="1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am Six Heads">
  <p:cSld name="ONE_COLUMN_TEXT">
    <p:spTree>
      <p:nvGrpSpPr>
        <p:cNvPr id="509" name="Shape 509"/>
        <p:cNvGrpSpPr/>
        <p:nvPr/>
      </p:nvGrpSpPr>
      <p:grpSpPr>
        <a:xfrm>
          <a:off x="0" y="0"/>
          <a:ext cx="0" cy="0"/>
          <a:chOff x="0" y="0"/>
          <a:chExt cx="0" cy="0"/>
        </a:xfrm>
      </p:grpSpPr>
      <p:sp>
        <p:nvSpPr>
          <p:cNvPr id="510" name="Google Shape;510;p53"/>
          <p:cNvSpPr txBox="1"/>
          <p:nvPr>
            <p:ph type="title"/>
          </p:nvPr>
        </p:nvSpPr>
        <p:spPr>
          <a:xfrm>
            <a:off x="1294325" y="13801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11" name="Google Shape;511;p53"/>
          <p:cNvSpPr txBox="1"/>
          <p:nvPr>
            <p:ph idx="1" type="body"/>
          </p:nvPr>
        </p:nvSpPr>
        <p:spPr>
          <a:xfrm>
            <a:off x="1294325" y="18617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1000"/>
              </a:spcBef>
              <a:spcAft>
                <a:spcPts val="0"/>
              </a:spcAft>
              <a:buSzPts val="1100"/>
              <a:buChar char="○"/>
              <a:defRPr sz="1100"/>
            </a:lvl2pPr>
            <a:lvl3pPr indent="-298450" lvl="2" marL="1371600" rtl="0">
              <a:spcBef>
                <a:spcPts val="1000"/>
              </a:spcBef>
              <a:spcAft>
                <a:spcPts val="0"/>
              </a:spcAft>
              <a:buSzPts val="1100"/>
              <a:buChar char="■"/>
              <a:defRPr sz="1100"/>
            </a:lvl3pPr>
            <a:lvl4pPr indent="-298450" lvl="3" marL="1828800" rtl="0">
              <a:spcBef>
                <a:spcPts val="1000"/>
              </a:spcBef>
              <a:spcAft>
                <a:spcPts val="0"/>
              </a:spcAft>
              <a:buSzPts val="1100"/>
              <a:buChar char="●"/>
              <a:defRPr sz="1100"/>
            </a:lvl4pPr>
            <a:lvl5pPr indent="-298450" lvl="4" marL="2286000" rtl="0">
              <a:spcBef>
                <a:spcPts val="1000"/>
              </a:spcBef>
              <a:spcAft>
                <a:spcPts val="0"/>
              </a:spcAft>
              <a:buSzPts val="1100"/>
              <a:buChar char="○"/>
              <a:defRPr sz="1100"/>
            </a:lvl5pPr>
            <a:lvl6pPr indent="-298450" lvl="5" marL="2743200" rtl="0">
              <a:spcBef>
                <a:spcPts val="1000"/>
              </a:spcBef>
              <a:spcAft>
                <a:spcPts val="0"/>
              </a:spcAft>
              <a:buSzPts val="1100"/>
              <a:buChar char="■"/>
              <a:defRPr sz="1100"/>
            </a:lvl6pPr>
            <a:lvl7pPr indent="-298450" lvl="6" marL="3200400" rtl="0">
              <a:spcBef>
                <a:spcPts val="1000"/>
              </a:spcBef>
              <a:spcAft>
                <a:spcPts val="0"/>
              </a:spcAft>
              <a:buSzPts val="1100"/>
              <a:buChar char="●"/>
              <a:defRPr sz="1100"/>
            </a:lvl7pPr>
            <a:lvl8pPr indent="-298450" lvl="7" marL="3657600" rtl="0">
              <a:spcBef>
                <a:spcPts val="1000"/>
              </a:spcBef>
              <a:spcAft>
                <a:spcPts val="0"/>
              </a:spcAft>
              <a:buSzPts val="1100"/>
              <a:buChar char="○"/>
              <a:defRPr sz="1100"/>
            </a:lvl8pPr>
            <a:lvl9pPr indent="-298450" lvl="8" marL="4114800" rtl="0">
              <a:spcBef>
                <a:spcPts val="1000"/>
              </a:spcBef>
              <a:spcAft>
                <a:spcPts val="1000"/>
              </a:spcAft>
              <a:buSzPts val="1100"/>
              <a:buChar char="■"/>
              <a:defRPr sz="1100"/>
            </a:lvl9pPr>
          </a:lstStyle>
          <a:p/>
        </p:txBody>
      </p:sp>
      <p:sp>
        <p:nvSpPr>
          <p:cNvPr id="512" name="Google Shape;512;p53"/>
          <p:cNvSpPr txBox="1"/>
          <p:nvPr>
            <p:ph idx="2"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513" name="Google Shape;513;p53"/>
          <p:cNvSpPr/>
          <p:nvPr>
            <p:ph idx="3" type="pic"/>
          </p:nvPr>
        </p:nvSpPr>
        <p:spPr>
          <a:xfrm>
            <a:off x="444075" y="1157850"/>
            <a:ext cx="760800" cy="760800"/>
          </a:xfrm>
          <a:prstGeom prst="ellipse">
            <a:avLst/>
          </a:prstGeom>
          <a:noFill/>
          <a:ln>
            <a:noFill/>
          </a:ln>
        </p:spPr>
      </p:sp>
      <p:sp>
        <p:nvSpPr>
          <p:cNvPr id="514" name="Google Shape;514;p53"/>
          <p:cNvSpPr txBox="1"/>
          <p:nvPr>
            <p:ph idx="4" type="title"/>
          </p:nvPr>
        </p:nvSpPr>
        <p:spPr>
          <a:xfrm>
            <a:off x="3941275" y="13801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15" name="Google Shape;515;p53"/>
          <p:cNvSpPr txBox="1"/>
          <p:nvPr>
            <p:ph idx="5" type="body"/>
          </p:nvPr>
        </p:nvSpPr>
        <p:spPr>
          <a:xfrm>
            <a:off x="3941275" y="18617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1000"/>
              </a:spcBef>
              <a:spcAft>
                <a:spcPts val="0"/>
              </a:spcAft>
              <a:buSzPts val="1100"/>
              <a:buChar char="○"/>
              <a:defRPr sz="1100"/>
            </a:lvl2pPr>
            <a:lvl3pPr indent="-298450" lvl="2" marL="1371600" rtl="0">
              <a:spcBef>
                <a:spcPts val="1000"/>
              </a:spcBef>
              <a:spcAft>
                <a:spcPts val="0"/>
              </a:spcAft>
              <a:buSzPts val="1100"/>
              <a:buChar char="■"/>
              <a:defRPr sz="1100"/>
            </a:lvl3pPr>
            <a:lvl4pPr indent="-298450" lvl="3" marL="1828800" rtl="0">
              <a:spcBef>
                <a:spcPts val="1000"/>
              </a:spcBef>
              <a:spcAft>
                <a:spcPts val="0"/>
              </a:spcAft>
              <a:buSzPts val="1100"/>
              <a:buChar char="●"/>
              <a:defRPr sz="1100"/>
            </a:lvl4pPr>
            <a:lvl5pPr indent="-298450" lvl="4" marL="2286000" rtl="0">
              <a:spcBef>
                <a:spcPts val="1000"/>
              </a:spcBef>
              <a:spcAft>
                <a:spcPts val="0"/>
              </a:spcAft>
              <a:buSzPts val="1100"/>
              <a:buChar char="○"/>
              <a:defRPr sz="1100"/>
            </a:lvl5pPr>
            <a:lvl6pPr indent="-298450" lvl="5" marL="2743200" rtl="0">
              <a:spcBef>
                <a:spcPts val="1000"/>
              </a:spcBef>
              <a:spcAft>
                <a:spcPts val="0"/>
              </a:spcAft>
              <a:buSzPts val="1100"/>
              <a:buChar char="■"/>
              <a:defRPr sz="1100"/>
            </a:lvl6pPr>
            <a:lvl7pPr indent="-298450" lvl="6" marL="3200400" rtl="0">
              <a:spcBef>
                <a:spcPts val="1000"/>
              </a:spcBef>
              <a:spcAft>
                <a:spcPts val="0"/>
              </a:spcAft>
              <a:buSzPts val="1100"/>
              <a:buChar char="●"/>
              <a:defRPr sz="1100"/>
            </a:lvl7pPr>
            <a:lvl8pPr indent="-298450" lvl="7" marL="3657600" rtl="0">
              <a:spcBef>
                <a:spcPts val="1000"/>
              </a:spcBef>
              <a:spcAft>
                <a:spcPts val="0"/>
              </a:spcAft>
              <a:buSzPts val="1100"/>
              <a:buChar char="○"/>
              <a:defRPr sz="1100"/>
            </a:lvl8pPr>
            <a:lvl9pPr indent="-298450" lvl="8" marL="4114800" rtl="0">
              <a:spcBef>
                <a:spcPts val="1000"/>
              </a:spcBef>
              <a:spcAft>
                <a:spcPts val="1000"/>
              </a:spcAft>
              <a:buSzPts val="1100"/>
              <a:buChar char="■"/>
              <a:defRPr sz="1100"/>
            </a:lvl9pPr>
          </a:lstStyle>
          <a:p/>
        </p:txBody>
      </p:sp>
      <p:sp>
        <p:nvSpPr>
          <p:cNvPr id="516" name="Google Shape;516;p53"/>
          <p:cNvSpPr/>
          <p:nvPr>
            <p:ph idx="6" type="pic"/>
          </p:nvPr>
        </p:nvSpPr>
        <p:spPr>
          <a:xfrm>
            <a:off x="3091025" y="1157850"/>
            <a:ext cx="760800" cy="760800"/>
          </a:xfrm>
          <a:prstGeom prst="ellipse">
            <a:avLst/>
          </a:prstGeom>
          <a:noFill/>
          <a:ln>
            <a:noFill/>
          </a:ln>
        </p:spPr>
      </p:sp>
      <p:sp>
        <p:nvSpPr>
          <p:cNvPr id="517" name="Google Shape;517;p53"/>
          <p:cNvSpPr txBox="1"/>
          <p:nvPr>
            <p:ph idx="7" type="title"/>
          </p:nvPr>
        </p:nvSpPr>
        <p:spPr>
          <a:xfrm>
            <a:off x="6588225" y="13801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18" name="Google Shape;518;p53"/>
          <p:cNvSpPr/>
          <p:nvPr>
            <p:ph idx="8" type="pic"/>
          </p:nvPr>
        </p:nvSpPr>
        <p:spPr>
          <a:xfrm>
            <a:off x="5737975" y="1157850"/>
            <a:ext cx="760800" cy="760800"/>
          </a:xfrm>
          <a:prstGeom prst="ellipse">
            <a:avLst/>
          </a:prstGeom>
          <a:noFill/>
          <a:ln>
            <a:noFill/>
          </a:ln>
        </p:spPr>
      </p:sp>
      <p:sp>
        <p:nvSpPr>
          <p:cNvPr id="519" name="Google Shape;519;p53"/>
          <p:cNvSpPr txBox="1"/>
          <p:nvPr>
            <p:ph idx="9" type="title"/>
          </p:nvPr>
        </p:nvSpPr>
        <p:spPr>
          <a:xfrm>
            <a:off x="1294325" y="32432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20" name="Google Shape;520;p53"/>
          <p:cNvSpPr txBox="1"/>
          <p:nvPr>
            <p:ph idx="13" type="body"/>
          </p:nvPr>
        </p:nvSpPr>
        <p:spPr>
          <a:xfrm>
            <a:off x="1294325" y="37248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1000"/>
              </a:spcBef>
              <a:spcAft>
                <a:spcPts val="0"/>
              </a:spcAft>
              <a:buSzPts val="1100"/>
              <a:buChar char="○"/>
              <a:defRPr sz="1100"/>
            </a:lvl2pPr>
            <a:lvl3pPr indent="-298450" lvl="2" marL="1371600" rtl="0">
              <a:spcBef>
                <a:spcPts val="1000"/>
              </a:spcBef>
              <a:spcAft>
                <a:spcPts val="0"/>
              </a:spcAft>
              <a:buSzPts val="1100"/>
              <a:buChar char="■"/>
              <a:defRPr sz="1100"/>
            </a:lvl3pPr>
            <a:lvl4pPr indent="-298450" lvl="3" marL="1828800" rtl="0">
              <a:spcBef>
                <a:spcPts val="1000"/>
              </a:spcBef>
              <a:spcAft>
                <a:spcPts val="0"/>
              </a:spcAft>
              <a:buSzPts val="1100"/>
              <a:buChar char="●"/>
              <a:defRPr sz="1100"/>
            </a:lvl4pPr>
            <a:lvl5pPr indent="-298450" lvl="4" marL="2286000" rtl="0">
              <a:spcBef>
                <a:spcPts val="1000"/>
              </a:spcBef>
              <a:spcAft>
                <a:spcPts val="0"/>
              </a:spcAft>
              <a:buSzPts val="1100"/>
              <a:buChar char="○"/>
              <a:defRPr sz="1100"/>
            </a:lvl5pPr>
            <a:lvl6pPr indent="-298450" lvl="5" marL="2743200" rtl="0">
              <a:spcBef>
                <a:spcPts val="1000"/>
              </a:spcBef>
              <a:spcAft>
                <a:spcPts val="0"/>
              </a:spcAft>
              <a:buSzPts val="1100"/>
              <a:buChar char="■"/>
              <a:defRPr sz="1100"/>
            </a:lvl6pPr>
            <a:lvl7pPr indent="-298450" lvl="6" marL="3200400" rtl="0">
              <a:spcBef>
                <a:spcPts val="1000"/>
              </a:spcBef>
              <a:spcAft>
                <a:spcPts val="0"/>
              </a:spcAft>
              <a:buSzPts val="1100"/>
              <a:buChar char="●"/>
              <a:defRPr sz="1100"/>
            </a:lvl7pPr>
            <a:lvl8pPr indent="-298450" lvl="7" marL="3657600" rtl="0">
              <a:spcBef>
                <a:spcPts val="1000"/>
              </a:spcBef>
              <a:spcAft>
                <a:spcPts val="0"/>
              </a:spcAft>
              <a:buSzPts val="1100"/>
              <a:buChar char="○"/>
              <a:defRPr sz="1100"/>
            </a:lvl8pPr>
            <a:lvl9pPr indent="-298450" lvl="8" marL="4114800" rtl="0">
              <a:spcBef>
                <a:spcPts val="1000"/>
              </a:spcBef>
              <a:spcAft>
                <a:spcPts val="1000"/>
              </a:spcAft>
              <a:buSzPts val="1100"/>
              <a:buChar char="■"/>
              <a:defRPr sz="1100"/>
            </a:lvl9pPr>
          </a:lstStyle>
          <a:p/>
        </p:txBody>
      </p:sp>
      <p:sp>
        <p:nvSpPr>
          <p:cNvPr id="521" name="Google Shape;521;p53"/>
          <p:cNvSpPr/>
          <p:nvPr>
            <p:ph idx="14" type="pic"/>
          </p:nvPr>
        </p:nvSpPr>
        <p:spPr>
          <a:xfrm>
            <a:off x="444075" y="3020950"/>
            <a:ext cx="760800" cy="760800"/>
          </a:xfrm>
          <a:prstGeom prst="ellipse">
            <a:avLst/>
          </a:prstGeom>
          <a:noFill/>
          <a:ln>
            <a:noFill/>
          </a:ln>
        </p:spPr>
      </p:sp>
      <p:sp>
        <p:nvSpPr>
          <p:cNvPr id="522" name="Google Shape;522;p53"/>
          <p:cNvSpPr txBox="1"/>
          <p:nvPr>
            <p:ph idx="15" type="title"/>
          </p:nvPr>
        </p:nvSpPr>
        <p:spPr>
          <a:xfrm>
            <a:off x="3941275" y="32432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23" name="Google Shape;523;p53"/>
          <p:cNvSpPr txBox="1"/>
          <p:nvPr>
            <p:ph idx="16" type="body"/>
          </p:nvPr>
        </p:nvSpPr>
        <p:spPr>
          <a:xfrm>
            <a:off x="3941275" y="37248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1000"/>
              </a:spcBef>
              <a:spcAft>
                <a:spcPts val="0"/>
              </a:spcAft>
              <a:buSzPts val="1100"/>
              <a:buChar char="○"/>
              <a:defRPr sz="1100"/>
            </a:lvl2pPr>
            <a:lvl3pPr indent="-298450" lvl="2" marL="1371600" rtl="0">
              <a:spcBef>
                <a:spcPts val="1000"/>
              </a:spcBef>
              <a:spcAft>
                <a:spcPts val="0"/>
              </a:spcAft>
              <a:buSzPts val="1100"/>
              <a:buChar char="■"/>
              <a:defRPr sz="1100"/>
            </a:lvl3pPr>
            <a:lvl4pPr indent="-298450" lvl="3" marL="1828800" rtl="0">
              <a:spcBef>
                <a:spcPts val="1000"/>
              </a:spcBef>
              <a:spcAft>
                <a:spcPts val="0"/>
              </a:spcAft>
              <a:buSzPts val="1100"/>
              <a:buChar char="●"/>
              <a:defRPr sz="1100"/>
            </a:lvl4pPr>
            <a:lvl5pPr indent="-298450" lvl="4" marL="2286000" rtl="0">
              <a:spcBef>
                <a:spcPts val="1000"/>
              </a:spcBef>
              <a:spcAft>
                <a:spcPts val="0"/>
              </a:spcAft>
              <a:buSzPts val="1100"/>
              <a:buChar char="○"/>
              <a:defRPr sz="1100"/>
            </a:lvl5pPr>
            <a:lvl6pPr indent="-298450" lvl="5" marL="2743200" rtl="0">
              <a:spcBef>
                <a:spcPts val="1000"/>
              </a:spcBef>
              <a:spcAft>
                <a:spcPts val="0"/>
              </a:spcAft>
              <a:buSzPts val="1100"/>
              <a:buChar char="■"/>
              <a:defRPr sz="1100"/>
            </a:lvl6pPr>
            <a:lvl7pPr indent="-298450" lvl="6" marL="3200400" rtl="0">
              <a:spcBef>
                <a:spcPts val="1000"/>
              </a:spcBef>
              <a:spcAft>
                <a:spcPts val="0"/>
              </a:spcAft>
              <a:buSzPts val="1100"/>
              <a:buChar char="●"/>
              <a:defRPr sz="1100"/>
            </a:lvl7pPr>
            <a:lvl8pPr indent="-298450" lvl="7" marL="3657600" rtl="0">
              <a:spcBef>
                <a:spcPts val="1000"/>
              </a:spcBef>
              <a:spcAft>
                <a:spcPts val="0"/>
              </a:spcAft>
              <a:buSzPts val="1100"/>
              <a:buChar char="○"/>
              <a:defRPr sz="1100"/>
            </a:lvl8pPr>
            <a:lvl9pPr indent="-298450" lvl="8" marL="4114800" rtl="0">
              <a:spcBef>
                <a:spcPts val="1000"/>
              </a:spcBef>
              <a:spcAft>
                <a:spcPts val="1000"/>
              </a:spcAft>
              <a:buSzPts val="1100"/>
              <a:buChar char="■"/>
              <a:defRPr sz="1100"/>
            </a:lvl9pPr>
          </a:lstStyle>
          <a:p/>
        </p:txBody>
      </p:sp>
      <p:sp>
        <p:nvSpPr>
          <p:cNvPr id="524" name="Google Shape;524;p53"/>
          <p:cNvSpPr/>
          <p:nvPr>
            <p:ph idx="17" type="pic"/>
          </p:nvPr>
        </p:nvSpPr>
        <p:spPr>
          <a:xfrm>
            <a:off x="3091025" y="3020950"/>
            <a:ext cx="760800" cy="760800"/>
          </a:xfrm>
          <a:prstGeom prst="ellipse">
            <a:avLst/>
          </a:prstGeom>
          <a:noFill/>
          <a:ln>
            <a:noFill/>
          </a:ln>
        </p:spPr>
      </p:sp>
      <p:sp>
        <p:nvSpPr>
          <p:cNvPr id="525" name="Google Shape;525;p53"/>
          <p:cNvSpPr txBox="1"/>
          <p:nvPr>
            <p:ph idx="18" type="title"/>
          </p:nvPr>
        </p:nvSpPr>
        <p:spPr>
          <a:xfrm>
            <a:off x="6588225" y="32432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26" name="Google Shape;526;p53"/>
          <p:cNvSpPr/>
          <p:nvPr>
            <p:ph idx="19" type="pic"/>
          </p:nvPr>
        </p:nvSpPr>
        <p:spPr>
          <a:xfrm>
            <a:off x="5737975" y="3020950"/>
            <a:ext cx="760800" cy="760800"/>
          </a:xfrm>
          <a:prstGeom prst="ellipse">
            <a:avLst/>
          </a:prstGeom>
          <a:noFill/>
          <a:ln>
            <a:noFill/>
          </a:ln>
        </p:spPr>
      </p:sp>
      <p:sp>
        <p:nvSpPr>
          <p:cNvPr id="527" name="Google Shape;527;p53"/>
          <p:cNvSpPr txBox="1"/>
          <p:nvPr>
            <p:ph idx="12" type="sldNum"/>
          </p:nvPr>
        </p:nvSpPr>
        <p:spPr>
          <a:xfrm>
            <a:off x="8140933"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28" name="Google Shape;528;p53"/>
          <p:cNvSpPr txBox="1"/>
          <p:nvPr>
            <p:ph idx="20" type="sldNum"/>
          </p:nvPr>
        </p:nvSpPr>
        <p:spPr>
          <a:xfrm>
            <a:off x="7704106" y="4417550"/>
            <a:ext cx="7776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r>
              <a:rPr lang="en"/>
              <a:t>Slide /</a:t>
            </a:r>
            <a:endParaRPr/>
          </a:p>
        </p:txBody>
      </p:sp>
      <p:sp>
        <p:nvSpPr>
          <p:cNvPr id="529" name="Google Shape;529;p53"/>
          <p:cNvSpPr txBox="1"/>
          <p:nvPr>
            <p:ph idx="21" type="body"/>
          </p:nvPr>
        </p:nvSpPr>
        <p:spPr>
          <a:xfrm>
            <a:off x="6740625" y="20141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1000"/>
              </a:spcBef>
              <a:spcAft>
                <a:spcPts val="0"/>
              </a:spcAft>
              <a:buSzPts val="1100"/>
              <a:buChar char="○"/>
              <a:defRPr sz="1100"/>
            </a:lvl2pPr>
            <a:lvl3pPr indent="-298450" lvl="2" marL="1371600" rtl="0">
              <a:spcBef>
                <a:spcPts val="1000"/>
              </a:spcBef>
              <a:spcAft>
                <a:spcPts val="0"/>
              </a:spcAft>
              <a:buSzPts val="1100"/>
              <a:buChar char="■"/>
              <a:defRPr sz="1100"/>
            </a:lvl3pPr>
            <a:lvl4pPr indent="-298450" lvl="3" marL="1828800" rtl="0">
              <a:spcBef>
                <a:spcPts val="1000"/>
              </a:spcBef>
              <a:spcAft>
                <a:spcPts val="0"/>
              </a:spcAft>
              <a:buSzPts val="1100"/>
              <a:buChar char="●"/>
              <a:defRPr sz="1100"/>
            </a:lvl4pPr>
            <a:lvl5pPr indent="-298450" lvl="4" marL="2286000" rtl="0">
              <a:spcBef>
                <a:spcPts val="1000"/>
              </a:spcBef>
              <a:spcAft>
                <a:spcPts val="0"/>
              </a:spcAft>
              <a:buSzPts val="1100"/>
              <a:buChar char="○"/>
              <a:defRPr sz="1100"/>
            </a:lvl5pPr>
            <a:lvl6pPr indent="-298450" lvl="5" marL="2743200" rtl="0">
              <a:spcBef>
                <a:spcPts val="1000"/>
              </a:spcBef>
              <a:spcAft>
                <a:spcPts val="0"/>
              </a:spcAft>
              <a:buSzPts val="1100"/>
              <a:buChar char="■"/>
              <a:defRPr sz="1100"/>
            </a:lvl6pPr>
            <a:lvl7pPr indent="-298450" lvl="6" marL="3200400" rtl="0">
              <a:spcBef>
                <a:spcPts val="1000"/>
              </a:spcBef>
              <a:spcAft>
                <a:spcPts val="0"/>
              </a:spcAft>
              <a:buSzPts val="1100"/>
              <a:buChar char="●"/>
              <a:defRPr sz="1100"/>
            </a:lvl7pPr>
            <a:lvl8pPr indent="-298450" lvl="7" marL="3657600" rtl="0">
              <a:spcBef>
                <a:spcPts val="1000"/>
              </a:spcBef>
              <a:spcAft>
                <a:spcPts val="0"/>
              </a:spcAft>
              <a:buSzPts val="1100"/>
              <a:buChar char="○"/>
              <a:defRPr sz="1100"/>
            </a:lvl8pPr>
            <a:lvl9pPr indent="-298450" lvl="8" marL="4114800" rtl="0">
              <a:spcBef>
                <a:spcPts val="1000"/>
              </a:spcBef>
              <a:spcAft>
                <a:spcPts val="1000"/>
              </a:spcAft>
              <a:buSzPts val="1100"/>
              <a:buChar char="■"/>
              <a:defRPr sz="1100"/>
            </a:lvl9pPr>
          </a:lstStyle>
          <a:p/>
        </p:txBody>
      </p:sp>
      <p:sp>
        <p:nvSpPr>
          <p:cNvPr id="530" name="Google Shape;530;p53"/>
          <p:cNvSpPr txBox="1"/>
          <p:nvPr>
            <p:ph idx="22" type="body"/>
          </p:nvPr>
        </p:nvSpPr>
        <p:spPr>
          <a:xfrm>
            <a:off x="6740625" y="38772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1000"/>
              </a:spcBef>
              <a:spcAft>
                <a:spcPts val="0"/>
              </a:spcAft>
              <a:buSzPts val="1100"/>
              <a:buChar char="○"/>
              <a:defRPr sz="1100"/>
            </a:lvl2pPr>
            <a:lvl3pPr indent="-298450" lvl="2" marL="1371600" rtl="0">
              <a:spcBef>
                <a:spcPts val="1000"/>
              </a:spcBef>
              <a:spcAft>
                <a:spcPts val="0"/>
              </a:spcAft>
              <a:buSzPts val="1100"/>
              <a:buChar char="■"/>
              <a:defRPr sz="1100"/>
            </a:lvl3pPr>
            <a:lvl4pPr indent="-298450" lvl="3" marL="1828800" rtl="0">
              <a:spcBef>
                <a:spcPts val="1000"/>
              </a:spcBef>
              <a:spcAft>
                <a:spcPts val="0"/>
              </a:spcAft>
              <a:buSzPts val="1100"/>
              <a:buChar char="●"/>
              <a:defRPr sz="1100"/>
            </a:lvl4pPr>
            <a:lvl5pPr indent="-298450" lvl="4" marL="2286000" rtl="0">
              <a:spcBef>
                <a:spcPts val="1000"/>
              </a:spcBef>
              <a:spcAft>
                <a:spcPts val="0"/>
              </a:spcAft>
              <a:buSzPts val="1100"/>
              <a:buChar char="○"/>
              <a:defRPr sz="1100"/>
            </a:lvl5pPr>
            <a:lvl6pPr indent="-298450" lvl="5" marL="2743200" rtl="0">
              <a:spcBef>
                <a:spcPts val="1000"/>
              </a:spcBef>
              <a:spcAft>
                <a:spcPts val="0"/>
              </a:spcAft>
              <a:buSzPts val="1100"/>
              <a:buChar char="■"/>
              <a:defRPr sz="1100"/>
            </a:lvl6pPr>
            <a:lvl7pPr indent="-298450" lvl="6" marL="3200400" rtl="0">
              <a:spcBef>
                <a:spcPts val="1000"/>
              </a:spcBef>
              <a:spcAft>
                <a:spcPts val="0"/>
              </a:spcAft>
              <a:buSzPts val="1100"/>
              <a:buChar char="●"/>
              <a:defRPr sz="1100"/>
            </a:lvl7pPr>
            <a:lvl8pPr indent="-298450" lvl="7" marL="3657600" rtl="0">
              <a:spcBef>
                <a:spcPts val="1000"/>
              </a:spcBef>
              <a:spcAft>
                <a:spcPts val="0"/>
              </a:spcAft>
              <a:buSzPts val="1100"/>
              <a:buChar char="○"/>
              <a:defRPr sz="1100"/>
            </a:lvl8pPr>
            <a:lvl9pPr indent="-298450" lvl="8" marL="4114800" rtl="0">
              <a:spcBef>
                <a:spcPts val="1000"/>
              </a:spcBef>
              <a:spcAft>
                <a:spcPts val="1000"/>
              </a:spcAft>
              <a:buSzPts val="1100"/>
              <a:buChar char="■"/>
              <a:defRPr sz="1100"/>
            </a:lvl9pPr>
          </a:lstStyle>
          <a:p/>
        </p:txBody>
      </p:sp>
      <p:pic>
        <p:nvPicPr>
          <p:cNvPr id="531" name="Google Shape;531;p53"/>
          <p:cNvPicPr preferRelativeResize="0"/>
          <p:nvPr/>
        </p:nvPicPr>
        <p:blipFill>
          <a:blip r:embed="rId2">
            <a:alphaModFix/>
          </a:blip>
          <a:stretch>
            <a:fillRect/>
          </a:stretch>
        </p:blipFill>
        <p:spPr>
          <a:xfrm>
            <a:off x="457529" y="4543025"/>
            <a:ext cx="950976" cy="142646"/>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am Six Heads (Small)">
  <p:cSld name="ONE_COLUMN_TEXT_1">
    <p:spTree>
      <p:nvGrpSpPr>
        <p:cNvPr id="532" name="Shape 532"/>
        <p:cNvGrpSpPr/>
        <p:nvPr/>
      </p:nvGrpSpPr>
      <p:grpSpPr>
        <a:xfrm>
          <a:off x="0" y="0"/>
          <a:ext cx="0" cy="0"/>
          <a:chOff x="0" y="0"/>
          <a:chExt cx="0" cy="0"/>
        </a:xfrm>
      </p:grpSpPr>
      <p:sp>
        <p:nvSpPr>
          <p:cNvPr id="533" name="Google Shape;533;p54"/>
          <p:cNvSpPr txBox="1"/>
          <p:nvPr>
            <p:ph type="title"/>
          </p:nvPr>
        </p:nvSpPr>
        <p:spPr>
          <a:xfrm>
            <a:off x="1219800" y="1466325"/>
            <a:ext cx="18564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34" name="Google Shape;534;p54"/>
          <p:cNvSpPr txBox="1"/>
          <p:nvPr>
            <p:ph idx="2"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535" name="Google Shape;535;p54"/>
          <p:cNvSpPr/>
          <p:nvPr>
            <p:ph idx="3" type="pic"/>
          </p:nvPr>
        </p:nvSpPr>
        <p:spPr>
          <a:xfrm>
            <a:off x="311700" y="1466325"/>
            <a:ext cx="908100" cy="908100"/>
          </a:xfrm>
          <a:prstGeom prst="ellipse">
            <a:avLst/>
          </a:prstGeom>
          <a:noFill/>
          <a:ln>
            <a:noFill/>
          </a:ln>
        </p:spPr>
      </p:sp>
      <p:sp>
        <p:nvSpPr>
          <p:cNvPr id="536" name="Google Shape;536;p54"/>
          <p:cNvSpPr txBox="1"/>
          <p:nvPr>
            <p:ph idx="1" type="subTitle"/>
          </p:nvPr>
        </p:nvSpPr>
        <p:spPr>
          <a:xfrm>
            <a:off x="1219800" y="1947825"/>
            <a:ext cx="1856400" cy="839100"/>
          </a:xfrm>
          <a:prstGeom prst="rect">
            <a:avLst/>
          </a:prstGeom>
        </p:spPr>
        <p:txBody>
          <a:bodyPr anchorCtr="0" anchor="t" bIns="91425" lIns="91425" spcFirstLastPara="1" rIns="91425" wrap="square" tIns="91425">
            <a:normAutofit/>
          </a:bodyPr>
          <a:lstStyle>
            <a:lvl1pPr lvl="0" rtl="0">
              <a:spcBef>
                <a:spcPts val="0"/>
              </a:spcBef>
              <a:spcAft>
                <a:spcPts val="0"/>
              </a:spcAft>
              <a:buSzPts val="1100"/>
              <a:buFont typeface="Space Mono"/>
              <a:buNone/>
              <a:defRPr sz="1100">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537" name="Google Shape;537;p54"/>
          <p:cNvSpPr txBox="1"/>
          <p:nvPr>
            <p:ph idx="4" type="title"/>
          </p:nvPr>
        </p:nvSpPr>
        <p:spPr>
          <a:xfrm>
            <a:off x="4033502" y="1466325"/>
            <a:ext cx="18564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38" name="Google Shape;538;p54"/>
          <p:cNvSpPr txBox="1"/>
          <p:nvPr>
            <p:ph idx="5" type="subTitle"/>
          </p:nvPr>
        </p:nvSpPr>
        <p:spPr>
          <a:xfrm>
            <a:off x="4033503" y="1947825"/>
            <a:ext cx="1856400" cy="839100"/>
          </a:xfrm>
          <a:prstGeom prst="rect">
            <a:avLst/>
          </a:prstGeom>
        </p:spPr>
        <p:txBody>
          <a:bodyPr anchorCtr="0" anchor="t" bIns="91425" lIns="91425" spcFirstLastPara="1" rIns="91425" wrap="square" tIns="91425">
            <a:normAutofit/>
          </a:bodyPr>
          <a:lstStyle>
            <a:lvl1pPr lvl="0" rtl="0">
              <a:spcBef>
                <a:spcPts val="0"/>
              </a:spcBef>
              <a:spcAft>
                <a:spcPts val="0"/>
              </a:spcAft>
              <a:buSzPts val="1100"/>
              <a:buFont typeface="Space Mono"/>
              <a:buNone/>
              <a:defRPr sz="1100">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539" name="Google Shape;539;p54"/>
          <p:cNvSpPr txBox="1"/>
          <p:nvPr>
            <p:ph idx="6" type="title"/>
          </p:nvPr>
        </p:nvSpPr>
        <p:spPr>
          <a:xfrm>
            <a:off x="6847205" y="1466325"/>
            <a:ext cx="18564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40" name="Google Shape;540;p54"/>
          <p:cNvSpPr txBox="1"/>
          <p:nvPr>
            <p:ph idx="7" type="subTitle"/>
          </p:nvPr>
        </p:nvSpPr>
        <p:spPr>
          <a:xfrm>
            <a:off x="6847205" y="1947825"/>
            <a:ext cx="1856400" cy="839100"/>
          </a:xfrm>
          <a:prstGeom prst="rect">
            <a:avLst/>
          </a:prstGeom>
        </p:spPr>
        <p:txBody>
          <a:bodyPr anchorCtr="0" anchor="t" bIns="91425" lIns="91425" spcFirstLastPara="1" rIns="91425" wrap="square" tIns="91425">
            <a:normAutofit/>
          </a:bodyPr>
          <a:lstStyle>
            <a:lvl1pPr lvl="0" rtl="0">
              <a:spcBef>
                <a:spcPts val="0"/>
              </a:spcBef>
              <a:spcAft>
                <a:spcPts val="0"/>
              </a:spcAft>
              <a:buSzPts val="1100"/>
              <a:buFont typeface="Space Mono"/>
              <a:buNone/>
              <a:defRPr sz="1100">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541" name="Google Shape;541;p54"/>
          <p:cNvSpPr/>
          <p:nvPr>
            <p:ph idx="8" type="pic"/>
          </p:nvPr>
        </p:nvSpPr>
        <p:spPr>
          <a:xfrm>
            <a:off x="3125400" y="1466325"/>
            <a:ext cx="908100" cy="908100"/>
          </a:xfrm>
          <a:prstGeom prst="ellipse">
            <a:avLst/>
          </a:prstGeom>
          <a:noFill/>
          <a:ln>
            <a:noFill/>
          </a:ln>
        </p:spPr>
      </p:sp>
      <p:sp>
        <p:nvSpPr>
          <p:cNvPr id="542" name="Google Shape;542;p54"/>
          <p:cNvSpPr/>
          <p:nvPr>
            <p:ph idx="9" type="pic"/>
          </p:nvPr>
        </p:nvSpPr>
        <p:spPr>
          <a:xfrm>
            <a:off x="5914500" y="1466325"/>
            <a:ext cx="908100" cy="908100"/>
          </a:xfrm>
          <a:prstGeom prst="ellipse">
            <a:avLst/>
          </a:prstGeom>
          <a:noFill/>
          <a:ln>
            <a:noFill/>
          </a:ln>
        </p:spPr>
      </p:sp>
      <p:sp>
        <p:nvSpPr>
          <p:cNvPr id="543" name="Google Shape;543;p54"/>
          <p:cNvSpPr txBox="1"/>
          <p:nvPr>
            <p:ph idx="13" type="title"/>
          </p:nvPr>
        </p:nvSpPr>
        <p:spPr>
          <a:xfrm>
            <a:off x="1219800" y="2961750"/>
            <a:ext cx="18564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44" name="Google Shape;544;p54"/>
          <p:cNvSpPr/>
          <p:nvPr>
            <p:ph idx="14" type="pic"/>
          </p:nvPr>
        </p:nvSpPr>
        <p:spPr>
          <a:xfrm>
            <a:off x="311700" y="2961750"/>
            <a:ext cx="908100" cy="908100"/>
          </a:xfrm>
          <a:prstGeom prst="ellipse">
            <a:avLst/>
          </a:prstGeom>
          <a:noFill/>
          <a:ln>
            <a:noFill/>
          </a:ln>
        </p:spPr>
      </p:sp>
      <p:sp>
        <p:nvSpPr>
          <p:cNvPr id="545" name="Google Shape;545;p54"/>
          <p:cNvSpPr txBox="1"/>
          <p:nvPr>
            <p:ph idx="15" type="subTitle"/>
          </p:nvPr>
        </p:nvSpPr>
        <p:spPr>
          <a:xfrm>
            <a:off x="1219800" y="3443250"/>
            <a:ext cx="1856400" cy="839100"/>
          </a:xfrm>
          <a:prstGeom prst="rect">
            <a:avLst/>
          </a:prstGeom>
        </p:spPr>
        <p:txBody>
          <a:bodyPr anchorCtr="0" anchor="t" bIns="91425" lIns="91425" spcFirstLastPara="1" rIns="91425" wrap="square" tIns="91425">
            <a:normAutofit/>
          </a:bodyPr>
          <a:lstStyle>
            <a:lvl1pPr lvl="0" rtl="0">
              <a:spcBef>
                <a:spcPts val="0"/>
              </a:spcBef>
              <a:spcAft>
                <a:spcPts val="0"/>
              </a:spcAft>
              <a:buSzPts val="1100"/>
              <a:buFont typeface="Space Mono"/>
              <a:buNone/>
              <a:defRPr sz="1100">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546" name="Google Shape;546;p54"/>
          <p:cNvSpPr txBox="1"/>
          <p:nvPr>
            <p:ph idx="16" type="title"/>
          </p:nvPr>
        </p:nvSpPr>
        <p:spPr>
          <a:xfrm>
            <a:off x="4033502" y="2961750"/>
            <a:ext cx="18564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47" name="Google Shape;547;p54"/>
          <p:cNvSpPr txBox="1"/>
          <p:nvPr>
            <p:ph idx="17" type="subTitle"/>
          </p:nvPr>
        </p:nvSpPr>
        <p:spPr>
          <a:xfrm>
            <a:off x="4033503" y="3443250"/>
            <a:ext cx="1856400" cy="839100"/>
          </a:xfrm>
          <a:prstGeom prst="rect">
            <a:avLst/>
          </a:prstGeom>
        </p:spPr>
        <p:txBody>
          <a:bodyPr anchorCtr="0" anchor="t" bIns="91425" lIns="91425" spcFirstLastPara="1" rIns="91425" wrap="square" tIns="91425">
            <a:normAutofit/>
          </a:bodyPr>
          <a:lstStyle>
            <a:lvl1pPr lvl="0" rtl="0">
              <a:spcBef>
                <a:spcPts val="0"/>
              </a:spcBef>
              <a:spcAft>
                <a:spcPts val="0"/>
              </a:spcAft>
              <a:buSzPts val="1100"/>
              <a:buFont typeface="Space Mono"/>
              <a:buNone/>
              <a:defRPr sz="1100">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548" name="Google Shape;548;p54"/>
          <p:cNvSpPr txBox="1"/>
          <p:nvPr>
            <p:ph idx="18" type="title"/>
          </p:nvPr>
        </p:nvSpPr>
        <p:spPr>
          <a:xfrm>
            <a:off x="6847205" y="2961750"/>
            <a:ext cx="18564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49" name="Google Shape;549;p54"/>
          <p:cNvSpPr txBox="1"/>
          <p:nvPr>
            <p:ph idx="19" type="subTitle"/>
          </p:nvPr>
        </p:nvSpPr>
        <p:spPr>
          <a:xfrm>
            <a:off x="6847205" y="3443250"/>
            <a:ext cx="1856400" cy="839100"/>
          </a:xfrm>
          <a:prstGeom prst="rect">
            <a:avLst/>
          </a:prstGeom>
        </p:spPr>
        <p:txBody>
          <a:bodyPr anchorCtr="0" anchor="t" bIns="91425" lIns="91425" spcFirstLastPara="1" rIns="91425" wrap="square" tIns="91425">
            <a:normAutofit/>
          </a:bodyPr>
          <a:lstStyle>
            <a:lvl1pPr lvl="0" rtl="0">
              <a:spcBef>
                <a:spcPts val="0"/>
              </a:spcBef>
              <a:spcAft>
                <a:spcPts val="0"/>
              </a:spcAft>
              <a:buSzPts val="1100"/>
              <a:buFont typeface="Space Mono"/>
              <a:buNone/>
              <a:defRPr sz="1100">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550" name="Google Shape;550;p54"/>
          <p:cNvSpPr/>
          <p:nvPr>
            <p:ph idx="20" type="pic"/>
          </p:nvPr>
        </p:nvSpPr>
        <p:spPr>
          <a:xfrm>
            <a:off x="3125400" y="2961750"/>
            <a:ext cx="908100" cy="908100"/>
          </a:xfrm>
          <a:prstGeom prst="ellipse">
            <a:avLst/>
          </a:prstGeom>
          <a:noFill/>
          <a:ln>
            <a:noFill/>
          </a:ln>
        </p:spPr>
      </p:sp>
      <p:sp>
        <p:nvSpPr>
          <p:cNvPr id="551" name="Google Shape;551;p54"/>
          <p:cNvSpPr/>
          <p:nvPr>
            <p:ph idx="21" type="pic"/>
          </p:nvPr>
        </p:nvSpPr>
        <p:spPr>
          <a:xfrm>
            <a:off x="5914500" y="2961750"/>
            <a:ext cx="908100" cy="908100"/>
          </a:xfrm>
          <a:prstGeom prst="ellipse">
            <a:avLst/>
          </a:prstGeom>
          <a:noFill/>
          <a:ln>
            <a:noFill/>
          </a:ln>
        </p:spPr>
      </p:sp>
      <p:sp>
        <p:nvSpPr>
          <p:cNvPr id="552" name="Google Shape;552;p54"/>
          <p:cNvSpPr txBox="1"/>
          <p:nvPr>
            <p:ph idx="12" type="sldNum"/>
          </p:nvPr>
        </p:nvSpPr>
        <p:spPr>
          <a:xfrm>
            <a:off x="8140933"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53" name="Google Shape;553;p54"/>
          <p:cNvSpPr txBox="1"/>
          <p:nvPr>
            <p:ph idx="22" type="sldNum"/>
          </p:nvPr>
        </p:nvSpPr>
        <p:spPr>
          <a:xfrm>
            <a:off x="7704106" y="4417550"/>
            <a:ext cx="7776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r>
              <a:rPr lang="en"/>
              <a:t>Slide /</a:t>
            </a:r>
            <a:endParaRPr/>
          </a:p>
        </p:txBody>
      </p:sp>
      <p:pic>
        <p:nvPicPr>
          <p:cNvPr id="554" name="Google Shape;554;p54"/>
          <p:cNvPicPr preferRelativeResize="0"/>
          <p:nvPr/>
        </p:nvPicPr>
        <p:blipFill>
          <a:blip r:embed="rId2">
            <a:alphaModFix/>
          </a:blip>
          <a:stretch>
            <a:fillRect/>
          </a:stretch>
        </p:blipFill>
        <p:spPr>
          <a:xfrm>
            <a:off x="457529" y="4543025"/>
            <a:ext cx="950976" cy="142646"/>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am Five Heads (Cards)">
  <p:cSld name="ONE_COLUMN_TEXT_1_1">
    <p:spTree>
      <p:nvGrpSpPr>
        <p:cNvPr id="555" name="Shape 555"/>
        <p:cNvGrpSpPr/>
        <p:nvPr/>
      </p:nvGrpSpPr>
      <p:grpSpPr>
        <a:xfrm>
          <a:off x="0" y="0"/>
          <a:ext cx="0" cy="0"/>
          <a:chOff x="0" y="0"/>
          <a:chExt cx="0" cy="0"/>
        </a:xfrm>
      </p:grpSpPr>
      <p:sp>
        <p:nvSpPr>
          <p:cNvPr id="556" name="Google Shape;556;p5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557" name="Google Shape;557;p55"/>
          <p:cNvPicPr preferRelativeResize="0"/>
          <p:nvPr/>
        </p:nvPicPr>
        <p:blipFill>
          <a:blip r:embed="rId2">
            <a:alphaModFix/>
          </a:blip>
          <a:stretch>
            <a:fillRect/>
          </a:stretch>
        </p:blipFill>
        <p:spPr>
          <a:xfrm>
            <a:off x="457529" y="4543025"/>
            <a:ext cx="950976" cy="142646"/>
          </a:xfrm>
          <a:prstGeom prst="rect">
            <a:avLst/>
          </a:prstGeom>
          <a:noFill/>
          <a:ln>
            <a:noFill/>
          </a:ln>
        </p:spPr>
      </p:pic>
      <p:pic>
        <p:nvPicPr>
          <p:cNvPr id="558" name="Google Shape;558;p55"/>
          <p:cNvPicPr preferRelativeResize="0"/>
          <p:nvPr/>
        </p:nvPicPr>
        <p:blipFill>
          <a:blip r:embed="rId3">
            <a:alphaModFix amt="10000"/>
          </a:blip>
          <a:stretch>
            <a:fillRect/>
          </a:stretch>
        </p:blipFill>
        <p:spPr>
          <a:xfrm>
            <a:off x="414563" y="1811724"/>
            <a:ext cx="1515025" cy="2192350"/>
          </a:xfrm>
          <a:prstGeom prst="rect">
            <a:avLst/>
          </a:prstGeom>
          <a:noFill/>
          <a:ln>
            <a:noFill/>
          </a:ln>
        </p:spPr>
      </p:pic>
      <p:sp>
        <p:nvSpPr>
          <p:cNvPr id="559" name="Google Shape;559;p55"/>
          <p:cNvSpPr txBox="1"/>
          <p:nvPr>
            <p:ph idx="2" type="title"/>
          </p:nvPr>
        </p:nvSpPr>
        <p:spPr>
          <a:xfrm>
            <a:off x="414575" y="2562750"/>
            <a:ext cx="1515000" cy="4815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1800"/>
              <a:buFont typeface="Inter Medium"/>
              <a:buNone/>
              <a:defRPr sz="1800">
                <a:latin typeface="Inter Medium"/>
                <a:ea typeface="Inter Medium"/>
                <a:cs typeface="Inter Medium"/>
                <a:sym typeface="Inter Medium"/>
              </a:defRPr>
            </a:lvl1pPr>
            <a:lvl2pPr lvl="1" rtl="0" algn="ctr">
              <a:spcBef>
                <a:spcPts val="0"/>
              </a:spcBef>
              <a:spcAft>
                <a:spcPts val="0"/>
              </a:spcAft>
              <a:buSzPts val="1800"/>
              <a:buNone/>
              <a:defRPr sz="1800"/>
            </a:lvl2pPr>
            <a:lvl3pPr lvl="2" rtl="0" algn="ctr">
              <a:spcBef>
                <a:spcPts val="0"/>
              </a:spcBef>
              <a:spcAft>
                <a:spcPts val="0"/>
              </a:spcAft>
              <a:buSzPts val="1800"/>
              <a:buNone/>
              <a:defRPr sz="1800"/>
            </a:lvl3pPr>
            <a:lvl4pPr lvl="3" rtl="0" algn="ctr">
              <a:spcBef>
                <a:spcPts val="0"/>
              </a:spcBef>
              <a:spcAft>
                <a:spcPts val="0"/>
              </a:spcAft>
              <a:buSzPts val="1800"/>
              <a:buNone/>
              <a:defRPr sz="1800"/>
            </a:lvl4pPr>
            <a:lvl5pPr lvl="4" rtl="0" algn="ctr">
              <a:spcBef>
                <a:spcPts val="0"/>
              </a:spcBef>
              <a:spcAft>
                <a:spcPts val="0"/>
              </a:spcAft>
              <a:buSzPts val="1800"/>
              <a:buNone/>
              <a:defRPr sz="1800"/>
            </a:lvl5pPr>
            <a:lvl6pPr lvl="5" rtl="0" algn="ctr">
              <a:spcBef>
                <a:spcPts val="0"/>
              </a:spcBef>
              <a:spcAft>
                <a:spcPts val="0"/>
              </a:spcAft>
              <a:buSzPts val="1800"/>
              <a:buNone/>
              <a:defRPr sz="1800"/>
            </a:lvl6pPr>
            <a:lvl7pPr lvl="6" rtl="0" algn="ctr">
              <a:spcBef>
                <a:spcPts val="0"/>
              </a:spcBef>
              <a:spcAft>
                <a:spcPts val="0"/>
              </a:spcAft>
              <a:buSzPts val="1800"/>
              <a:buNone/>
              <a:defRPr sz="1800"/>
            </a:lvl7pPr>
            <a:lvl8pPr lvl="7" rtl="0" algn="ctr">
              <a:spcBef>
                <a:spcPts val="0"/>
              </a:spcBef>
              <a:spcAft>
                <a:spcPts val="0"/>
              </a:spcAft>
              <a:buSzPts val="1800"/>
              <a:buNone/>
              <a:defRPr sz="1800"/>
            </a:lvl8pPr>
            <a:lvl9pPr lvl="8" rtl="0" algn="ctr">
              <a:spcBef>
                <a:spcPts val="0"/>
              </a:spcBef>
              <a:spcAft>
                <a:spcPts val="0"/>
              </a:spcAft>
              <a:buSzPts val="1800"/>
              <a:buNone/>
              <a:defRPr sz="1800"/>
            </a:lvl9pPr>
          </a:lstStyle>
          <a:p/>
        </p:txBody>
      </p:sp>
      <p:sp>
        <p:nvSpPr>
          <p:cNvPr id="560" name="Google Shape;560;p55"/>
          <p:cNvSpPr txBox="1"/>
          <p:nvPr>
            <p:ph idx="1" type="subTitle"/>
          </p:nvPr>
        </p:nvSpPr>
        <p:spPr>
          <a:xfrm>
            <a:off x="414575" y="3044250"/>
            <a:ext cx="1515000" cy="8391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1100"/>
              <a:buFont typeface="Space Mono"/>
              <a:buNone/>
              <a:defRPr sz="1100">
                <a:latin typeface="Space Mono"/>
                <a:ea typeface="Space Mono"/>
                <a:cs typeface="Space Mono"/>
                <a:sym typeface="Space Mono"/>
              </a:defRPr>
            </a:lvl1pPr>
            <a:lvl2pPr lvl="1" rtl="0" algn="ctr">
              <a:spcBef>
                <a:spcPts val="1000"/>
              </a:spcBef>
              <a:spcAft>
                <a:spcPts val="0"/>
              </a:spcAft>
              <a:buSzPts val="1400"/>
              <a:buNone/>
              <a:defRPr/>
            </a:lvl2pPr>
            <a:lvl3pPr lvl="2" rtl="0" algn="ctr">
              <a:spcBef>
                <a:spcPts val="1000"/>
              </a:spcBef>
              <a:spcAft>
                <a:spcPts val="0"/>
              </a:spcAft>
              <a:buSzPts val="1400"/>
              <a:buNone/>
              <a:defRPr/>
            </a:lvl3pPr>
            <a:lvl4pPr lvl="3" rtl="0" algn="ctr">
              <a:spcBef>
                <a:spcPts val="1000"/>
              </a:spcBef>
              <a:spcAft>
                <a:spcPts val="0"/>
              </a:spcAft>
              <a:buSzPts val="1400"/>
              <a:buNone/>
              <a:defRPr/>
            </a:lvl4pPr>
            <a:lvl5pPr lvl="4" rtl="0" algn="ctr">
              <a:spcBef>
                <a:spcPts val="1000"/>
              </a:spcBef>
              <a:spcAft>
                <a:spcPts val="0"/>
              </a:spcAft>
              <a:buSzPts val="1400"/>
              <a:buNone/>
              <a:defRPr/>
            </a:lvl5pPr>
            <a:lvl6pPr lvl="5" rtl="0" algn="ctr">
              <a:spcBef>
                <a:spcPts val="1000"/>
              </a:spcBef>
              <a:spcAft>
                <a:spcPts val="0"/>
              </a:spcAft>
              <a:buSzPts val="1400"/>
              <a:buNone/>
              <a:defRPr/>
            </a:lvl6pPr>
            <a:lvl7pPr lvl="6" rtl="0" algn="ctr">
              <a:spcBef>
                <a:spcPts val="1000"/>
              </a:spcBef>
              <a:spcAft>
                <a:spcPts val="0"/>
              </a:spcAft>
              <a:buSzPts val="1400"/>
              <a:buNone/>
              <a:defRPr/>
            </a:lvl7pPr>
            <a:lvl8pPr lvl="7" rtl="0" algn="ctr">
              <a:spcBef>
                <a:spcPts val="1000"/>
              </a:spcBef>
              <a:spcAft>
                <a:spcPts val="0"/>
              </a:spcAft>
              <a:buSzPts val="1400"/>
              <a:buNone/>
              <a:defRPr/>
            </a:lvl8pPr>
            <a:lvl9pPr lvl="8" rtl="0" algn="ctr">
              <a:spcBef>
                <a:spcPts val="1000"/>
              </a:spcBef>
              <a:spcAft>
                <a:spcPts val="1000"/>
              </a:spcAft>
              <a:buSzPts val="1400"/>
              <a:buNone/>
              <a:defRPr/>
            </a:lvl9pPr>
          </a:lstStyle>
          <a:p/>
        </p:txBody>
      </p:sp>
      <p:sp>
        <p:nvSpPr>
          <p:cNvPr id="561" name="Google Shape;561;p55"/>
          <p:cNvSpPr/>
          <p:nvPr>
            <p:ph idx="3" type="pic"/>
          </p:nvPr>
        </p:nvSpPr>
        <p:spPr>
          <a:xfrm>
            <a:off x="718038" y="1237000"/>
            <a:ext cx="908100" cy="908100"/>
          </a:xfrm>
          <a:prstGeom prst="ellipse">
            <a:avLst/>
          </a:prstGeom>
          <a:noFill/>
          <a:ln>
            <a:noFill/>
          </a:ln>
        </p:spPr>
      </p:sp>
      <p:pic>
        <p:nvPicPr>
          <p:cNvPr id="562" name="Google Shape;562;p55"/>
          <p:cNvPicPr preferRelativeResize="0"/>
          <p:nvPr/>
        </p:nvPicPr>
        <p:blipFill>
          <a:blip r:embed="rId3">
            <a:alphaModFix amt="10000"/>
          </a:blip>
          <a:stretch>
            <a:fillRect/>
          </a:stretch>
        </p:blipFill>
        <p:spPr>
          <a:xfrm>
            <a:off x="2112948" y="1811724"/>
            <a:ext cx="1515025" cy="2192350"/>
          </a:xfrm>
          <a:prstGeom prst="rect">
            <a:avLst/>
          </a:prstGeom>
          <a:noFill/>
          <a:ln>
            <a:noFill/>
          </a:ln>
        </p:spPr>
      </p:pic>
      <p:sp>
        <p:nvSpPr>
          <p:cNvPr id="563" name="Google Shape;563;p55"/>
          <p:cNvSpPr txBox="1"/>
          <p:nvPr>
            <p:ph idx="4" type="title"/>
          </p:nvPr>
        </p:nvSpPr>
        <p:spPr>
          <a:xfrm>
            <a:off x="2112960" y="2562750"/>
            <a:ext cx="1515000" cy="4815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1800"/>
              <a:buFont typeface="Inter Medium"/>
              <a:buNone/>
              <a:defRPr sz="1800">
                <a:latin typeface="Inter Medium"/>
                <a:ea typeface="Inter Medium"/>
                <a:cs typeface="Inter Medium"/>
                <a:sym typeface="Inter Medium"/>
              </a:defRPr>
            </a:lvl1pPr>
            <a:lvl2pPr lvl="1" rtl="0" algn="ctr">
              <a:spcBef>
                <a:spcPts val="0"/>
              </a:spcBef>
              <a:spcAft>
                <a:spcPts val="0"/>
              </a:spcAft>
              <a:buSzPts val="1800"/>
              <a:buNone/>
              <a:defRPr sz="1800"/>
            </a:lvl2pPr>
            <a:lvl3pPr lvl="2" rtl="0" algn="ctr">
              <a:spcBef>
                <a:spcPts val="0"/>
              </a:spcBef>
              <a:spcAft>
                <a:spcPts val="0"/>
              </a:spcAft>
              <a:buSzPts val="1800"/>
              <a:buNone/>
              <a:defRPr sz="1800"/>
            </a:lvl3pPr>
            <a:lvl4pPr lvl="3" rtl="0" algn="ctr">
              <a:spcBef>
                <a:spcPts val="0"/>
              </a:spcBef>
              <a:spcAft>
                <a:spcPts val="0"/>
              </a:spcAft>
              <a:buSzPts val="1800"/>
              <a:buNone/>
              <a:defRPr sz="1800"/>
            </a:lvl4pPr>
            <a:lvl5pPr lvl="4" rtl="0" algn="ctr">
              <a:spcBef>
                <a:spcPts val="0"/>
              </a:spcBef>
              <a:spcAft>
                <a:spcPts val="0"/>
              </a:spcAft>
              <a:buSzPts val="1800"/>
              <a:buNone/>
              <a:defRPr sz="1800"/>
            </a:lvl5pPr>
            <a:lvl6pPr lvl="5" rtl="0" algn="ctr">
              <a:spcBef>
                <a:spcPts val="0"/>
              </a:spcBef>
              <a:spcAft>
                <a:spcPts val="0"/>
              </a:spcAft>
              <a:buSzPts val="1800"/>
              <a:buNone/>
              <a:defRPr sz="1800"/>
            </a:lvl6pPr>
            <a:lvl7pPr lvl="6" rtl="0" algn="ctr">
              <a:spcBef>
                <a:spcPts val="0"/>
              </a:spcBef>
              <a:spcAft>
                <a:spcPts val="0"/>
              </a:spcAft>
              <a:buSzPts val="1800"/>
              <a:buNone/>
              <a:defRPr sz="1800"/>
            </a:lvl7pPr>
            <a:lvl8pPr lvl="7" rtl="0" algn="ctr">
              <a:spcBef>
                <a:spcPts val="0"/>
              </a:spcBef>
              <a:spcAft>
                <a:spcPts val="0"/>
              </a:spcAft>
              <a:buSzPts val="1800"/>
              <a:buNone/>
              <a:defRPr sz="1800"/>
            </a:lvl8pPr>
            <a:lvl9pPr lvl="8" rtl="0" algn="ctr">
              <a:spcBef>
                <a:spcPts val="0"/>
              </a:spcBef>
              <a:spcAft>
                <a:spcPts val="0"/>
              </a:spcAft>
              <a:buSzPts val="1800"/>
              <a:buNone/>
              <a:defRPr sz="1800"/>
            </a:lvl9pPr>
          </a:lstStyle>
          <a:p/>
        </p:txBody>
      </p:sp>
      <p:sp>
        <p:nvSpPr>
          <p:cNvPr id="564" name="Google Shape;564;p55"/>
          <p:cNvSpPr txBox="1"/>
          <p:nvPr>
            <p:ph idx="5" type="subTitle"/>
          </p:nvPr>
        </p:nvSpPr>
        <p:spPr>
          <a:xfrm>
            <a:off x="2112961" y="3044250"/>
            <a:ext cx="1515000" cy="8391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1100"/>
              <a:buFont typeface="Space Mono"/>
              <a:buNone/>
              <a:defRPr sz="1100">
                <a:latin typeface="Space Mono"/>
                <a:ea typeface="Space Mono"/>
                <a:cs typeface="Space Mono"/>
                <a:sym typeface="Space Mono"/>
              </a:defRPr>
            </a:lvl1pPr>
            <a:lvl2pPr lvl="1" rtl="0" algn="ctr">
              <a:spcBef>
                <a:spcPts val="1000"/>
              </a:spcBef>
              <a:spcAft>
                <a:spcPts val="0"/>
              </a:spcAft>
              <a:buSzPts val="1400"/>
              <a:buNone/>
              <a:defRPr/>
            </a:lvl2pPr>
            <a:lvl3pPr lvl="2" rtl="0" algn="ctr">
              <a:spcBef>
                <a:spcPts val="1000"/>
              </a:spcBef>
              <a:spcAft>
                <a:spcPts val="0"/>
              </a:spcAft>
              <a:buSzPts val="1400"/>
              <a:buNone/>
              <a:defRPr/>
            </a:lvl3pPr>
            <a:lvl4pPr lvl="3" rtl="0" algn="ctr">
              <a:spcBef>
                <a:spcPts val="1000"/>
              </a:spcBef>
              <a:spcAft>
                <a:spcPts val="0"/>
              </a:spcAft>
              <a:buSzPts val="1400"/>
              <a:buNone/>
              <a:defRPr/>
            </a:lvl4pPr>
            <a:lvl5pPr lvl="4" rtl="0" algn="ctr">
              <a:spcBef>
                <a:spcPts val="1000"/>
              </a:spcBef>
              <a:spcAft>
                <a:spcPts val="0"/>
              </a:spcAft>
              <a:buSzPts val="1400"/>
              <a:buNone/>
              <a:defRPr/>
            </a:lvl5pPr>
            <a:lvl6pPr lvl="5" rtl="0" algn="ctr">
              <a:spcBef>
                <a:spcPts val="1000"/>
              </a:spcBef>
              <a:spcAft>
                <a:spcPts val="0"/>
              </a:spcAft>
              <a:buSzPts val="1400"/>
              <a:buNone/>
              <a:defRPr/>
            </a:lvl6pPr>
            <a:lvl7pPr lvl="6" rtl="0" algn="ctr">
              <a:spcBef>
                <a:spcPts val="1000"/>
              </a:spcBef>
              <a:spcAft>
                <a:spcPts val="0"/>
              </a:spcAft>
              <a:buSzPts val="1400"/>
              <a:buNone/>
              <a:defRPr/>
            </a:lvl7pPr>
            <a:lvl8pPr lvl="7" rtl="0" algn="ctr">
              <a:spcBef>
                <a:spcPts val="1000"/>
              </a:spcBef>
              <a:spcAft>
                <a:spcPts val="0"/>
              </a:spcAft>
              <a:buSzPts val="1400"/>
              <a:buNone/>
              <a:defRPr/>
            </a:lvl8pPr>
            <a:lvl9pPr lvl="8" rtl="0" algn="ctr">
              <a:spcBef>
                <a:spcPts val="1000"/>
              </a:spcBef>
              <a:spcAft>
                <a:spcPts val="1000"/>
              </a:spcAft>
              <a:buSzPts val="1400"/>
              <a:buNone/>
              <a:defRPr/>
            </a:lvl9pPr>
          </a:lstStyle>
          <a:p/>
        </p:txBody>
      </p:sp>
      <p:sp>
        <p:nvSpPr>
          <p:cNvPr id="565" name="Google Shape;565;p55"/>
          <p:cNvSpPr/>
          <p:nvPr>
            <p:ph idx="6" type="pic"/>
          </p:nvPr>
        </p:nvSpPr>
        <p:spPr>
          <a:xfrm>
            <a:off x="2416423" y="1237000"/>
            <a:ext cx="908100" cy="908100"/>
          </a:xfrm>
          <a:prstGeom prst="ellipse">
            <a:avLst/>
          </a:prstGeom>
          <a:noFill/>
          <a:ln>
            <a:noFill/>
          </a:ln>
        </p:spPr>
      </p:sp>
      <p:pic>
        <p:nvPicPr>
          <p:cNvPr id="566" name="Google Shape;566;p55"/>
          <p:cNvPicPr preferRelativeResize="0"/>
          <p:nvPr/>
        </p:nvPicPr>
        <p:blipFill>
          <a:blip r:embed="rId3">
            <a:alphaModFix amt="10000"/>
          </a:blip>
          <a:stretch>
            <a:fillRect/>
          </a:stretch>
        </p:blipFill>
        <p:spPr>
          <a:xfrm>
            <a:off x="3811333" y="1811724"/>
            <a:ext cx="1515025" cy="2192350"/>
          </a:xfrm>
          <a:prstGeom prst="rect">
            <a:avLst/>
          </a:prstGeom>
          <a:noFill/>
          <a:ln>
            <a:noFill/>
          </a:ln>
        </p:spPr>
      </p:pic>
      <p:sp>
        <p:nvSpPr>
          <p:cNvPr id="567" name="Google Shape;567;p55"/>
          <p:cNvSpPr txBox="1"/>
          <p:nvPr>
            <p:ph idx="7" type="title"/>
          </p:nvPr>
        </p:nvSpPr>
        <p:spPr>
          <a:xfrm>
            <a:off x="3811346" y="2562750"/>
            <a:ext cx="1515000" cy="4815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1800"/>
              <a:buFont typeface="Inter Medium"/>
              <a:buNone/>
              <a:defRPr sz="1800">
                <a:latin typeface="Inter Medium"/>
                <a:ea typeface="Inter Medium"/>
                <a:cs typeface="Inter Medium"/>
                <a:sym typeface="Inter Medium"/>
              </a:defRPr>
            </a:lvl1pPr>
            <a:lvl2pPr lvl="1" rtl="0" algn="ctr">
              <a:spcBef>
                <a:spcPts val="0"/>
              </a:spcBef>
              <a:spcAft>
                <a:spcPts val="0"/>
              </a:spcAft>
              <a:buSzPts val="1800"/>
              <a:buNone/>
              <a:defRPr sz="1800"/>
            </a:lvl2pPr>
            <a:lvl3pPr lvl="2" rtl="0" algn="ctr">
              <a:spcBef>
                <a:spcPts val="0"/>
              </a:spcBef>
              <a:spcAft>
                <a:spcPts val="0"/>
              </a:spcAft>
              <a:buSzPts val="1800"/>
              <a:buNone/>
              <a:defRPr sz="1800"/>
            </a:lvl3pPr>
            <a:lvl4pPr lvl="3" rtl="0" algn="ctr">
              <a:spcBef>
                <a:spcPts val="0"/>
              </a:spcBef>
              <a:spcAft>
                <a:spcPts val="0"/>
              </a:spcAft>
              <a:buSzPts val="1800"/>
              <a:buNone/>
              <a:defRPr sz="1800"/>
            </a:lvl4pPr>
            <a:lvl5pPr lvl="4" rtl="0" algn="ctr">
              <a:spcBef>
                <a:spcPts val="0"/>
              </a:spcBef>
              <a:spcAft>
                <a:spcPts val="0"/>
              </a:spcAft>
              <a:buSzPts val="1800"/>
              <a:buNone/>
              <a:defRPr sz="1800"/>
            </a:lvl5pPr>
            <a:lvl6pPr lvl="5" rtl="0" algn="ctr">
              <a:spcBef>
                <a:spcPts val="0"/>
              </a:spcBef>
              <a:spcAft>
                <a:spcPts val="0"/>
              </a:spcAft>
              <a:buSzPts val="1800"/>
              <a:buNone/>
              <a:defRPr sz="1800"/>
            </a:lvl6pPr>
            <a:lvl7pPr lvl="6" rtl="0" algn="ctr">
              <a:spcBef>
                <a:spcPts val="0"/>
              </a:spcBef>
              <a:spcAft>
                <a:spcPts val="0"/>
              </a:spcAft>
              <a:buSzPts val="1800"/>
              <a:buNone/>
              <a:defRPr sz="1800"/>
            </a:lvl7pPr>
            <a:lvl8pPr lvl="7" rtl="0" algn="ctr">
              <a:spcBef>
                <a:spcPts val="0"/>
              </a:spcBef>
              <a:spcAft>
                <a:spcPts val="0"/>
              </a:spcAft>
              <a:buSzPts val="1800"/>
              <a:buNone/>
              <a:defRPr sz="1800"/>
            </a:lvl8pPr>
            <a:lvl9pPr lvl="8" rtl="0" algn="ctr">
              <a:spcBef>
                <a:spcPts val="0"/>
              </a:spcBef>
              <a:spcAft>
                <a:spcPts val="0"/>
              </a:spcAft>
              <a:buSzPts val="1800"/>
              <a:buNone/>
              <a:defRPr sz="1800"/>
            </a:lvl9pPr>
          </a:lstStyle>
          <a:p/>
        </p:txBody>
      </p:sp>
      <p:sp>
        <p:nvSpPr>
          <p:cNvPr id="568" name="Google Shape;568;p55"/>
          <p:cNvSpPr txBox="1"/>
          <p:nvPr>
            <p:ph idx="8" type="subTitle"/>
          </p:nvPr>
        </p:nvSpPr>
        <p:spPr>
          <a:xfrm>
            <a:off x="3811346" y="3044250"/>
            <a:ext cx="1515000" cy="8391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1100"/>
              <a:buFont typeface="Space Mono"/>
              <a:buNone/>
              <a:defRPr sz="1100">
                <a:latin typeface="Space Mono"/>
                <a:ea typeface="Space Mono"/>
                <a:cs typeface="Space Mono"/>
                <a:sym typeface="Space Mono"/>
              </a:defRPr>
            </a:lvl1pPr>
            <a:lvl2pPr lvl="1" rtl="0" algn="ctr">
              <a:spcBef>
                <a:spcPts val="1000"/>
              </a:spcBef>
              <a:spcAft>
                <a:spcPts val="0"/>
              </a:spcAft>
              <a:buSzPts val="1400"/>
              <a:buNone/>
              <a:defRPr/>
            </a:lvl2pPr>
            <a:lvl3pPr lvl="2" rtl="0" algn="ctr">
              <a:spcBef>
                <a:spcPts val="1000"/>
              </a:spcBef>
              <a:spcAft>
                <a:spcPts val="0"/>
              </a:spcAft>
              <a:buSzPts val="1400"/>
              <a:buNone/>
              <a:defRPr/>
            </a:lvl3pPr>
            <a:lvl4pPr lvl="3" rtl="0" algn="ctr">
              <a:spcBef>
                <a:spcPts val="1000"/>
              </a:spcBef>
              <a:spcAft>
                <a:spcPts val="0"/>
              </a:spcAft>
              <a:buSzPts val="1400"/>
              <a:buNone/>
              <a:defRPr/>
            </a:lvl4pPr>
            <a:lvl5pPr lvl="4" rtl="0" algn="ctr">
              <a:spcBef>
                <a:spcPts val="1000"/>
              </a:spcBef>
              <a:spcAft>
                <a:spcPts val="0"/>
              </a:spcAft>
              <a:buSzPts val="1400"/>
              <a:buNone/>
              <a:defRPr/>
            </a:lvl5pPr>
            <a:lvl6pPr lvl="5" rtl="0" algn="ctr">
              <a:spcBef>
                <a:spcPts val="1000"/>
              </a:spcBef>
              <a:spcAft>
                <a:spcPts val="0"/>
              </a:spcAft>
              <a:buSzPts val="1400"/>
              <a:buNone/>
              <a:defRPr/>
            </a:lvl6pPr>
            <a:lvl7pPr lvl="6" rtl="0" algn="ctr">
              <a:spcBef>
                <a:spcPts val="1000"/>
              </a:spcBef>
              <a:spcAft>
                <a:spcPts val="0"/>
              </a:spcAft>
              <a:buSzPts val="1400"/>
              <a:buNone/>
              <a:defRPr/>
            </a:lvl7pPr>
            <a:lvl8pPr lvl="7" rtl="0" algn="ctr">
              <a:spcBef>
                <a:spcPts val="1000"/>
              </a:spcBef>
              <a:spcAft>
                <a:spcPts val="0"/>
              </a:spcAft>
              <a:buSzPts val="1400"/>
              <a:buNone/>
              <a:defRPr/>
            </a:lvl8pPr>
            <a:lvl9pPr lvl="8" rtl="0" algn="ctr">
              <a:spcBef>
                <a:spcPts val="1000"/>
              </a:spcBef>
              <a:spcAft>
                <a:spcPts val="1000"/>
              </a:spcAft>
              <a:buSzPts val="1400"/>
              <a:buNone/>
              <a:defRPr/>
            </a:lvl9pPr>
          </a:lstStyle>
          <a:p/>
        </p:txBody>
      </p:sp>
      <p:sp>
        <p:nvSpPr>
          <p:cNvPr id="569" name="Google Shape;569;p55"/>
          <p:cNvSpPr/>
          <p:nvPr>
            <p:ph idx="9" type="pic"/>
          </p:nvPr>
        </p:nvSpPr>
        <p:spPr>
          <a:xfrm>
            <a:off x="4114808" y="1237000"/>
            <a:ext cx="908100" cy="908100"/>
          </a:xfrm>
          <a:prstGeom prst="ellipse">
            <a:avLst/>
          </a:prstGeom>
          <a:noFill/>
          <a:ln>
            <a:noFill/>
          </a:ln>
        </p:spPr>
      </p:sp>
      <p:pic>
        <p:nvPicPr>
          <p:cNvPr id="570" name="Google Shape;570;p55"/>
          <p:cNvPicPr preferRelativeResize="0"/>
          <p:nvPr/>
        </p:nvPicPr>
        <p:blipFill>
          <a:blip r:embed="rId3">
            <a:alphaModFix amt="10000"/>
          </a:blip>
          <a:stretch>
            <a:fillRect/>
          </a:stretch>
        </p:blipFill>
        <p:spPr>
          <a:xfrm>
            <a:off x="5509719" y="1811724"/>
            <a:ext cx="1515025" cy="2192350"/>
          </a:xfrm>
          <a:prstGeom prst="rect">
            <a:avLst/>
          </a:prstGeom>
          <a:noFill/>
          <a:ln>
            <a:noFill/>
          </a:ln>
        </p:spPr>
      </p:pic>
      <p:sp>
        <p:nvSpPr>
          <p:cNvPr id="571" name="Google Shape;571;p55"/>
          <p:cNvSpPr txBox="1"/>
          <p:nvPr>
            <p:ph idx="13" type="title"/>
          </p:nvPr>
        </p:nvSpPr>
        <p:spPr>
          <a:xfrm>
            <a:off x="5509731" y="2562750"/>
            <a:ext cx="1515000" cy="4815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1800"/>
              <a:buFont typeface="Inter Medium"/>
              <a:buNone/>
              <a:defRPr sz="1800">
                <a:latin typeface="Inter Medium"/>
                <a:ea typeface="Inter Medium"/>
                <a:cs typeface="Inter Medium"/>
                <a:sym typeface="Inter Medium"/>
              </a:defRPr>
            </a:lvl1pPr>
            <a:lvl2pPr lvl="1" rtl="0" algn="ctr">
              <a:spcBef>
                <a:spcPts val="0"/>
              </a:spcBef>
              <a:spcAft>
                <a:spcPts val="0"/>
              </a:spcAft>
              <a:buSzPts val="1800"/>
              <a:buNone/>
              <a:defRPr sz="1800"/>
            </a:lvl2pPr>
            <a:lvl3pPr lvl="2" rtl="0" algn="ctr">
              <a:spcBef>
                <a:spcPts val="0"/>
              </a:spcBef>
              <a:spcAft>
                <a:spcPts val="0"/>
              </a:spcAft>
              <a:buSzPts val="1800"/>
              <a:buNone/>
              <a:defRPr sz="1800"/>
            </a:lvl3pPr>
            <a:lvl4pPr lvl="3" rtl="0" algn="ctr">
              <a:spcBef>
                <a:spcPts val="0"/>
              </a:spcBef>
              <a:spcAft>
                <a:spcPts val="0"/>
              </a:spcAft>
              <a:buSzPts val="1800"/>
              <a:buNone/>
              <a:defRPr sz="1800"/>
            </a:lvl4pPr>
            <a:lvl5pPr lvl="4" rtl="0" algn="ctr">
              <a:spcBef>
                <a:spcPts val="0"/>
              </a:spcBef>
              <a:spcAft>
                <a:spcPts val="0"/>
              </a:spcAft>
              <a:buSzPts val="1800"/>
              <a:buNone/>
              <a:defRPr sz="1800"/>
            </a:lvl5pPr>
            <a:lvl6pPr lvl="5" rtl="0" algn="ctr">
              <a:spcBef>
                <a:spcPts val="0"/>
              </a:spcBef>
              <a:spcAft>
                <a:spcPts val="0"/>
              </a:spcAft>
              <a:buSzPts val="1800"/>
              <a:buNone/>
              <a:defRPr sz="1800"/>
            </a:lvl6pPr>
            <a:lvl7pPr lvl="6" rtl="0" algn="ctr">
              <a:spcBef>
                <a:spcPts val="0"/>
              </a:spcBef>
              <a:spcAft>
                <a:spcPts val="0"/>
              </a:spcAft>
              <a:buSzPts val="1800"/>
              <a:buNone/>
              <a:defRPr sz="1800"/>
            </a:lvl7pPr>
            <a:lvl8pPr lvl="7" rtl="0" algn="ctr">
              <a:spcBef>
                <a:spcPts val="0"/>
              </a:spcBef>
              <a:spcAft>
                <a:spcPts val="0"/>
              </a:spcAft>
              <a:buSzPts val="1800"/>
              <a:buNone/>
              <a:defRPr sz="1800"/>
            </a:lvl8pPr>
            <a:lvl9pPr lvl="8" rtl="0" algn="ctr">
              <a:spcBef>
                <a:spcPts val="0"/>
              </a:spcBef>
              <a:spcAft>
                <a:spcPts val="0"/>
              </a:spcAft>
              <a:buSzPts val="1800"/>
              <a:buNone/>
              <a:defRPr sz="1800"/>
            </a:lvl9pPr>
          </a:lstStyle>
          <a:p/>
        </p:txBody>
      </p:sp>
      <p:sp>
        <p:nvSpPr>
          <p:cNvPr id="572" name="Google Shape;572;p55"/>
          <p:cNvSpPr txBox="1"/>
          <p:nvPr>
            <p:ph idx="14" type="subTitle"/>
          </p:nvPr>
        </p:nvSpPr>
        <p:spPr>
          <a:xfrm>
            <a:off x="5509731" y="3044250"/>
            <a:ext cx="1515000" cy="8391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1100"/>
              <a:buFont typeface="Space Mono"/>
              <a:buNone/>
              <a:defRPr sz="1100">
                <a:latin typeface="Space Mono"/>
                <a:ea typeface="Space Mono"/>
                <a:cs typeface="Space Mono"/>
                <a:sym typeface="Space Mono"/>
              </a:defRPr>
            </a:lvl1pPr>
            <a:lvl2pPr lvl="1" rtl="0" algn="ctr">
              <a:spcBef>
                <a:spcPts val="1000"/>
              </a:spcBef>
              <a:spcAft>
                <a:spcPts val="0"/>
              </a:spcAft>
              <a:buSzPts val="1400"/>
              <a:buNone/>
              <a:defRPr/>
            </a:lvl2pPr>
            <a:lvl3pPr lvl="2" rtl="0" algn="ctr">
              <a:spcBef>
                <a:spcPts val="1000"/>
              </a:spcBef>
              <a:spcAft>
                <a:spcPts val="0"/>
              </a:spcAft>
              <a:buSzPts val="1400"/>
              <a:buNone/>
              <a:defRPr/>
            </a:lvl3pPr>
            <a:lvl4pPr lvl="3" rtl="0" algn="ctr">
              <a:spcBef>
                <a:spcPts val="1000"/>
              </a:spcBef>
              <a:spcAft>
                <a:spcPts val="0"/>
              </a:spcAft>
              <a:buSzPts val="1400"/>
              <a:buNone/>
              <a:defRPr/>
            </a:lvl4pPr>
            <a:lvl5pPr lvl="4" rtl="0" algn="ctr">
              <a:spcBef>
                <a:spcPts val="1000"/>
              </a:spcBef>
              <a:spcAft>
                <a:spcPts val="0"/>
              </a:spcAft>
              <a:buSzPts val="1400"/>
              <a:buNone/>
              <a:defRPr/>
            </a:lvl5pPr>
            <a:lvl6pPr lvl="5" rtl="0" algn="ctr">
              <a:spcBef>
                <a:spcPts val="1000"/>
              </a:spcBef>
              <a:spcAft>
                <a:spcPts val="0"/>
              </a:spcAft>
              <a:buSzPts val="1400"/>
              <a:buNone/>
              <a:defRPr/>
            </a:lvl6pPr>
            <a:lvl7pPr lvl="6" rtl="0" algn="ctr">
              <a:spcBef>
                <a:spcPts val="1000"/>
              </a:spcBef>
              <a:spcAft>
                <a:spcPts val="0"/>
              </a:spcAft>
              <a:buSzPts val="1400"/>
              <a:buNone/>
              <a:defRPr/>
            </a:lvl7pPr>
            <a:lvl8pPr lvl="7" rtl="0" algn="ctr">
              <a:spcBef>
                <a:spcPts val="1000"/>
              </a:spcBef>
              <a:spcAft>
                <a:spcPts val="0"/>
              </a:spcAft>
              <a:buSzPts val="1400"/>
              <a:buNone/>
              <a:defRPr/>
            </a:lvl8pPr>
            <a:lvl9pPr lvl="8" rtl="0" algn="ctr">
              <a:spcBef>
                <a:spcPts val="1000"/>
              </a:spcBef>
              <a:spcAft>
                <a:spcPts val="1000"/>
              </a:spcAft>
              <a:buSzPts val="1400"/>
              <a:buNone/>
              <a:defRPr/>
            </a:lvl9pPr>
          </a:lstStyle>
          <a:p/>
        </p:txBody>
      </p:sp>
      <p:sp>
        <p:nvSpPr>
          <p:cNvPr id="573" name="Google Shape;573;p55"/>
          <p:cNvSpPr/>
          <p:nvPr>
            <p:ph idx="15" type="pic"/>
          </p:nvPr>
        </p:nvSpPr>
        <p:spPr>
          <a:xfrm>
            <a:off x="5813194" y="1237000"/>
            <a:ext cx="908100" cy="908100"/>
          </a:xfrm>
          <a:prstGeom prst="ellipse">
            <a:avLst/>
          </a:prstGeom>
          <a:noFill/>
          <a:ln>
            <a:noFill/>
          </a:ln>
        </p:spPr>
      </p:sp>
      <p:pic>
        <p:nvPicPr>
          <p:cNvPr id="574" name="Google Shape;574;p55"/>
          <p:cNvPicPr preferRelativeResize="0"/>
          <p:nvPr/>
        </p:nvPicPr>
        <p:blipFill>
          <a:blip r:embed="rId3">
            <a:alphaModFix amt="10000"/>
          </a:blip>
          <a:stretch>
            <a:fillRect/>
          </a:stretch>
        </p:blipFill>
        <p:spPr>
          <a:xfrm>
            <a:off x="7208104" y="1811724"/>
            <a:ext cx="1515025" cy="2192350"/>
          </a:xfrm>
          <a:prstGeom prst="rect">
            <a:avLst/>
          </a:prstGeom>
          <a:noFill/>
          <a:ln>
            <a:noFill/>
          </a:ln>
        </p:spPr>
      </p:pic>
      <p:sp>
        <p:nvSpPr>
          <p:cNvPr id="575" name="Google Shape;575;p55"/>
          <p:cNvSpPr txBox="1"/>
          <p:nvPr>
            <p:ph idx="16" type="title"/>
          </p:nvPr>
        </p:nvSpPr>
        <p:spPr>
          <a:xfrm>
            <a:off x="7208117" y="2562750"/>
            <a:ext cx="1515000" cy="4815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1800"/>
              <a:buFont typeface="Inter Medium"/>
              <a:buNone/>
              <a:defRPr sz="1800">
                <a:latin typeface="Inter Medium"/>
                <a:ea typeface="Inter Medium"/>
                <a:cs typeface="Inter Medium"/>
                <a:sym typeface="Inter Medium"/>
              </a:defRPr>
            </a:lvl1pPr>
            <a:lvl2pPr lvl="1" rtl="0" algn="ctr">
              <a:spcBef>
                <a:spcPts val="0"/>
              </a:spcBef>
              <a:spcAft>
                <a:spcPts val="0"/>
              </a:spcAft>
              <a:buSzPts val="1800"/>
              <a:buNone/>
              <a:defRPr sz="1800"/>
            </a:lvl2pPr>
            <a:lvl3pPr lvl="2" rtl="0" algn="ctr">
              <a:spcBef>
                <a:spcPts val="0"/>
              </a:spcBef>
              <a:spcAft>
                <a:spcPts val="0"/>
              </a:spcAft>
              <a:buSzPts val="1800"/>
              <a:buNone/>
              <a:defRPr sz="1800"/>
            </a:lvl3pPr>
            <a:lvl4pPr lvl="3" rtl="0" algn="ctr">
              <a:spcBef>
                <a:spcPts val="0"/>
              </a:spcBef>
              <a:spcAft>
                <a:spcPts val="0"/>
              </a:spcAft>
              <a:buSzPts val="1800"/>
              <a:buNone/>
              <a:defRPr sz="1800"/>
            </a:lvl4pPr>
            <a:lvl5pPr lvl="4" rtl="0" algn="ctr">
              <a:spcBef>
                <a:spcPts val="0"/>
              </a:spcBef>
              <a:spcAft>
                <a:spcPts val="0"/>
              </a:spcAft>
              <a:buSzPts val="1800"/>
              <a:buNone/>
              <a:defRPr sz="1800"/>
            </a:lvl5pPr>
            <a:lvl6pPr lvl="5" rtl="0" algn="ctr">
              <a:spcBef>
                <a:spcPts val="0"/>
              </a:spcBef>
              <a:spcAft>
                <a:spcPts val="0"/>
              </a:spcAft>
              <a:buSzPts val="1800"/>
              <a:buNone/>
              <a:defRPr sz="1800"/>
            </a:lvl6pPr>
            <a:lvl7pPr lvl="6" rtl="0" algn="ctr">
              <a:spcBef>
                <a:spcPts val="0"/>
              </a:spcBef>
              <a:spcAft>
                <a:spcPts val="0"/>
              </a:spcAft>
              <a:buSzPts val="1800"/>
              <a:buNone/>
              <a:defRPr sz="1800"/>
            </a:lvl7pPr>
            <a:lvl8pPr lvl="7" rtl="0" algn="ctr">
              <a:spcBef>
                <a:spcPts val="0"/>
              </a:spcBef>
              <a:spcAft>
                <a:spcPts val="0"/>
              </a:spcAft>
              <a:buSzPts val="1800"/>
              <a:buNone/>
              <a:defRPr sz="1800"/>
            </a:lvl8pPr>
            <a:lvl9pPr lvl="8" rtl="0" algn="ctr">
              <a:spcBef>
                <a:spcPts val="0"/>
              </a:spcBef>
              <a:spcAft>
                <a:spcPts val="0"/>
              </a:spcAft>
              <a:buSzPts val="1800"/>
              <a:buNone/>
              <a:defRPr sz="1800"/>
            </a:lvl9pPr>
          </a:lstStyle>
          <a:p/>
        </p:txBody>
      </p:sp>
      <p:sp>
        <p:nvSpPr>
          <p:cNvPr id="576" name="Google Shape;576;p55"/>
          <p:cNvSpPr txBox="1"/>
          <p:nvPr>
            <p:ph idx="17" type="subTitle"/>
          </p:nvPr>
        </p:nvSpPr>
        <p:spPr>
          <a:xfrm>
            <a:off x="7208117" y="3044250"/>
            <a:ext cx="1515000" cy="8391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1100"/>
              <a:buFont typeface="Space Mono"/>
              <a:buNone/>
              <a:defRPr sz="1100">
                <a:latin typeface="Space Mono"/>
                <a:ea typeface="Space Mono"/>
                <a:cs typeface="Space Mono"/>
                <a:sym typeface="Space Mono"/>
              </a:defRPr>
            </a:lvl1pPr>
            <a:lvl2pPr lvl="1" rtl="0" algn="ctr">
              <a:spcBef>
                <a:spcPts val="1000"/>
              </a:spcBef>
              <a:spcAft>
                <a:spcPts val="0"/>
              </a:spcAft>
              <a:buSzPts val="1400"/>
              <a:buNone/>
              <a:defRPr/>
            </a:lvl2pPr>
            <a:lvl3pPr lvl="2" rtl="0" algn="ctr">
              <a:spcBef>
                <a:spcPts val="1000"/>
              </a:spcBef>
              <a:spcAft>
                <a:spcPts val="0"/>
              </a:spcAft>
              <a:buSzPts val="1400"/>
              <a:buNone/>
              <a:defRPr/>
            </a:lvl3pPr>
            <a:lvl4pPr lvl="3" rtl="0" algn="ctr">
              <a:spcBef>
                <a:spcPts val="1000"/>
              </a:spcBef>
              <a:spcAft>
                <a:spcPts val="0"/>
              </a:spcAft>
              <a:buSzPts val="1400"/>
              <a:buNone/>
              <a:defRPr/>
            </a:lvl4pPr>
            <a:lvl5pPr lvl="4" rtl="0" algn="ctr">
              <a:spcBef>
                <a:spcPts val="1000"/>
              </a:spcBef>
              <a:spcAft>
                <a:spcPts val="0"/>
              </a:spcAft>
              <a:buSzPts val="1400"/>
              <a:buNone/>
              <a:defRPr/>
            </a:lvl5pPr>
            <a:lvl6pPr lvl="5" rtl="0" algn="ctr">
              <a:spcBef>
                <a:spcPts val="1000"/>
              </a:spcBef>
              <a:spcAft>
                <a:spcPts val="0"/>
              </a:spcAft>
              <a:buSzPts val="1400"/>
              <a:buNone/>
              <a:defRPr/>
            </a:lvl6pPr>
            <a:lvl7pPr lvl="6" rtl="0" algn="ctr">
              <a:spcBef>
                <a:spcPts val="1000"/>
              </a:spcBef>
              <a:spcAft>
                <a:spcPts val="0"/>
              </a:spcAft>
              <a:buSzPts val="1400"/>
              <a:buNone/>
              <a:defRPr/>
            </a:lvl7pPr>
            <a:lvl8pPr lvl="7" rtl="0" algn="ctr">
              <a:spcBef>
                <a:spcPts val="1000"/>
              </a:spcBef>
              <a:spcAft>
                <a:spcPts val="0"/>
              </a:spcAft>
              <a:buSzPts val="1400"/>
              <a:buNone/>
              <a:defRPr/>
            </a:lvl8pPr>
            <a:lvl9pPr lvl="8" rtl="0" algn="ctr">
              <a:spcBef>
                <a:spcPts val="1000"/>
              </a:spcBef>
              <a:spcAft>
                <a:spcPts val="1000"/>
              </a:spcAft>
              <a:buSzPts val="1400"/>
              <a:buNone/>
              <a:defRPr/>
            </a:lvl9pPr>
          </a:lstStyle>
          <a:p/>
        </p:txBody>
      </p:sp>
      <p:sp>
        <p:nvSpPr>
          <p:cNvPr id="577" name="Google Shape;577;p55"/>
          <p:cNvSpPr/>
          <p:nvPr>
            <p:ph idx="18" type="pic"/>
          </p:nvPr>
        </p:nvSpPr>
        <p:spPr>
          <a:xfrm>
            <a:off x="7511579" y="1237000"/>
            <a:ext cx="908100" cy="908100"/>
          </a:xfrm>
          <a:prstGeom prst="ellipse">
            <a:avLst/>
          </a:prstGeom>
          <a:noFill/>
          <a:ln>
            <a:noFill/>
          </a:ln>
        </p:spPr>
      </p:sp>
      <p:sp>
        <p:nvSpPr>
          <p:cNvPr id="578" name="Google Shape;578;p55"/>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79" name="Google Shape;579;p55"/>
          <p:cNvSpPr txBox="1"/>
          <p:nvPr>
            <p:ph idx="19"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eft)">
  <p:cSld name="MAIN_POINT">
    <p:spTree>
      <p:nvGrpSpPr>
        <p:cNvPr id="580" name="Shape 580"/>
        <p:cNvGrpSpPr/>
        <p:nvPr/>
      </p:nvGrpSpPr>
      <p:grpSpPr>
        <a:xfrm>
          <a:off x="0" y="0"/>
          <a:ext cx="0" cy="0"/>
          <a:chOff x="0" y="0"/>
          <a:chExt cx="0" cy="0"/>
        </a:xfrm>
      </p:grpSpPr>
      <p:sp>
        <p:nvSpPr>
          <p:cNvPr id="581" name="Google Shape;581;p56"/>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rtl="0">
              <a:spcBef>
                <a:spcPts val="0"/>
              </a:spcBef>
              <a:spcAft>
                <a:spcPts val="0"/>
              </a:spcAft>
              <a:buSzPts val="4800"/>
              <a:buFont typeface="Inter ExtraBold"/>
              <a:buNone/>
              <a:defRPr sz="4800">
                <a:latin typeface="Inter ExtraBold"/>
                <a:ea typeface="Inter ExtraBold"/>
                <a:cs typeface="Inter ExtraBold"/>
                <a:sym typeface="Inter ExtraBold"/>
              </a:defRPr>
            </a:lvl1pPr>
            <a:lvl2pPr lvl="1" rtl="0">
              <a:spcBef>
                <a:spcPts val="0"/>
              </a:spcBef>
              <a:spcAft>
                <a:spcPts val="0"/>
              </a:spcAft>
              <a:buSzPts val="4800"/>
              <a:buFont typeface="Inter ExtraBold"/>
              <a:buNone/>
              <a:defRPr sz="4800">
                <a:latin typeface="Inter ExtraBold"/>
                <a:ea typeface="Inter ExtraBold"/>
                <a:cs typeface="Inter ExtraBold"/>
                <a:sym typeface="Inter ExtraBold"/>
              </a:defRPr>
            </a:lvl2pPr>
            <a:lvl3pPr lvl="2" rtl="0">
              <a:spcBef>
                <a:spcPts val="0"/>
              </a:spcBef>
              <a:spcAft>
                <a:spcPts val="0"/>
              </a:spcAft>
              <a:buSzPts val="4800"/>
              <a:buFont typeface="Inter ExtraBold"/>
              <a:buNone/>
              <a:defRPr sz="4800">
                <a:latin typeface="Inter ExtraBold"/>
                <a:ea typeface="Inter ExtraBold"/>
                <a:cs typeface="Inter ExtraBold"/>
                <a:sym typeface="Inter ExtraBold"/>
              </a:defRPr>
            </a:lvl3pPr>
            <a:lvl4pPr lvl="3" rtl="0">
              <a:spcBef>
                <a:spcPts val="0"/>
              </a:spcBef>
              <a:spcAft>
                <a:spcPts val="0"/>
              </a:spcAft>
              <a:buSzPts val="4800"/>
              <a:buFont typeface="Inter ExtraBold"/>
              <a:buNone/>
              <a:defRPr sz="4800">
                <a:latin typeface="Inter ExtraBold"/>
                <a:ea typeface="Inter ExtraBold"/>
                <a:cs typeface="Inter ExtraBold"/>
                <a:sym typeface="Inter ExtraBold"/>
              </a:defRPr>
            </a:lvl4pPr>
            <a:lvl5pPr lvl="4" rtl="0">
              <a:spcBef>
                <a:spcPts val="0"/>
              </a:spcBef>
              <a:spcAft>
                <a:spcPts val="0"/>
              </a:spcAft>
              <a:buSzPts val="4800"/>
              <a:buFont typeface="Inter ExtraBold"/>
              <a:buNone/>
              <a:defRPr sz="4800">
                <a:latin typeface="Inter ExtraBold"/>
                <a:ea typeface="Inter ExtraBold"/>
                <a:cs typeface="Inter ExtraBold"/>
                <a:sym typeface="Inter ExtraBold"/>
              </a:defRPr>
            </a:lvl5pPr>
            <a:lvl6pPr lvl="5" rtl="0">
              <a:spcBef>
                <a:spcPts val="0"/>
              </a:spcBef>
              <a:spcAft>
                <a:spcPts val="0"/>
              </a:spcAft>
              <a:buSzPts val="4800"/>
              <a:buFont typeface="Inter ExtraBold"/>
              <a:buNone/>
              <a:defRPr sz="4800">
                <a:latin typeface="Inter ExtraBold"/>
                <a:ea typeface="Inter ExtraBold"/>
                <a:cs typeface="Inter ExtraBold"/>
                <a:sym typeface="Inter ExtraBold"/>
              </a:defRPr>
            </a:lvl6pPr>
            <a:lvl7pPr lvl="6" rtl="0">
              <a:spcBef>
                <a:spcPts val="0"/>
              </a:spcBef>
              <a:spcAft>
                <a:spcPts val="0"/>
              </a:spcAft>
              <a:buSzPts val="4800"/>
              <a:buFont typeface="Inter ExtraBold"/>
              <a:buNone/>
              <a:defRPr sz="4800">
                <a:latin typeface="Inter ExtraBold"/>
                <a:ea typeface="Inter ExtraBold"/>
                <a:cs typeface="Inter ExtraBold"/>
                <a:sym typeface="Inter ExtraBold"/>
              </a:defRPr>
            </a:lvl7pPr>
            <a:lvl8pPr lvl="7" rtl="0">
              <a:spcBef>
                <a:spcPts val="0"/>
              </a:spcBef>
              <a:spcAft>
                <a:spcPts val="0"/>
              </a:spcAft>
              <a:buSzPts val="4800"/>
              <a:buFont typeface="Inter ExtraBold"/>
              <a:buNone/>
              <a:defRPr sz="4800">
                <a:latin typeface="Inter ExtraBold"/>
                <a:ea typeface="Inter ExtraBold"/>
                <a:cs typeface="Inter ExtraBold"/>
                <a:sym typeface="Inter ExtraBold"/>
              </a:defRPr>
            </a:lvl8pPr>
            <a:lvl9pPr lvl="8" rtl="0">
              <a:spcBef>
                <a:spcPts val="0"/>
              </a:spcBef>
              <a:spcAft>
                <a:spcPts val="0"/>
              </a:spcAft>
              <a:buSzPts val="4800"/>
              <a:buFont typeface="Inter ExtraBold"/>
              <a:buNone/>
              <a:defRPr sz="4800">
                <a:latin typeface="Inter ExtraBold"/>
                <a:ea typeface="Inter ExtraBold"/>
                <a:cs typeface="Inter ExtraBold"/>
                <a:sym typeface="Inter ExtraBold"/>
              </a:defRPr>
            </a:lvl9pPr>
          </a:lstStyle>
          <a:p/>
        </p:txBody>
      </p:sp>
      <p:pic>
        <p:nvPicPr>
          <p:cNvPr id="582" name="Google Shape;582;p56"/>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583" name="Google Shape;583;p56"/>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84" name="Google Shape;584;p56"/>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85" name="Shape 585"/>
        <p:cNvGrpSpPr/>
        <p:nvPr/>
      </p:nvGrpSpPr>
      <p:grpSpPr>
        <a:xfrm>
          <a:off x="0" y="0"/>
          <a:ext cx="0" cy="0"/>
          <a:chOff x="0" y="0"/>
          <a:chExt cx="0" cy="0"/>
        </a:xfrm>
      </p:grpSpPr>
      <p:sp>
        <p:nvSpPr>
          <p:cNvPr id="586" name="Google Shape;586;p57"/>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4200"/>
              <a:buNone/>
              <a:defRPr sz="4200"/>
            </a:lvl1pPr>
            <a:lvl2pPr lvl="1" rtl="0" algn="ctr">
              <a:spcBef>
                <a:spcPts val="0"/>
              </a:spcBef>
              <a:spcAft>
                <a:spcPts val="0"/>
              </a:spcAft>
              <a:buSzPts val="4200"/>
              <a:buNone/>
              <a:defRPr sz="4200"/>
            </a:lvl2pPr>
            <a:lvl3pPr lvl="2" rtl="0" algn="ctr">
              <a:spcBef>
                <a:spcPts val="0"/>
              </a:spcBef>
              <a:spcAft>
                <a:spcPts val="0"/>
              </a:spcAft>
              <a:buSzPts val="4200"/>
              <a:buNone/>
              <a:defRPr sz="4200"/>
            </a:lvl3pPr>
            <a:lvl4pPr lvl="3" rtl="0" algn="ctr">
              <a:spcBef>
                <a:spcPts val="0"/>
              </a:spcBef>
              <a:spcAft>
                <a:spcPts val="0"/>
              </a:spcAft>
              <a:buSzPts val="4200"/>
              <a:buNone/>
              <a:defRPr sz="4200"/>
            </a:lvl4pPr>
            <a:lvl5pPr lvl="4" rtl="0" algn="ctr">
              <a:spcBef>
                <a:spcPts val="0"/>
              </a:spcBef>
              <a:spcAft>
                <a:spcPts val="0"/>
              </a:spcAft>
              <a:buSzPts val="4200"/>
              <a:buNone/>
              <a:defRPr sz="4200"/>
            </a:lvl5pPr>
            <a:lvl6pPr lvl="5" rtl="0" algn="ctr">
              <a:spcBef>
                <a:spcPts val="0"/>
              </a:spcBef>
              <a:spcAft>
                <a:spcPts val="0"/>
              </a:spcAft>
              <a:buSzPts val="4200"/>
              <a:buNone/>
              <a:defRPr sz="4200"/>
            </a:lvl6pPr>
            <a:lvl7pPr lvl="6" rtl="0" algn="ctr">
              <a:spcBef>
                <a:spcPts val="0"/>
              </a:spcBef>
              <a:spcAft>
                <a:spcPts val="0"/>
              </a:spcAft>
              <a:buSzPts val="4200"/>
              <a:buNone/>
              <a:defRPr sz="4200"/>
            </a:lvl7pPr>
            <a:lvl8pPr lvl="7" rtl="0" algn="ctr">
              <a:spcBef>
                <a:spcPts val="0"/>
              </a:spcBef>
              <a:spcAft>
                <a:spcPts val="0"/>
              </a:spcAft>
              <a:buSzPts val="4200"/>
              <a:buNone/>
              <a:defRPr sz="4200"/>
            </a:lvl8pPr>
            <a:lvl9pPr lvl="8" rtl="0" algn="ctr">
              <a:spcBef>
                <a:spcPts val="0"/>
              </a:spcBef>
              <a:spcAft>
                <a:spcPts val="0"/>
              </a:spcAft>
              <a:buSzPts val="4200"/>
              <a:buNone/>
              <a:defRPr sz="4200"/>
            </a:lvl9pPr>
          </a:lstStyle>
          <a:p/>
        </p:txBody>
      </p:sp>
      <p:sp>
        <p:nvSpPr>
          <p:cNvPr id="587" name="Google Shape;587;p57"/>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100"/>
              <a:buNone/>
              <a:defRPr sz="2100"/>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None/>
              <a:defRPr sz="2100"/>
            </a:lvl4pPr>
            <a:lvl5pPr lvl="4" rtl="0" algn="ctr">
              <a:lnSpc>
                <a:spcPct val="100000"/>
              </a:lnSpc>
              <a:spcBef>
                <a:spcPts val="0"/>
              </a:spcBef>
              <a:spcAft>
                <a:spcPts val="0"/>
              </a:spcAft>
              <a:buSzPts val="2100"/>
              <a:buNone/>
              <a:defRPr sz="2100"/>
            </a:lvl5pPr>
            <a:lvl6pPr lvl="5" rtl="0" algn="ctr">
              <a:lnSpc>
                <a:spcPct val="100000"/>
              </a:lnSpc>
              <a:spcBef>
                <a:spcPts val="0"/>
              </a:spcBef>
              <a:spcAft>
                <a:spcPts val="0"/>
              </a:spcAft>
              <a:buSzPts val="2100"/>
              <a:buNone/>
              <a:defRPr sz="2100"/>
            </a:lvl6pPr>
            <a:lvl7pPr lvl="6" rtl="0" algn="ctr">
              <a:lnSpc>
                <a:spcPct val="100000"/>
              </a:lnSpc>
              <a:spcBef>
                <a:spcPts val="0"/>
              </a:spcBef>
              <a:spcAft>
                <a:spcPts val="0"/>
              </a:spcAft>
              <a:buSzPts val="2100"/>
              <a:buNone/>
              <a:defRPr sz="2100"/>
            </a:lvl7pPr>
            <a:lvl8pPr lvl="7" rtl="0" algn="ctr">
              <a:lnSpc>
                <a:spcPct val="100000"/>
              </a:lnSpc>
              <a:spcBef>
                <a:spcPts val="0"/>
              </a:spcBef>
              <a:spcAft>
                <a:spcPts val="0"/>
              </a:spcAft>
              <a:buSzPts val="2100"/>
              <a:buNone/>
              <a:defRPr sz="2100"/>
            </a:lvl8pPr>
            <a:lvl9pPr lvl="8" rtl="0" algn="ctr">
              <a:lnSpc>
                <a:spcPct val="100000"/>
              </a:lnSpc>
              <a:spcBef>
                <a:spcPts val="0"/>
              </a:spcBef>
              <a:spcAft>
                <a:spcPts val="0"/>
              </a:spcAft>
              <a:buSzPts val="2100"/>
              <a:buNone/>
              <a:defRPr sz="2100"/>
            </a:lvl9pPr>
          </a:lstStyle>
          <a:p/>
        </p:txBody>
      </p:sp>
      <p:sp>
        <p:nvSpPr>
          <p:cNvPr id="588" name="Google Shape;588;p57"/>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1000"/>
              </a:spcBef>
              <a:spcAft>
                <a:spcPts val="0"/>
              </a:spcAft>
              <a:buSzPts val="1400"/>
              <a:buChar char="○"/>
              <a:defRPr/>
            </a:lvl2pPr>
            <a:lvl3pPr indent="-317500" lvl="2" marL="1371600" rtl="0">
              <a:spcBef>
                <a:spcPts val="1000"/>
              </a:spcBef>
              <a:spcAft>
                <a:spcPts val="0"/>
              </a:spcAft>
              <a:buSzPts val="1400"/>
              <a:buChar char="■"/>
              <a:defRPr/>
            </a:lvl3pPr>
            <a:lvl4pPr indent="-317500" lvl="3" marL="1828800" rtl="0">
              <a:spcBef>
                <a:spcPts val="1000"/>
              </a:spcBef>
              <a:spcAft>
                <a:spcPts val="0"/>
              </a:spcAft>
              <a:buSzPts val="1400"/>
              <a:buChar char="●"/>
              <a:defRPr/>
            </a:lvl4pPr>
            <a:lvl5pPr indent="-317500" lvl="4" marL="2286000" rtl="0">
              <a:spcBef>
                <a:spcPts val="1000"/>
              </a:spcBef>
              <a:spcAft>
                <a:spcPts val="0"/>
              </a:spcAft>
              <a:buSzPts val="1400"/>
              <a:buChar char="○"/>
              <a:defRPr/>
            </a:lvl5pPr>
            <a:lvl6pPr indent="-317500" lvl="5" marL="2743200" rtl="0">
              <a:spcBef>
                <a:spcPts val="1000"/>
              </a:spcBef>
              <a:spcAft>
                <a:spcPts val="0"/>
              </a:spcAft>
              <a:buSzPts val="1400"/>
              <a:buChar char="■"/>
              <a:defRPr/>
            </a:lvl6pPr>
            <a:lvl7pPr indent="-317500" lvl="6" marL="3200400" rtl="0">
              <a:spcBef>
                <a:spcPts val="1000"/>
              </a:spcBef>
              <a:spcAft>
                <a:spcPts val="0"/>
              </a:spcAft>
              <a:buSzPts val="1400"/>
              <a:buChar char="●"/>
              <a:defRPr/>
            </a:lvl7pPr>
            <a:lvl8pPr indent="-317500" lvl="7" marL="3657600" rtl="0">
              <a:spcBef>
                <a:spcPts val="1000"/>
              </a:spcBef>
              <a:spcAft>
                <a:spcPts val="0"/>
              </a:spcAft>
              <a:buSzPts val="1400"/>
              <a:buChar char="○"/>
              <a:defRPr/>
            </a:lvl8pPr>
            <a:lvl9pPr indent="-317500" lvl="8" marL="4114800" rtl="0">
              <a:spcBef>
                <a:spcPts val="1000"/>
              </a:spcBef>
              <a:spcAft>
                <a:spcPts val="1000"/>
              </a:spcAft>
              <a:buSzPts val="1400"/>
              <a:buChar char="■"/>
              <a:defRPr/>
            </a:lvl9pPr>
          </a:lstStyle>
          <a:p/>
        </p:txBody>
      </p:sp>
      <p:pic>
        <p:nvPicPr>
          <p:cNvPr id="589" name="Google Shape;589;p57"/>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590" name="Google Shape;590;p57"/>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dk1"/>
                </a:solidFill>
                <a:latin typeface="Inter"/>
                <a:ea typeface="Inter"/>
                <a:cs typeface="Inter"/>
                <a:sym typeface="Inter"/>
              </a:defRPr>
            </a:lvl1pPr>
            <a:lvl2pPr lvl="1" rtl="0">
              <a:buNone/>
              <a:defRPr>
                <a:solidFill>
                  <a:schemeClr val="dk1"/>
                </a:solidFill>
                <a:latin typeface="Inter"/>
                <a:ea typeface="Inter"/>
                <a:cs typeface="Inter"/>
                <a:sym typeface="Inter"/>
              </a:defRPr>
            </a:lvl2pPr>
            <a:lvl3pPr lvl="2" rtl="0">
              <a:buNone/>
              <a:defRPr>
                <a:solidFill>
                  <a:schemeClr val="dk1"/>
                </a:solidFill>
                <a:latin typeface="Inter"/>
                <a:ea typeface="Inter"/>
                <a:cs typeface="Inter"/>
                <a:sym typeface="Inter"/>
              </a:defRPr>
            </a:lvl3pPr>
            <a:lvl4pPr lvl="3" rtl="0">
              <a:buNone/>
              <a:defRPr>
                <a:solidFill>
                  <a:schemeClr val="dk1"/>
                </a:solidFill>
                <a:latin typeface="Inter"/>
                <a:ea typeface="Inter"/>
                <a:cs typeface="Inter"/>
                <a:sym typeface="Inter"/>
              </a:defRPr>
            </a:lvl4pPr>
            <a:lvl5pPr lvl="4" rtl="0">
              <a:buNone/>
              <a:defRPr>
                <a:solidFill>
                  <a:schemeClr val="dk1"/>
                </a:solidFill>
                <a:latin typeface="Inter"/>
                <a:ea typeface="Inter"/>
                <a:cs typeface="Inter"/>
                <a:sym typeface="Inter"/>
              </a:defRPr>
            </a:lvl5pPr>
            <a:lvl6pPr lvl="5" rtl="0">
              <a:buNone/>
              <a:defRPr>
                <a:solidFill>
                  <a:schemeClr val="dk1"/>
                </a:solidFill>
                <a:latin typeface="Inter"/>
                <a:ea typeface="Inter"/>
                <a:cs typeface="Inter"/>
                <a:sym typeface="Inter"/>
              </a:defRPr>
            </a:lvl6pPr>
            <a:lvl7pPr lvl="6" rtl="0">
              <a:buNone/>
              <a:defRPr>
                <a:solidFill>
                  <a:schemeClr val="dk1"/>
                </a:solidFill>
                <a:latin typeface="Inter"/>
                <a:ea typeface="Inter"/>
                <a:cs typeface="Inter"/>
                <a:sym typeface="Inter"/>
              </a:defRPr>
            </a:lvl7pPr>
            <a:lvl8pPr lvl="7" rtl="0">
              <a:buNone/>
              <a:defRPr>
                <a:solidFill>
                  <a:schemeClr val="dk1"/>
                </a:solidFill>
                <a:latin typeface="Inter"/>
                <a:ea typeface="Inter"/>
                <a:cs typeface="Inter"/>
                <a:sym typeface="Inter"/>
              </a:defRPr>
            </a:lvl8pPr>
            <a:lvl9pPr lvl="8" rtl="0">
              <a:buNone/>
              <a:defRPr>
                <a:solidFill>
                  <a:schemeClr val="dk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91" name="Google Shape;591;p57"/>
          <p:cNvSpPr txBox="1"/>
          <p:nvPr>
            <p:ph idx="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2)">
  <p:cSld name="SECTION_TITLE_AND_DESCRIPTION_1">
    <p:spTree>
      <p:nvGrpSpPr>
        <p:cNvPr id="592" name="Shape 592"/>
        <p:cNvGrpSpPr/>
        <p:nvPr/>
      </p:nvGrpSpPr>
      <p:grpSpPr>
        <a:xfrm>
          <a:off x="0" y="0"/>
          <a:ext cx="0" cy="0"/>
          <a:chOff x="0" y="0"/>
          <a:chExt cx="0" cy="0"/>
        </a:xfrm>
      </p:grpSpPr>
      <p:sp>
        <p:nvSpPr>
          <p:cNvPr id="593" name="Google Shape;593;p58"/>
          <p:cNvSpPr txBox="1"/>
          <p:nvPr>
            <p:ph type="title"/>
          </p:nvPr>
        </p:nvSpPr>
        <p:spPr>
          <a:xfrm>
            <a:off x="656250" y="942850"/>
            <a:ext cx="7831500" cy="8889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4200"/>
              <a:buFont typeface="Inter ExtraBold"/>
              <a:buNone/>
              <a:defRPr sz="4200">
                <a:latin typeface="Inter ExtraBold"/>
                <a:ea typeface="Inter ExtraBold"/>
                <a:cs typeface="Inter ExtraBold"/>
                <a:sym typeface="Inter ExtraBold"/>
              </a:defRPr>
            </a:lvl1pPr>
            <a:lvl2pPr lvl="1" rtl="0" algn="ctr">
              <a:spcBef>
                <a:spcPts val="0"/>
              </a:spcBef>
              <a:spcAft>
                <a:spcPts val="0"/>
              </a:spcAft>
              <a:buSzPts val="4200"/>
              <a:buNone/>
              <a:defRPr sz="4200"/>
            </a:lvl2pPr>
            <a:lvl3pPr lvl="2" rtl="0" algn="ctr">
              <a:spcBef>
                <a:spcPts val="0"/>
              </a:spcBef>
              <a:spcAft>
                <a:spcPts val="0"/>
              </a:spcAft>
              <a:buSzPts val="4200"/>
              <a:buNone/>
              <a:defRPr sz="4200"/>
            </a:lvl3pPr>
            <a:lvl4pPr lvl="3" rtl="0" algn="ctr">
              <a:spcBef>
                <a:spcPts val="0"/>
              </a:spcBef>
              <a:spcAft>
                <a:spcPts val="0"/>
              </a:spcAft>
              <a:buSzPts val="4200"/>
              <a:buNone/>
              <a:defRPr sz="4200"/>
            </a:lvl4pPr>
            <a:lvl5pPr lvl="4" rtl="0" algn="ctr">
              <a:spcBef>
                <a:spcPts val="0"/>
              </a:spcBef>
              <a:spcAft>
                <a:spcPts val="0"/>
              </a:spcAft>
              <a:buSzPts val="4200"/>
              <a:buNone/>
              <a:defRPr sz="4200"/>
            </a:lvl5pPr>
            <a:lvl6pPr lvl="5" rtl="0" algn="ctr">
              <a:spcBef>
                <a:spcPts val="0"/>
              </a:spcBef>
              <a:spcAft>
                <a:spcPts val="0"/>
              </a:spcAft>
              <a:buSzPts val="4200"/>
              <a:buNone/>
              <a:defRPr sz="4200"/>
            </a:lvl6pPr>
            <a:lvl7pPr lvl="6" rtl="0" algn="ctr">
              <a:spcBef>
                <a:spcPts val="0"/>
              </a:spcBef>
              <a:spcAft>
                <a:spcPts val="0"/>
              </a:spcAft>
              <a:buSzPts val="4200"/>
              <a:buNone/>
              <a:defRPr sz="4200"/>
            </a:lvl7pPr>
            <a:lvl8pPr lvl="7" rtl="0" algn="ctr">
              <a:spcBef>
                <a:spcPts val="0"/>
              </a:spcBef>
              <a:spcAft>
                <a:spcPts val="0"/>
              </a:spcAft>
              <a:buSzPts val="4200"/>
              <a:buNone/>
              <a:defRPr sz="4200"/>
            </a:lvl8pPr>
            <a:lvl9pPr lvl="8" rtl="0" algn="ctr">
              <a:spcBef>
                <a:spcPts val="0"/>
              </a:spcBef>
              <a:spcAft>
                <a:spcPts val="0"/>
              </a:spcAft>
              <a:buSzPts val="4200"/>
              <a:buNone/>
              <a:defRPr sz="4200"/>
            </a:lvl9pPr>
          </a:lstStyle>
          <a:p/>
        </p:txBody>
      </p:sp>
      <p:sp>
        <p:nvSpPr>
          <p:cNvPr id="594" name="Google Shape;594;p58"/>
          <p:cNvSpPr txBox="1"/>
          <p:nvPr>
            <p:ph idx="1" type="subTitle"/>
          </p:nvPr>
        </p:nvSpPr>
        <p:spPr>
          <a:xfrm>
            <a:off x="656250" y="1919425"/>
            <a:ext cx="7831500" cy="1896900"/>
          </a:xfrm>
          <a:prstGeom prst="rect">
            <a:avLst/>
          </a:prstGeom>
        </p:spPr>
        <p:txBody>
          <a:bodyPr anchorCtr="0" anchor="ctr" bIns="91425" lIns="91425" spcFirstLastPara="1" rIns="91425" wrap="square" tIns="91425">
            <a:normAutofit/>
          </a:bodyPr>
          <a:lstStyle>
            <a:lvl1pPr lvl="0" rtl="0" algn="ctr">
              <a:lnSpc>
                <a:spcPct val="100000"/>
              </a:lnSpc>
              <a:spcBef>
                <a:spcPts val="0"/>
              </a:spcBef>
              <a:spcAft>
                <a:spcPts val="0"/>
              </a:spcAft>
              <a:buClr>
                <a:srgbClr val="D9D9D9"/>
              </a:buClr>
              <a:buSzPts val="2100"/>
              <a:buNone/>
              <a:defRPr sz="2100">
                <a:solidFill>
                  <a:srgbClr val="D9D9D9"/>
                </a:solidFill>
              </a:defRPr>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None/>
              <a:defRPr sz="2100"/>
            </a:lvl4pPr>
            <a:lvl5pPr lvl="4" rtl="0" algn="ctr">
              <a:lnSpc>
                <a:spcPct val="100000"/>
              </a:lnSpc>
              <a:spcBef>
                <a:spcPts val="0"/>
              </a:spcBef>
              <a:spcAft>
                <a:spcPts val="0"/>
              </a:spcAft>
              <a:buSzPts val="2100"/>
              <a:buNone/>
              <a:defRPr sz="2100"/>
            </a:lvl5pPr>
            <a:lvl6pPr lvl="5" rtl="0" algn="ctr">
              <a:lnSpc>
                <a:spcPct val="100000"/>
              </a:lnSpc>
              <a:spcBef>
                <a:spcPts val="0"/>
              </a:spcBef>
              <a:spcAft>
                <a:spcPts val="0"/>
              </a:spcAft>
              <a:buSzPts val="2100"/>
              <a:buNone/>
              <a:defRPr sz="2100"/>
            </a:lvl6pPr>
            <a:lvl7pPr lvl="6" rtl="0" algn="ctr">
              <a:lnSpc>
                <a:spcPct val="100000"/>
              </a:lnSpc>
              <a:spcBef>
                <a:spcPts val="0"/>
              </a:spcBef>
              <a:spcAft>
                <a:spcPts val="0"/>
              </a:spcAft>
              <a:buSzPts val="2100"/>
              <a:buNone/>
              <a:defRPr sz="2100"/>
            </a:lvl7pPr>
            <a:lvl8pPr lvl="7" rtl="0" algn="ctr">
              <a:lnSpc>
                <a:spcPct val="100000"/>
              </a:lnSpc>
              <a:spcBef>
                <a:spcPts val="0"/>
              </a:spcBef>
              <a:spcAft>
                <a:spcPts val="0"/>
              </a:spcAft>
              <a:buSzPts val="2100"/>
              <a:buNone/>
              <a:defRPr sz="2100"/>
            </a:lvl8pPr>
            <a:lvl9pPr lvl="8" rtl="0" algn="ctr">
              <a:lnSpc>
                <a:spcPct val="100000"/>
              </a:lnSpc>
              <a:spcBef>
                <a:spcPts val="0"/>
              </a:spcBef>
              <a:spcAft>
                <a:spcPts val="0"/>
              </a:spcAft>
              <a:buSzPts val="2100"/>
              <a:buNone/>
              <a:defRPr sz="2100"/>
            </a:lvl9pPr>
          </a:lstStyle>
          <a:p/>
        </p:txBody>
      </p:sp>
      <p:sp>
        <p:nvSpPr>
          <p:cNvPr id="595" name="Google Shape;595;p58"/>
          <p:cNvSpPr txBox="1"/>
          <p:nvPr>
            <p:ph idx="12" type="sldNum"/>
          </p:nvPr>
        </p:nvSpPr>
        <p:spPr>
          <a:xfrm>
            <a:off x="8140933" y="4417542"/>
            <a:ext cx="548700" cy="393600"/>
          </a:xfrm>
          <a:prstGeom prst="rect">
            <a:avLst/>
          </a:prstGeom>
        </p:spPr>
        <p:txBody>
          <a:bodyPr anchorCtr="0" anchor="ctr" bIns="91425" lIns="91425" spcFirstLastPara="1" rIns="91425" wrap="square" tIns="91425">
            <a:normAutofit/>
          </a:bodyPr>
          <a:lstStyle>
            <a:lvl1pPr lvl="0" rtl="0">
              <a:buNone/>
              <a:defRPr>
                <a:solidFill>
                  <a:schemeClr val="dk1"/>
                </a:solidFill>
                <a:latin typeface="Inter"/>
                <a:ea typeface="Inter"/>
                <a:cs typeface="Inter"/>
                <a:sym typeface="Inter"/>
              </a:defRPr>
            </a:lvl1pPr>
            <a:lvl2pPr lvl="1" rtl="0">
              <a:buNone/>
              <a:defRPr>
                <a:solidFill>
                  <a:schemeClr val="dk1"/>
                </a:solidFill>
                <a:latin typeface="Inter"/>
                <a:ea typeface="Inter"/>
                <a:cs typeface="Inter"/>
                <a:sym typeface="Inter"/>
              </a:defRPr>
            </a:lvl2pPr>
            <a:lvl3pPr lvl="2" rtl="0">
              <a:buNone/>
              <a:defRPr>
                <a:solidFill>
                  <a:schemeClr val="dk1"/>
                </a:solidFill>
                <a:latin typeface="Inter"/>
                <a:ea typeface="Inter"/>
                <a:cs typeface="Inter"/>
                <a:sym typeface="Inter"/>
              </a:defRPr>
            </a:lvl3pPr>
            <a:lvl4pPr lvl="3" rtl="0">
              <a:buNone/>
              <a:defRPr>
                <a:solidFill>
                  <a:schemeClr val="dk1"/>
                </a:solidFill>
                <a:latin typeface="Inter"/>
                <a:ea typeface="Inter"/>
                <a:cs typeface="Inter"/>
                <a:sym typeface="Inter"/>
              </a:defRPr>
            </a:lvl4pPr>
            <a:lvl5pPr lvl="4" rtl="0">
              <a:buNone/>
              <a:defRPr>
                <a:solidFill>
                  <a:schemeClr val="dk1"/>
                </a:solidFill>
                <a:latin typeface="Inter"/>
                <a:ea typeface="Inter"/>
                <a:cs typeface="Inter"/>
                <a:sym typeface="Inter"/>
              </a:defRPr>
            </a:lvl5pPr>
            <a:lvl6pPr lvl="5" rtl="0">
              <a:buNone/>
              <a:defRPr>
                <a:solidFill>
                  <a:schemeClr val="dk1"/>
                </a:solidFill>
                <a:latin typeface="Inter"/>
                <a:ea typeface="Inter"/>
                <a:cs typeface="Inter"/>
                <a:sym typeface="Inter"/>
              </a:defRPr>
            </a:lvl6pPr>
            <a:lvl7pPr lvl="6" rtl="0">
              <a:buNone/>
              <a:defRPr>
                <a:solidFill>
                  <a:schemeClr val="dk1"/>
                </a:solidFill>
                <a:latin typeface="Inter"/>
                <a:ea typeface="Inter"/>
                <a:cs typeface="Inter"/>
                <a:sym typeface="Inter"/>
              </a:defRPr>
            </a:lvl7pPr>
            <a:lvl8pPr lvl="7" rtl="0">
              <a:buNone/>
              <a:defRPr>
                <a:solidFill>
                  <a:schemeClr val="dk1"/>
                </a:solidFill>
                <a:latin typeface="Inter"/>
                <a:ea typeface="Inter"/>
                <a:cs typeface="Inter"/>
                <a:sym typeface="Inter"/>
              </a:defRPr>
            </a:lvl8pPr>
            <a:lvl9pPr lvl="8" rtl="0">
              <a:buNone/>
              <a:defRPr>
                <a:solidFill>
                  <a:schemeClr val="dk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96" name="Google Shape;596;p58"/>
          <p:cNvSpPr txBox="1"/>
          <p:nvPr>
            <p:ph idx="2" type="sldNum"/>
          </p:nvPr>
        </p:nvSpPr>
        <p:spPr>
          <a:xfrm>
            <a:off x="7704106" y="4417550"/>
            <a:ext cx="777600" cy="393600"/>
          </a:xfrm>
          <a:prstGeom prst="rect">
            <a:avLst/>
          </a:prstGeom>
        </p:spPr>
        <p:txBody>
          <a:bodyPr anchorCtr="0" anchor="ctr" bIns="91425" lIns="91425" spcFirstLastPara="1" rIns="91425" wrap="square" tIns="91425">
            <a:normAutofit/>
          </a:bodyPr>
          <a:lstStyle>
            <a:lvl1pPr lvl="0" rtl="0">
              <a:buNone/>
              <a:defRPr>
                <a:solidFill>
                  <a:schemeClr val="dk1"/>
                </a:solidFill>
                <a:latin typeface="Inter"/>
                <a:ea typeface="Inter"/>
                <a:cs typeface="Inter"/>
                <a:sym typeface="Inter"/>
              </a:defRPr>
            </a:lvl1pPr>
            <a:lvl2pPr lvl="1" rtl="0">
              <a:buNone/>
              <a:defRPr>
                <a:solidFill>
                  <a:schemeClr val="dk1"/>
                </a:solidFill>
                <a:latin typeface="Inter"/>
                <a:ea typeface="Inter"/>
                <a:cs typeface="Inter"/>
                <a:sym typeface="Inter"/>
              </a:defRPr>
            </a:lvl2pPr>
            <a:lvl3pPr lvl="2" rtl="0">
              <a:buNone/>
              <a:defRPr>
                <a:solidFill>
                  <a:schemeClr val="dk1"/>
                </a:solidFill>
                <a:latin typeface="Inter"/>
                <a:ea typeface="Inter"/>
                <a:cs typeface="Inter"/>
                <a:sym typeface="Inter"/>
              </a:defRPr>
            </a:lvl3pPr>
            <a:lvl4pPr lvl="3" rtl="0">
              <a:buNone/>
              <a:defRPr>
                <a:solidFill>
                  <a:schemeClr val="dk1"/>
                </a:solidFill>
                <a:latin typeface="Inter"/>
                <a:ea typeface="Inter"/>
                <a:cs typeface="Inter"/>
                <a:sym typeface="Inter"/>
              </a:defRPr>
            </a:lvl4pPr>
            <a:lvl5pPr lvl="4" rtl="0">
              <a:buNone/>
              <a:defRPr>
                <a:solidFill>
                  <a:schemeClr val="dk1"/>
                </a:solidFill>
                <a:latin typeface="Inter"/>
                <a:ea typeface="Inter"/>
                <a:cs typeface="Inter"/>
                <a:sym typeface="Inter"/>
              </a:defRPr>
            </a:lvl5pPr>
            <a:lvl6pPr lvl="5" rtl="0">
              <a:buNone/>
              <a:defRPr>
                <a:solidFill>
                  <a:schemeClr val="dk1"/>
                </a:solidFill>
                <a:latin typeface="Inter"/>
                <a:ea typeface="Inter"/>
                <a:cs typeface="Inter"/>
                <a:sym typeface="Inter"/>
              </a:defRPr>
            </a:lvl6pPr>
            <a:lvl7pPr lvl="6" rtl="0">
              <a:buNone/>
              <a:defRPr>
                <a:solidFill>
                  <a:schemeClr val="dk1"/>
                </a:solidFill>
                <a:latin typeface="Inter"/>
                <a:ea typeface="Inter"/>
                <a:cs typeface="Inter"/>
                <a:sym typeface="Inter"/>
              </a:defRPr>
            </a:lvl7pPr>
            <a:lvl8pPr lvl="7" rtl="0">
              <a:buNone/>
              <a:defRPr>
                <a:solidFill>
                  <a:schemeClr val="dk1"/>
                </a:solidFill>
                <a:latin typeface="Inter"/>
                <a:ea typeface="Inter"/>
                <a:cs typeface="Inter"/>
                <a:sym typeface="Inter"/>
              </a:defRPr>
            </a:lvl8pPr>
            <a:lvl9pPr lvl="8" rtl="0">
              <a:buNone/>
              <a:defRPr>
                <a:solidFill>
                  <a:schemeClr val="dk1"/>
                </a:solidFill>
                <a:latin typeface="Inter"/>
                <a:ea typeface="Inter"/>
                <a:cs typeface="Inter"/>
                <a:sym typeface="Inter"/>
              </a:defRPr>
            </a:lvl9pPr>
          </a:lstStyle>
          <a:p>
            <a:pPr indent="0" lvl="0" marL="0" rtl="0" algn="r">
              <a:spcBef>
                <a:spcPts val="0"/>
              </a:spcBef>
              <a:spcAft>
                <a:spcPts val="0"/>
              </a:spcAft>
              <a:buNone/>
            </a:pPr>
            <a:r>
              <a:rPr lang="en"/>
              <a:t>Slide /</a:t>
            </a:r>
            <a:endParaRPr/>
          </a:p>
        </p:txBody>
      </p:sp>
      <p:pic>
        <p:nvPicPr>
          <p:cNvPr id="597" name="Google Shape;597;p58"/>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598" name="Google Shape;598;p58"/>
          <p:cNvSpPr txBox="1"/>
          <p:nvPr>
            <p:ph idx="3"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99" name="Google Shape;599;p58"/>
          <p:cNvSpPr txBox="1"/>
          <p:nvPr>
            <p:ph idx="4"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1)">
  <p:cSld name="SECTION_TITLE_AND_DESCRIPTION_1_1">
    <p:spTree>
      <p:nvGrpSpPr>
        <p:cNvPr id="600" name="Shape 600"/>
        <p:cNvGrpSpPr/>
        <p:nvPr/>
      </p:nvGrpSpPr>
      <p:grpSpPr>
        <a:xfrm>
          <a:off x="0" y="0"/>
          <a:ext cx="0" cy="0"/>
          <a:chOff x="0" y="0"/>
          <a:chExt cx="0" cy="0"/>
        </a:xfrm>
      </p:grpSpPr>
      <p:sp>
        <p:nvSpPr>
          <p:cNvPr id="601" name="Google Shape;601;p59"/>
          <p:cNvSpPr txBox="1"/>
          <p:nvPr>
            <p:ph type="title"/>
          </p:nvPr>
        </p:nvSpPr>
        <p:spPr>
          <a:xfrm>
            <a:off x="656250" y="942850"/>
            <a:ext cx="7831500" cy="8889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4200"/>
              <a:buFont typeface="Inter ExtraBold"/>
              <a:buNone/>
              <a:defRPr sz="4200">
                <a:latin typeface="Inter ExtraBold"/>
                <a:ea typeface="Inter ExtraBold"/>
                <a:cs typeface="Inter ExtraBold"/>
                <a:sym typeface="Inter ExtraBold"/>
              </a:defRPr>
            </a:lvl1pPr>
            <a:lvl2pPr lvl="1" rtl="0" algn="ctr">
              <a:spcBef>
                <a:spcPts val="0"/>
              </a:spcBef>
              <a:spcAft>
                <a:spcPts val="0"/>
              </a:spcAft>
              <a:buSzPts val="4200"/>
              <a:buNone/>
              <a:defRPr sz="4200"/>
            </a:lvl2pPr>
            <a:lvl3pPr lvl="2" rtl="0" algn="ctr">
              <a:spcBef>
                <a:spcPts val="0"/>
              </a:spcBef>
              <a:spcAft>
                <a:spcPts val="0"/>
              </a:spcAft>
              <a:buSzPts val="4200"/>
              <a:buNone/>
              <a:defRPr sz="4200"/>
            </a:lvl3pPr>
            <a:lvl4pPr lvl="3" rtl="0" algn="ctr">
              <a:spcBef>
                <a:spcPts val="0"/>
              </a:spcBef>
              <a:spcAft>
                <a:spcPts val="0"/>
              </a:spcAft>
              <a:buSzPts val="4200"/>
              <a:buNone/>
              <a:defRPr sz="4200"/>
            </a:lvl4pPr>
            <a:lvl5pPr lvl="4" rtl="0" algn="ctr">
              <a:spcBef>
                <a:spcPts val="0"/>
              </a:spcBef>
              <a:spcAft>
                <a:spcPts val="0"/>
              </a:spcAft>
              <a:buSzPts val="4200"/>
              <a:buNone/>
              <a:defRPr sz="4200"/>
            </a:lvl5pPr>
            <a:lvl6pPr lvl="5" rtl="0" algn="ctr">
              <a:spcBef>
                <a:spcPts val="0"/>
              </a:spcBef>
              <a:spcAft>
                <a:spcPts val="0"/>
              </a:spcAft>
              <a:buSzPts val="4200"/>
              <a:buNone/>
              <a:defRPr sz="4200"/>
            </a:lvl6pPr>
            <a:lvl7pPr lvl="6" rtl="0" algn="ctr">
              <a:spcBef>
                <a:spcPts val="0"/>
              </a:spcBef>
              <a:spcAft>
                <a:spcPts val="0"/>
              </a:spcAft>
              <a:buSzPts val="4200"/>
              <a:buNone/>
              <a:defRPr sz="4200"/>
            </a:lvl7pPr>
            <a:lvl8pPr lvl="7" rtl="0" algn="ctr">
              <a:spcBef>
                <a:spcPts val="0"/>
              </a:spcBef>
              <a:spcAft>
                <a:spcPts val="0"/>
              </a:spcAft>
              <a:buSzPts val="4200"/>
              <a:buNone/>
              <a:defRPr sz="4200"/>
            </a:lvl8pPr>
            <a:lvl9pPr lvl="8" rtl="0" algn="ctr">
              <a:spcBef>
                <a:spcPts val="0"/>
              </a:spcBef>
              <a:spcAft>
                <a:spcPts val="0"/>
              </a:spcAft>
              <a:buSzPts val="4200"/>
              <a:buNone/>
              <a:defRPr sz="4200"/>
            </a:lvl9pPr>
          </a:lstStyle>
          <a:p/>
        </p:txBody>
      </p:sp>
      <p:sp>
        <p:nvSpPr>
          <p:cNvPr id="602" name="Google Shape;602;p59"/>
          <p:cNvSpPr txBox="1"/>
          <p:nvPr>
            <p:ph idx="1" type="subTitle"/>
          </p:nvPr>
        </p:nvSpPr>
        <p:spPr>
          <a:xfrm>
            <a:off x="656250" y="1919425"/>
            <a:ext cx="7831500" cy="1896900"/>
          </a:xfrm>
          <a:prstGeom prst="rect">
            <a:avLst/>
          </a:prstGeom>
        </p:spPr>
        <p:txBody>
          <a:bodyPr anchorCtr="0" anchor="ctr" bIns="91425" lIns="91425" spcFirstLastPara="1" rIns="91425" wrap="square" tIns="91425">
            <a:normAutofit/>
          </a:bodyPr>
          <a:lstStyle>
            <a:lvl1pPr lvl="0" rtl="0" algn="ctr">
              <a:lnSpc>
                <a:spcPct val="100000"/>
              </a:lnSpc>
              <a:spcBef>
                <a:spcPts val="0"/>
              </a:spcBef>
              <a:spcAft>
                <a:spcPts val="0"/>
              </a:spcAft>
              <a:buClr>
                <a:srgbClr val="D9D9D9"/>
              </a:buClr>
              <a:buSzPts val="2100"/>
              <a:buNone/>
              <a:defRPr sz="2100">
                <a:solidFill>
                  <a:srgbClr val="D9D9D9"/>
                </a:solidFill>
              </a:defRPr>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None/>
              <a:defRPr sz="2100"/>
            </a:lvl4pPr>
            <a:lvl5pPr lvl="4" rtl="0" algn="ctr">
              <a:lnSpc>
                <a:spcPct val="100000"/>
              </a:lnSpc>
              <a:spcBef>
                <a:spcPts val="0"/>
              </a:spcBef>
              <a:spcAft>
                <a:spcPts val="0"/>
              </a:spcAft>
              <a:buSzPts val="2100"/>
              <a:buNone/>
              <a:defRPr sz="2100"/>
            </a:lvl5pPr>
            <a:lvl6pPr lvl="5" rtl="0" algn="ctr">
              <a:lnSpc>
                <a:spcPct val="100000"/>
              </a:lnSpc>
              <a:spcBef>
                <a:spcPts val="0"/>
              </a:spcBef>
              <a:spcAft>
                <a:spcPts val="0"/>
              </a:spcAft>
              <a:buSzPts val="2100"/>
              <a:buNone/>
              <a:defRPr sz="2100"/>
            </a:lvl6pPr>
            <a:lvl7pPr lvl="6" rtl="0" algn="ctr">
              <a:lnSpc>
                <a:spcPct val="100000"/>
              </a:lnSpc>
              <a:spcBef>
                <a:spcPts val="0"/>
              </a:spcBef>
              <a:spcAft>
                <a:spcPts val="0"/>
              </a:spcAft>
              <a:buSzPts val="2100"/>
              <a:buNone/>
              <a:defRPr sz="2100"/>
            </a:lvl7pPr>
            <a:lvl8pPr lvl="7" rtl="0" algn="ctr">
              <a:lnSpc>
                <a:spcPct val="100000"/>
              </a:lnSpc>
              <a:spcBef>
                <a:spcPts val="0"/>
              </a:spcBef>
              <a:spcAft>
                <a:spcPts val="0"/>
              </a:spcAft>
              <a:buSzPts val="2100"/>
              <a:buNone/>
              <a:defRPr sz="2100"/>
            </a:lvl8pPr>
            <a:lvl9pPr lvl="8" rtl="0" algn="ctr">
              <a:lnSpc>
                <a:spcPct val="100000"/>
              </a:lnSpc>
              <a:spcBef>
                <a:spcPts val="0"/>
              </a:spcBef>
              <a:spcAft>
                <a:spcPts val="0"/>
              </a:spcAft>
              <a:buSzPts val="2100"/>
              <a:buNone/>
              <a:defRPr sz="2100"/>
            </a:lvl9pPr>
          </a:lstStyle>
          <a:p/>
        </p:txBody>
      </p:sp>
      <p:sp>
        <p:nvSpPr>
          <p:cNvPr id="603" name="Google Shape;603;p59"/>
          <p:cNvSpPr txBox="1"/>
          <p:nvPr>
            <p:ph idx="12" type="sldNum"/>
          </p:nvPr>
        </p:nvSpPr>
        <p:spPr>
          <a:xfrm>
            <a:off x="8140933" y="4417542"/>
            <a:ext cx="548700" cy="393600"/>
          </a:xfrm>
          <a:prstGeom prst="rect">
            <a:avLst/>
          </a:prstGeom>
        </p:spPr>
        <p:txBody>
          <a:bodyPr anchorCtr="0" anchor="ctr" bIns="91425" lIns="91425" spcFirstLastPara="1" rIns="91425" wrap="square" tIns="91425">
            <a:normAutofit/>
          </a:bodyPr>
          <a:lstStyle>
            <a:lvl1pPr lvl="0" rtl="0">
              <a:buNone/>
              <a:defRPr>
                <a:solidFill>
                  <a:schemeClr val="dk1"/>
                </a:solidFill>
                <a:latin typeface="Inter"/>
                <a:ea typeface="Inter"/>
                <a:cs typeface="Inter"/>
                <a:sym typeface="Inter"/>
              </a:defRPr>
            </a:lvl1pPr>
            <a:lvl2pPr lvl="1" rtl="0">
              <a:buNone/>
              <a:defRPr>
                <a:solidFill>
                  <a:schemeClr val="dk1"/>
                </a:solidFill>
                <a:latin typeface="Inter"/>
                <a:ea typeface="Inter"/>
                <a:cs typeface="Inter"/>
                <a:sym typeface="Inter"/>
              </a:defRPr>
            </a:lvl2pPr>
            <a:lvl3pPr lvl="2" rtl="0">
              <a:buNone/>
              <a:defRPr>
                <a:solidFill>
                  <a:schemeClr val="dk1"/>
                </a:solidFill>
                <a:latin typeface="Inter"/>
                <a:ea typeface="Inter"/>
                <a:cs typeface="Inter"/>
                <a:sym typeface="Inter"/>
              </a:defRPr>
            </a:lvl3pPr>
            <a:lvl4pPr lvl="3" rtl="0">
              <a:buNone/>
              <a:defRPr>
                <a:solidFill>
                  <a:schemeClr val="dk1"/>
                </a:solidFill>
                <a:latin typeface="Inter"/>
                <a:ea typeface="Inter"/>
                <a:cs typeface="Inter"/>
                <a:sym typeface="Inter"/>
              </a:defRPr>
            </a:lvl4pPr>
            <a:lvl5pPr lvl="4" rtl="0">
              <a:buNone/>
              <a:defRPr>
                <a:solidFill>
                  <a:schemeClr val="dk1"/>
                </a:solidFill>
                <a:latin typeface="Inter"/>
                <a:ea typeface="Inter"/>
                <a:cs typeface="Inter"/>
                <a:sym typeface="Inter"/>
              </a:defRPr>
            </a:lvl5pPr>
            <a:lvl6pPr lvl="5" rtl="0">
              <a:buNone/>
              <a:defRPr>
                <a:solidFill>
                  <a:schemeClr val="dk1"/>
                </a:solidFill>
                <a:latin typeface="Inter"/>
                <a:ea typeface="Inter"/>
                <a:cs typeface="Inter"/>
                <a:sym typeface="Inter"/>
              </a:defRPr>
            </a:lvl6pPr>
            <a:lvl7pPr lvl="6" rtl="0">
              <a:buNone/>
              <a:defRPr>
                <a:solidFill>
                  <a:schemeClr val="dk1"/>
                </a:solidFill>
                <a:latin typeface="Inter"/>
                <a:ea typeface="Inter"/>
                <a:cs typeface="Inter"/>
                <a:sym typeface="Inter"/>
              </a:defRPr>
            </a:lvl7pPr>
            <a:lvl8pPr lvl="7" rtl="0">
              <a:buNone/>
              <a:defRPr>
                <a:solidFill>
                  <a:schemeClr val="dk1"/>
                </a:solidFill>
                <a:latin typeface="Inter"/>
                <a:ea typeface="Inter"/>
                <a:cs typeface="Inter"/>
                <a:sym typeface="Inter"/>
              </a:defRPr>
            </a:lvl8pPr>
            <a:lvl9pPr lvl="8" rtl="0">
              <a:buNone/>
              <a:defRPr>
                <a:solidFill>
                  <a:schemeClr val="dk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604" name="Google Shape;604;p59"/>
          <p:cNvSpPr txBox="1"/>
          <p:nvPr>
            <p:ph idx="2" type="sldNum"/>
          </p:nvPr>
        </p:nvSpPr>
        <p:spPr>
          <a:xfrm>
            <a:off x="7704106" y="4417550"/>
            <a:ext cx="777600" cy="393600"/>
          </a:xfrm>
          <a:prstGeom prst="rect">
            <a:avLst/>
          </a:prstGeom>
        </p:spPr>
        <p:txBody>
          <a:bodyPr anchorCtr="0" anchor="ctr" bIns="91425" lIns="91425" spcFirstLastPara="1" rIns="91425" wrap="square" tIns="91425">
            <a:normAutofit/>
          </a:bodyPr>
          <a:lstStyle>
            <a:lvl1pPr lvl="0" rtl="0">
              <a:buNone/>
              <a:defRPr>
                <a:solidFill>
                  <a:schemeClr val="dk1"/>
                </a:solidFill>
                <a:latin typeface="Inter"/>
                <a:ea typeface="Inter"/>
                <a:cs typeface="Inter"/>
                <a:sym typeface="Inter"/>
              </a:defRPr>
            </a:lvl1pPr>
            <a:lvl2pPr lvl="1" rtl="0">
              <a:buNone/>
              <a:defRPr>
                <a:solidFill>
                  <a:schemeClr val="dk1"/>
                </a:solidFill>
                <a:latin typeface="Inter"/>
                <a:ea typeface="Inter"/>
                <a:cs typeface="Inter"/>
                <a:sym typeface="Inter"/>
              </a:defRPr>
            </a:lvl2pPr>
            <a:lvl3pPr lvl="2" rtl="0">
              <a:buNone/>
              <a:defRPr>
                <a:solidFill>
                  <a:schemeClr val="dk1"/>
                </a:solidFill>
                <a:latin typeface="Inter"/>
                <a:ea typeface="Inter"/>
                <a:cs typeface="Inter"/>
                <a:sym typeface="Inter"/>
              </a:defRPr>
            </a:lvl3pPr>
            <a:lvl4pPr lvl="3" rtl="0">
              <a:buNone/>
              <a:defRPr>
                <a:solidFill>
                  <a:schemeClr val="dk1"/>
                </a:solidFill>
                <a:latin typeface="Inter"/>
                <a:ea typeface="Inter"/>
                <a:cs typeface="Inter"/>
                <a:sym typeface="Inter"/>
              </a:defRPr>
            </a:lvl4pPr>
            <a:lvl5pPr lvl="4" rtl="0">
              <a:buNone/>
              <a:defRPr>
                <a:solidFill>
                  <a:schemeClr val="dk1"/>
                </a:solidFill>
                <a:latin typeface="Inter"/>
                <a:ea typeface="Inter"/>
                <a:cs typeface="Inter"/>
                <a:sym typeface="Inter"/>
              </a:defRPr>
            </a:lvl5pPr>
            <a:lvl6pPr lvl="5" rtl="0">
              <a:buNone/>
              <a:defRPr>
                <a:solidFill>
                  <a:schemeClr val="dk1"/>
                </a:solidFill>
                <a:latin typeface="Inter"/>
                <a:ea typeface="Inter"/>
                <a:cs typeface="Inter"/>
                <a:sym typeface="Inter"/>
              </a:defRPr>
            </a:lvl6pPr>
            <a:lvl7pPr lvl="6" rtl="0">
              <a:buNone/>
              <a:defRPr>
                <a:solidFill>
                  <a:schemeClr val="dk1"/>
                </a:solidFill>
                <a:latin typeface="Inter"/>
                <a:ea typeface="Inter"/>
                <a:cs typeface="Inter"/>
                <a:sym typeface="Inter"/>
              </a:defRPr>
            </a:lvl7pPr>
            <a:lvl8pPr lvl="7" rtl="0">
              <a:buNone/>
              <a:defRPr>
                <a:solidFill>
                  <a:schemeClr val="dk1"/>
                </a:solidFill>
                <a:latin typeface="Inter"/>
                <a:ea typeface="Inter"/>
                <a:cs typeface="Inter"/>
                <a:sym typeface="Inter"/>
              </a:defRPr>
            </a:lvl8pPr>
            <a:lvl9pPr lvl="8" rtl="0">
              <a:buNone/>
              <a:defRPr>
                <a:solidFill>
                  <a:schemeClr val="dk1"/>
                </a:solidFill>
                <a:latin typeface="Inter"/>
                <a:ea typeface="Inter"/>
                <a:cs typeface="Inter"/>
                <a:sym typeface="Inter"/>
              </a:defRPr>
            </a:lvl9pPr>
          </a:lstStyle>
          <a:p>
            <a:pPr indent="0" lvl="0" marL="0" rtl="0" algn="r">
              <a:spcBef>
                <a:spcPts val="0"/>
              </a:spcBef>
              <a:spcAft>
                <a:spcPts val="0"/>
              </a:spcAft>
              <a:buNone/>
            </a:pPr>
            <a:r>
              <a:rPr lang="en"/>
              <a:t>Slide /</a:t>
            </a:r>
            <a:endParaRPr/>
          </a:p>
        </p:txBody>
      </p:sp>
      <p:pic>
        <p:nvPicPr>
          <p:cNvPr id="605" name="Google Shape;605;p59"/>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606" name="Google Shape;606;p59"/>
          <p:cNvSpPr txBox="1"/>
          <p:nvPr>
            <p:ph idx="3"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607" name="Google Shape;607;p59"/>
          <p:cNvSpPr txBox="1"/>
          <p:nvPr>
            <p:ph idx="4"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608" name="Shape 608"/>
        <p:cNvGrpSpPr/>
        <p:nvPr/>
      </p:nvGrpSpPr>
      <p:grpSpPr>
        <a:xfrm>
          <a:off x="0" y="0"/>
          <a:ext cx="0" cy="0"/>
          <a:chOff x="0" y="0"/>
          <a:chExt cx="0" cy="0"/>
        </a:xfrm>
      </p:grpSpPr>
      <p:sp>
        <p:nvSpPr>
          <p:cNvPr id="609" name="Google Shape;609;p60"/>
          <p:cNvSpPr txBox="1"/>
          <p:nvPr>
            <p:ph idx="1" type="body"/>
          </p:nvPr>
        </p:nvSpPr>
        <p:spPr>
          <a:xfrm>
            <a:off x="311700" y="3617525"/>
            <a:ext cx="5998800" cy="605100"/>
          </a:xfrm>
          <a:prstGeom prst="rect">
            <a:avLst/>
          </a:prstGeom>
        </p:spPr>
        <p:txBody>
          <a:bodyPr anchorCtr="0" anchor="ctr" bIns="91425" lIns="91425" spcFirstLastPara="1" rIns="91425" wrap="square" tIns="91425">
            <a:normAutofit/>
          </a:bodyPr>
          <a:lstStyle>
            <a:lvl1pPr indent="-228600" lvl="0" marL="457200" rtl="0">
              <a:lnSpc>
                <a:spcPct val="100000"/>
              </a:lnSpc>
              <a:spcBef>
                <a:spcPts val="0"/>
              </a:spcBef>
              <a:spcAft>
                <a:spcPts val="0"/>
              </a:spcAft>
              <a:buSzPts val="1800"/>
              <a:buNone/>
              <a:defRPr/>
            </a:lvl1pPr>
          </a:lstStyle>
          <a:p/>
        </p:txBody>
      </p:sp>
      <p:pic>
        <p:nvPicPr>
          <p:cNvPr id="610" name="Google Shape;610;p60"/>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611" name="Google Shape;611;p60"/>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612" name="Google Shape;612;p60"/>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solidFill>
          <a:schemeClr val="dk1"/>
        </a:solidFill>
      </p:bgPr>
    </p:bg>
    <p:spTree>
      <p:nvGrpSpPr>
        <p:cNvPr id="613" name="Shape 613"/>
        <p:cNvGrpSpPr/>
        <p:nvPr/>
      </p:nvGrpSpPr>
      <p:grpSpPr>
        <a:xfrm>
          <a:off x="0" y="0"/>
          <a:ext cx="0" cy="0"/>
          <a:chOff x="0" y="0"/>
          <a:chExt cx="0" cy="0"/>
        </a:xfrm>
      </p:grpSpPr>
      <p:pic>
        <p:nvPicPr>
          <p:cNvPr id="614" name="Google Shape;614;p61"/>
          <p:cNvPicPr preferRelativeResize="0"/>
          <p:nvPr/>
        </p:nvPicPr>
        <p:blipFill>
          <a:blip r:embed="rId2">
            <a:alphaModFix/>
          </a:blip>
          <a:stretch>
            <a:fillRect/>
          </a:stretch>
        </p:blipFill>
        <p:spPr>
          <a:xfrm>
            <a:off x="388775" y="1652350"/>
            <a:ext cx="8367226" cy="2812650"/>
          </a:xfrm>
          <a:prstGeom prst="rect">
            <a:avLst/>
          </a:prstGeom>
          <a:noFill/>
          <a:ln>
            <a:noFill/>
          </a:ln>
        </p:spPr>
      </p:pic>
      <p:sp>
        <p:nvSpPr>
          <p:cNvPr id="615" name="Google Shape;615;p61"/>
          <p:cNvSpPr txBox="1"/>
          <p:nvPr>
            <p:ph hasCustomPrompt="1" type="title"/>
          </p:nvPr>
        </p:nvSpPr>
        <p:spPr>
          <a:xfrm>
            <a:off x="590401" y="1647950"/>
            <a:ext cx="3793200" cy="16248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10000"/>
              <a:buFont typeface="Inter SemiBold"/>
              <a:buNone/>
              <a:defRPr sz="10000">
                <a:solidFill>
                  <a:schemeClr val="dk1"/>
                </a:solidFill>
                <a:latin typeface="Inter SemiBold"/>
                <a:ea typeface="Inter SemiBold"/>
                <a:cs typeface="Inter SemiBold"/>
                <a:sym typeface="Inter SemiBold"/>
              </a:defRPr>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616" name="Google Shape;616;p61"/>
          <p:cNvSpPr txBox="1"/>
          <p:nvPr>
            <p:ph idx="2"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617" name="Google Shape;617;p61"/>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cxnSp>
        <p:nvCxnSpPr>
          <p:cNvPr id="618" name="Google Shape;618;p61"/>
          <p:cNvCxnSpPr/>
          <p:nvPr/>
        </p:nvCxnSpPr>
        <p:spPr>
          <a:xfrm rot="10800000">
            <a:off x="4549601" y="1710538"/>
            <a:ext cx="0" cy="2168700"/>
          </a:xfrm>
          <a:prstGeom prst="straightConnector1">
            <a:avLst/>
          </a:prstGeom>
          <a:noFill/>
          <a:ln cap="flat" cmpd="sng" w="9525">
            <a:solidFill>
              <a:schemeClr val="dk1"/>
            </a:solidFill>
            <a:prstDash val="solid"/>
            <a:round/>
            <a:headEnd len="med" w="med" type="none"/>
            <a:tailEnd len="med" w="med" type="none"/>
          </a:ln>
        </p:spPr>
      </p:cxnSp>
      <p:sp>
        <p:nvSpPr>
          <p:cNvPr id="619" name="Google Shape;619;p61"/>
          <p:cNvSpPr txBox="1"/>
          <p:nvPr>
            <p:ph idx="3" type="subTitle"/>
          </p:nvPr>
        </p:nvSpPr>
        <p:spPr>
          <a:xfrm>
            <a:off x="590400" y="3005625"/>
            <a:ext cx="3793200" cy="745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Font typeface="Space Mono"/>
              <a:buNone/>
              <a:defRPr>
                <a:solidFill>
                  <a:schemeClr val="dk1"/>
                </a:solidFill>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620" name="Google Shape;620;p61"/>
          <p:cNvSpPr txBox="1"/>
          <p:nvPr>
            <p:ph hasCustomPrompt="1" idx="4" type="title"/>
          </p:nvPr>
        </p:nvSpPr>
        <p:spPr>
          <a:xfrm>
            <a:off x="4776726" y="1652738"/>
            <a:ext cx="3793200" cy="16248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10000"/>
              <a:buFont typeface="Inter SemiBold"/>
              <a:buNone/>
              <a:defRPr sz="10000">
                <a:solidFill>
                  <a:schemeClr val="dk1"/>
                </a:solidFill>
                <a:latin typeface="Inter SemiBold"/>
                <a:ea typeface="Inter SemiBold"/>
                <a:cs typeface="Inter SemiBold"/>
                <a:sym typeface="Inter SemiBold"/>
              </a:defRPr>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621" name="Google Shape;621;p61"/>
          <p:cNvSpPr txBox="1"/>
          <p:nvPr>
            <p:ph idx="5" type="subTitle"/>
          </p:nvPr>
        </p:nvSpPr>
        <p:spPr>
          <a:xfrm>
            <a:off x="4776725" y="3010413"/>
            <a:ext cx="3793200" cy="745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Font typeface="Space Mono"/>
              <a:buNone/>
              <a:defRPr>
                <a:solidFill>
                  <a:schemeClr val="dk1"/>
                </a:solidFill>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622" name="Google Shape;622;p61"/>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623" name="Google Shape;623;p61"/>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624" name="Google Shape;624;p61"/>
          <p:cNvSpPr txBox="1"/>
          <p:nvPr>
            <p:ph idx="6"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se Study (1)">
  <p:cSld name="BIG_NUMBER_1">
    <p:bg>
      <p:bgPr>
        <a:solidFill>
          <a:schemeClr val="dk1"/>
        </a:solidFill>
      </p:bgPr>
    </p:bg>
    <p:spTree>
      <p:nvGrpSpPr>
        <p:cNvPr id="625" name="Shape 625"/>
        <p:cNvGrpSpPr/>
        <p:nvPr/>
      </p:nvGrpSpPr>
      <p:grpSpPr>
        <a:xfrm>
          <a:off x="0" y="0"/>
          <a:ext cx="0" cy="0"/>
          <a:chOff x="0" y="0"/>
          <a:chExt cx="0" cy="0"/>
        </a:xfrm>
      </p:grpSpPr>
      <p:sp>
        <p:nvSpPr>
          <p:cNvPr id="626" name="Google Shape;626;p62"/>
          <p:cNvSpPr txBox="1"/>
          <p:nvPr>
            <p:ph type="title"/>
          </p:nvPr>
        </p:nvSpPr>
        <p:spPr>
          <a:xfrm>
            <a:off x="311700" y="445025"/>
            <a:ext cx="44127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627" name="Google Shape;627;p62"/>
          <p:cNvSpPr txBox="1"/>
          <p:nvPr>
            <p:ph idx="1" type="subTitle"/>
          </p:nvPr>
        </p:nvSpPr>
        <p:spPr>
          <a:xfrm>
            <a:off x="311700" y="1055100"/>
            <a:ext cx="44127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cxnSp>
        <p:nvCxnSpPr>
          <p:cNvPr id="628" name="Google Shape;628;p62"/>
          <p:cNvCxnSpPr/>
          <p:nvPr/>
        </p:nvCxnSpPr>
        <p:spPr>
          <a:xfrm rot="10800000">
            <a:off x="4549601" y="1710538"/>
            <a:ext cx="0" cy="2168700"/>
          </a:xfrm>
          <a:prstGeom prst="straightConnector1">
            <a:avLst/>
          </a:prstGeom>
          <a:noFill/>
          <a:ln cap="flat" cmpd="sng" w="9525">
            <a:solidFill>
              <a:schemeClr val="dk1"/>
            </a:solidFill>
            <a:prstDash val="solid"/>
            <a:round/>
            <a:headEnd len="med" w="med" type="none"/>
            <a:tailEnd len="med" w="med" type="none"/>
          </a:ln>
        </p:spPr>
      </p:cxnSp>
      <p:sp>
        <p:nvSpPr>
          <p:cNvPr id="629" name="Google Shape;629;p62"/>
          <p:cNvSpPr txBox="1"/>
          <p:nvPr>
            <p:ph idx="2" type="body"/>
          </p:nvPr>
        </p:nvSpPr>
        <p:spPr>
          <a:xfrm>
            <a:off x="311700" y="1570900"/>
            <a:ext cx="4412700" cy="25344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Clr>
                <a:srgbClr val="D9D9D9"/>
              </a:buClr>
              <a:buSzPts val="1800"/>
              <a:buChar char="●"/>
              <a:defRPr>
                <a:solidFill>
                  <a:srgbClr val="D9D9D9"/>
                </a:solidFill>
              </a:defRPr>
            </a:lvl1pPr>
            <a:lvl2pPr indent="-317500" lvl="1" marL="914400" rtl="0">
              <a:spcBef>
                <a:spcPts val="1000"/>
              </a:spcBef>
              <a:spcAft>
                <a:spcPts val="0"/>
              </a:spcAft>
              <a:buClr>
                <a:srgbClr val="D9D9D9"/>
              </a:buClr>
              <a:buSzPts val="1400"/>
              <a:buChar char="○"/>
              <a:defRPr>
                <a:solidFill>
                  <a:srgbClr val="D9D9D9"/>
                </a:solidFill>
              </a:defRPr>
            </a:lvl2pPr>
            <a:lvl3pPr indent="-317500" lvl="2" marL="1371600" rtl="0">
              <a:spcBef>
                <a:spcPts val="1000"/>
              </a:spcBef>
              <a:spcAft>
                <a:spcPts val="0"/>
              </a:spcAft>
              <a:buClr>
                <a:srgbClr val="D9D9D9"/>
              </a:buClr>
              <a:buSzPts val="1400"/>
              <a:buChar char="■"/>
              <a:defRPr>
                <a:solidFill>
                  <a:srgbClr val="D9D9D9"/>
                </a:solidFill>
              </a:defRPr>
            </a:lvl3pPr>
            <a:lvl4pPr indent="-317500" lvl="3" marL="1828800" rtl="0">
              <a:spcBef>
                <a:spcPts val="1000"/>
              </a:spcBef>
              <a:spcAft>
                <a:spcPts val="0"/>
              </a:spcAft>
              <a:buClr>
                <a:srgbClr val="D9D9D9"/>
              </a:buClr>
              <a:buSzPts val="1400"/>
              <a:buChar char="●"/>
              <a:defRPr>
                <a:solidFill>
                  <a:srgbClr val="D9D9D9"/>
                </a:solidFill>
              </a:defRPr>
            </a:lvl4pPr>
            <a:lvl5pPr indent="-317500" lvl="4" marL="2286000" rtl="0">
              <a:spcBef>
                <a:spcPts val="1000"/>
              </a:spcBef>
              <a:spcAft>
                <a:spcPts val="0"/>
              </a:spcAft>
              <a:buClr>
                <a:srgbClr val="D9D9D9"/>
              </a:buClr>
              <a:buSzPts val="1400"/>
              <a:buChar char="○"/>
              <a:defRPr>
                <a:solidFill>
                  <a:srgbClr val="D9D9D9"/>
                </a:solidFill>
              </a:defRPr>
            </a:lvl5pPr>
            <a:lvl6pPr indent="-317500" lvl="5" marL="2743200" rtl="0">
              <a:spcBef>
                <a:spcPts val="1000"/>
              </a:spcBef>
              <a:spcAft>
                <a:spcPts val="0"/>
              </a:spcAft>
              <a:buClr>
                <a:srgbClr val="D9D9D9"/>
              </a:buClr>
              <a:buSzPts val="1400"/>
              <a:buChar char="■"/>
              <a:defRPr>
                <a:solidFill>
                  <a:srgbClr val="D9D9D9"/>
                </a:solidFill>
              </a:defRPr>
            </a:lvl6pPr>
            <a:lvl7pPr indent="-317500" lvl="6" marL="3200400" rtl="0">
              <a:spcBef>
                <a:spcPts val="1000"/>
              </a:spcBef>
              <a:spcAft>
                <a:spcPts val="0"/>
              </a:spcAft>
              <a:buClr>
                <a:srgbClr val="D9D9D9"/>
              </a:buClr>
              <a:buSzPts val="1400"/>
              <a:buChar char="●"/>
              <a:defRPr>
                <a:solidFill>
                  <a:srgbClr val="D9D9D9"/>
                </a:solidFill>
              </a:defRPr>
            </a:lvl7pPr>
            <a:lvl8pPr indent="-317500" lvl="7" marL="3657600" rtl="0">
              <a:spcBef>
                <a:spcPts val="1000"/>
              </a:spcBef>
              <a:spcAft>
                <a:spcPts val="0"/>
              </a:spcAft>
              <a:buClr>
                <a:srgbClr val="D9D9D9"/>
              </a:buClr>
              <a:buSzPts val="1400"/>
              <a:buChar char="○"/>
              <a:defRPr>
                <a:solidFill>
                  <a:srgbClr val="D9D9D9"/>
                </a:solidFill>
              </a:defRPr>
            </a:lvl8pPr>
            <a:lvl9pPr indent="-317500" lvl="8" marL="4114800" rtl="0">
              <a:spcBef>
                <a:spcPts val="1000"/>
              </a:spcBef>
              <a:spcAft>
                <a:spcPts val="1000"/>
              </a:spcAft>
              <a:buClr>
                <a:srgbClr val="D9D9D9"/>
              </a:buClr>
              <a:buSzPts val="1400"/>
              <a:buChar char="■"/>
              <a:defRPr>
                <a:solidFill>
                  <a:srgbClr val="D9D9D9"/>
                </a:solidFill>
              </a:defRPr>
            </a:lvl9pPr>
          </a:lstStyle>
          <a:p/>
        </p:txBody>
      </p:sp>
      <p:sp>
        <p:nvSpPr>
          <p:cNvPr id="630" name="Google Shape;630;p62"/>
          <p:cNvSpPr/>
          <p:nvPr>
            <p:ph idx="3" type="pic"/>
          </p:nvPr>
        </p:nvSpPr>
        <p:spPr>
          <a:xfrm>
            <a:off x="5133600" y="0"/>
            <a:ext cx="4010400" cy="2775900"/>
          </a:xfrm>
          <a:prstGeom prst="rect">
            <a:avLst/>
          </a:prstGeom>
          <a:noFill/>
          <a:ln>
            <a:noFill/>
          </a:ln>
        </p:spPr>
      </p:sp>
      <p:pic>
        <p:nvPicPr>
          <p:cNvPr id="631" name="Google Shape;631;p62"/>
          <p:cNvPicPr preferRelativeResize="0"/>
          <p:nvPr/>
        </p:nvPicPr>
        <p:blipFill>
          <a:blip r:embed="rId2">
            <a:alphaModFix/>
          </a:blip>
          <a:stretch>
            <a:fillRect/>
          </a:stretch>
        </p:blipFill>
        <p:spPr>
          <a:xfrm>
            <a:off x="5133599" y="2946925"/>
            <a:ext cx="3572248" cy="1596099"/>
          </a:xfrm>
          <a:prstGeom prst="rect">
            <a:avLst/>
          </a:prstGeom>
          <a:noFill/>
          <a:ln>
            <a:noFill/>
          </a:ln>
        </p:spPr>
      </p:pic>
      <p:sp>
        <p:nvSpPr>
          <p:cNvPr id="632" name="Google Shape;632;p62"/>
          <p:cNvSpPr txBox="1"/>
          <p:nvPr>
            <p:ph hasCustomPrompt="1" idx="4" type="title"/>
          </p:nvPr>
        </p:nvSpPr>
        <p:spPr>
          <a:xfrm>
            <a:off x="5276850" y="2946925"/>
            <a:ext cx="3285900" cy="10155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6500"/>
              <a:buFont typeface="Inter SemiBold"/>
              <a:buNone/>
              <a:defRPr sz="6500">
                <a:solidFill>
                  <a:schemeClr val="dk1"/>
                </a:solidFill>
                <a:latin typeface="Inter SemiBold"/>
                <a:ea typeface="Inter SemiBold"/>
                <a:cs typeface="Inter SemiBold"/>
                <a:sym typeface="Inter SemiBold"/>
              </a:defRPr>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633" name="Google Shape;633;p62"/>
          <p:cNvSpPr txBox="1"/>
          <p:nvPr>
            <p:ph idx="5" type="subTitle"/>
          </p:nvPr>
        </p:nvSpPr>
        <p:spPr>
          <a:xfrm>
            <a:off x="5276988" y="3715100"/>
            <a:ext cx="32859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200"/>
              <a:buFont typeface="Space Mono"/>
              <a:buNone/>
              <a:defRPr sz="1200">
                <a:solidFill>
                  <a:schemeClr val="dk1"/>
                </a:solidFill>
                <a:latin typeface="Space Mono"/>
                <a:ea typeface="Space Mono"/>
                <a:cs typeface="Space Mono"/>
                <a:sym typeface="Space Mono"/>
              </a:defRPr>
            </a:lvl1pPr>
            <a:lvl2pPr lvl="1" rtl="0">
              <a:spcBef>
                <a:spcPts val="1000"/>
              </a:spcBef>
              <a:spcAft>
                <a:spcPts val="0"/>
              </a:spcAft>
              <a:buSzPts val="1200"/>
              <a:buNone/>
              <a:defRPr sz="1200"/>
            </a:lvl2pPr>
            <a:lvl3pPr lvl="2" rtl="0">
              <a:spcBef>
                <a:spcPts val="1000"/>
              </a:spcBef>
              <a:spcAft>
                <a:spcPts val="0"/>
              </a:spcAft>
              <a:buSzPts val="1200"/>
              <a:buNone/>
              <a:defRPr sz="1200"/>
            </a:lvl3pPr>
            <a:lvl4pPr lvl="3" rtl="0">
              <a:spcBef>
                <a:spcPts val="1000"/>
              </a:spcBef>
              <a:spcAft>
                <a:spcPts val="0"/>
              </a:spcAft>
              <a:buSzPts val="1200"/>
              <a:buNone/>
              <a:defRPr sz="1200"/>
            </a:lvl4pPr>
            <a:lvl5pPr lvl="4" rtl="0">
              <a:spcBef>
                <a:spcPts val="1000"/>
              </a:spcBef>
              <a:spcAft>
                <a:spcPts val="0"/>
              </a:spcAft>
              <a:buSzPts val="1200"/>
              <a:buNone/>
              <a:defRPr sz="1200"/>
            </a:lvl5pPr>
            <a:lvl6pPr lvl="5" rtl="0">
              <a:spcBef>
                <a:spcPts val="1000"/>
              </a:spcBef>
              <a:spcAft>
                <a:spcPts val="0"/>
              </a:spcAft>
              <a:buSzPts val="1200"/>
              <a:buNone/>
              <a:defRPr sz="1200"/>
            </a:lvl6pPr>
            <a:lvl7pPr lvl="6" rtl="0">
              <a:spcBef>
                <a:spcPts val="1000"/>
              </a:spcBef>
              <a:spcAft>
                <a:spcPts val="0"/>
              </a:spcAft>
              <a:buSzPts val="1200"/>
              <a:buNone/>
              <a:defRPr sz="1200"/>
            </a:lvl7pPr>
            <a:lvl8pPr lvl="7" rtl="0">
              <a:spcBef>
                <a:spcPts val="1000"/>
              </a:spcBef>
              <a:spcAft>
                <a:spcPts val="0"/>
              </a:spcAft>
              <a:buSzPts val="1200"/>
              <a:buNone/>
              <a:defRPr sz="1200"/>
            </a:lvl8pPr>
            <a:lvl9pPr lvl="8" rtl="0">
              <a:spcBef>
                <a:spcPts val="1000"/>
              </a:spcBef>
              <a:spcAft>
                <a:spcPts val="1000"/>
              </a:spcAft>
              <a:buSzPts val="1200"/>
              <a:buNone/>
              <a:defRPr sz="1200"/>
            </a:lvl9pPr>
          </a:lstStyle>
          <a:p/>
        </p:txBody>
      </p:sp>
      <p:sp>
        <p:nvSpPr>
          <p:cNvPr id="634" name="Google Shape;634;p62"/>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635" name="Google Shape;635;p62"/>
          <p:cNvSpPr txBox="1"/>
          <p:nvPr>
            <p:ph idx="6"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pic>
        <p:nvPicPr>
          <p:cNvPr id="636" name="Google Shape;636;p62"/>
          <p:cNvPicPr preferRelativeResize="0"/>
          <p:nvPr/>
        </p:nvPicPr>
        <p:blipFill>
          <a:blip r:embed="rId3">
            <a:alphaModFix/>
          </a:blip>
          <a:stretch>
            <a:fillRect/>
          </a:stretch>
        </p:blipFill>
        <p:spPr>
          <a:xfrm>
            <a:off x="457529" y="4543025"/>
            <a:ext cx="950976" cy="142646"/>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BLK" type="blank">
  <p:cSld name="BLANK">
    <p:spTree>
      <p:nvGrpSpPr>
        <p:cNvPr id="637" name="Shape 637"/>
        <p:cNvGrpSpPr/>
        <p:nvPr/>
      </p:nvGrpSpPr>
      <p:grpSpPr>
        <a:xfrm>
          <a:off x="0" y="0"/>
          <a:ext cx="0" cy="0"/>
          <a:chOff x="0" y="0"/>
          <a:chExt cx="0" cy="0"/>
        </a:xfrm>
      </p:grpSpPr>
      <p:sp>
        <p:nvSpPr>
          <p:cNvPr id="638" name="Google Shape;638;p63"/>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639" name="Google Shape;639;p63"/>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Gradient">
  <p:cSld name="BLANK_2">
    <p:bg>
      <p:bgPr>
        <a:blipFill>
          <a:blip r:embed="rId2">
            <a:alphaModFix/>
          </a:blip>
          <a:stretch>
            <a:fillRect/>
          </a:stretch>
        </a:blipFill>
      </p:bgPr>
    </p:bg>
    <p:spTree>
      <p:nvGrpSpPr>
        <p:cNvPr id="640" name="Shape 640"/>
        <p:cNvGrpSpPr/>
        <p:nvPr/>
      </p:nvGrpSpPr>
      <p:grpSpPr>
        <a:xfrm>
          <a:off x="0" y="0"/>
          <a:ext cx="0" cy="0"/>
          <a:chOff x="0" y="0"/>
          <a:chExt cx="0" cy="0"/>
        </a:xfrm>
      </p:grpSpPr>
      <p:sp>
        <p:nvSpPr>
          <p:cNvPr id="641" name="Google Shape;641;p6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HT">
  <p:cSld name="BLANK_1">
    <p:bg>
      <p:bgPr>
        <a:solidFill>
          <a:schemeClr val="lt1"/>
        </a:solidFill>
      </p:bgPr>
    </p:bg>
    <p:spTree>
      <p:nvGrpSpPr>
        <p:cNvPr id="642" name="Shape 642"/>
        <p:cNvGrpSpPr/>
        <p:nvPr/>
      </p:nvGrpSpPr>
      <p:grpSpPr>
        <a:xfrm>
          <a:off x="0" y="0"/>
          <a:ext cx="0" cy="0"/>
          <a:chOff x="0" y="0"/>
          <a:chExt cx="0" cy="0"/>
        </a:xfrm>
      </p:grpSpPr>
      <p:sp>
        <p:nvSpPr>
          <p:cNvPr id="643" name="Google Shape;643;p6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3">
  <p:cSld name="TITLE_3">
    <p:spTree>
      <p:nvGrpSpPr>
        <p:cNvPr id="644" name="Shape 644"/>
        <p:cNvGrpSpPr/>
        <p:nvPr/>
      </p:nvGrpSpPr>
      <p:grpSpPr>
        <a:xfrm>
          <a:off x="0" y="0"/>
          <a:ext cx="0" cy="0"/>
          <a:chOff x="0" y="0"/>
          <a:chExt cx="0" cy="0"/>
        </a:xfrm>
      </p:grpSpPr>
      <p:sp>
        <p:nvSpPr>
          <p:cNvPr id="645" name="Google Shape;645;p66"/>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46" name="Google Shape;646;p66"/>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cons + Assets">
  <p:cSld name="TITLE_3_1">
    <p:spTree>
      <p:nvGrpSpPr>
        <p:cNvPr id="647" name="Shape 647"/>
        <p:cNvGrpSpPr/>
        <p:nvPr/>
      </p:nvGrpSpPr>
      <p:grpSpPr>
        <a:xfrm>
          <a:off x="0" y="0"/>
          <a:ext cx="0" cy="0"/>
          <a:chOff x="0" y="0"/>
          <a:chExt cx="0" cy="0"/>
        </a:xfrm>
      </p:grpSpPr>
      <p:cxnSp>
        <p:nvCxnSpPr>
          <p:cNvPr id="648" name="Google Shape;648;p67"/>
          <p:cNvCxnSpPr/>
          <p:nvPr/>
        </p:nvCxnSpPr>
        <p:spPr>
          <a:xfrm>
            <a:off x="414650" y="913250"/>
            <a:ext cx="3749400" cy="0"/>
          </a:xfrm>
          <a:prstGeom prst="straightConnector1">
            <a:avLst/>
          </a:prstGeom>
          <a:noFill/>
          <a:ln cap="flat" cmpd="sng" w="9525">
            <a:solidFill>
              <a:srgbClr val="595959"/>
            </a:solidFill>
            <a:prstDash val="solid"/>
            <a:round/>
            <a:headEnd len="med" w="med" type="none"/>
            <a:tailEnd len="med" w="med" type="none"/>
          </a:ln>
        </p:spPr>
      </p:cxnSp>
      <p:sp>
        <p:nvSpPr>
          <p:cNvPr id="649" name="Google Shape;649;p67"/>
          <p:cNvSpPr txBox="1"/>
          <p:nvPr/>
        </p:nvSpPr>
        <p:spPr>
          <a:xfrm>
            <a:off x="414650" y="445025"/>
            <a:ext cx="3749400" cy="572700"/>
          </a:xfrm>
          <a:prstGeom prst="rect">
            <a:avLst/>
          </a:prstGeom>
          <a:noFill/>
          <a:ln>
            <a:noFill/>
          </a:ln>
        </p:spPr>
        <p:txBody>
          <a:bodyPr anchorCtr="0" anchor="t" bIns="91425" lIns="91425" spcFirstLastPara="1" rIns="91425" wrap="square" tIns="91425">
            <a:normAutofit/>
          </a:bodyPr>
          <a:lstStyle/>
          <a:p>
            <a:pPr indent="0" lvl="0" marL="0" rtl="0" algn="l">
              <a:spcBef>
                <a:spcPts val="0"/>
              </a:spcBef>
              <a:spcAft>
                <a:spcPts val="0"/>
              </a:spcAft>
              <a:buNone/>
            </a:pPr>
            <a:r>
              <a:rPr lang="en" sz="1820">
                <a:solidFill>
                  <a:srgbClr val="FFFFFF"/>
                </a:solidFill>
                <a:latin typeface="Inter"/>
                <a:ea typeface="Inter"/>
                <a:cs typeface="Inter"/>
                <a:sym typeface="Inter"/>
              </a:rPr>
              <a:t>Icons &amp; Symbols</a:t>
            </a:r>
            <a:endParaRPr sz="1820">
              <a:solidFill>
                <a:srgbClr val="FFFFFF"/>
              </a:solidFill>
              <a:latin typeface="Inter"/>
              <a:ea typeface="Inter"/>
              <a:cs typeface="Inter"/>
              <a:sym typeface="Inter"/>
            </a:endParaRPr>
          </a:p>
        </p:txBody>
      </p:sp>
      <p:pic>
        <p:nvPicPr>
          <p:cNvPr id="650" name="Google Shape;650;p67"/>
          <p:cNvPicPr preferRelativeResize="0"/>
          <p:nvPr/>
        </p:nvPicPr>
        <p:blipFill>
          <a:blip r:embed="rId2">
            <a:alphaModFix/>
          </a:blip>
          <a:stretch>
            <a:fillRect/>
          </a:stretch>
        </p:blipFill>
        <p:spPr>
          <a:xfrm>
            <a:off x="5818300" y="1853016"/>
            <a:ext cx="2213224" cy="441384"/>
          </a:xfrm>
          <a:prstGeom prst="rect">
            <a:avLst/>
          </a:prstGeom>
          <a:noFill/>
          <a:ln>
            <a:noFill/>
          </a:ln>
        </p:spPr>
      </p:pic>
      <p:pic>
        <p:nvPicPr>
          <p:cNvPr id="651" name="Google Shape;651;p67"/>
          <p:cNvPicPr preferRelativeResize="0"/>
          <p:nvPr/>
        </p:nvPicPr>
        <p:blipFill>
          <a:blip r:embed="rId3">
            <a:alphaModFix/>
          </a:blip>
          <a:stretch>
            <a:fillRect/>
          </a:stretch>
        </p:blipFill>
        <p:spPr>
          <a:xfrm>
            <a:off x="5818300" y="1162450"/>
            <a:ext cx="2213224" cy="441384"/>
          </a:xfrm>
          <a:prstGeom prst="rect">
            <a:avLst/>
          </a:prstGeom>
          <a:noFill/>
          <a:ln>
            <a:noFill/>
          </a:ln>
        </p:spPr>
      </p:pic>
      <p:cxnSp>
        <p:nvCxnSpPr>
          <p:cNvPr id="652" name="Google Shape;652;p67"/>
          <p:cNvCxnSpPr/>
          <p:nvPr/>
        </p:nvCxnSpPr>
        <p:spPr>
          <a:xfrm>
            <a:off x="4554500" y="913250"/>
            <a:ext cx="4167000" cy="0"/>
          </a:xfrm>
          <a:prstGeom prst="straightConnector1">
            <a:avLst/>
          </a:prstGeom>
          <a:noFill/>
          <a:ln cap="flat" cmpd="sng" w="9525">
            <a:solidFill>
              <a:srgbClr val="595959"/>
            </a:solidFill>
            <a:prstDash val="solid"/>
            <a:round/>
            <a:headEnd len="med" w="med" type="none"/>
            <a:tailEnd len="med" w="med" type="none"/>
          </a:ln>
        </p:spPr>
      </p:cxnSp>
      <p:sp>
        <p:nvSpPr>
          <p:cNvPr id="653" name="Google Shape;653;p67"/>
          <p:cNvSpPr txBox="1"/>
          <p:nvPr/>
        </p:nvSpPr>
        <p:spPr>
          <a:xfrm>
            <a:off x="4546950" y="445025"/>
            <a:ext cx="4212000" cy="572700"/>
          </a:xfrm>
          <a:prstGeom prst="rect">
            <a:avLst/>
          </a:prstGeom>
          <a:noFill/>
          <a:ln>
            <a:noFill/>
          </a:ln>
        </p:spPr>
        <p:txBody>
          <a:bodyPr anchorCtr="0" anchor="t" bIns="91425" lIns="91425" spcFirstLastPara="1" rIns="91425" wrap="square" tIns="91425">
            <a:normAutofit/>
          </a:bodyPr>
          <a:lstStyle/>
          <a:p>
            <a:pPr indent="0" lvl="0" marL="0" rtl="0" algn="l">
              <a:spcBef>
                <a:spcPts val="0"/>
              </a:spcBef>
              <a:spcAft>
                <a:spcPts val="0"/>
              </a:spcAft>
              <a:buNone/>
            </a:pPr>
            <a:r>
              <a:rPr lang="en" sz="1820">
                <a:solidFill>
                  <a:srgbClr val="FFFFFF"/>
                </a:solidFill>
                <a:latin typeface="Inter"/>
                <a:ea typeface="Inter"/>
                <a:cs typeface="Inter"/>
                <a:sym typeface="Inter"/>
              </a:rPr>
              <a:t xml:space="preserve">Logos &amp; Stat Boxes </a:t>
            </a:r>
            <a:endParaRPr sz="1820">
              <a:solidFill>
                <a:srgbClr val="FFFFFF"/>
              </a:solidFill>
              <a:latin typeface="Inter"/>
              <a:ea typeface="Inter"/>
              <a:cs typeface="Inter"/>
              <a:sym typeface="Inter"/>
            </a:endParaRPr>
          </a:p>
        </p:txBody>
      </p:sp>
      <p:pic>
        <p:nvPicPr>
          <p:cNvPr id="654" name="Google Shape;654;p67"/>
          <p:cNvPicPr preferRelativeResize="0"/>
          <p:nvPr/>
        </p:nvPicPr>
        <p:blipFill rotWithShape="1">
          <a:blip r:embed="rId2">
            <a:alphaModFix/>
          </a:blip>
          <a:srcRect b="0" l="0" r="79563" t="0"/>
          <a:stretch/>
        </p:blipFill>
        <p:spPr>
          <a:xfrm>
            <a:off x="5053925" y="1853025"/>
            <a:ext cx="452324" cy="441375"/>
          </a:xfrm>
          <a:prstGeom prst="rect">
            <a:avLst/>
          </a:prstGeom>
          <a:noFill/>
          <a:ln>
            <a:noFill/>
          </a:ln>
        </p:spPr>
      </p:pic>
      <p:pic>
        <p:nvPicPr>
          <p:cNvPr id="655" name="Google Shape;655;p67"/>
          <p:cNvPicPr preferRelativeResize="0"/>
          <p:nvPr/>
        </p:nvPicPr>
        <p:blipFill rotWithShape="1">
          <a:blip r:embed="rId3">
            <a:alphaModFix/>
          </a:blip>
          <a:srcRect b="0" l="0" r="79563" t="0"/>
          <a:stretch/>
        </p:blipFill>
        <p:spPr>
          <a:xfrm>
            <a:off x="5058068" y="1162450"/>
            <a:ext cx="452324" cy="441375"/>
          </a:xfrm>
          <a:prstGeom prst="rect">
            <a:avLst/>
          </a:prstGeom>
          <a:noFill/>
          <a:ln>
            <a:noFill/>
          </a:ln>
        </p:spPr>
      </p:pic>
      <p:pic>
        <p:nvPicPr>
          <p:cNvPr id="656" name="Google Shape;656;p67"/>
          <p:cNvPicPr preferRelativeResize="0"/>
          <p:nvPr/>
        </p:nvPicPr>
        <p:blipFill>
          <a:blip r:embed="rId4">
            <a:alphaModFix/>
          </a:blip>
          <a:stretch>
            <a:fillRect/>
          </a:stretch>
        </p:blipFill>
        <p:spPr>
          <a:xfrm>
            <a:off x="2007939" y="1144536"/>
            <a:ext cx="452325" cy="452325"/>
          </a:xfrm>
          <a:prstGeom prst="rect">
            <a:avLst/>
          </a:prstGeom>
          <a:noFill/>
          <a:ln>
            <a:noFill/>
          </a:ln>
        </p:spPr>
      </p:pic>
      <p:pic>
        <p:nvPicPr>
          <p:cNvPr id="657" name="Google Shape;657;p67"/>
          <p:cNvPicPr preferRelativeResize="0"/>
          <p:nvPr/>
        </p:nvPicPr>
        <p:blipFill>
          <a:blip r:embed="rId5">
            <a:alphaModFix/>
          </a:blip>
          <a:stretch>
            <a:fillRect/>
          </a:stretch>
        </p:blipFill>
        <p:spPr>
          <a:xfrm>
            <a:off x="590989" y="2550548"/>
            <a:ext cx="452325" cy="452325"/>
          </a:xfrm>
          <a:prstGeom prst="rect">
            <a:avLst/>
          </a:prstGeom>
          <a:noFill/>
          <a:ln>
            <a:noFill/>
          </a:ln>
        </p:spPr>
      </p:pic>
      <p:pic>
        <p:nvPicPr>
          <p:cNvPr id="658" name="Google Shape;658;p67"/>
          <p:cNvPicPr preferRelativeResize="0"/>
          <p:nvPr/>
        </p:nvPicPr>
        <p:blipFill>
          <a:blip r:embed="rId6">
            <a:alphaModFix/>
          </a:blip>
          <a:stretch>
            <a:fillRect/>
          </a:stretch>
        </p:blipFill>
        <p:spPr>
          <a:xfrm>
            <a:off x="3424889" y="1144536"/>
            <a:ext cx="452325" cy="452325"/>
          </a:xfrm>
          <a:prstGeom prst="rect">
            <a:avLst/>
          </a:prstGeom>
          <a:noFill/>
          <a:ln>
            <a:noFill/>
          </a:ln>
        </p:spPr>
      </p:pic>
      <p:pic>
        <p:nvPicPr>
          <p:cNvPr id="659" name="Google Shape;659;p67"/>
          <p:cNvPicPr preferRelativeResize="0"/>
          <p:nvPr/>
        </p:nvPicPr>
        <p:blipFill>
          <a:blip r:embed="rId7">
            <a:alphaModFix/>
          </a:blip>
          <a:stretch>
            <a:fillRect/>
          </a:stretch>
        </p:blipFill>
        <p:spPr>
          <a:xfrm>
            <a:off x="590989" y="3253548"/>
            <a:ext cx="452325" cy="452325"/>
          </a:xfrm>
          <a:prstGeom prst="rect">
            <a:avLst/>
          </a:prstGeom>
          <a:noFill/>
          <a:ln>
            <a:noFill/>
          </a:ln>
        </p:spPr>
      </p:pic>
      <p:pic>
        <p:nvPicPr>
          <p:cNvPr id="660" name="Google Shape;660;p67"/>
          <p:cNvPicPr preferRelativeResize="0"/>
          <p:nvPr/>
        </p:nvPicPr>
        <p:blipFill>
          <a:blip r:embed="rId8">
            <a:alphaModFix/>
          </a:blip>
          <a:stretch>
            <a:fillRect/>
          </a:stretch>
        </p:blipFill>
        <p:spPr>
          <a:xfrm>
            <a:off x="1299464" y="1847548"/>
            <a:ext cx="452325" cy="452325"/>
          </a:xfrm>
          <a:prstGeom prst="rect">
            <a:avLst/>
          </a:prstGeom>
          <a:noFill/>
          <a:ln>
            <a:noFill/>
          </a:ln>
        </p:spPr>
      </p:pic>
      <p:pic>
        <p:nvPicPr>
          <p:cNvPr id="661" name="Google Shape;661;p67"/>
          <p:cNvPicPr preferRelativeResize="0"/>
          <p:nvPr/>
        </p:nvPicPr>
        <p:blipFill>
          <a:blip r:embed="rId9">
            <a:alphaModFix/>
          </a:blip>
          <a:stretch>
            <a:fillRect/>
          </a:stretch>
        </p:blipFill>
        <p:spPr>
          <a:xfrm>
            <a:off x="1309214" y="3253548"/>
            <a:ext cx="452325" cy="452325"/>
          </a:xfrm>
          <a:prstGeom prst="rect">
            <a:avLst/>
          </a:prstGeom>
          <a:noFill/>
          <a:ln>
            <a:noFill/>
          </a:ln>
        </p:spPr>
      </p:pic>
      <p:pic>
        <p:nvPicPr>
          <p:cNvPr id="662" name="Google Shape;662;p67"/>
          <p:cNvPicPr preferRelativeResize="0"/>
          <p:nvPr/>
        </p:nvPicPr>
        <p:blipFill>
          <a:blip r:embed="rId10">
            <a:alphaModFix/>
          </a:blip>
          <a:stretch>
            <a:fillRect/>
          </a:stretch>
        </p:blipFill>
        <p:spPr>
          <a:xfrm>
            <a:off x="2007926" y="3253548"/>
            <a:ext cx="452325" cy="452325"/>
          </a:xfrm>
          <a:prstGeom prst="rect">
            <a:avLst/>
          </a:prstGeom>
          <a:noFill/>
          <a:ln>
            <a:noFill/>
          </a:ln>
        </p:spPr>
      </p:pic>
      <p:pic>
        <p:nvPicPr>
          <p:cNvPr id="663" name="Google Shape;663;p67"/>
          <p:cNvPicPr preferRelativeResize="0"/>
          <p:nvPr/>
        </p:nvPicPr>
        <p:blipFill>
          <a:blip r:embed="rId11">
            <a:alphaModFix/>
          </a:blip>
          <a:stretch>
            <a:fillRect/>
          </a:stretch>
        </p:blipFill>
        <p:spPr>
          <a:xfrm>
            <a:off x="2716401" y="3961386"/>
            <a:ext cx="452325" cy="452325"/>
          </a:xfrm>
          <a:prstGeom prst="rect">
            <a:avLst/>
          </a:prstGeom>
          <a:noFill/>
          <a:ln>
            <a:noFill/>
          </a:ln>
        </p:spPr>
      </p:pic>
      <p:pic>
        <p:nvPicPr>
          <p:cNvPr id="664" name="Google Shape;664;p67"/>
          <p:cNvPicPr preferRelativeResize="0"/>
          <p:nvPr/>
        </p:nvPicPr>
        <p:blipFill>
          <a:blip r:embed="rId12">
            <a:alphaModFix/>
          </a:blip>
          <a:stretch>
            <a:fillRect/>
          </a:stretch>
        </p:blipFill>
        <p:spPr>
          <a:xfrm>
            <a:off x="2007926" y="3956536"/>
            <a:ext cx="452325" cy="452325"/>
          </a:xfrm>
          <a:prstGeom prst="rect">
            <a:avLst/>
          </a:prstGeom>
          <a:noFill/>
          <a:ln>
            <a:noFill/>
          </a:ln>
        </p:spPr>
      </p:pic>
      <p:pic>
        <p:nvPicPr>
          <p:cNvPr id="665" name="Google Shape;665;p67"/>
          <p:cNvPicPr preferRelativeResize="0"/>
          <p:nvPr/>
        </p:nvPicPr>
        <p:blipFill>
          <a:blip r:embed="rId13">
            <a:alphaModFix/>
          </a:blip>
          <a:stretch>
            <a:fillRect/>
          </a:stretch>
        </p:blipFill>
        <p:spPr>
          <a:xfrm>
            <a:off x="1299451" y="1144536"/>
            <a:ext cx="452325" cy="452325"/>
          </a:xfrm>
          <a:prstGeom prst="rect">
            <a:avLst/>
          </a:prstGeom>
          <a:noFill/>
          <a:ln>
            <a:noFill/>
          </a:ln>
        </p:spPr>
      </p:pic>
      <p:pic>
        <p:nvPicPr>
          <p:cNvPr id="666" name="Google Shape;666;p67"/>
          <p:cNvPicPr preferRelativeResize="0"/>
          <p:nvPr/>
        </p:nvPicPr>
        <p:blipFill>
          <a:blip r:embed="rId14">
            <a:alphaModFix/>
          </a:blip>
          <a:stretch>
            <a:fillRect/>
          </a:stretch>
        </p:blipFill>
        <p:spPr>
          <a:xfrm>
            <a:off x="2007926" y="2550548"/>
            <a:ext cx="452325" cy="452325"/>
          </a:xfrm>
          <a:prstGeom prst="rect">
            <a:avLst/>
          </a:prstGeom>
          <a:noFill/>
          <a:ln>
            <a:noFill/>
          </a:ln>
        </p:spPr>
      </p:pic>
      <p:pic>
        <p:nvPicPr>
          <p:cNvPr id="667" name="Google Shape;667;p67"/>
          <p:cNvPicPr preferRelativeResize="0"/>
          <p:nvPr/>
        </p:nvPicPr>
        <p:blipFill>
          <a:blip r:embed="rId15">
            <a:alphaModFix/>
          </a:blip>
          <a:stretch>
            <a:fillRect/>
          </a:stretch>
        </p:blipFill>
        <p:spPr>
          <a:xfrm>
            <a:off x="2716401" y="2545698"/>
            <a:ext cx="452325" cy="452325"/>
          </a:xfrm>
          <a:prstGeom prst="rect">
            <a:avLst/>
          </a:prstGeom>
          <a:noFill/>
          <a:ln>
            <a:noFill/>
          </a:ln>
        </p:spPr>
      </p:pic>
      <p:pic>
        <p:nvPicPr>
          <p:cNvPr id="668" name="Google Shape;668;p67"/>
          <p:cNvPicPr preferRelativeResize="0"/>
          <p:nvPr/>
        </p:nvPicPr>
        <p:blipFill>
          <a:blip r:embed="rId16">
            <a:alphaModFix/>
          </a:blip>
          <a:stretch>
            <a:fillRect/>
          </a:stretch>
        </p:blipFill>
        <p:spPr>
          <a:xfrm>
            <a:off x="3424889" y="2550548"/>
            <a:ext cx="452325" cy="452325"/>
          </a:xfrm>
          <a:prstGeom prst="rect">
            <a:avLst/>
          </a:prstGeom>
          <a:noFill/>
          <a:ln>
            <a:noFill/>
          </a:ln>
        </p:spPr>
      </p:pic>
      <p:pic>
        <p:nvPicPr>
          <p:cNvPr id="669" name="Google Shape;669;p67"/>
          <p:cNvPicPr preferRelativeResize="0"/>
          <p:nvPr/>
        </p:nvPicPr>
        <p:blipFill>
          <a:blip r:embed="rId17">
            <a:alphaModFix/>
          </a:blip>
          <a:stretch>
            <a:fillRect/>
          </a:stretch>
        </p:blipFill>
        <p:spPr>
          <a:xfrm>
            <a:off x="590976" y="1144548"/>
            <a:ext cx="452325" cy="452325"/>
          </a:xfrm>
          <a:prstGeom prst="rect">
            <a:avLst/>
          </a:prstGeom>
          <a:noFill/>
          <a:ln>
            <a:noFill/>
          </a:ln>
        </p:spPr>
      </p:pic>
      <p:pic>
        <p:nvPicPr>
          <p:cNvPr id="670" name="Google Shape;670;p67"/>
          <p:cNvPicPr preferRelativeResize="0"/>
          <p:nvPr/>
        </p:nvPicPr>
        <p:blipFill>
          <a:blip r:embed="rId18">
            <a:alphaModFix/>
          </a:blip>
          <a:stretch>
            <a:fillRect/>
          </a:stretch>
        </p:blipFill>
        <p:spPr>
          <a:xfrm>
            <a:off x="2716401" y="1857223"/>
            <a:ext cx="452325" cy="452325"/>
          </a:xfrm>
          <a:prstGeom prst="rect">
            <a:avLst/>
          </a:prstGeom>
          <a:noFill/>
          <a:ln>
            <a:noFill/>
          </a:ln>
        </p:spPr>
      </p:pic>
      <p:pic>
        <p:nvPicPr>
          <p:cNvPr id="671" name="Google Shape;671;p67"/>
          <p:cNvPicPr preferRelativeResize="0"/>
          <p:nvPr/>
        </p:nvPicPr>
        <p:blipFill>
          <a:blip r:embed="rId19">
            <a:alphaModFix/>
          </a:blip>
          <a:stretch>
            <a:fillRect/>
          </a:stretch>
        </p:blipFill>
        <p:spPr>
          <a:xfrm>
            <a:off x="2716414" y="3253536"/>
            <a:ext cx="452325" cy="452325"/>
          </a:xfrm>
          <a:prstGeom prst="rect">
            <a:avLst/>
          </a:prstGeom>
          <a:noFill/>
          <a:ln>
            <a:noFill/>
          </a:ln>
        </p:spPr>
      </p:pic>
      <p:pic>
        <p:nvPicPr>
          <p:cNvPr id="672" name="Google Shape;672;p67"/>
          <p:cNvPicPr preferRelativeResize="0"/>
          <p:nvPr/>
        </p:nvPicPr>
        <p:blipFill>
          <a:blip r:embed="rId20">
            <a:alphaModFix/>
          </a:blip>
          <a:stretch>
            <a:fillRect/>
          </a:stretch>
        </p:blipFill>
        <p:spPr>
          <a:xfrm>
            <a:off x="590989" y="3956536"/>
            <a:ext cx="452325" cy="452325"/>
          </a:xfrm>
          <a:prstGeom prst="rect">
            <a:avLst/>
          </a:prstGeom>
          <a:noFill/>
          <a:ln>
            <a:noFill/>
          </a:ln>
        </p:spPr>
      </p:pic>
      <p:pic>
        <p:nvPicPr>
          <p:cNvPr id="673" name="Google Shape;673;p67"/>
          <p:cNvPicPr preferRelativeResize="0"/>
          <p:nvPr/>
        </p:nvPicPr>
        <p:blipFill>
          <a:blip r:embed="rId21">
            <a:alphaModFix/>
          </a:blip>
          <a:stretch>
            <a:fillRect/>
          </a:stretch>
        </p:blipFill>
        <p:spPr>
          <a:xfrm>
            <a:off x="1299451" y="3956536"/>
            <a:ext cx="452325" cy="452325"/>
          </a:xfrm>
          <a:prstGeom prst="rect">
            <a:avLst/>
          </a:prstGeom>
          <a:noFill/>
          <a:ln>
            <a:noFill/>
          </a:ln>
        </p:spPr>
      </p:pic>
      <p:pic>
        <p:nvPicPr>
          <p:cNvPr id="674" name="Google Shape;674;p67"/>
          <p:cNvPicPr preferRelativeResize="0"/>
          <p:nvPr/>
        </p:nvPicPr>
        <p:blipFill>
          <a:blip r:embed="rId22">
            <a:alphaModFix/>
          </a:blip>
          <a:stretch>
            <a:fillRect/>
          </a:stretch>
        </p:blipFill>
        <p:spPr>
          <a:xfrm>
            <a:off x="590989" y="1847548"/>
            <a:ext cx="452325" cy="452325"/>
          </a:xfrm>
          <a:prstGeom prst="rect">
            <a:avLst/>
          </a:prstGeom>
          <a:noFill/>
          <a:ln>
            <a:noFill/>
          </a:ln>
        </p:spPr>
      </p:pic>
      <p:pic>
        <p:nvPicPr>
          <p:cNvPr id="675" name="Google Shape;675;p67"/>
          <p:cNvPicPr preferRelativeResize="0"/>
          <p:nvPr/>
        </p:nvPicPr>
        <p:blipFill>
          <a:blip r:embed="rId23">
            <a:alphaModFix/>
          </a:blip>
          <a:stretch>
            <a:fillRect/>
          </a:stretch>
        </p:blipFill>
        <p:spPr>
          <a:xfrm>
            <a:off x="2007926" y="1847548"/>
            <a:ext cx="452325" cy="452325"/>
          </a:xfrm>
          <a:prstGeom prst="rect">
            <a:avLst/>
          </a:prstGeom>
          <a:noFill/>
          <a:ln>
            <a:noFill/>
          </a:ln>
        </p:spPr>
      </p:pic>
      <p:pic>
        <p:nvPicPr>
          <p:cNvPr id="676" name="Google Shape;676;p67"/>
          <p:cNvPicPr preferRelativeResize="0"/>
          <p:nvPr/>
        </p:nvPicPr>
        <p:blipFill>
          <a:blip r:embed="rId24">
            <a:alphaModFix/>
          </a:blip>
          <a:stretch>
            <a:fillRect/>
          </a:stretch>
        </p:blipFill>
        <p:spPr>
          <a:xfrm>
            <a:off x="3424889" y="1847548"/>
            <a:ext cx="452325" cy="452325"/>
          </a:xfrm>
          <a:prstGeom prst="rect">
            <a:avLst/>
          </a:prstGeom>
          <a:noFill/>
          <a:ln>
            <a:noFill/>
          </a:ln>
        </p:spPr>
      </p:pic>
      <p:pic>
        <p:nvPicPr>
          <p:cNvPr id="677" name="Google Shape;677;p67"/>
          <p:cNvPicPr preferRelativeResize="0"/>
          <p:nvPr/>
        </p:nvPicPr>
        <p:blipFill>
          <a:blip r:embed="rId25">
            <a:alphaModFix/>
          </a:blip>
          <a:stretch>
            <a:fillRect/>
          </a:stretch>
        </p:blipFill>
        <p:spPr>
          <a:xfrm>
            <a:off x="2716401" y="1144536"/>
            <a:ext cx="452325" cy="452325"/>
          </a:xfrm>
          <a:prstGeom prst="rect">
            <a:avLst/>
          </a:prstGeom>
          <a:noFill/>
          <a:ln>
            <a:noFill/>
          </a:ln>
        </p:spPr>
      </p:pic>
      <p:pic>
        <p:nvPicPr>
          <p:cNvPr id="678" name="Google Shape;678;p67"/>
          <p:cNvPicPr preferRelativeResize="0"/>
          <p:nvPr/>
        </p:nvPicPr>
        <p:blipFill>
          <a:blip r:embed="rId26">
            <a:alphaModFix/>
          </a:blip>
          <a:stretch>
            <a:fillRect/>
          </a:stretch>
        </p:blipFill>
        <p:spPr>
          <a:xfrm>
            <a:off x="1299464" y="2550548"/>
            <a:ext cx="452325" cy="452325"/>
          </a:xfrm>
          <a:prstGeom prst="rect">
            <a:avLst/>
          </a:prstGeom>
          <a:noFill/>
          <a:ln>
            <a:noFill/>
          </a:ln>
        </p:spPr>
      </p:pic>
      <p:pic>
        <p:nvPicPr>
          <p:cNvPr id="679" name="Google Shape;679;p67"/>
          <p:cNvPicPr preferRelativeResize="0"/>
          <p:nvPr/>
        </p:nvPicPr>
        <p:blipFill>
          <a:blip r:embed="rId27">
            <a:alphaModFix/>
          </a:blip>
          <a:stretch>
            <a:fillRect/>
          </a:stretch>
        </p:blipFill>
        <p:spPr>
          <a:xfrm>
            <a:off x="3424901" y="3263236"/>
            <a:ext cx="452325" cy="452325"/>
          </a:xfrm>
          <a:prstGeom prst="rect">
            <a:avLst/>
          </a:prstGeom>
          <a:noFill/>
          <a:ln>
            <a:noFill/>
          </a:ln>
        </p:spPr>
      </p:pic>
      <p:pic>
        <p:nvPicPr>
          <p:cNvPr id="680" name="Google Shape;680;p67"/>
          <p:cNvPicPr preferRelativeResize="0"/>
          <p:nvPr/>
        </p:nvPicPr>
        <p:blipFill>
          <a:blip r:embed="rId28">
            <a:alphaModFix/>
          </a:blip>
          <a:stretch>
            <a:fillRect/>
          </a:stretch>
        </p:blipFill>
        <p:spPr>
          <a:xfrm>
            <a:off x="3424876" y="3956573"/>
            <a:ext cx="452325" cy="452325"/>
          </a:xfrm>
          <a:prstGeom prst="rect">
            <a:avLst/>
          </a:prstGeom>
          <a:noFill/>
          <a:ln>
            <a:noFill/>
          </a:ln>
        </p:spPr>
      </p:pic>
      <p:pic>
        <p:nvPicPr>
          <p:cNvPr id="681" name="Google Shape;681;p67"/>
          <p:cNvPicPr preferRelativeResize="0"/>
          <p:nvPr/>
        </p:nvPicPr>
        <p:blipFill>
          <a:blip r:embed="rId29">
            <a:alphaModFix/>
          </a:blip>
          <a:stretch>
            <a:fillRect/>
          </a:stretch>
        </p:blipFill>
        <p:spPr>
          <a:xfrm>
            <a:off x="4935600" y="2518125"/>
            <a:ext cx="3198422" cy="711882"/>
          </a:xfrm>
          <a:prstGeom prst="rect">
            <a:avLst/>
          </a:prstGeom>
          <a:noFill/>
          <a:ln>
            <a:noFill/>
          </a:ln>
        </p:spPr>
      </p:pic>
      <p:pic>
        <p:nvPicPr>
          <p:cNvPr id="682" name="Google Shape;682;p67"/>
          <p:cNvPicPr preferRelativeResize="0"/>
          <p:nvPr/>
        </p:nvPicPr>
        <p:blipFill>
          <a:blip r:embed="rId30">
            <a:alphaModFix/>
          </a:blip>
          <a:stretch>
            <a:fillRect/>
          </a:stretch>
        </p:blipFill>
        <p:spPr>
          <a:xfrm>
            <a:off x="6105043" y="3859765"/>
            <a:ext cx="932250" cy="723659"/>
          </a:xfrm>
          <a:prstGeom prst="rect">
            <a:avLst/>
          </a:prstGeom>
          <a:noFill/>
          <a:ln>
            <a:noFill/>
          </a:ln>
        </p:spPr>
      </p:pic>
      <p:pic>
        <p:nvPicPr>
          <p:cNvPr id="683" name="Google Shape;683;p67"/>
          <p:cNvPicPr preferRelativeResize="0"/>
          <p:nvPr/>
        </p:nvPicPr>
        <p:blipFill>
          <a:blip r:embed="rId31">
            <a:alphaModFix/>
          </a:blip>
          <a:stretch>
            <a:fillRect/>
          </a:stretch>
        </p:blipFill>
        <p:spPr>
          <a:xfrm>
            <a:off x="4935601" y="3181831"/>
            <a:ext cx="1339187" cy="724431"/>
          </a:xfrm>
          <a:prstGeom prst="rect">
            <a:avLst/>
          </a:prstGeom>
          <a:noFill/>
          <a:ln>
            <a:noFill/>
          </a:ln>
        </p:spPr>
      </p:pic>
      <p:pic>
        <p:nvPicPr>
          <p:cNvPr id="684" name="Google Shape;684;p67"/>
          <p:cNvPicPr preferRelativeResize="0"/>
          <p:nvPr/>
        </p:nvPicPr>
        <p:blipFill>
          <a:blip r:embed="rId32">
            <a:alphaModFix/>
          </a:blip>
          <a:stretch>
            <a:fillRect/>
          </a:stretch>
        </p:blipFill>
        <p:spPr>
          <a:xfrm>
            <a:off x="4935606" y="3859765"/>
            <a:ext cx="1055698" cy="723659"/>
          </a:xfrm>
          <a:prstGeom prst="rect">
            <a:avLst/>
          </a:prstGeom>
          <a:noFill/>
          <a:ln>
            <a:noFill/>
          </a:ln>
        </p:spPr>
      </p:pic>
      <p:pic>
        <p:nvPicPr>
          <p:cNvPr id="685" name="Google Shape;685;p67"/>
          <p:cNvPicPr preferRelativeResize="0"/>
          <p:nvPr/>
        </p:nvPicPr>
        <p:blipFill>
          <a:blip r:embed="rId33">
            <a:alphaModFix/>
          </a:blip>
          <a:stretch>
            <a:fillRect/>
          </a:stretch>
        </p:blipFill>
        <p:spPr>
          <a:xfrm>
            <a:off x="6381266" y="3181831"/>
            <a:ext cx="1339187" cy="724431"/>
          </a:xfrm>
          <a:prstGeom prst="rect">
            <a:avLst/>
          </a:prstGeom>
          <a:noFill/>
          <a:ln>
            <a:noFill/>
          </a:ln>
        </p:spPr>
      </p:pic>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1">
  <p:cSld name="TITLE_ONLY_2_1_3">
    <p:bg>
      <p:bgPr>
        <a:solidFill>
          <a:schemeClr val="dk1"/>
        </a:solidFill>
      </p:bgPr>
    </p:bg>
    <p:spTree>
      <p:nvGrpSpPr>
        <p:cNvPr id="686" name="Shape 686"/>
        <p:cNvGrpSpPr/>
        <p:nvPr/>
      </p:nvGrpSpPr>
      <p:grpSpPr>
        <a:xfrm>
          <a:off x="0" y="0"/>
          <a:ext cx="0" cy="0"/>
          <a:chOff x="0" y="0"/>
          <a:chExt cx="0" cy="0"/>
        </a:xfrm>
      </p:grpSpPr>
      <p:sp>
        <p:nvSpPr>
          <p:cNvPr id="687" name="Google Shape;687;p68"/>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688" name="Google Shape;688;p68"/>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689" name="Google Shape;689;p68"/>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690" name="Google Shape;690;p68"/>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691" name="Google Shape;691;p68"/>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692" name="Google Shape;692;p68"/>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4">
  <p:cSld name="TITLE_ONLY_5">
    <p:spTree>
      <p:nvGrpSpPr>
        <p:cNvPr id="693" name="Shape 693"/>
        <p:cNvGrpSpPr/>
        <p:nvPr/>
      </p:nvGrpSpPr>
      <p:grpSpPr>
        <a:xfrm>
          <a:off x="0" y="0"/>
          <a:ext cx="0" cy="0"/>
          <a:chOff x="0" y="0"/>
          <a:chExt cx="0" cy="0"/>
        </a:xfrm>
      </p:grpSpPr>
      <p:sp>
        <p:nvSpPr>
          <p:cNvPr id="694" name="Google Shape;694;p69"/>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695" name="Google Shape;695;p6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howMasterSp="0">
  <p:cSld name="Section">
    <p:bg>
      <p:bgPr>
        <a:blipFill>
          <a:blip r:embed="rId2">
            <a:alphaModFix/>
          </a:blip>
          <a:stretch>
            <a:fillRect/>
          </a:stretch>
        </a:blipFill>
      </p:bgPr>
    </p:bg>
    <p:spTree>
      <p:nvGrpSpPr>
        <p:cNvPr id="696" name="Shape 696"/>
        <p:cNvGrpSpPr/>
        <p:nvPr/>
      </p:nvGrpSpPr>
      <p:grpSpPr>
        <a:xfrm>
          <a:off x="0" y="0"/>
          <a:ext cx="0" cy="0"/>
          <a:chOff x="0" y="0"/>
          <a:chExt cx="0" cy="0"/>
        </a:xfrm>
      </p:grpSpPr>
      <p:sp>
        <p:nvSpPr>
          <p:cNvPr id="697" name="Google Shape;697;p70"/>
          <p:cNvSpPr/>
          <p:nvPr/>
        </p:nvSpPr>
        <p:spPr>
          <a:xfrm>
            <a:off x="2669688" y="669438"/>
            <a:ext cx="3804600" cy="3804600"/>
          </a:xfrm>
          <a:prstGeom prst="roundRect">
            <a:avLst>
              <a:gd fmla="val 3689" name="adj"/>
            </a:avLst>
          </a:prstGeom>
          <a:solidFill>
            <a:srgbClr val="000000"/>
          </a:solidFill>
          <a:ln>
            <a:noFill/>
          </a:ln>
          <a:effectLst>
            <a:outerShdw blurRad="393700" rotWithShape="0" dir="2506067" dist="439514">
              <a:srgbClr val="000000">
                <a:alpha val="53730"/>
              </a:srgbClr>
            </a:outerShdw>
          </a:effectLst>
        </p:spPr>
        <p:txBody>
          <a:bodyPr anchorCtr="0" anchor="ctr" bIns="19050" lIns="19050" spcFirstLastPara="1" rIns="19050" wrap="square" tIns="19050">
            <a:noAutofit/>
          </a:bodyPr>
          <a:lstStyle/>
          <a:p>
            <a:pPr indent="0" lvl="0" marL="0" marR="0" rtl="0" algn="ctr">
              <a:lnSpc>
                <a:spcPct val="100000"/>
              </a:lnSpc>
              <a:spcBef>
                <a:spcPts val="0"/>
              </a:spcBef>
              <a:spcAft>
                <a:spcPts val="0"/>
              </a:spcAft>
              <a:buClr>
                <a:srgbClr val="000000"/>
              </a:buClr>
              <a:buSzPts val="1200"/>
              <a:buFont typeface="Helvetica Neue"/>
              <a:buNone/>
            </a:pPr>
            <a:r>
              <a:t/>
            </a:r>
            <a:endParaRPr b="0" i="0" sz="1200" u="none" cap="none" strike="noStrike">
              <a:solidFill>
                <a:srgbClr val="000000"/>
              </a:solidFill>
              <a:latin typeface="Helvetica Neue"/>
              <a:ea typeface="Helvetica Neue"/>
              <a:cs typeface="Helvetica Neue"/>
              <a:sym typeface="Helvetica Neue"/>
            </a:endParaRPr>
          </a:p>
        </p:txBody>
      </p:sp>
      <p:sp>
        <p:nvSpPr>
          <p:cNvPr id="698" name="Google Shape;698;p70"/>
          <p:cNvSpPr/>
          <p:nvPr/>
        </p:nvSpPr>
        <p:spPr>
          <a:xfrm>
            <a:off x="-12576" y="1056912"/>
            <a:ext cx="909000" cy="13500"/>
          </a:xfrm>
          <a:prstGeom prst="rect">
            <a:avLst/>
          </a:prstGeom>
          <a:solidFill>
            <a:srgbClr val="FFFFFF"/>
          </a:solidFill>
          <a:ln>
            <a:noFill/>
          </a:ln>
        </p:spPr>
        <p:txBody>
          <a:bodyPr anchorCtr="0" anchor="ctr" bIns="19050" lIns="19050" spcFirstLastPara="1" rIns="19050" wrap="square" tIns="19050">
            <a:noAutofit/>
          </a:bodyPr>
          <a:lstStyle/>
          <a:p>
            <a:pPr indent="0" lvl="0" marL="0" marR="0" rtl="0" algn="ctr">
              <a:lnSpc>
                <a:spcPct val="100000"/>
              </a:lnSpc>
              <a:spcBef>
                <a:spcPts val="0"/>
              </a:spcBef>
              <a:spcAft>
                <a:spcPts val="0"/>
              </a:spcAft>
              <a:buClr>
                <a:srgbClr val="000000"/>
              </a:buClr>
              <a:buSzPts val="1200"/>
              <a:buFont typeface="Helvetica Neue"/>
              <a:buNone/>
            </a:pPr>
            <a:r>
              <a:t/>
            </a:r>
            <a:endParaRPr b="0" i="0" sz="1200" u="none" cap="none" strike="noStrike">
              <a:solidFill>
                <a:srgbClr val="000000"/>
              </a:solidFill>
              <a:latin typeface="Helvetica Neue"/>
              <a:ea typeface="Helvetica Neue"/>
              <a:cs typeface="Helvetica Neue"/>
              <a:sym typeface="Helvetica Neue"/>
            </a:endParaRPr>
          </a:p>
        </p:txBody>
      </p:sp>
      <p:sp>
        <p:nvSpPr>
          <p:cNvPr id="699" name="Google Shape;699;p70"/>
          <p:cNvSpPr/>
          <p:nvPr/>
        </p:nvSpPr>
        <p:spPr>
          <a:xfrm>
            <a:off x="8247608" y="1056912"/>
            <a:ext cx="909000" cy="13500"/>
          </a:xfrm>
          <a:prstGeom prst="rect">
            <a:avLst/>
          </a:prstGeom>
          <a:solidFill>
            <a:srgbClr val="FFFFFF"/>
          </a:solidFill>
          <a:ln>
            <a:noFill/>
          </a:ln>
        </p:spPr>
        <p:txBody>
          <a:bodyPr anchorCtr="0" anchor="ctr" bIns="19050" lIns="19050" spcFirstLastPara="1" rIns="19050" wrap="square" tIns="19050">
            <a:noAutofit/>
          </a:bodyPr>
          <a:lstStyle/>
          <a:p>
            <a:pPr indent="0" lvl="0" marL="0" marR="0" rtl="0" algn="ctr">
              <a:lnSpc>
                <a:spcPct val="100000"/>
              </a:lnSpc>
              <a:spcBef>
                <a:spcPts val="0"/>
              </a:spcBef>
              <a:spcAft>
                <a:spcPts val="0"/>
              </a:spcAft>
              <a:buClr>
                <a:srgbClr val="000000"/>
              </a:buClr>
              <a:buSzPts val="1200"/>
              <a:buFont typeface="Helvetica Neue"/>
              <a:buNone/>
            </a:pPr>
            <a:r>
              <a:t/>
            </a:r>
            <a:endParaRPr b="0" i="0" sz="1200" u="none" cap="none" strike="noStrike">
              <a:solidFill>
                <a:srgbClr val="000000"/>
              </a:solidFill>
              <a:latin typeface="Helvetica Neue"/>
              <a:ea typeface="Helvetica Neue"/>
              <a:cs typeface="Helvetica Neue"/>
              <a:sym typeface="Helvetica Neue"/>
            </a:endParaRPr>
          </a:p>
        </p:txBody>
      </p:sp>
      <p:sp>
        <p:nvSpPr>
          <p:cNvPr id="700" name="Google Shape;700;p70"/>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p:cSld name="Blank">
    <p:bg>
      <p:bgPr>
        <a:gradFill>
          <a:gsLst>
            <a:gs pos="0">
              <a:srgbClr val="0F0F0F"/>
            </a:gs>
            <a:gs pos="100000">
              <a:srgbClr val="000000"/>
            </a:gs>
          </a:gsLst>
          <a:lin ang="5400012" scaled="0"/>
        </a:gradFill>
      </p:bgPr>
    </p:bg>
    <p:spTree>
      <p:nvGrpSpPr>
        <p:cNvPr id="701" name="Shape 701"/>
        <p:cNvGrpSpPr/>
        <p:nvPr/>
      </p:nvGrpSpPr>
      <p:grpSpPr>
        <a:xfrm>
          <a:off x="0" y="0"/>
          <a:ext cx="0" cy="0"/>
          <a:chOff x="0" y="0"/>
          <a:chExt cx="0" cy="0"/>
        </a:xfrm>
      </p:grpSpPr>
      <p:sp>
        <p:nvSpPr>
          <p:cNvPr id="702" name="Google Shape;702;p71"/>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dient 1" type="tx">
  <p:cSld name="TITLE_AND_BODY">
    <p:spTree>
      <p:nvGrpSpPr>
        <p:cNvPr id="708" name="Shape 708"/>
        <p:cNvGrpSpPr/>
        <p:nvPr/>
      </p:nvGrpSpPr>
      <p:grpSpPr>
        <a:xfrm>
          <a:off x="0" y="0"/>
          <a:ext cx="0" cy="0"/>
          <a:chOff x="0" y="0"/>
          <a:chExt cx="0" cy="0"/>
        </a:xfrm>
      </p:grpSpPr>
      <p:sp>
        <p:nvSpPr>
          <p:cNvPr id="709" name="Google Shape;709;p73"/>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dient 4" showMasterSp="0">
  <p:cSld name="Gradient 4">
    <p:bg>
      <p:bgPr>
        <a:gradFill>
          <a:gsLst>
            <a:gs pos="0">
              <a:srgbClr val="242424"/>
            </a:gs>
            <a:gs pos="100000">
              <a:srgbClr val="101010"/>
            </a:gs>
          </a:gsLst>
          <a:lin ang="8100019" scaled="0"/>
        </a:gradFill>
      </p:bgPr>
    </p:bg>
    <p:spTree>
      <p:nvGrpSpPr>
        <p:cNvPr id="710" name="Shape 710"/>
        <p:cNvGrpSpPr/>
        <p:nvPr/>
      </p:nvGrpSpPr>
      <p:grpSpPr>
        <a:xfrm>
          <a:off x="0" y="0"/>
          <a:ext cx="0" cy="0"/>
          <a:chOff x="0" y="0"/>
          <a:chExt cx="0" cy="0"/>
        </a:xfrm>
      </p:grpSpPr>
      <p:pic>
        <p:nvPicPr>
          <p:cNvPr descr="Google Shape;315;p34" id="711" name="Google Shape;711;p74"/>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712" name="Google Shape;712;p74"/>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1pPr>
            <a:lvl2pPr indent="0" lvl="1"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2pPr>
            <a:lvl3pPr indent="0" lvl="2"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3pPr>
            <a:lvl4pPr indent="0" lvl="3"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4pPr>
            <a:lvl5pPr indent="0" lvl="4"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5pPr>
            <a:lvl6pPr indent="0" lvl="5"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6pPr>
            <a:lvl7pPr indent="0" lvl="6"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7pPr>
            <a:lvl8pPr indent="0" lvl="7"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8pPr>
            <a:lvl9pPr indent="0" lvl="8"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9pPr>
          </a:lstStyle>
          <a:p>
            <a:pPr indent="0" lvl="0" marL="0" rtl="0" algn="r">
              <a:spcBef>
                <a:spcPts val="0"/>
              </a:spcBef>
              <a:spcAft>
                <a:spcPts val="0"/>
              </a:spcAft>
              <a:buNone/>
            </a:pPr>
            <a:fld id="{00000000-1234-1234-1234-123412341234}" type="slidenum">
              <a:rPr lang="en"/>
              <a:t>‹#›</a:t>
            </a:fld>
            <a:endParaRPr>
              <a:latin typeface="Helvetica Neue"/>
              <a:ea typeface="Helvetica Neue"/>
              <a:cs typeface="Helvetica Neue"/>
              <a:sym typeface="Helvetica Neue"/>
            </a:endParaRPr>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howMasterSp="0">
  <p:cSld name="Section">
    <p:bg>
      <p:bgPr>
        <a:blipFill>
          <a:blip r:embed="rId2">
            <a:alphaModFix/>
          </a:blip>
          <a:stretch>
            <a:fillRect/>
          </a:stretch>
        </a:blipFill>
      </p:bgPr>
    </p:bg>
    <p:spTree>
      <p:nvGrpSpPr>
        <p:cNvPr id="713" name="Shape 713"/>
        <p:cNvGrpSpPr/>
        <p:nvPr/>
      </p:nvGrpSpPr>
      <p:grpSpPr>
        <a:xfrm>
          <a:off x="0" y="0"/>
          <a:ext cx="0" cy="0"/>
          <a:chOff x="0" y="0"/>
          <a:chExt cx="0" cy="0"/>
        </a:xfrm>
      </p:grpSpPr>
      <p:sp>
        <p:nvSpPr>
          <p:cNvPr id="714" name="Google Shape;714;p75"/>
          <p:cNvSpPr/>
          <p:nvPr/>
        </p:nvSpPr>
        <p:spPr>
          <a:xfrm>
            <a:off x="2669688" y="669438"/>
            <a:ext cx="3804600" cy="3804600"/>
          </a:xfrm>
          <a:prstGeom prst="roundRect">
            <a:avLst>
              <a:gd fmla="val 3689" name="adj"/>
            </a:avLst>
          </a:prstGeom>
          <a:solidFill>
            <a:srgbClr val="000000"/>
          </a:solidFill>
          <a:ln>
            <a:noFill/>
          </a:ln>
          <a:effectLst>
            <a:outerShdw blurRad="393700" rotWithShape="0" dir="2506067" dist="439514">
              <a:srgbClr val="000000">
                <a:alpha val="54120"/>
              </a:srgbClr>
            </a:outerShdw>
          </a:effectLst>
        </p:spPr>
        <p:txBody>
          <a:bodyPr anchorCtr="0" anchor="ctr" bIns="19050" lIns="19050" spcFirstLastPara="1" rIns="19050" wrap="square" tIns="19050">
            <a:noAutofit/>
          </a:bodyPr>
          <a:lstStyle/>
          <a:p>
            <a:pPr indent="0" lvl="0" marL="0" marR="0" rtl="0" algn="ctr">
              <a:lnSpc>
                <a:spcPct val="100000"/>
              </a:lnSpc>
              <a:spcBef>
                <a:spcPts val="0"/>
              </a:spcBef>
              <a:spcAft>
                <a:spcPts val="0"/>
              </a:spcAft>
              <a:buClr>
                <a:srgbClr val="000000"/>
              </a:buClr>
              <a:buSzPts val="1200"/>
              <a:buFont typeface="Helvetica Neue"/>
              <a:buNone/>
            </a:pPr>
            <a:r>
              <a:t/>
            </a:r>
            <a:endParaRPr b="0" i="0" sz="1200" u="none" cap="none" strike="noStrike">
              <a:solidFill>
                <a:srgbClr val="000000"/>
              </a:solidFill>
              <a:latin typeface="Helvetica Neue"/>
              <a:ea typeface="Helvetica Neue"/>
              <a:cs typeface="Helvetica Neue"/>
              <a:sym typeface="Helvetica Neue"/>
            </a:endParaRPr>
          </a:p>
        </p:txBody>
      </p:sp>
      <p:sp>
        <p:nvSpPr>
          <p:cNvPr id="715" name="Google Shape;715;p75"/>
          <p:cNvSpPr/>
          <p:nvPr/>
        </p:nvSpPr>
        <p:spPr>
          <a:xfrm>
            <a:off x="-12576" y="1056912"/>
            <a:ext cx="909000" cy="13500"/>
          </a:xfrm>
          <a:prstGeom prst="rect">
            <a:avLst/>
          </a:prstGeom>
          <a:solidFill>
            <a:srgbClr val="FFFFFF"/>
          </a:solidFill>
          <a:ln>
            <a:noFill/>
          </a:ln>
        </p:spPr>
        <p:txBody>
          <a:bodyPr anchorCtr="0" anchor="ctr" bIns="19050" lIns="19050" spcFirstLastPara="1" rIns="19050" wrap="square" tIns="19050">
            <a:noAutofit/>
          </a:bodyPr>
          <a:lstStyle/>
          <a:p>
            <a:pPr indent="0" lvl="0" marL="0" marR="0" rtl="0" algn="ctr">
              <a:lnSpc>
                <a:spcPct val="100000"/>
              </a:lnSpc>
              <a:spcBef>
                <a:spcPts val="0"/>
              </a:spcBef>
              <a:spcAft>
                <a:spcPts val="0"/>
              </a:spcAft>
              <a:buClr>
                <a:srgbClr val="000000"/>
              </a:buClr>
              <a:buSzPts val="1200"/>
              <a:buFont typeface="Helvetica Neue"/>
              <a:buNone/>
            </a:pPr>
            <a:r>
              <a:t/>
            </a:r>
            <a:endParaRPr b="0" i="0" sz="1200" u="none" cap="none" strike="noStrike">
              <a:solidFill>
                <a:srgbClr val="000000"/>
              </a:solidFill>
              <a:latin typeface="Helvetica Neue"/>
              <a:ea typeface="Helvetica Neue"/>
              <a:cs typeface="Helvetica Neue"/>
              <a:sym typeface="Helvetica Neue"/>
            </a:endParaRPr>
          </a:p>
        </p:txBody>
      </p:sp>
      <p:sp>
        <p:nvSpPr>
          <p:cNvPr id="716" name="Google Shape;716;p75"/>
          <p:cNvSpPr/>
          <p:nvPr/>
        </p:nvSpPr>
        <p:spPr>
          <a:xfrm>
            <a:off x="8247608" y="1056912"/>
            <a:ext cx="909000" cy="13500"/>
          </a:xfrm>
          <a:prstGeom prst="rect">
            <a:avLst/>
          </a:prstGeom>
          <a:solidFill>
            <a:srgbClr val="FFFFFF"/>
          </a:solidFill>
          <a:ln>
            <a:noFill/>
          </a:ln>
        </p:spPr>
        <p:txBody>
          <a:bodyPr anchorCtr="0" anchor="ctr" bIns="19050" lIns="19050" spcFirstLastPara="1" rIns="19050" wrap="square" tIns="19050">
            <a:noAutofit/>
          </a:bodyPr>
          <a:lstStyle/>
          <a:p>
            <a:pPr indent="0" lvl="0" marL="0" marR="0" rtl="0" algn="ctr">
              <a:lnSpc>
                <a:spcPct val="100000"/>
              </a:lnSpc>
              <a:spcBef>
                <a:spcPts val="0"/>
              </a:spcBef>
              <a:spcAft>
                <a:spcPts val="0"/>
              </a:spcAft>
              <a:buClr>
                <a:srgbClr val="000000"/>
              </a:buClr>
              <a:buSzPts val="1200"/>
              <a:buFont typeface="Helvetica Neue"/>
              <a:buNone/>
            </a:pPr>
            <a:r>
              <a:t/>
            </a:r>
            <a:endParaRPr b="0" i="0" sz="1200" u="none" cap="none" strike="noStrike">
              <a:solidFill>
                <a:srgbClr val="000000"/>
              </a:solidFill>
              <a:latin typeface="Helvetica Neue"/>
              <a:ea typeface="Helvetica Neue"/>
              <a:cs typeface="Helvetica Neue"/>
              <a:sym typeface="Helvetica Neue"/>
            </a:endParaRPr>
          </a:p>
        </p:txBody>
      </p:sp>
      <p:sp>
        <p:nvSpPr>
          <p:cNvPr id="717" name="Google Shape;717;p75"/>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 1 Column">
  <p:cSld name="BLANK_2_1">
    <p:spTree>
      <p:nvGrpSpPr>
        <p:cNvPr id="718" name="Shape 718"/>
        <p:cNvGrpSpPr/>
        <p:nvPr/>
      </p:nvGrpSpPr>
      <p:grpSpPr>
        <a:xfrm>
          <a:off x="0" y="0"/>
          <a:ext cx="0" cy="0"/>
          <a:chOff x="0" y="0"/>
          <a:chExt cx="0" cy="0"/>
        </a:xfrm>
      </p:grpSpPr>
      <p:sp>
        <p:nvSpPr>
          <p:cNvPr id="719" name="Google Shape;719;p76"/>
          <p:cNvSpPr txBox="1"/>
          <p:nvPr>
            <p:ph type="title"/>
          </p:nvPr>
        </p:nvSpPr>
        <p:spPr>
          <a:xfrm>
            <a:off x="767625" y="880575"/>
            <a:ext cx="7197300" cy="4524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800"/>
              <a:buNone/>
              <a:defRPr sz="2400">
                <a:solidFill>
                  <a:srgbClr val="09091A"/>
                </a:solidFill>
                <a:latin typeface="Source Sans Pro"/>
                <a:ea typeface="Source Sans Pro"/>
                <a:cs typeface="Source Sans Pro"/>
                <a:sym typeface="Source Sans Pro"/>
              </a:defRPr>
            </a:lvl1pPr>
            <a:lvl2pPr lvl="1" rtl="0" algn="l">
              <a:lnSpc>
                <a:spcPct val="100000"/>
              </a:lnSpc>
              <a:spcBef>
                <a:spcPts val="0"/>
              </a:spcBef>
              <a:spcAft>
                <a:spcPts val="0"/>
              </a:spcAft>
              <a:buSzPts val="2800"/>
              <a:buNone/>
              <a:defRPr sz="2400"/>
            </a:lvl2pPr>
            <a:lvl3pPr lvl="2" rtl="0" algn="l">
              <a:lnSpc>
                <a:spcPct val="100000"/>
              </a:lnSpc>
              <a:spcBef>
                <a:spcPts val="0"/>
              </a:spcBef>
              <a:spcAft>
                <a:spcPts val="0"/>
              </a:spcAft>
              <a:buSzPts val="2800"/>
              <a:buNone/>
              <a:defRPr sz="2400"/>
            </a:lvl3pPr>
            <a:lvl4pPr lvl="3" rtl="0" algn="l">
              <a:lnSpc>
                <a:spcPct val="100000"/>
              </a:lnSpc>
              <a:spcBef>
                <a:spcPts val="0"/>
              </a:spcBef>
              <a:spcAft>
                <a:spcPts val="0"/>
              </a:spcAft>
              <a:buSzPts val="2800"/>
              <a:buNone/>
              <a:defRPr sz="2400"/>
            </a:lvl4pPr>
            <a:lvl5pPr lvl="4" rtl="0" algn="l">
              <a:lnSpc>
                <a:spcPct val="100000"/>
              </a:lnSpc>
              <a:spcBef>
                <a:spcPts val="0"/>
              </a:spcBef>
              <a:spcAft>
                <a:spcPts val="0"/>
              </a:spcAft>
              <a:buSzPts val="2800"/>
              <a:buNone/>
              <a:defRPr sz="2400"/>
            </a:lvl5pPr>
            <a:lvl6pPr lvl="5" rtl="0" algn="l">
              <a:lnSpc>
                <a:spcPct val="100000"/>
              </a:lnSpc>
              <a:spcBef>
                <a:spcPts val="0"/>
              </a:spcBef>
              <a:spcAft>
                <a:spcPts val="0"/>
              </a:spcAft>
              <a:buSzPts val="2800"/>
              <a:buNone/>
              <a:defRPr sz="2400"/>
            </a:lvl6pPr>
            <a:lvl7pPr lvl="6" rtl="0" algn="l">
              <a:lnSpc>
                <a:spcPct val="100000"/>
              </a:lnSpc>
              <a:spcBef>
                <a:spcPts val="0"/>
              </a:spcBef>
              <a:spcAft>
                <a:spcPts val="0"/>
              </a:spcAft>
              <a:buSzPts val="2800"/>
              <a:buNone/>
              <a:defRPr sz="2400"/>
            </a:lvl7pPr>
            <a:lvl8pPr lvl="7" rtl="0" algn="l">
              <a:lnSpc>
                <a:spcPct val="100000"/>
              </a:lnSpc>
              <a:spcBef>
                <a:spcPts val="0"/>
              </a:spcBef>
              <a:spcAft>
                <a:spcPts val="0"/>
              </a:spcAft>
              <a:buSzPts val="2800"/>
              <a:buNone/>
              <a:defRPr sz="2400"/>
            </a:lvl8pPr>
            <a:lvl9pPr lvl="8" rtl="0" algn="l">
              <a:lnSpc>
                <a:spcPct val="100000"/>
              </a:lnSpc>
              <a:spcBef>
                <a:spcPts val="0"/>
              </a:spcBef>
              <a:spcAft>
                <a:spcPts val="0"/>
              </a:spcAft>
              <a:buSzPts val="2800"/>
              <a:buNone/>
              <a:defRPr sz="2400"/>
            </a:lvl9pPr>
          </a:lstStyle>
          <a:p/>
        </p:txBody>
      </p:sp>
      <p:sp>
        <p:nvSpPr>
          <p:cNvPr id="720" name="Google Shape;720;p76"/>
          <p:cNvSpPr txBox="1"/>
          <p:nvPr>
            <p:ph idx="1" type="body"/>
          </p:nvPr>
        </p:nvSpPr>
        <p:spPr>
          <a:xfrm>
            <a:off x="767625" y="1505200"/>
            <a:ext cx="7197300" cy="3218700"/>
          </a:xfrm>
          <a:prstGeom prst="rect">
            <a:avLst/>
          </a:prstGeom>
          <a:noFill/>
          <a:ln>
            <a:noFill/>
          </a:ln>
        </p:spPr>
        <p:txBody>
          <a:bodyPr anchorCtr="0" anchor="t" bIns="91425" lIns="91425" spcFirstLastPara="1" rIns="91425" wrap="square" tIns="91425">
            <a:normAutofit/>
          </a:bodyPr>
          <a:lstStyle>
            <a:lvl1pPr indent="-311150" lvl="0" marL="4572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1pPr>
            <a:lvl2pPr indent="-311150" lvl="1" marL="9144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2pPr>
            <a:lvl3pPr indent="-311150" lvl="2" marL="13716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3pPr>
            <a:lvl4pPr indent="-311150" lvl="3" marL="18288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4pPr>
            <a:lvl5pPr indent="-311150" lvl="4" marL="22860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5pPr>
            <a:lvl6pPr indent="-311150" lvl="5" marL="27432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6pPr>
            <a:lvl7pPr indent="-311150" lvl="6" marL="32004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7pPr>
            <a:lvl8pPr indent="-311150" lvl="7" marL="36576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8pPr>
            <a:lvl9pPr indent="-311150" lvl="8" marL="4114800" rtl="0" algn="l">
              <a:lnSpc>
                <a:spcPct val="130000"/>
              </a:lnSpc>
              <a:spcBef>
                <a:spcPts val="1200"/>
              </a:spcBef>
              <a:spcAft>
                <a:spcPts val="120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9pPr>
          </a:lstStyle>
          <a:p/>
        </p:txBody>
      </p:sp>
      <p:sp>
        <p:nvSpPr>
          <p:cNvPr id="721" name="Google Shape;721;p76"/>
          <p:cNvSpPr txBox="1"/>
          <p:nvPr>
            <p:ph idx="2" type="subTitle"/>
          </p:nvPr>
        </p:nvSpPr>
        <p:spPr>
          <a:xfrm>
            <a:off x="767625" y="602072"/>
            <a:ext cx="7638600" cy="383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SzPts val="1800"/>
              <a:buNone/>
              <a:defRPr sz="1200">
                <a:solidFill>
                  <a:srgbClr val="999999"/>
                </a:solidFill>
                <a:latin typeface="Source Sans Pro"/>
                <a:ea typeface="Source Sans Pro"/>
                <a:cs typeface="Source Sans Pro"/>
                <a:sym typeface="Source Sans Pro"/>
              </a:defRPr>
            </a:lvl1pPr>
            <a:lvl2pPr lvl="1" rtl="0" algn="l">
              <a:lnSpc>
                <a:spcPct val="115000"/>
              </a:lnSpc>
              <a:spcBef>
                <a:spcPts val="0"/>
              </a:spcBef>
              <a:spcAft>
                <a:spcPts val="0"/>
              </a:spcAft>
              <a:buSzPts val="1800"/>
              <a:buNone/>
              <a:defRPr sz="1200">
                <a:solidFill>
                  <a:srgbClr val="B7B7B7"/>
                </a:solidFill>
              </a:defRPr>
            </a:lvl2pPr>
            <a:lvl3pPr lvl="2" rtl="0" algn="l">
              <a:lnSpc>
                <a:spcPct val="115000"/>
              </a:lnSpc>
              <a:spcBef>
                <a:spcPts val="0"/>
              </a:spcBef>
              <a:spcAft>
                <a:spcPts val="0"/>
              </a:spcAft>
              <a:buSzPts val="1800"/>
              <a:buNone/>
              <a:defRPr sz="1200">
                <a:solidFill>
                  <a:srgbClr val="B7B7B7"/>
                </a:solidFill>
              </a:defRPr>
            </a:lvl3pPr>
            <a:lvl4pPr lvl="3" rtl="0" algn="l">
              <a:lnSpc>
                <a:spcPct val="115000"/>
              </a:lnSpc>
              <a:spcBef>
                <a:spcPts val="0"/>
              </a:spcBef>
              <a:spcAft>
                <a:spcPts val="0"/>
              </a:spcAft>
              <a:buSzPts val="1800"/>
              <a:buNone/>
              <a:defRPr sz="1200">
                <a:solidFill>
                  <a:srgbClr val="B7B7B7"/>
                </a:solidFill>
              </a:defRPr>
            </a:lvl4pPr>
            <a:lvl5pPr lvl="4" rtl="0" algn="l">
              <a:lnSpc>
                <a:spcPct val="115000"/>
              </a:lnSpc>
              <a:spcBef>
                <a:spcPts val="0"/>
              </a:spcBef>
              <a:spcAft>
                <a:spcPts val="0"/>
              </a:spcAft>
              <a:buSzPts val="1800"/>
              <a:buNone/>
              <a:defRPr sz="1200">
                <a:solidFill>
                  <a:srgbClr val="B7B7B7"/>
                </a:solidFill>
              </a:defRPr>
            </a:lvl5pPr>
            <a:lvl6pPr lvl="5" rtl="0" algn="l">
              <a:lnSpc>
                <a:spcPct val="115000"/>
              </a:lnSpc>
              <a:spcBef>
                <a:spcPts val="0"/>
              </a:spcBef>
              <a:spcAft>
                <a:spcPts val="0"/>
              </a:spcAft>
              <a:buSzPts val="1800"/>
              <a:buNone/>
              <a:defRPr sz="1200">
                <a:solidFill>
                  <a:srgbClr val="B7B7B7"/>
                </a:solidFill>
              </a:defRPr>
            </a:lvl6pPr>
            <a:lvl7pPr lvl="6" rtl="0" algn="l">
              <a:lnSpc>
                <a:spcPct val="115000"/>
              </a:lnSpc>
              <a:spcBef>
                <a:spcPts val="0"/>
              </a:spcBef>
              <a:spcAft>
                <a:spcPts val="0"/>
              </a:spcAft>
              <a:buSzPts val="1800"/>
              <a:buNone/>
              <a:defRPr sz="1200">
                <a:solidFill>
                  <a:srgbClr val="B7B7B7"/>
                </a:solidFill>
              </a:defRPr>
            </a:lvl7pPr>
            <a:lvl8pPr lvl="7" rtl="0" algn="l">
              <a:lnSpc>
                <a:spcPct val="115000"/>
              </a:lnSpc>
              <a:spcBef>
                <a:spcPts val="0"/>
              </a:spcBef>
              <a:spcAft>
                <a:spcPts val="0"/>
              </a:spcAft>
              <a:buSzPts val="1800"/>
              <a:buNone/>
              <a:defRPr sz="1200">
                <a:solidFill>
                  <a:srgbClr val="B7B7B7"/>
                </a:solidFill>
              </a:defRPr>
            </a:lvl8pPr>
            <a:lvl9pPr lvl="8" rtl="0" algn="l">
              <a:lnSpc>
                <a:spcPct val="115000"/>
              </a:lnSpc>
              <a:spcBef>
                <a:spcPts val="0"/>
              </a:spcBef>
              <a:spcAft>
                <a:spcPts val="0"/>
              </a:spcAft>
              <a:buSzPts val="1800"/>
              <a:buNone/>
              <a:defRPr sz="1200">
                <a:solidFill>
                  <a:srgbClr val="B7B7B7"/>
                </a:solidFill>
              </a:defRPr>
            </a:lvl9pPr>
          </a:lstStyle>
          <a:p/>
        </p:txBody>
      </p:sp>
      <p:sp>
        <p:nvSpPr>
          <p:cNvPr id="722" name="Google Shape;722;p76"/>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rmAutofit/>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dient 7" showMasterSp="0">
  <p:cSld name="Gradient 7">
    <p:bg>
      <p:bgPr>
        <a:gradFill>
          <a:gsLst>
            <a:gs pos="0">
              <a:srgbClr val="242424"/>
            </a:gs>
            <a:gs pos="100000">
              <a:srgbClr val="101010"/>
            </a:gs>
          </a:gsLst>
          <a:lin ang="8100019" scaled="0"/>
        </a:gradFill>
      </p:bgPr>
    </p:bg>
    <p:spTree>
      <p:nvGrpSpPr>
        <p:cNvPr id="723" name="Shape 723"/>
        <p:cNvGrpSpPr/>
        <p:nvPr/>
      </p:nvGrpSpPr>
      <p:grpSpPr>
        <a:xfrm>
          <a:off x="0" y="0"/>
          <a:ext cx="0" cy="0"/>
          <a:chOff x="0" y="0"/>
          <a:chExt cx="0" cy="0"/>
        </a:xfrm>
      </p:grpSpPr>
      <p:pic>
        <p:nvPicPr>
          <p:cNvPr descr="Google Shape;428;p46" id="724" name="Google Shape;724;p77"/>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725" name="Google Shape;725;p77"/>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1pPr>
            <a:lvl2pPr indent="0" lvl="1"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2pPr>
            <a:lvl3pPr indent="0" lvl="2"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3pPr>
            <a:lvl4pPr indent="0" lvl="3"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4pPr>
            <a:lvl5pPr indent="0" lvl="4"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5pPr>
            <a:lvl6pPr indent="0" lvl="5"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6pPr>
            <a:lvl7pPr indent="0" lvl="6"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7pPr>
            <a:lvl8pPr indent="0" lvl="7"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8pPr>
            <a:lvl9pPr indent="0" lvl="8"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9pPr>
          </a:lstStyle>
          <a:p>
            <a:pPr indent="0" lvl="0" marL="0" rtl="0" algn="r">
              <a:spcBef>
                <a:spcPts val="0"/>
              </a:spcBef>
              <a:spcAft>
                <a:spcPts val="0"/>
              </a:spcAft>
              <a:buNone/>
            </a:pPr>
            <a:fld id="{00000000-1234-1234-1234-123412341234}" type="slidenum">
              <a:rPr lang="en"/>
              <a:t>‹#›</a:t>
            </a:fld>
            <a:endParaRPr>
              <a:latin typeface="Helvetica Neue"/>
              <a:ea typeface="Helvetica Neue"/>
              <a:cs typeface="Helvetica Neue"/>
              <a:sym typeface="Helvetica Neue"/>
            </a:endParaRPr>
          </a:p>
        </p:txBody>
      </p:sp>
    </p:spTree>
  </p:cSld>
  <p:clrMapOvr>
    <a:masterClrMapping/>
  </p:clrMapOvr>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 Image - 50/50">
  <p:cSld name="ONE_COLUMN_TEXT">
    <p:spTree>
      <p:nvGrpSpPr>
        <p:cNvPr id="726" name="Shape 726"/>
        <p:cNvGrpSpPr/>
        <p:nvPr/>
      </p:nvGrpSpPr>
      <p:grpSpPr>
        <a:xfrm>
          <a:off x="0" y="0"/>
          <a:ext cx="0" cy="0"/>
          <a:chOff x="0" y="0"/>
          <a:chExt cx="0" cy="0"/>
        </a:xfrm>
      </p:grpSpPr>
      <p:sp>
        <p:nvSpPr>
          <p:cNvPr id="727" name="Google Shape;727;p78"/>
          <p:cNvSpPr txBox="1"/>
          <p:nvPr>
            <p:ph type="title"/>
          </p:nvPr>
        </p:nvSpPr>
        <p:spPr>
          <a:xfrm>
            <a:off x="263300" y="548640"/>
            <a:ext cx="3703500" cy="7557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400"/>
              <a:buNone/>
              <a:defRPr sz="2400"/>
            </a:lvl2pPr>
            <a:lvl3pPr lvl="2" rtl="0" algn="l">
              <a:lnSpc>
                <a:spcPct val="100000"/>
              </a:lnSpc>
              <a:spcBef>
                <a:spcPts val="0"/>
              </a:spcBef>
              <a:spcAft>
                <a:spcPts val="0"/>
              </a:spcAft>
              <a:buSzPts val="2400"/>
              <a:buNone/>
              <a:defRPr sz="2400"/>
            </a:lvl3pPr>
            <a:lvl4pPr lvl="3" rtl="0" algn="l">
              <a:lnSpc>
                <a:spcPct val="100000"/>
              </a:lnSpc>
              <a:spcBef>
                <a:spcPts val="0"/>
              </a:spcBef>
              <a:spcAft>
                <a:spcPts val="0"/>
              </a:spcAft>
              <a:buSzPts val="2400"/>
              <a:buNone/>
              <a:defRPr sz="2400"/>
            </a:lvl4pPr>
            <a:lvl5pPr lvl="4" rtl="0" algn="l">
              <a:lnSpc>
                <a:spcPct val="100000"/>
              </a:lnSpc>
              <a:spcBef>
                <a:spcPts val="0"/>
              </a:spcBef>
              <a:spcAft>
                <a:spcPts val="0"/>
              </a:spcAft>
              <a:buSzPts val="2400"/>
              <a:buNone/>
              <a:defRPr sz="2400"/>
            </a:lvl5pPr>
            <a:lvl6pPr lvl="5" rtl="0" algn="l">
              <a:lnSpc>
                <a:spcPct val="100000"/>
              </a:lnSpc>
              <a:spcBef>
                <a:spcPts val="0"/>
              </a:spcBef>
              <a:spcAft>
                <a:spcPts val="0"/>
              </a:spcAft>
              <a:buSzPts val="2400"/>
              <a:buNone/>
              <a:defRPr sz="2400"/>
            </a:lvl6pPr>
            <a:lvl7pPr lvl="6" rtl="0" algn="l">
              <a:lnSpc>
                <a:spcPct val="100000"/>
              </a:lnSpc>
              <a:spcBef>
                <a:spcPts val="0"/>
              </a:spcBef>
              <a:spcAft>
                <a:spcPts val="0"/>
              </a:spcAft>
              <a:buSzPts val="2400"/>
              <a:buNone/>
              <a:defRPr sz="2400"/>
            </a:lvl7pPr>
            <a:lvl8pPr lvl="7" rtl="0" algn="l">
              <a:lnSpc>
                <a:spcPct val="100000"/>
              </a:lnSpc>
              <a:spcBef>
                <a:spcPts val="0"/>
              </a:spcBef>
              <a:spcAft>
                <a:spcPts val="0"/>
              </a:spcAft>
              <a:buSzPts val="2400"/>
              <a:buNone/>
              <a:defRPr sz="2400"/>
            </a:lvl8pPr>
            <a:lvl9pPr lvl="8" rtl="0" algn="l">
              <a:lnSpc>
                <a:spcPct val="100000"/>
              </a:lnSpc>
              <a:spcBef>
                <a:spcPts val="0"/>
              </a:spcBef>
              <a:spcAft>
                <a:spcPts val="0"/>
              </a:spcAft>
              <a:buSzPts val="2400"/>
              <a:buNone/>
              <a:defRPr sz="2400"/>
            </a:lvl9pPr>
          </a:lstStyle>
          <a:p/>
        </p:txBody>
      </p:sp>
      <p:sp>
        <p:nvSpPr>
          <p:cNvPr id="728" name="Google Shape;728;p78"/>
          <p:cNvSpPr txBox="1"/>
          <p:nvPr>
            <p:ph idx="1" type="body"/>
          </p:nvPr>
        </p:nvSpPr>
        <p:spPr>
          <a:xfrm>
            <a:off x="274320" y="1371600"/>
            <a:ext cx="3703500" cy="3179400"/>
          </a:xfrm>
          <a:prstGeom prst="rect">
            <a:avLst/>
          </a:prstGeom>
          <a:noFill/>
          <a:ln>
            <a:noFill/>
          </a:ln>
        </p:spPr>
        <p:txBody>
          <a:bodyPr anchorCtr="0" anchor="t" bIns="91425" lIns="91425" spcFirstLastPara="1" rIns="91425" wrap="square" tIns="91425">
            <a:normAutofit/>
          </a:bodyPr>
          <a:lstStyle>
            <a:lvl1pPr indent="-304800" lvl="0" marL="457200" rtl="0" algn="l">
              <a:lnSpc>
                <a:spcPct val="150000"/>
              </a:lnSpc>
              <a:spcBef>
                <a:spcPts val="0"/>
              </a:spcBef>
              <a:spcAft>
                <a:spcPts val="0"/>
              </a:spcAft>
              <a:buSzPts val="1200"/>
              <a:buChar char="●"/>
              <a:defRPr sz="1200"/>
            </a:lvl1pPr>
            <a:lvl2pPr indent="-304800" lvl="1" marL="914400" rtl="0" algn="l">
              <a:lnSpc>
                <a:spcPct val="150000"/>
              </a:lnSpc>
              <a:spcBef>
                <a:spcPts val="0"/>
              </a:spcBef>
              <a:spcAft>
                <a:spcPts val="0"/>
              </a:spcAft>
              <a:buSzPts val="1200"/>
              <a:buChar char="○"/>
              <a:defRPr sz="1200"/>
            </a:lvl2pPr>
            <a:lvl3pPr indent="-304800" lvl="2" marL="1371600" rtl="0" algn="l">
              <a:lnSpc>
                <a:spcPct val="150000"/>
              </a:lnSpc>
              <a:spcBef>
                <a:spcPts val="0"/>
              </a:spcBef>
              <a:spcAft>
                <a:spcPts val="0"/>
              </a:spcAft>
              <a:buSzPts val="1200"/>
              <a:buChar char="■"/>
              <a:defRPr sz="1200"/>
            </a:lvl3pPr>
            <a:lvl4pPr indent="-304800" lvl="3" marL="1828800" rtl="0" algn="l">
              <a:lnSpc>
                <a:spcPct val="150000"/>
              </a:lnSpc>
              <a:spcBef>
                <a:spcPts val="0"/>
              </a:spcBef>
              <a:spcAft>
                <a:spcPts val="0"/>
              </a:spcAft>
              <a:buSzPts val="1200"/>
              <a:buChar char="●"/>
              <a:defRPr sz="1200"/>
            </a:lvl4pPr>
            <a:lvl5pPr indent="-304800" lvl="4" marL="2286000" rtl="0" algn="l">
              <a:lnSpc>
                <a:spcPct val="150000"/>
              </a:lnSpc>
              <a:spcBef>
                <a:spcPts val="0"/>
              </a:spcBef>
              <a:spcAft>
                <a:spcPts val="0"/>
              </a:spcAft>
              <a:buSzPts val="1200"/>
              <a:buChar char="○"/>
              <a:defRPr sz="1200"/>
            </a:lvl5pPr>
            <a:lvl6pPr indent="-304800" lvl="5" marL="2743200" rtl="0" algn="l">
              <a:lnSpc>
                <a:spcPct val="150000"/>
              </a:lnSpc>
              <a:spcBef>
                <a:spcPts val="0"/>
              </a:spcBef>
              <a:spcAft>
                <a:spcPts val="0"/>
              </a:spcAft>
              <a:buSzPts val="1200"/>
              <a:buChar char="■"/>
              <a:defRPr sz="1200"/>
            </a:lvl6pPr>
            <a:lvl7pPr indent="-304800" lvl="6" marL="3200400" rtl="0" algn="l">
              <a:lnSpc>
                <a:spcPct val="150000"/>
              </a:lnSpc>
              <a:spcBef>
                <a:spcPts val="0"/>
              </a:spcBef>
              <a:spcAft>
                <a:spcPts val="0"/>
              </a:spcAft>
              <a:buSzPts val="1200"/>
              <a:buChar char="●"/>
              <a:defRPr sz="1200"/>
            </a:lvl7pPr>
            <a:lvl8pPr indent="-304800" lvl="7" marL="3657600" rtl="0" algn="l">
              <a:lnSpc>
                <a:spcPct val="150000"/>
              </a:lnSpc>
              <a:spcBef>
                <a:spcPts val="0"/>
              </a:spcBef>
              <a:spcAft>
                <a:spcPts val="0"/>
              </a:spcAft>
              <a:buSzPts val="1200"/>
              <a:buChar char="○"/>
              <a:defRPr sz="1200"/>
            </a:lvl8pPr>
            <a:lvl9pPr indent="-304800" lvl="8" marL="4114800" rtl="0" algn="l">
              <a:lnSpc>
                <a:spcPct val="150000"/>
              </a:lnSpc>
              <a:spcBef>
                <a:spcPts val="0"/>
              </a:spcBef>
              <a:spcAft>
                <a:spcPts val="0"/>
              </a:spcAft>
              <a:buSzPts val="1200"/>
              <a:buChar char="■"/>
              <a:defRPr sz="1200"/>
            </a:lvl9pPr>
          </a:lstStyle>
          <a:p/>
        </p:txBody>
      </p:sp>
      <p:sp>
        <p:nvSpPr>
          <p:cNvPr id="729" name="Google Shape;729;p7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p15:guide id="1" pos="166">
          <p15:clr>
            <a:srgbClr val="FA7B17"/>
          </p15:clr>
        </p15:guide>
        <p15:guide id="2" pos="5594">
          <p15:clr>
            <a:srgbClr val="FA7B17"/>
          </p15:clr>
        </p15:guide>
        <p15:guide id="3" orient="horz" pos="171">
          <p15:clr>
            <a:srgbClr val="FA7B17"/>
          </p15:clr>
        </p15:guide>
        <p15:guide id="4" orient="horz" pos="3069">
          <p15:clr>
            <a:srgbClr val="FA7B17"/>
          </p15:clr>
        </p15:guide>
        <p15:guide id="5" pos="2880">
          <p15:clr>
            <a:srgbClr val="FA7B17"/>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fo Cards _ No Sub">
  <p:cSld name="TITLE_ONLY_2_2_2">
    <p:bg>
      <p:bgPr>
        <a:solidFill>
          <a:schemeClr val="dk1"/>
        </a:solidFill>
      </p:bgPr>
    </p:bg>
    <p:spTree>
      <p:nvGrpSpPr>
        <p:cNvPr id="730" name="Shape 730"/>
        <p:cNvGrpSpPr/>
        <p:nvPr/>
      </p:nvGrpSpPr>
      <p:grpSpPr>
        <a:xfrm>
          <a:off x="0" y="0"/>
          <a:ext cx="0" cy="0"/>
          <a:chOff x="0" y="0"/>
          <a:chExt cx="0" cy="0"/>
        </a:xfrm>
      </p:grpSpPr>
      <p:pic>
        <p:nvPicPr>
          <p:cNvPr id="731" name="Google Shape;731;p79"/>
          <p:cNvPicPr preferRelativeResize="0"/>
          <p:nvPr/>
        </p:nvPicPr>
        <p:blipFill rotWithShape="1">
          <a:blip r:embed="rId2">
            <a:alphaModFix/>
          </a:blip>
          <a:srcRect b="0" l="0" r="0" t="0"/>
          <a:stretch/>
        </p:blipFill>
        <p:spPr>
          <a:xfrm>
            <a:off x="3230775" y="1234851"/>
            <a:ext cx="2682450" cy="3028579"/>
          </a:xfrm>
          <a:prstGeom prst="rect">
            <a:avLst/>
          </a:prstGeom>
          <a:noFill/>
          <a:ln>
            <a:noFill/>
          </a:ln>
        </p:spPr>
      </p:pic>
      <p:pic>
        <p:nvPicPr>
          <p:cNvPr id="732" name="Google Shape;732;p79"/>
          <p:cNvPicPr preferRelativeResize="0"/>
          <p:nvPr/>
        </p:nvPicPr>
        <p:blipFill rotWithShape="1">
          <a:blip r:embed="rId2">
            <a:alphaModFix/>
          </a:blip>
          <a:srcRect b="0" l="0" r="0" t="0"/>
          <a:stretch/>
        </p:blipFill>
        <p:spPr>
          <a:xfrm>
            <a:off x="6048701" y="1234851"/>
            <a:ext cx="2682450" cy="3028579"/>
          </a:xfrm>
          <a:prstGeom prst="rect">
            <a:avLst/>
          </a:prstGeom>
          <a:noFill/>
          <a:ln>
            <a:noFill/>
          </a:ln>
        </p:spPr>
      </p:pic>
      <p:pic>
        <p:nvPicPr>
          <p:cNvPr id="733" name="Google Shape;733;p79"/>
          <p:cNvPicPr preferRelativeResize="0"/>
          <p:nvPr/>
        </p:nvPicPr>
        <p:blipFill rotWithShape="1">
          <a:blip r:embed="rId2">
            <a:alphaModFix/>
          </a:blip>
          <a:srcRect b="0" l="0" r="0" t="0"/>
          <a:stretch/>
        </p:blipFill>
        <p:spPr>
          <a:xfrm>
            <a:off x="412850" y="1234851"/>
            <a:ext cx="2682450" cy="3028579"/>
          </a:xfrm>
          <a:prstGeom prst="rect">
            <a:avLst/>
          </a:prstGeom>
          <a:noFill/>
          <a:ln>
            <a:noFill/>
          </a:ln>
        </p:spPr>
      </p:pic>
      <p:pic>
        <p:nvPicPr>
          <p:cNvPr id="734" name="Google Shape;734;p79"/>
          <p:cNvPicPr preferRelativeResize="0"/>
          <p:nvPr/>
        </p:nvPicPr>
        <p:blipFill rotWithShape="1">
          <a:blip r:embed="rId3">
            <a:alphaModFix/>
          </a:blip>
          <a:srcRect b="0" l="0" r="0" t="0"/>
          <a:stretch/>
        </p:blipFill>
        <p:spPr>
          <a:xfrm>
            <a:off x="412825" y="1234850"/>
            <a:ext cx="2682475" cy="3019700"/>
          </a:xfrm>
          <a:prstGeom prst="rect">
            <a:avLst/>
          </a:prstGeom>
          <a:noFill/>
          <a:ln>
            <a:noFill/>
          </a:ln>
        </p:spPr>
      </p:pic>
      <p:sp>
        <p:nvSpPr>
          <p:cNvPr id="735" name="Google Shape;735;p79"/>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lgn="l">
              <a:lnSpc>
                <a:spcPct val="100000"/>
              </a:lnSpc>
              <a:spcBef>
                <a:spcPts val="0"/>
              </a:spcBef>
              <a:spcAft>
                <a:spcPts val="0"/>
              </a:spcAft>
              <a:buSzPts val="2800"/>
              <a:buNone/>
              <a:defRPr/>
            </a:lvl2pPr>
            <a:lvl3pPr lvl="2" rtl="0" algn="l">
              <a:lnSpc>
                <a:spcPct val="100000"/>
              </a:lnSpc>
              <a:spcBef>
                <a:spcPts val="0"/>
              </a:spcBef>
              <a:spcAft>
                <a:spcPts val="0"/>
              </a:spcAft>
              <a:buSzPts val="2800"/>
              <a:buNone/>
              <a:defRPr/>
            </a:lvl3pPr>
            <a:lvl4pPr lvl="3" rtl="0" algn="l">
              <a:lnSpc>
                <a:spcPct val="100000"/>
              </a:lnSpc>
              <a:spcBef>
                <a:spcPts val="0"/>
              </a:spcBef>
              <a:spcAft>
                <a:spcPts val="0"/>
              </a:spcAft>
              <a:buSzPts val="2800"/>
              <a:buNone/>
              <a:defRPr/>
            </a:lvl4pPr>
            <a:lvl5pPr lvl="4" rtl="0" algn="l">
              <a:lnSpc>
                <a:spcPct val="100000"/>
              </a:lnSpc>
              <a:spcBef>
                <a:spcPts val="0"/>
              </a:spcBef>
              <a:spcAft>
                <a:spcPts val="0"/>
              </a:spcAft>
              <a:buSzPts val="2800"/>
              <a:buNone/>
              <a:defRPr/>
            </a:lvl5pPr>
            <a:lvl6pPr lvl="5" rtl="0" algn="l">
              <a:lnSpc>
                <a:spcPct val="100000"/>
              </a:lnSpc>
              <a:spcBef>
                <a:spcPts val="0"/>
              </a:spcBef>
              <a:spcAft>
                <a:spcPts val="0"/>
              </a:spcAft>
              <a:buSzPts val="2800"/>
              <a:buNone/>
              <a:defRPr/>
            </a:lvl6pPr>
            <a:lvl7pPr lvl="6" rtl="0" algn="l">
              <a:lnSpc>
                <a:spcPct val="100000"/>
              </a:lnSpc>
              <a:spcBef>
                <a:spcPts val="0"/>
              </a:spcBef>
              <a:spcAft>
                <a:spcPts val="0"/>
              </a:spcAft>
              <a:buSzPts val="2800"/>
              <a:buNone/>
              <a:defRPr/>
            </a:lvl7pPr>
            <a:lvl8pPr lvl="7" rtl="0" algn="l">
              <a:lnSpc>
                <a:spcPct val="100000"/>
              </a:lnSpc>
              <a:spcBef>
                <a:spcPts val="0"/>
              </a:spcBef>
              <a:spcAft>
                <a:spcPts val="0"/>
              </a:spcAft>
              <a:buSzPts val="2800"/>
              <a:buNone/>
              <a:defRPr/>
            </a:lvl8pPr>
            <a:lvl9pPr lvl="8" rtl="0" algn="l">
              <a:lnSpc>
                <a:spcPct val="100000"/>
              </a:lnSpc>
              <a:spcBef>
                <a:spcPts val="0"/>
              </a:spcBef>
              <a:spcAft>
                <a:spcPts val="0"/>
              </a:spcAft>
              <a:buSzPts val="2800"/>
              <a:buNone/>
              <a:defRPr/>
            </a:lvl9pPr>
          </a:lstStyle>
          <a:p/>
        </p:txBody>
      </p:sp>
      <p:pic>
        <p:nvPicPr>
          <p:cNvPr id="736" name="Google Shape;736;p79"/>
          <p:cNvPicPr preferRelativeResize="0"/>
          <p:nvPr/>
        </p:nvPicPr>
        <p:blipFill rotWithShape="1">
          <a:blip r:embed="rId4">
            <a:alphaModFix/>
          </a:blip>
          <a:srcRect b="0" l="0" r="0" t="0"/>
          <a:stretch/>
        </p:blipFill>
        <p:spPr>
          <a:xfrm>
            <a:off x="-762396" y="0"/>
            <a:ext cx="548700" cy="2288640"/>
          </a:xfrm>
          <a:prstGeom prst="rect">
            <a:avLst/>
          </a:prstGeom>
          <a:noFill/>
          <a:ln>
            <a:noFill/>
          </a:ln>
        </p:spPr>
      </p:pic>
      <p:pic>
        <p:nvPicPr>
          <p:cNvPr id="737" name="Google Shape;737;p79"/>
          <p:cNvPicPr preferRelativeResize="0"/>
          <p:nvPr/>
        </p:nvPicPr>
        <p:blipFill rotWithShape="1">
          <a:blip r:embed="rId5">
            <a:alphaModFix/>
          </a:blip>
          <a:srcRect b="0" l="0" r="0" t="0"/>
          <a:stretch/>
        </p:blipFill>
        <p:spPr>
          <a:xfrm>
            <a:off x="457529" y="4543025"/>
            <a:ext cx="950976" cy="142646"/>
          </a:xfrm>
          <a:prstGeom prst="rect">
            <a:avLst/>
          </a:prstGeom>
          <a:noFill/>
          <a:ln>
            <a:noFill/>
          </a:ln>
        </p:spPr>
      </p:pic>
      <p:sp>
        <p:nvSpPr>
          <p:cNvPr id="738" name="Google Shape;738;p79"/>
          <p:cNvSpPr/>
          <p:nvPr>
            <p:ph idx="2" type="pic"/>
          </p:nvPr>
        </p:nvSpPr>
        <p:spPr>
          <a:xfrm>
            <a:off x="535276" y="1372373"/>
            <a:ext cx="315900" cy="315900"/>
          </a:xfrm>
          <a:prstGeom prst="rect">
            <a:avLst/>
          </a:prstGeom>
          <a:noFill/>
          <a:ln>
            <a:noFill/>
          </a:ln>
        </p:spPr>
      </p:sp>
      <p:sp>
        <p:nvSpPr>
          <p:cNvPr id="739" name="Google Shape;739;p79"/>
          <p:cNvSpPr txBox="1"/>
          <p:nvPr>
            <p:ph idx="1" type="body"/>
          </p:nvPr>
        </p:nvSpPr>
        <p:spPr>
          <a:xfrm>
            <a:off x="505075" y="2022300"/>
            <a:ext cx="2487900" cy="2038500"/>
          </a:xfrm>
          <a:prstGeom prst="rect">
            <a:avLst/>
          </a:prstGeom>
          <a:noFill/>
          <a:ln>
            <a:noFill/>
          </a:ln>
        </p:spPr>
        <p:txBody>
          <a:bodyPr anchorCtr="0" anchor="t" bIns="91425" lIns="91425" spcFirstLastPara="1" rIns="91425" wrap="square" tIns="91425">
            <a:normAutofit/>
          </a:bodyPr>
          <a:lstStyle>
            <a:lvl1pPr indent="-298450" lvl="0" marL="457200" rtl="0" algn="l">
              <a:lnSpc>
                <a:spcPct val="115000"/>
              </a:lnSpc>
              <a:spcBef>
                <a:spcPts val="0"/>
              </a:spcBef>
              <a:spcAft>
                <a:spcPts val="0"/>
              </a:spcAft>
              <a:buClr>
                <a:schemeClr val="lt1"/>
              </a:buClr>
              <a:buSzPts val="1100"/>
              <a:buChar char="●"/>
              <a:defRPr sz="1100">
                <a:solidFill>
                  <a:schemeClr val="lt1"/>
                </a:solidFill>
              </a:defRPr>
            </a:lvl1pPr>
            <a:lvl2pPr indent="-298450" lvl="1" marL="914400" rtl="0" algn="l">
              <a:lnSpc>
                <a:spcPct val="115000"/>
              </a:lnSpc>
              <a:spcBef>
                <a:spcPts val="0"/>
              </a:spcBef>
              <a:spcAft>
                <a:spcPts val="0"/>
              </a:spcAft>
              <a:buClr>
                <a:schemeClr val="lt1"/>
              </a:buClr>
              <a:buSzPts val="1100"/>
              <a:buChar char="○"/>
              <a:defRPr sz="1100">
                <a:solidFill>
                  <a:schemeClr val="lt1"/>
                </a:solidFill>
              </a:defRPr>
            </a:lvl2pPr>
            <a:lvl3pPr indent="-298450" lvl="2" marL="1371600" rtl="0" algn="l">
              <a:lnSpc>
                <a:spcPct val="115000"/>
              </a:lnSpc>
              <a:spcBef>
                <a:spcPts val="0"/>
              </a:spcBef>
              <a:spcAft>
                <a:spcPts val="0"/>
              </a:spcAft>
              <a:buClr>
                <a:schemeClr val="lt1"/>
              </a:buClr>
              <a:buSzPts val="1100"/>
              <a:buChar char="■"/>
              <a:defRPr sz="1100">
                <a:solidFill>
                  <a:schemeClr val="lt1"/>
                </a:solidFill>
              </a:defRPr>
            </a:lvl3pPr>
            <a:lvl4pPr indent="-298450" lvl="3" marL="1828800" rtl="0" algn="l">
              <a:lnSpc>
                <a:spcPct val="115000"/>
              </a:lnSpc>
              <a:spcBef>
                <a:spcPts val="0"/>
              </a:spcBef>
              <a:spcAft>
                <a:spcPts val="0"/>
              </a:spcAft>
              <a:buClr>
                <a:schemeClr val="lt1"/>
              </a:buClr>
              <a:buSzPts val="1100"/>
              <a:buChar char="●"/>
              <a:defRPr sz="1100">
                <a:solidFill>
                  <a:schemeClr val="lt1"/>
                </a:solidFill>
              </a:defRPr>
            </a:lvl4pPr>
            <a:lvl5pPr indent="-298450" lvl="4" marL="2286000" rtl="0" algn="l">
              <a:lnSpc>
                <a:spcPct val="115000"/>
              </a:lnSpc>
              <a:spcBef>
                <a:spcPts val="0"/>
              </a:spcBef>
              <a:spcAft>
                <a:spcPts val="0"/>
              </a:spcAft>
              <a:buClr>
                <a:schemeClr val="lt1"/>
              </a:buClr>
              <a:buSzPts val="1100"/>
              <a:buChar char="○"/>
              <a:defRPr sz="1100">
                <a:solidFill>
                  <a:schemeClr val="lt1"/>
                </a:solidFill>
              </a:defRPr>
            </a:lvl5pPr>
            <a:lvl6pPr indent="-298450" lvl="5" marL="2743200" rtl="0" algn="l">
              <a:lnSpc>
                <a:spcPct val="115000"/>
              </a:lnSpc>
              <a:spcBef>
                <a:spcPts val="0"/>
              </a:spcBef>
              <a:spcAft>
                <a:spcPts val="0"/>
              </a:spcAft>
              <a:buClr>
                <a:schemeClr val="lt1"/>
              </a:buClr>
              <a:buSzPts val="1100"/>
              <a:buChar char="■"/>
              <a:defRPr sz="1100">
                <a:solidFill>
                  <a:schemeClr val="lt1"/>
                </a:solidFill>
              </a:defRPr>
            </a:lvl6pPr>
            <a:lvl7pPr indent="-298450" lvl="6" marL="3200400" rtl="0" algn="l">
              <a:lnSpc>
                <a:spcPct val="115000"/>
              </a:lnSpc>
              <a:spcBef>
                <a:spcPts val="0"/>
              </a:spcBef>
              <a:spcAft>
                <a:spcPts val="0"/>
              </a:spcAft>
              <a:buClr>
                <a:schemeClr val="lt1"/>
              </a:buClr>
              <a:buSzPts val="1100"/>
              <a:buChar char="●"/>
              <a:defRPr sz="1100">
                <a:solidFill>
                  <a:schemeClr val="lt1"/>
                </a:solidFill>
              </a:defRPr>
            </a:lvl7pPr>
            <a:lvl8pPr indent="-298450" lvl="7" marL="3657600" rtl="0" algn="l">
              <a:lnSpc>
                <a:spcPct val="115000"/>
              </a:lnSpc>
              <a:spcBef>
                <a:spcPts val="0"/>
              </a:spcBef>
              <a:spcAft>
                <a:spcPts val="0"/>
              </a:spcAft>
              <a:buClr>
                <a:schemeClr val="lt1"/>
              </a:buClr>
              <a:buSzPts val="1100"/>
              <a:buChar char="○"/>
              <a:defRPr sz="1100">
                <a:solidFill>
                  <a:schemeClr val="lt1"/>
                </a:solidFill>
              </a:defRPr>
            </a:lvl8pPr>
            <a:lvl9pPr indent="-298450" lvl="8" marL="4114800" rtl="0" algn="l">
              <a:lnSpc>
                <a:spcPct val="115000"/>
              </a:lnSpc>
              <a:spcBef>
                <a:spcPts val="0"/>
              </a:spcBef>
              <a:spcAft>
                <a:spcPts val="0"/>
              </a:spcAft>
              <a:buClr>
                <a:schemeClr val="lt1"/>
              </a:buClr>
              <a:buSzPts val="1100"/>
              <a:buChar char="■"/>
              <a:defRPr sz="1100">
                <a:solidFill>
                  <a:schemeClr val="lt1"/>
                </a:solidFill>
              </a:defRPr>
            </a:lvl9pPr>
          </a:lstStyle>
          <a:p/>
        </p:txBody>
      </p:sp>
      <p:sp>
        <p:nvSpPr>
          <p:cNvPr id="740" name="Google Shape;740;p79"/>
          <p:cNvSpPr txBox="1"/>
          <p:nvPr>
            <p:ph idx="3" type="subTitle"/>
          </p:nvPr>
        </p:nvSpPr>
        <p:spPr>
          <a:xfrm>
            <a:off x="505075" y="1669200"/>
            <a:ext cx="2487900" cy="386100"/>
          </a:xfrm>
          <a:prstGeom prst="rect">
            <a:avLst/>
          </a:prstGeom>
          <a:noFill/>
          <a:ln>
            <a:noFill/>
          </a:ln>
        </p:spPr>
        <p:txBody>
          <a:bodyPr anchorCtr="0" anchor="b" bIns="91425" lIns="91425" spcFirstLastPara="1" rIns="91425" wrap="square" tIns="91425">
            <a:normAutofit/>
          </a:bodyPr>
          <a:lstStyle>
            <a:lvl1pPr lvl="0" rtl="0" algn="l">
              <a:lnSpc>
                <a:spcPct val="115000"/>
              </a:lnSpc>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2pPr>
            <a:lvl3pPr lvl="2"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3pPr>
            <a:lvl4pPr lvl="3"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4pPr>
            <a:lvl5pPr lvl="4"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5pPr>
            <a:lvl6pPr lvl="5"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6pPr>
            <a:lvl7pPr lvl="6"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7pPr>
            <a:lvl8pPr lvl="7"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8pPr>
            <a:lvl9pPr lvl="8"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9pPr>
          </a:lstStyle>
          <a:p/>
        </p:txBody>
      </p:sp>
      <p:sp>
        <p:nvSpPr>
          <p:cNvPr id="741" name="Google Shape;741;p79"/>
          <p:cNvSpPr/>
          <p:nvPr>
            <p:ph idx="4" type="pic"/>
          </p:nvPr>
        </p:nvSpPr>
        <p:spPr>
          <a:xfrm>
            <a:off x="3358251" y="1372373"/>
            <a:ext cx="315900" cy="315900"/>
          </a:xfrm>
          <a:prstGeom prst="rect">
            <a:avLst/>
          </a:prstGeom>
          <a:noFill/>
          <a:ln>
            <a:noFill/>
          </a:ln>
        </p:spPr>
      </p:sp>
      <p:sp>
        <p:nvSpPr>
          <p:cNvPr id="742" name="Google Shape;742;p79"/>
          <p:cNvSpPr txBox="1"/>
          <p:nvPr>
            <p:ph idx="5" type="body"/>
          </p:nvPr>
        </p:nvSpPr>
        <p:spPr>
          <a:xfrm>
            <a:off x="3328050" y="2022300"/>
            <a:ext cx="2487900" cy="2038500"/>
          </a:xfrm>
          <a:prstGeom prst="rect">
            <a:avLst/>
          </a:prstGeom>
          <a:noFill/>
          <a:ln>
            <a:noFill/>
          </a:ln>
        </p:spPr>
        <p:txBody>
          <a:bodyPr anchorCtr="0" anchor="t" bIns="91425" lIns="91425" spcFirstLastPara="1" rIns="91425" wrap="square" tIns="91425">
            <a:normAutofit/>
          </a:bodyPr>
          <a:lstStyle>
            <a:lvl1pPr indent="-298450" lvl="0" marL="457200" rtl="0" algn="l">
              <a:lnSpc>
                <a:spcPct val="115000"/>
              </a:lnSpc>
              <a:spcBef>
                <a:spcPts val="0"/>
              </a:spcBef>
              <a:spcAft>
                <a:spcPts val="0"/>
              </a:spcAft>
              <a:buClr>
                <a:schemeClr val="lt1"/>
              </a:buClr>
              <a:buSzPts val="1100"/>
              <a:buChar char="●"/>
              <a:defRPr sz="1100">
                <a:solidFill>
                  <a:schemeClr val="lt1"/>
                </a:solidFill>
              </a:defRPr>
            </a:lvl1pPr>
            <a:lvl2pPr indent="-298450" lvl="1" marL="914400" rtl="0" algn="l">
              <a:lnSpc>
                <a:spcPct val="115000"/>
              </a:lnSpc>
              <a:spcBef>
                <a:spcPts val="0"/>
              </a:spcBef>
              <a:spcAft>
                <a:spcPts val="0"/>
              </a:spcAft>
              <a:buClr>
                <a:schemeClr val="lt1"/>
              </a:buClr>
              <a:buSzPts val="1100"/>
              <a:buChar char="○"/>
              <a:defRPr sz="1100">
                <a:solidFill>
                  <a:schemeClr val="lt1"/>
                </a:solidFill>
              </a:defRPr>
            </a:lvl2pPr>
            <a:lvl3pPr indent="-298450" lvl="2" marL="1371600" rtl="0" algn="l">
              <a:lnSpc>
                <a:spcPct val="115000"/>
              </a:lnSpc>
              <a:spcBef>
                <a:spcPts val="0"/>
              </a:spcBef>
              <a:spcAft>
                <a:spcPts val="0"/>
              </a:spcAft>
              <a:buClr>
                <a:schemeClr val="lt1"/>
              </a:buClr>
              <a:buSzPts val="1100"/>
              <a:buChar char="■"/>
              <a:defRPr sz="1100">
                <a:solidFill>
                  <a:schemeClr val="lt1"/>
                </a:solidFill>
              </a:defRPr>
            </a:lvl3pPr>
            <a:lvl4pPr indent="-298450" lvl="3" marL="1828800" rtl="0" algn="l">
              <a:lnSpc>
                <a:spcPct val="115000"/>
              </a:lnSpc>
              <a:spcBef>
                <a:spcPts val="0"/>
              </a:spcBef>
              <a:spcAft>
                <a:spcPts val="0"/>
              </a:spcAft>
              <a:buClr>
                <a:schemeClr val="lt1"/>
              </a:buClr>
              <a:buSzPts val="1100"/>
              <a:buChar char="●"/>
              <a:defRPr sz="1100">
                <a:solidFill>
                  <a:schemeClr val="lt1"/>
                </a:solidFill>
              </a:defRPr>
            </a:lvl4pPr>
            <a:lvl5pPr indent="-298450" lvl="4" marL="2286000" rtl="0" algn="l">
              <a:lnSpc>
                <a:spcPct val="115000"/>
              </a:lnSpc>
              <a:spcBef>
                <a:spcPts val="0"/>
              </a:spcBef>
              <a:spcAft>
                <a:spcPts val="0"/>
              </a:spcAft>
              <a:buClr>
                <a:schemeClr val="lt1"/>
              </a:buClr>
              <a:buSzPts val="1100"/>
              <a:buChar char="○"/>
              <a:defRPr sz="1100">
                <a:solidFill>
                  <a:schemeClr val="lt1"/>
                </a:solidFill>
              </a:defRPr>
            </a:lvl5pPr>
            <a:lvl6pPr indent="-298450" lvl="5" marL="2743200" rtl="0" algn="l">
              <a:lnSpc>
                <a:spcPct val="115000"/>
              </a:lnSpc>
              <a:spcBef>
                <a:spcPts val="0"/>
              </a:spcBef>
              <a:spcAft>
                <a:spcPts val="0"/>
              </a:spcAft>
              <a:buClr>
                <a:schemeClr val="lt1"/>
              </a:buClr>
              <a:buSzPts val="1100"/>
              <a:buChar char="■"/>
              <a:defRPr sz="1100">
                <a:solidFill>
                  <a:schemeClr val="lt1"/>
                </a:solidFill>
              </a:defRPr>
            </a:lvl6pPr>
            <a:lvl7pPr indent="-298450" lvl="6" marL="3200400" rtl="0" algn="l">
              <a:lnSpc>
                <a:spcPct val="115000"/>
              </a:lnSpc>
              <a:spcBef>
                <a:spcPts val="0"/>
              </a:spcBef>
              <a:spcAft>
                <a:spcPts val="0"/>
              </a:spcAft>
              <a:buClr>
                <a:schemeClr val="lt1"/>
              </a:buClr>
              <a:buSzPts val="1100"/>
              <a:buChar char="●"/>
              <a:defRPr sz="1100">
                <a:solidFill>
                  <a:schemeClr val="lt1"/>
                </a:solidFill>
              </a:defRPr>
            </a:lvl7pPr>
            <a:lvl8pPr indent="-298450" lvl="7" marL="3657600" rtl="0" algn="l">
              <a:lnSpc>
                <a:spcPct val="115000"/>
              </a:lnSpc>
              <a:spcBef>
                <a:spcPts val="0"/>
              </a:spcBef>
              <a:spcAft>
                <a:spcPts val="0"/>
              </a:spcAft>
              <a:buClr>
                <a:schemeClr val="lt1"/>
              </a:buClr>
              <a:buSzPts val="1100"/>
              <a:buChar char="○"/>
              <a:defRPr sz="1100">
                <a:solidFill>
                  <a:schemeClr val="lt1"/>
                </a:solidFill>
              </a:defRPr>
            </a:lvl8pPr>
            <a:lvl9pPr indent="-298450" lvl="8" marL="4114800" rtl="0" algn="l">
              <a:lnSpc>
                <a:spcPct val="115000"/>
              </a:lnSpc>
              <a:spcBef>
                <a:spcPts val="0"/>
              </a:spcBef>
              <a:spcAft>
                <a:spcPts val="0"/>
              </a:spcAft>
              <a:buClr>
                <a:schemeClr val="lt1"/>
              </a:buClr>
              <a:buSzPts val="1100"/>
              <a:buChar char="■"/>
              <a:defRPr sz="1100">
                <a:solidFill>
                  <a:schemeClr val="lt1"/>
                </a:solidFill>
              </a:defRPr>
            </a:lvl9pPr>
          </a:lstStyle>
          <a:p/>
        </p:txBody>
      </p:sp>
      <p:sp>
        <p:nvSpPr>
          <p:cNvPr id="743" name="Google Shape;743;p79"/>
          <p:cNvSpPr txBox="1"/>
          <p:nvPr>
            <p:ph idx="6" type="subTitle"/>
          </p:nvPr>
        </p:nvSpPr>
        <p:spPr>
          <a:xfrm>
            <a:off x="3328050" y="1669200"/>
            <a:ext cx="2487900" cy="386100"/>
          </a:xfrm>
          <a:prstGeom prst="rect">
            <a:avLst/>
          </a:prstGeom>
          <a:noFill/>
          <a:ln>
            <a:noFill/>
          </a:ln>
        </p:spPr>
        <p:txBody>
          <a:bodyPr anchorCtr="0" anchor="b" bIns="91425" lIns="91425" spcFirstLastPara="1" rIns="91425" wrap="square" tIns="91425">
            <a:normAutofit/>
          </a:bodyPr>
          <a:lstStyle>
            <a:lvl1pPr lvl="0" rtl="0" algn="l">
              <a:lnSpc>
                <a:spcPct val="115000"/>
              </a:lnSpc>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2pPr>
            <a:lvl3pPr lvl="2"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3pPr>
            <a:lvl4pPr lvl="3"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4pPr>
            <a:lvl5pPr lvl="4"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5pPr>
            <a:lvl6pPr lvl="5"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6pPr>
            <a:lvl7pPr lvl="6"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7pPr>
            <a:lvl8pPr lvl="7"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8pPr>
            <a:lvl9pPr lvl="8"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9pPr>
          </a:lstStyle>
          <a:p/>
        </p:txBody>
      </p:sp>
      <p:sp>
        <p:nvSpPr>
          <p:cNvPr id="744" name="Google Shape;744;p79"/>
          <p:cNvSpPr/>
          <p:nvPr>
            <p:ph idx="7" type="pic"/>
          </p:nvPr>
        </p:nvSpPr>
        <p:spPr>
          <a:xfrm>
            <a:off x="6181226" y="1372373"/>
            <a:ext cx="315900" cy="315900"/>
          </a:xfrm>
          <a:prstGeom prst="rect">
            <a:avLst/>
          </a:prstGeom>
          <a:noFill/>
          <a:ln>
            <a:noFill/>
          </a:ln>
        </p:spPr>
      </p:sp>
      <p:sp>
        <p:nvSpPr>
          <p:cNvPr id="745" name="Google Shape;745;p79"/>
          <p:cNvSpPr txBox="1"/>
          <p:nvPr>
            <p:ph idx="8" type="body"/>
          </p:nvPr>
        </p:nvSpPr>
        <p:spPr>
          <a:xfrm>
            <a:off x="6151025" y="2022300"/>
            <a:ext cx="2487900" cy="2038500"/>
          </a:xfrm>
          <a:prstGeom prst="rect">
            <a:avLst/>
          </a:prstGeom>
          <a:noFill/>
          <a:ln>
            <a:noFill/>
          </a:ln>
        </p:spPr>
        <p:txBody>
          <a:bodyPr anchorCtr="0" anchor="t" bIns="91425" lIns="91425" spcFirstLastPara="1" rIns="91425" wrap="square" tIns="91425">
            <a:normAutofit/>
          </a:bodyPr>
          <a:lstStyle>
            <a:lvl1pPr indent="-298450" lvl="0" marL="457200" rtl="0" algn="l">
              <a:lnSpc>
                <a:spcPct val="115000"/>
              </a:lnSpc>
              <a:spcBef>
                <a:spcPts val="0"/>
              </a:spcBef>
              <a:spcAft>
                <a:spcPts val="0"/>
              </a:spcAft>
              <a:buClr>
                <a:schemeClr val="lt1"/>
              </a:buClr>
              <a:buSzPts val="1100"/>
              <a:buChar char="●"/>
              <a:defRPr sz="1100">
                <a:solidFill>
                  <a:schemeClr val="lt1"/>
                </a:solidFill>
              </a:defRPr>
            </a:lvl1pPr>
            <a:lvl2pPr indent="-298450" lvl="1" marL="914400" rtl="0" algn="l">
              <a:lnSpc>
                <a:spcPct val="115000"/>
              </a:lnSpc>
              <a:spcBef>
                <a:spcPts val="0"/>
              </a:spcBef>
              <a:spcAft>
                <a:spcPts val="0"/>
              </a:spcAft>
              <a:buClr>
                <a:schemeClr val="lt1"/>
              </a:buClr>
              <a:buSzPts val="1100"/>
              <a:buChar char="○"/>
              <a:defRPr sz="1100">
                <a:solidFill>
                  <a:schemeClr val="lt1"/>
                </a:solidFill>
              </a:defRPr>
            </a:lvl2pPr>
            <a:lvl3pPr indent="-298450" lvl="2" marL="1371600" rtl="0" algn="l">
              <a:lnSpc>
                <a:spcPct val="115000"/>
              </a:lnSpc>
              <a:spcBef>
                <a:spcPts val="0"/>
              </a:spcBef>
              <a:spcAft>
                <a:spcPts val="0"/>
              </a:spcAft>
              <a:buClr>
                <a:schemeClr val="lt1"/>
              </a:buClr>
              <a:buSzPts val="1100"/>
              <a:buChar char="■"/>
              <a:defRPr sz="1100">
                <a:solidFill>
                  <a:schemeClr val="lt1"/>
                </a:solidFill>
              </a:defRPr>
            </a:lvl3pPr>
            <a:lvl4pPr indent="-298450" lvl="3" marL="1828800" rtl="0" algn="l">
              <a:lnSpc>
                <a:spcPct val="115000"/>
              </a:lnSpc>
              <a:spcBef>
                <a:spcPts val="0"/>
              </a:spcBef>
              <a:spcAft>
                <a:spcPts val="0"/>
              </a:spcAft>
              <a:buClr>
                <a:schemeClr val="lt1"/>
              </a:buClr>
              <a:buSzPts val="1100"/>
              <a:buChar char="●"/>
              <a:defRPr sz="1100">
                <a:solidFill>
                  <a:schemeClr val="lt1"/>
                </a:solidFill>
              </a:defRPr>
            </a:lvl4pPr>
            <a:lvl5pPr indent="-298450" lvl="4" marL="2286000" rtl="0" algn="l">
              <a:lnSpc>
                <a:spcPct val="115000"/>
              </a:lnSpc>
              <a:spcBef>
                <a:spcPts val="0"/>
              </a:spcBef>
              <a:spcAft>
                <a:spcPts val="0"/>
              </a:spcAft>
              <a:buClr>
                <a:schemeClr val="lt1"/>
              </a:buClr>
              <a:buSzPts val="1100"/>
              <a:buChar char="○"/>
              <a:defRPr sz="1100">
                <a:solidFill>
                  <a:schemeClr val="lt1"/>
                </a:solidFill>
              </a:defRPr>
            </a:lvl5pPr>
            <a:lvl6pPr indent="-298450" lvl="5" marL="2743200" rtl="0" algn="l">
              <a:lnSpc>
                <a:spcPct val="115000"/>
              </a:lnSpc>
              <a:spcBef>
                <a:spcPts val="0"/>
              </a:spcBef>
              <a:spcAft>
                <a:spcPts val="0"/>
              </a:spcAft>
              <a:buClr>
                <a:schemeClr val="lt1"/>
              </a:buClr>
              <a:buSzPts val="1100"/>
              <a:buChar char="■"/>
              <a:defRPr sz="1100">
                <a:solidFill>
                  <a:schemeClr val="lt1"/>
                </a:solidFill>
              </a:defRPr>
            </a:lvl6pPr>
            <a:lvl7pPr indent="-298450" lvl="6" marL="3200400" rtl="0" algn="l">
              <a:lnSpc>
                <a:spcPct val="115000"/>
              </a:lnSpc>
              <a:spcBef>
                <a:spcPts val="0"/>
              </a:spcBef>
              <a:spcAft>
                <a:spcPts val="0"/>
              </a:spcAft>
              <a:buClr>
                <a:schemeClr val="lt1"/>
              </a:buClr>
              <a:buSzPts val="1100"/>
              <a:buChar char="●"/>
              <a:defRPr sz="1100">
                <a:solidFill>
                  <a:schemeClr val="lt1"/>
                </a:solidFill>
              </a:defRPr>
            </a:lvl7pPr>
            <a:lvl8pPr indent="-298450" lvl="7" marL="3657600" rtl="0" algn="l">
              <a:lnSpc>
                <a:spcPct val="115000"/>
              </a:lnSpc>
              <a:spcBef>
                <a:spcPts val="0"/>
              </a:spcBef>
              <a:spcAft>
                <a:spcPts val="0"/>
              </a:spcAft>
              <a:buClr>
                <a:schemeClr val="lt1"/>
              </a:buClr>
              <a:buSzPts val="1100"/>
              <a:buChar char="○"/>
              <a:defRPr sz="1100">
                <a:solidFill>
                  <a:schemeClr val="lt1"/>
                </a:solidFill>
              </a:defRPr>
            </a:lvl8pPr>
            <a:lvl9pPr indent="-298450" lvl="8" marL="4114800" rtl="0" algn="l">
              <a:lnSpc>
                <a:spcPct val="115000"/>
              </a:lnSpc>
              <a:spcBef>
                <a:spcPts val="0"/>
              </a:spcBef>
              <a:spcAft>
                <a:spcPts val="0"/>
              </a:spcAft>
              <a:buClr>
                <a:schemeClr val="lt1"/>
              </a:buClr>
              <a:buSzPts val="1100"/>
              <a:buChar char="■"/>
              <a:defRPr sz="1100">
                <a:solidFill>
                  <a:schemeClr val="lt1"/>
                </a:solidFill>
              </a:defRPr>
            </a:lvl9pPr>
          </a:lstStyle>
          <a:p/>
        </p:txBody>
      </p:sp>
      <p:sp>
        <p:nvSpPr>
          <p:cNvPr id="746" name="Google Shape;746;p79"/>
          <p:cNvSpPr txBox="1"/>
          <p:nvPr>
            <p:ph idx="9" type="subTitle"/>
          </p:nvPr>
        </p:nvSpPr>
        <p:spPr>
          <a:xfrm>
            <a:off x="6151025" y="1669200"/>
            <a:ext cx="2487900" cy="386100"/>
          </a:xfrm>
          <a:prstGeom prst="rect">
            <a:avLst/>
          </a:prstGeom>
          <a:noFill/>
          <a:ln>
            <a:noFill/>
          </a:ln>
        </p:spPr>
        <p:txBody>
          <a:bodyPr anchorCtr="0" anchor="b" bIns="91425" lIns="91425" spcFirstLastPara="1" rIns="91425" wrap="square" tIns="91425">
            <a:normAutofit/>
          </a:bodyPr>
          <a:lstStyle>
            <a:lvl1pPr lvl="0" rtl="0" algn="l">
              <a:lnSpc>
                <a:spcPct val="115000"/>
              </a:lnSpc>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2pPr>
            <a:lvl3pPr lvl="2"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3pPr>
            <a:lvl4pPr lvl="3"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4pPr>
            <a:lvl5pPr lvl="4"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5pPr>
            <a:lvl6pPr lvl="5"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6pPr>
            <a:lvl7pPr lvl="6"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7pPr>
            <a:lvl8pPr lvl="7"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8pPr>
            <a:lvl9pPr lvl="8"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9pPr>
          </a:lstStyle>
          <a:p/>
        </p:txBody>
      </p:sp>
      <p:sp>
        <p:nvSpPr>
          <p:cNvPr id="747" name="Google Shape;747;p79"/>
          <p:cNvSpPr txBox="1"/>
          <p:nvPr>
            <p:ph idx="12" type="sldNum"/>
          </p:nvPr>
        </p:nvSpPr>
        <p:spPr>
          <a:xfrm>
            <a:off x="8096041" y="4417542"/>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748" name="Google Shape;748;p79"/>
          <p:cNvSpPr txBox="1"/>
          <p:nvPr>
            <p:ph idx="13" type="sldNum"/>
          </p:nvPr>
        </p:nvSpPr>
        <p:spPr>
          <a:xfrm>
            <a:off x="8474304" y="4417550"/>
            <a:ext cx="281700" cy="3936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1pPr>
            <a:lvl2pPr indent="0" lvl="1"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2pPr>
            <a:lvl3pPr indent="0" lvl="2"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3pPr>
            <a:lvl4pPr indent="0" lvl="3"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4pPr>
            <a:lvl5pPr indent="0" lvl="4"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5pPr>
            <a:lvl6pPr indent="0" lvl="5"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6pPr>
            <a:lvl7pPr indent="0" lvl="6"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7pPr>
            <a:lvl8pPr indent="0" lvl="7"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8pPr>
            <a:lvl9pPr indent="0" lvl="8"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p:cSld name="Blank">
    <p:bg>
      <p:bgPr>
        <a:gradFill>
          <a:gsLst>
            <a:gs pos="0">
              <a:srgbClr val="0F0F0F"/>
            </a:gs>
            <a:gs pos="100000">
              <a:srgbClr val="000000"/>
            </a:gs>
          </a:gsLst>
          <a:lin ang="5400012" scaled="0"/>
        </a:gradFill>
      </p:bgPr>
    </p:bg>
    <p:spTree>
      <p:nvGrpSpPr>
        <p:cNvPr id="749" name="Shape 749"/>
        <p:cNvGrpSpPr/>
        <p:nvPr/>
      </p:nvGrpSpPr>
      <p:grpSpPr>
        <a:xfrm>
          <a:off x="0" y="0"/>
          <a:ext cx="0" cy="0"/>
          <a:chOff x="0" y="0"/>
          <a:chExt cx="0" cy="0"/>
        </a:xfrm>
      </p:grpSpPr>
      <p:sp>
        <p:nvSpPr>
          <p:cNvPr id="750" name="Google Shape;750;p80"/>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mp; Bullets" showMasterSp="0">
  <p:cSld name="Title &amp; Bullets">
    <p:bg>
      <p:bgPr>
        <a:gradFill>
          <a:gsLst>
            <a:gs pos="0">
              <a:srgbClr val="0F0F0F"/>
            </a:gs>
            <a:gs pos="100000">
              <a:srgbClr val="000000"/>
            </a:gs>
          </a:gsLst>
          <a:lin ang="5400012" scaled="0"/>
        </a:gradFill>
      </p:bgPr>
    </p:bg>
    <p:spTree>
      <p:nvGrpSpPr>
        <p:cNvPr id="751" name="Shape 751"/>
        <p:cNvGrpSpPr/>
        <p:nvPr/>
      </p:nvGrpSpPr>
      <p:grpSpPr>
        <a:xfrm>
          <a:off x="0" y="0"/>
          <a:ext cx="0" cy="0"/>
          <a:chOff x="0" y="0"/>
          <a:chExt cx="0" cy="0"/>
        </a:xfrm>
      </p:grpSpPr>
      <p:sp>
        <p:nvSpPr>
          <p:cNvPr id="752" name="Google Shape;752;p81"/>
          <p:cNvSpPr txBox="1"/>
          <p:nvPr>
            <p:ph type="title"/>
          </p:nvPr>
        </p:nvSpPr>
        <p:spPr>
          <a:xfrm>
            <a:off x="452438" y="357188"/>
            <a:ext cx="8239200" cy="537300"/>
          </a:xfrm>
          <a:prstGeom prst="rect">
            <a:avLst/>
          </a:prstGeom>
          <a:noFill/>
          <a:ln>
            <a:noFill/>
          </a:ln>
        </p:spPr>
        <p:txBody>
          <a:bodyPr anchorCtr="0" anchor="t" bIns="19050" lIns="19050" spcFirstLastPara="1" rIns="19050" wrap="square" tIns="19050">
            <a:normAutofit/>
          </a:bodyPr>
          <a:lstStyle>
            <a:lvl1pPr lvl="0" rtl="0" algn="l">
              <a:lnSpc>
                <a:spcPct val="90000"/>
              </a:lnSpc>
              <a:spcBef>
                <a:spcPts val="0"/>
              </a:spcBef>
              <a:spcAft>
                <a:spcPts val="0"/>
              </a:spcAft>
              <a:buClr>
                <a:srgbClr val="FFFFFF"/>
              </a:buClr>
              <a:buSzPts val="3300"/>
              <a:buFont typeface="Helvetica Neue"/>
              <a:buNone/>
              <a:defRPr sz="3300"/>
            </a:lvl1pPr>
            <a:lvl2pPr lvl="1" rtl="0" algn="l">
              <a:lnSpc>
                <a:spcPct val="100000"/>
              </a:lnSpc>
              <a:spcBef>
                <a:spcPts val="0"/>
              </a:spcBef>
              <a:spcAft>
                <a:spcPts val="0"/>
              </a:spcAft>
              <a:buClr>
                <a:srgbClr val="FFFFFF"/>
              </a:buClr>
              <a:buSzPts val="700"/>
              <a:buNone/>
              <a:defRPr/>
            </a:lvl2pPr>
            <a:lvl3pPr lvl="2" rtl="0" algn="l">
              <a:lnSpc>
                <a:spcPct val="100000"/>
              </a:lnSpc>
              <a:spcBef>
                <a:spcPts val="0"/>
              </a:spcBef>
              <a:spcAft>
                <a:spcPts val="0"/>
              </a:spcAft>
              <a:buClr>
                <a:srgbClr val="FFFFFF"/>
              </a:buClr>
              <a:buSzPts val="700"/>
              <a:buNone/>
              <a:defRPr/>
            </a:lvl3pPr>
            <a:lvl4pPr lvl="3" rtl="0" algn="l">
              <a:lnSpc>
                <a:spcPct val="100000"/>
              </a:lnSpc>
              <a:spcBef>
                <a:spcPts val="0"/>
              </a:spcBef>
              <a:spcAft>
                <a:spcPts val="0"/>
              </a:spcAft>
              <a:buClr>
                <a:srgbClr val="FFFFFF"/>
              </a:buClr>
              <a:buSzPts val="700"/>
              <a:buNone/>
              <a:defRPr/>
            </a:lvl4pPr>
            <a:lvl5pPr lvl="4" rtl="0" algn="l">
              <a:lnSpc>
                <a:spcPct val="100000"/>
              </a:lnSpc>
              <a:spcBef>
                <a:spcPts val="0"/>
              </a:spcBef>
              <a:spcAft>
                <a:spcPts val="0"/>
              </a:spcAft>
              <a:buClr>
                <a:srgbClr val="FFFFFF"/>
              </a:buClr>
              <a:buSzPts val="700"/>
              <a:buNone/>
              <a:defRPr/>
            </a:lvl5pPr>
            <a:lvl6pPr lvl="5" rtl="0" algn="l">
              <a:lnSpc>
                <a:spcPct val="100000"/>
              </a:lnSpc>
              <a:spcBef>
                <a:spcPts val="0"/>
              </a:spcBef>
              <a:spcAft>
                <a:spcPts val="0"/>
              </a:spcAft>
              <a:buClr>
                <a:srgbClr val="FFFFFF"/>
              </a:buClr>
              <a:buSzPts val="700"/>
              <a:buNone/>
              <a:defRPr/>
            </a:lvl6pPr>
            <a:lvl7pPr lvl="6" rtl="0" algn="l">
              <a:lnSpc>
                <a:spcPct val="100000"/>
              </a:lnSpc>
              <a:spcBef>
                <a:spcPts val="0"/>
              </a:spcBef>
              <a:spcAft>
                <a:spcPts val="0"/>
              </a:spcAft>
              <a:buClr>
                <a:srgbClr val="FFFFFF"/>
              </a:buClr>
              <a:buSzPts val="700"/>
              <a:buNone/>
              <a:defRPr/>
            </a:lvl7pPr>
            <a:lvl8pPr lvl="7" rtl="0" algn="l">
              <a:lnSpc>
                <a:spcPct val="100000"/>
              </a:lnSpc>
              <a:spcBef>
                <a:spcPts val="0"/>
              </a:spcBef>
              <a:spcAft>
                <a:spcPts val="0"/>
              </a:spcAft>
              <a:buClr>
                <a:srgbClr val="FFFFFF"/>
              </a:buClr>
              <a:buSzPts val="700"/>
              <a:buNone/>
              <a:defRPr/>
            </a:lvl8pPr>
            <a:lvl9pPr lvl="8" rtl="0" algn="l">
              <a:lnSpc>
                <a:spcPct val="100000"/>
              </a:lnSpc>
              <a:spcBef>
                <a:spcPts val="0"/>
              </a:spcBef>
              <a:spcAft>
                <a:spcPts val="0"/>
              </a:spcAft>
              <a:buClr>
                <a:srgbClr val="FFFFFF"/>
              </a:buClr>
              <a:buSzPts val="700"/>
              <a:buNone/>
              <a:defRPr/>
            </a:lvl9pPr>
          </a:lstStyle>
          <a:p/>
        </p:txBody>
      </p:sp>
      <p:sp>
        <p:nvSpPr>
          <p:cNvPr id="753" name="Google Shape;753;p81"/>
          <p:cNvSpPr txBox="1"/>
          <p:nvPr>
            <p:ph idx="1" type="body"/>
          </p:nvPr>
        </p:nvSpPr>
        <p:spPr>
          <a:xfrm>
            <a:off x="452438" y="842236"/>
            <a:ext cx="8239200" cy="350700"/>
          </a:xfrm>
          <a:prstGeom prst="rect">
            <a:avLst/>
          </a:prstGeom>
          <a:noFill/>
          <a:ln>
            <a:noFill/>
          </a:ln>
        </p:spPr>
        <p:txBody>
          <a:bodyPr anchorCtr="0" anchor="t" bIns="17150" lIns="17150" spcFirstLastPara="1" rIns="17150" wrap="square" tIns="17150">
            <a:normAutofit/>
          </a:bodyPr>
          <a:lstStyle>
            <a:lvl1pPr indent="-228600" lvl="0" marL="457200" rtl="0" algn="l">
              <a:lnSpc>
                <a:spcPct val="100000"/>
              </a:lnSpc>
              <a:spcBef>
                <a:spcPts val="0"/>
              </a:spcBef>
              <a:spcAft>
                <a:spcPts val="0"/>
              </a:spcAft>
              <a:buClr>
                <a:srgbClr val="FFFFFF"/>
              </a:buClr>
              <a:buSzPts val="2100"/>
              <a:buFont typeface="Helvetica Neue"/>
              <a:buNone/>
              <a:defRPr sz="2100"/>
            </a:lvl1pPr>
            <a:lvl2pPr indent="-342900" lvl="1" marL="914400" rtl="0" algn="l">
              <a:lnSpc>
                <a:spcPct val="115000"/>
              </a:lnSpc>
              <a:spcBef>
                <a:spcPts val="0"/>
              </a:spcBef>
              <a:spcAft>
                <a:spcPts val="0"/>
              </a:spcAft>
              <a:buSzPts val="1800"/>
              <a:buChar char="○"/>
              <a:defRPr/>
            </a:lvl2pPr>
            <a:lvl3pPr indent="-342900" lvl="2" marL="1371600" rtl="0" algn="l">
              <a:lnSpc>
                <a:spcPct val="115000"/>
              </a:lnSpc>
              <a:spcBef>
                <a:spcPts val="0"/>
              </a:spcBef>
              <a:spcAft>
                <a:spcPts val="0"/>
              </a:spcAft>
              <a:buSzPts val="1800"/>
              <a:buChar char="■"/>
              <a:defRPr/>
            </a:lvl3pPr>
            <a:lvl4pPr indent="-342900" lvl="3" marL="1828800" rtl="0" algn="l">
              <a:lnSpc>
                <a:spcPct val="115000"/>
              </a:lnSpc>
              <a:spcBef>
                <a:spcPts val="0"/>
              </a:spcBef>
              <a:spcAft>
                <a:spcPts val="0"/>
              </a:spcAft>
              <a:buSzPts val="1800"/>
              <a:buChar char="●"/>
              <a:defRPr/>
            </a:lvl4pPr>
            <a:lvl5pPr indent="-342900" lvl="4" marL="2286000" rtl="0" algn="l">
              <a:lnSpc>
                <a:spcPct val="115000"/>
              </a:lnSpc>
              <a:spcBef>
                <a:spcPts val="0"/>
              </a:spcBef>
              <a:spcAft>
                <a:spcPts val="0"/>
              </a:spcAft>
              <a:buSzPts val="1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754" name="Google Shape;754;p81"/>
          <p:cNvSpPr txBox="1"/>
          <p:nvPr>
            <p:ph idx="2" type="body"/>
          </p:nvPr>
        </p:nvSpPr>
        <p:spPr>
          <a:xfrm>
            <a:off x="452438" y="1593189"/>
            <a:ext cx="8239200" cy="3096000"/>
          </a:xfrm>
          <a:prstGeom prst="rect">
            <a:avLst/>
          </a:prstGeom>
          <a:noFill/>
          <a:ln>
            <a:noFill/>
          </a:ln>
        </p:spPr>
        <p:txBody>
          <a:bodyPr anchorCtr="0" anchor="t" bIns="19050" lIns="19050" spcFirstLastPara="1" rIns="19050" wrap="square" tIns="19050">
            <a:normAutofit/>
          </a:bodyPr>
          <a:lstStyle>
            <a:lvl1pPr indent="-279400" lvl="0" marL="457200" rtl="0" algn="l">
              <a:lnSpc>
                <a:spcPct val="90000"/>
              </a:lnSpc>
              <a:spcBef>
                <a:spcPts val="1700"/>
              </a:spcBef>
              <a:spcAft>
                <a:spcPts val="0"/>
              </a:spcAft>
              <a:buClr>
                <a:srgbClr val="FFFFFF"/>
              </a:buClr>
              <a:buSzPts val="800"/>
              <a:buChar char="•"/>
              <a:defRPr/>
            </a:lvl1pPr>
            <a:lvl2pPr indent="-279400" lvl="1" marL="914400" rtl="0" algn="l">
              <a:lnSpc>
                <a:spcPct val="90000"/>
              </a:lnSpc>
              <a:spcBef>
                <a:spcPts val="1700"/>
              </a:spcBef>
              <a:spcAft>
                <a:spcPts val="0"/>
              </a:spcAft>
              <a:buClr>
                <a:srgbClr val="FFFFFF"/>
              </a:buClr>
              <a:buSzPts val="800"/>
              <a:buChar char="•"/>
              <a:defRPr/>
            </a:lvl2pPr>
            <a:lvl3pPr indent="-279400" lvl="2" marL="1371600" rtl="0" algn="l">
              <a:lnSpc>
                <a:spcPct val="90000"/>
              </a:lnSpc>
              <a:spcBef>
                <a:spcPts val="1700"/>
              </a:spcBef>
              <a:spcAft>
                <a:spcPts val="0"/>
              </a:spcAft>
              <a:buClr>
                <a:srgbClr val="FFFFFF"/>
              </a:buClr>
              <a:buSzPts val="800"/>
              <a:buChar char="•"/>
              <a:defRPr/>
            </a:lvl3pPr>
            <a:lvl4pPr indent="-279400" lvl="3" marL="1828800" rtl="0" algn="l">
              <a:lnSpc>
                <a:spcPct val="90000"/>
              </a:lnSpc>
              <a:spcBef>
                <a:spcPts val="1700"/>
              </a:spcBef>
              <a:spcAft>
                <a:spcPts val="0"/>
              </a:spcAft>
              <a:buClr>
                <a:srgbClr val="FFFFFF"/>
              </a:buClr>
              <a:buSzPts val="800"/>
              <a:buChar char="•"/>
              <a:defRPr/>
            </a:lvl4pPr>
            <a:lvl5pPr indent="-279400" lvl="4" marL="2286000" rtl="0" algn="l">
              <a:lnSpc>
                <a:spcPct val="90000"/>
              </a:lnSpc>
              <a:spcBef>
                <a:spcPts val="1700"/>
              </a:spcBef>
              <a:spcAft>
                <a:spcPts val="0"/>
              </a:spcAft>
              <a:buClr>
                <a:srgbClr val="FFFFFF"/>
              </a:buClr>
              <a:buSzPts val="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755" name="Google Shape;755;p81"/>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dient 5" showMasterSp="0">
  <p:cSld name="Gradient 5">
    <p:bg>
      <p:bgPr>
        <a:gradFill>
          <a:gsLst>
            <a:gs pos="0">
              <a:srgbClr val="242424"/>
            </a:gs>
            <a:gs pos="100000">
              <a:srgbClr val="101010"/>
            </a:gs>
          </a:gsLst>
          <a:lin ang="8100019" scaled="0"/>
        </a:gradFill>
      </p:bgPr>
    </p:bg>
    <p:spTree>
      <p:nvGrpSpPr>
        <p:cNvPr id="756" name="Shape 756"/>
        <p:cNvGrpSpPr/>
        <p:nvPr/>
      </p:nvGrpSpPr>
      <p:grpSpPr>
        <a:xfrm>
          <a:off x="0" y="0"/>
          <a:ext cx="0" cy="0"/>
          <a:chOff x="0" y="0"/>
          <a:chExt cx="0" cy="0"/>
        </a:xfrm>
      </p:grpSpPr>
      <p:pic>
        <p:nvPicPr>
          <p:cNvPr descr="Google Shape;350;p38" id="757" name="Google Shape;757;p82"/>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758" name="Google Shape;758;p82"/>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1pPr>
            <a:lvl2pPr indent="0" lvl="1"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2pPr>
            <a:lvl3pPr indent="0" lvl="2"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3pPr>
            <a:lvl4pPr indent="0" lvl="3"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4pPr>
            <a:lvl5pPr indent="0" lvl="4"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5pPr>
            <a:lvl6pPr indent="0" lvl="5"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6pPr>
            <a:lvl7pPr indent="0" lvl="6"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7pPr>
            <a:lvl8pPr indent="0" lvl="7"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8pPr>
            <a:lvl9pPr indent="0" lvl="8"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9pPr>
          </a:lstStyle>
          <a:p>
            <a:pPr indent="0" lvl="0" marL="0" rtl="0" algn="r">
              <a:spcBef>
                <a:spcPts val="0"/>
              </a:spcBef>
              <a:spcAft>
                <a:spcPts val="0"/>
              </a:spcAft>
              <a:buNone/>
            </a:pPr>
            <a:fld id="{00000000-1234-1234-1234-123412341234}" type="slidenum">
              <a:rPr lang="en"/>
              <a:t>‹#›</a:t>
            </a:fld>
            <a:endParaRPr>
              <a:latin typeface="Helvetica Neue"/>
              <a:ea typeface="Helvetica Neue"/>
              <a:cs typeface="Helvetica Neue"/>
              <a:sym typeface="Helvetica Neue"/>
            </a:endParaRPr>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mp; Photo Alt" showMasterSp="0">
  <p:cSld name="Title &amp; Photo Alt">
    <p:bg>
      <p:bgPr>
        <a:gradFill>
          <a:gsLst>
            <a:gs pos="0">
              <a:srgbClr val="0F0F0F"/>
            </a:gs>
            <a:gs pos="100000">
              <a:srgbClr val="000000"/>
            </a:gs>
          </a:gsLst>
          <a:lin ang="5400012" scaled="0"/>
        </a:gradFill>
      </p:bgPr>
    </p:bg>
    <p:spTree>
      <p:nvGrpSpPr>
        <p:cNvPr id="759" name="Shape 759"/>
        <p:cNvGrpSpPr/>
        <p:nvPr/>
      </p:nvGrpSpPr>
      <p:grpSpPr>
        <a:xfrm>
          <a:off x="0" y="0"/>
          <a:ext cx="0" cy="0"/>
          <a:chOff x="0" y="0"/>
          <a:chExt cx="0" cy="0"/>
        </a:xfrm>
      </p:grpSpPr>
      <p:sp>
        <p:nvSpPr>
          <p:cNvPr id="760" name="Google Shape;760;p83"/>
          <p:cNvSpPr txBox="1"/>
          <p:nvPr>
            <p:ph type="title"/>
          </p:nvPr>
        </p:nvSpPr>
        <p:spPr>
          <a:xfrm>
            <a:off x="452438" y="357336"/>
            <a:ext cx="3667200" cy="562500"/>
          </a:xfrm>
          <a:prstGeom prst="rect">
            <a:avLst/>
          </a:prstGeom>
          <a:noFill/>
          <a:ln>
            <a:noFill/>
          </a:ln>
        </p:spPr>
        <p:txBody>
          <a:bodyPr anchorCtr="0" anchor="t" bIns="19050" lIns="19050" spcFirstLastPara="1" rIns="19050" wrap="square" tIns="19050">
            <a:noAutofit/>
          </a:bodyPr>
          <a:lstStyle>
            <a:lvl1pPr lvl="0" rtl="0" algn="l">
              <a:lnSpc>
                <a:spcPct val="90000"/>
              </a:lnSpc>
              <a:spcBef>
                <a:spcPts val="0"/>
              </a:spcBef>
              <a:spcAft>
                <a:spcPts val="0"/>
              </a:spcAft>
              <a:buClr>
                <a:srgbClr val="FFFFFF"/>
              </a:buClr>
              <a:buSzPts val="3300"/>
              <a:buFont typeface="Helvetica Neue"/>
              <a:buNone/>
              <a:defRPr sz="3300"/>
            </a:lvl1pPr>
            <a:lvl2pPr lvl="1" rtl="0" algn="l">
              <a:lnSpc>
                <a:spcPct val="100000"/>
              </a:lnSpc>
              <a:spcBef>
                <a:spcPts val="0"/>
              </a:spcBef>
              <a:spcAft>
                <a:spcPts val="0"/>
              </a:spcAft>
              <a:buClr>
                <a:srgbClr val="FFFFFF"/>
              </a:buClr>
              <a:buSzPts val="700"/>
              <a:buNone/>
              <a:defRPr/>
            </a:lvl2pPr>
            <a:lvl3pPr lvl="2" rtl="0" algn="l">
              <a:lnSpc>
                <a:spcPct val="100000"/>
              </a:lnSpc>
              <a:spcBef>
                <a:spcPts val="0"/>
              </a:spcBef>
              <a:spcAft>
                <a:spcPts val="0"/>
              </a:spcAft>
              <a:buClr>
                <a:srgbClr val="FFFFFF"/>
              </a:buClr>
              <a:buSzPts val="700"/>
              <a:buNone/>
              <a:defRPr/>
            </a:lvl3pPr>
            <a:lvl4pPr lvl="3" rtl="0" algn="l">
              <a:lnSpc>
                <a:spcPct val="100000"/>
              </a:lnSpc>
              <a:spcBef>
                <a:spcPts val="0"/>
              </a:spcBef>
              <a:spcAft>
                <a:spcPts val="0"/>
              </a:spcAft>
              <a:buClr>
                <a:srgbClr val="FFFFFF"/>
              </a:buClr>
              <a:buSzPts val="700"/>
              <a:buNone/>
              <a:defRPr/>
            </a:lvl4pPr>
            <a:lvl5pPr lvl="4" rtl="0" algn="l">
              <a:lnSpc>
                <a:spcPct val="100000"/>
              </a:lnSpc>
              <a:spcBef>
                <a:spcPts val="0"/>
              </a:spcBef>
              <a:spcAft>
                <a:spcPts val="0"/>
              </a:spcAft>
              <a:buClr>
                <a:srgbClr val="FFFFFF"/>
              </a:buClr>
              <a:buSzPts val="700"/>
              <a:buNone/>
              <a:defRPr/>
            </a:lvl5pPr>
            <a:lvl6pPr lvl="5" rtl="0" algn="l">
              <a:lnSpc>
                <a:spcPct val="100000"/>
              </a:lnSpc>
              <a:spcBef>
                <a:spcPts val="0"/>
              </a:spcBef>
              <a:spcAft>
                <a:spcPts val="0"/>
              </a:spcAft>
              <a:buClr>
                <a:srgbClr val="FFFFFF"/>
              </a:buClr>
              <a:buSzPts val="700"/>
              <a:buNone/>
              <a:defRPr/>
            </a:lvl6pPr>
            <a:lvl7pPr lvl="6" rtl="0" algn="l">
              <a:lnSpc>
                <a:spcPct val="100000"/>
              </a:lnSpc>
              <a:spcBef>
                <a:spcPts val="0"/>
              </a:spcBef>
              <a:spcAft>
                <a:spcPts val="0"/>
              </a:spcAft>
              <a:buClr>
                <a:srgbClr val="FFFFFF"/>
              </a:buClr>
              <a:buSzPts val="700"/>
              <a:buNone/>
              <a:defRPr/>
            </a:lvl7pPr>
            <a:lvl8pPr lvl="7" rtl="0" algn="l">
              <a:lnSpc>
                <a:spcPct val="100000"/>
              </a:lnSpc>
              <a:spcBef>
                <a:spcPts val="0"/>
              </a:spcBef>
              <a:spcAft>
                <a:spcPts val="0"/>
              </a:spcAft>
              <a:buClr>
                <a:srgbClr val="FFFFFF"/>
              </a:buClr>
              <a:buSzPts val="700"/>
              <a:buNone/>
              <a:defRPr/>
            </a:lvl8pPr>
            <a:lvl9pPr lvl="8" rtl="0" algn="l">
              <a:lnSpc>
                <a:spcPct val="100000"/>
              </a:lnSpc>
              <a:spcBef>
                <a:spcPts val="0"/>
              </a:spcBef>
              <a:spcAft>
                <a:spcPts val="0"/>
              </a:spcAft>
              <a:buClr>
                <a:srgbClr val="FFFFFF"/>
              </a:buClr>
              <a:buSzPts val="700"/>
              <a:buNone/>
              <a:defRPr/>
            </a:lvl9pPr>
          </a:lstStyle>
          <a:p/>
        </p:txBody>
      </p:sp>
      <p:sp>
        <p:nvSpPr>
          <p:cNvPr id="761" name="Google Shape;761;p83"/>
          <p:cNvSpPr txBox="1"/>
          <p:nvPr>
            <p:ph idx="1" type="body"/>
          </p:nvPr>
        </p:nvSpPr>
        <p:spPr>
          <a:xfrm>
            <a:off x="452438" y="1142766"/>
            <a:ext cx="3667200" cy="2018400"/>
          </a:xfrm>
          <a:prstGeom prst="rect">
            <a:avLst/>
          </a:prstGeom>
          <a:noFill/>
          <a:ln>
            <a:noFill/>
          </a:ln>
        </p:spPr>
        <p:txBody>
          <a:bodyPr anchorCtr="0" anchor="t" bIns="19050" lIns="19050" spcFirstLastPara="1" rIns="19050" wrap="square" tIns="19050">
            <a:noAutofit/>
          </a:bodyPr>
          <a:lstStyle>
            <a:lvl1pPr indent="-228600" lvl="0" marL="457200" rtl="0" algn="l">
              <a:lnSpc>
                <a:spcPct val="100000"/>
              </a:lnSpc>
              <a:spcBef>
                <a:spcPts val="500"/>
              </a:spcBef>
              <a:spcAft>
                <a:spcPts val="0"/>
              </a:spcAft>
              <a:buClr>
                <a:srgbClr val="FFFFFF"/>
              </a:buClr>
              <a:buSzPts val="2100"/>
              <a:buFont typeface="Helvetica Neue"/>
              <a:buNone/>
              <a:defRPr sz="2100"/>
            </a:lvl1pPr>
            <a:lvl2pPr indent="-228600" lvl="1" marL="914400" rtl="0" algn="l">
              <a:lnSpc>
                <a:spcPct val="100000"/>
              </a:lnSpc>
              <a:spcBef>
                <a:spcPts val="500"/>
              </a:spcBef>
              <a:spcAft>
                <a:spcPts val="0"/>
              </a:spcAft>
              <a:buClr>
                <a:srgbClr val="FFFFFF"/>
              </a:buClr>
              <a:buSzPts val="2100"/>
              <a:buFont typeface="Helvetica Neue"/>
              <a:buNone/>
              <a:defRPr sz="2100"/>
            </a:lvl2pPr>
            <a:lvl3pPr indent="-228600" lvl="2" marL="1371600" rtl="0" algn="l">
              <a:lnSpc>
                <a:spcPct val="100000"/>
              </a:lnSpc>
              <a:spcBef>
                <a:spcPts val="500"/>
              </a:spcBef>
              <a:spcAft>
                <a:spcPts val="0"/>
              </a:spcAft>
              <a:buClr>
                <a:srgbClr val="FFFFFF"/>
              </a:buClr>
              <a:buSzPts val="2100"/>
              <a:buFont typeface="Helvetica Neue"/>
              <a:buNone/>
              <a:defRPr sz="2100"/>
            </a:lvl3pPr>
            <a:lvl4pPr indent="-228600" lvl="3" marL="1828800" rtl="0" algn="l">
              <a:lnSpc>
                <a:spcPct val="100000"/>
              </a:lnSpc>
              <a:spcBef>
                <a:spcPts val="500"/>
              </a:spcBef>
              <a:spcAft>
                <a:spcPts val="0"/>
              </a:spcAft>
              <a:buClr>
                <a:srgbClr val="FFFFFF"/>
              </a:buClr>
              <a:buSzPts val="2100"/>
              <a:buFont typeface="Helvetica Neue"/>
              <a:buNone/>
              <a:defRPr sz="2100"/>
            </a:lvl4pPr>
            <a:lvl5pPr indent="-228600" lvl="4" marL="2286000" rtl="0" algn="l">
              <a:lnSpc>
                <a:spcPct val="100000"/>
              </a:lnSpc>
              <a:spcBef>
                <a:spcPts val="500"/>
              </a:spcBef>
              <a:spcAft>
                <a:spcPts val="0"/>
              </a:spcAft>
              <a:buClr>
                <a:srgbClr val="FFFFFF"/>
              </a:buClr>
              <a:buSzPts val="2100"/>
              <a:buFont typeface="Helvetica Neue"/>
              <a:buNone/>
              <a:defRPr sz="2100"/>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pic>
        <p:nvPicPr>
          <p:cNvPr descr="Google Shape;116;p20" id="762" name="Google Shape;762;p83"/>
          <p:cNvPicPr preferRelativeResize="0"/>
          <p:nvPr/>
        </p:nvPicPr>
        <p:blipFill rotWithShape="1">
          <a:blip r:embed="rId2">
            <a:alphaModFix/>
          </a:blip>
          <a:srcRect b="2121" l="42797" r="9085" t="2786"/>
          <a:stretch/>
        </p:blipFill>
        <p:spPr>
          <a:xfrm>
            <a:off x="4516925" y="0"/>
            <a:ext cx="4626898" cy="5143500"/>
          </a:xfrm>
          <a:prstGeom prst="rect">
            <a:avLst/>
          </a:prstGeom>
          <a:noFill/>
          <a:ln>
            <a:noFill/>
          </a:ln>
        </p:spPr>
      </p:pic>
      <p:sp>
        <p:nvSpPr>
          <p:cNvPr id="763" name="Google Shape;763;p83"/>
          <p:cNvSpPr txBox="1"/>
          <p:nvPr>
            <p:ph idx="12" type="sldNum"/>
          </p:nvPr>
        </p:nvSpPr>
        <p:spPr>
          <a:xfrm>
            <a:off x="4500549" y="4904562"/>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dient 2" showMasterSp="0">
  <p:cSld name="Gradient 2">
    <p:spTree>
      <p:nvGrpSpPr>
        <p:cNvPr id="764" name="Shape 764"/>
        <p:cNvGrpSpPr/>
        <p:nvPr/>
      </p:nvGrpSpPr>
      <p:grpSpPr>
        <a:xfrm>
          <a:off x="0" y="0"/>
          <a:ext cx="0" cy="0"/>
          <a:chOff x="0" y="0"/>
          <a:chExt cx="0" cy="0"/>
        </a:xfrm>
      </p:grpSpPr>
      <p:pic>
        <p:nvPicPr>
          <p:cNvPr descr="Google Shape;236;p31" id="765" name="Google Shape;765;p84"/>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766" name="Google Shape;766;p84"/>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1pPr>
            <a:lvl2pPr indent="0" lvl="1"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2pPr>
            <a:lvl3pPr indent="0" lvl="2"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3pPr>
            <a:lvl4pPr indent="0" lvl="3"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4pPr>
            <a:lvl5pPr indent="0" lvl="4"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5pPr>
            <a:lvl6pPr indent="0" lvl="5"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6pPr>
            <a:lvl7pPr indent="0" lvl="6"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7pPr>
            <a:lvl8pPr indent="0" lvl="7"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8pPr>
            <a:lvl9pPr indent="0" lvl="8"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9pPr>
          </a:lstStyle>
          <a:p>
            <a:pPr indent="0" lvl="0" marL="0" rtl="0" algn="r">
              <a:spcBef>
                <a:spcPts val="0"/>
              </a:spcBef>
              <a:spcAft>
                <a:spcPts val="0"/>
              </a:spcAft>
              <a:buNone/>
            </a:pPr>
            <a:fld id="{00000000-1234-1234-1234-123412341234}" type="slidenum">
              <a:rPr lang="en"/>
              <a:t>‹#›</a:t>
            </a:fld>
            <a:endParaRPr>
              <a:latin typeface="Helvetica Neue"/>
              <a:ea typeface="Helvetica Neue"/>
              <a:cs typeface="Helvetica Neue"/>
              <a:sym typeface="Helvetica Neue"/>
            </a:endParaRPr>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dient 6" showMasterSp="0">
  <p:cSld name="Gradient 6">
    <p:bg>
      <p:bgPr>
        <a:gradFill>
          <a:gsLst>
            <a:gs pos="0">
              <a:srgbClr val="242424"/>
            </a:gs>
            <a:gs pos="100000">
              <a:srgbClr val="101010"/>
            </a:gs>
          </a:gsLst>
          <a:lin ang="8100019" scaled="0"/>
        </a:gradFill>
      </p:bgPr>
    </p:bg>
    <p:spTree>
      <p:nvGrpSpPr>
        <p:cNvPr id="767" name="Shape 767"/>
        <p:cNvGrpSpPr/>
        <p:nvPr/>
      </p:nvGrpSpPr>
      <p:grpSpPr>
        <a:xfrm>
          <a:off x="0" y="0"/>
          <a:ext cx="0" cy="0"/>
          <a:chOff x="0" y="0"/>
          <a:chExt cx="0" cy="0"/>
        </a:xfrm>
      </p:grpSpPr>
      <p:pic>
        <p:nvPicPr>
          <p:cNvPr descr="Google Shape;376;p41" id="768" name="Google Shape;768;p85"/>
          <p:cNvPicPr preferRelativeResize="0"/>
          <p:nvPr/>
        </p:nvPicPr>
        <p:blipFill rotWithShape="1">
          <a:blip r:embed="rId2">
            <a:alphaModFix/>
          </a:blip>
          <a:srcRect b="0" l="0" r="0" t="0"/>
          <a:stretch/>
        </p:blipFill>
        <p:spPr>
          <a:xfrm>
            <a:off x="0" y="-2375"/>
            <a:ext cx="9144003" cy="5143496"/>
          </a:xfrm>
          <a:prstGeom prst="rect">
            <a:avLst/>
          </a:prstGeom>
          <a:noFill/>
          <a:ln>
            <a:noFill/>
          </a:ln>
        </p:spPr>
      </p:pic>
      <p:sp>
        <p:nvSpPr>
          <p:cNvPr id="769" name="Google Shape;769;p85"/>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1pPr>
            <a:lvl2pPr indent="0" lvl="1"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2pPr>
            <a:lvl3pPr indent="0" lvl="2"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3pPr>
            <a:lvl4pPr indent="0" lvl="3"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4pPr>
            <a:lvl5pPr indent="0" lvl="4"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5pPr>
            <a:lvl6pPr indent="0" lvl="5"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6pPr>
            <a:lvl7pPr indent="0" lvl="6"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7pPr>
            <a:lvl8pPr indent="0" lvl="7"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8pPr>
            <a:lvl9pPr indent="0" lvl="8"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9pPr>
          </a:lstStyle>
          <a:p>
            <a:pPr indent="0" lvl="0" marL="0" rtl="0" algn="r">
              <a:spcBef>
                <a:spcPts val="0"/>
              </a:spcBef>
              <a:spcAft>
                <a:spcPts val="0"/>
              </a:spcAft>
              <a:buNone/>
            </a:pPr>
            <a:fld id="{00000000-1234-1234-1234-123412341234}" type="slidenum">
              <a:rPr lang="en"/>
              <a:t>‹#›</a:t>
            </a:fld>
            <a:endParaRPr>
              <a:latin typeface="Helvetica Neue"/>
              <a:ea typeface="Helvetica Neue"/>
              <a:cs typeface="Helvetica Neue"/>
              <a:sym typeface="Helvetica Neue"/>
            </a:endParaRPr>
          </a:p>
        </p:txBody>
      </p:sp>
    </p:spTree>
  </p:cSld>
  <p:clrMapOvr>
    <a:masterClrMapping/>
  </p:clrMapOvr>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dient 3" showMasterSp="0">
  <p:cSld name="Gradient 3">
    <p:bg>
      <p:bgPr>
        <a:gradFill>
          <a:gsLst>
            <a:gs pos="0">
              <a:srgbClr val="242424"/>
            </a:gs>
            <a:gs pos="100000">
              <a:srgbClr val="101010"/>
            </a:gs>
          </a:gsLst>
          <a:lin ang="8100019" scaled="0"/>
        </a:gradFill>
      </p:bgPr>
    </p:bg>
    <p:spTree>
      <p:nvGrpSpPr>
        <p:cNvPr id="770" name="Shape 770"/>
        <p:cNvGrpSpPr/>
        <p:nvPr/>
      </p:nvGrpSpPr>
      <p:grpSpPr>
        <a:xfrm>
          <a:off x="0" y="0"/>
          <a:ext cx="0" cy="0"/>
          <a:chOff x="0" y="0"/>
          <a:chExt cx="0" cy="0"/>
        </a:xfrm>
      </p:grpSpPr>
      <p:pic>
        <p:nvPicPr>
          <p:cNvPr descr="Google Shape;388;p42" id="771" name="Google Shape;771;p86"/>
          <p:cNvPicPr preferRelativeResize="0"/>
          <p:nvPr/>
        </p:nvPicPr>
        <p:blipFill rotWithShape="1">
          <a:blip r:embed="rId2">
            <a:alphaModFix/>
          </a:blip>
          <a:srcRect b="0" l="0" r="0" t="0"/>
          <a:stretch/>
        </p:blipFill>
        <p:spPr>
          <a:xfrm>
            <a:off x="0" y="0"/>
            <a:ext cx="9144008" cy="5143501"/>
          </a:xfrm>
          <a:prstGeom prst="rect">
            <a:avLst/>
          </a:prstGeom>
          <a:noFill/>
          <a:ln>
            <a:noFill/>
          </a:ln>
        </p:spPr>
      </p:pic>
      <p:sp>
        <p:nvSpPr>
          <p:cNvPr id="772" name="Google Shape;772;p86"/>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1pPr>
            <a:lvl2pPr indent="0" lvl="1"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2pPr>
            <a:lvl3pPr indent="0" lvl="2"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3pPr>
            <a:lvl4pPr indent="0" lvl="3"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4pPr>
            <a:lvl5pPr indent="0" lvl="4"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5pPr>
            <a:lvl6pPr indent="0" lvl="5"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6pPr>
            <a:lvl7pPr indent="0" lvl="6"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7pPr>
            <a:lvl8pPr indent="0" lvl="7"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8pPr>
            <a:lvl9pPr indent="0" lvl="8"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9pPr>
          </a:lstStyle>
          <a:p>
            <a:pPr indent="0" lvl="0" marL="0" rtl="0" algn="r">
              <a:spcBef>
                <a:spcPts val="0"/>
              </a:spcBef>
              <a:spcAft>
                <a:spcPts val="0"/>
              </a:spcAft>
              <a:buNone/>
            </a:pPr>
            <a:fld id="{00000000-1234-1234-1234-123412341234}" type="slidenum">
              <a:rPr lang="en"/>
              <a:t>‹#›</a:t>
            </a:fld>
            <a:endParaRPr>
              <a:latin typeface="Helvetica Neue"/>
              <a:ea typeface="Helvetica Neue"/>
              <a:cs typeface="Helvetica Neue"/>
              <a:sym typeface="Helvetica Neue"/>
            </a:endParaRPr>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773" name="Shape 773"/>
        <p:cNvGrpSpPr/>
        <p:nvPr/>
      </p:nvGrpSpPr>
      <p:grpSpPr>
        <a:xfrm>
          <a:off x="0" y="0"/>
          <a:ext cx="0" cy="0"/>
          <a:chOff x="0" y="0"/>
          <a:chExt cx="0" cy="0"/>
        </a:xfrm>
      </p:grpSpPr>
      <p:sp>
        <p:nvSpPr>
          <p:cNvPr id="774" name="Google Shape;774;p87"/>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1pPr>
            <a:lvl2pPr indent="0" lvl="1"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2pPr>
            <a:lvl3pPr indent="0" lvl="2"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3pPr>
            <a:lvl4pPr indent="0" lvl="3"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4pPr>
            <a:lvl5pPr indent="0" lvl="4"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5pPr>
            <a:lvl6pPr indent="0" lvl="5"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6pPr>
            <a:lvl7pPr indent="0" lvl="6"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7pPr>
            <a:lvl8pPr indent="0" lvl="7"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8pPr>
            <a:lvl9pPr indent="0" lvl="8"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9pPr>
          </a:lstStyle>
          <a:p>
            <a:pPr indent="0" lvl="0" marL="0" rtl="0" algn="r">
              <a:spcBef>
                <a:spcPts val="0"/>
              </a:spcBef>
              <a:spcAft>
                <a:spcPts val="0"/>
              </a:spcAft>
              <a:buNone/>
            </a:pPr>
            <a:fld id="{00000000-1234-1234-1234-123412341234}" type="slidenum">
              <a:rPr lang="en"/>
              <a:t>‹#›</a:t>
            </a:fld>
            <a:endParaRPr>
              <a:latin typeface="Helvetica Neue"/>
              <a:ea typeface="Helvetica Neue"/>
              <a:cs typeface="Helvetica Neue"/>
              <a:sym typeface="Helvetica Neue"/>
            </a:endParaRPr>
          </a:p>
        </p:txBody>
      </p:sp>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howMasterSp="0">
  <p:cSld name="Title">
    <p:bg>
      <p:bgPr>
        <a:gradFill>
          <a:gsLst>
            <a:gs pos="0">
              <a:srgbClr val="0F0F0F"/>
            </a:gs>
            <a:gs pos="100000">
              <a:srgbClr val="000000"/>
            </a:gs>
          </a:gsLst>
          <a:lin ang="5400012" scaled="0"/>
        </a:gradFill>
      </p:bgPr>
    </p:bg>
    <p:spTree>
      <p:nvGrpSpPr>
        <p:cNvPr id="775" name="Shape 775"/>
        <p:cNvGrpSpPr/>
        <p:nvPr/>
      </p:nvGrpSpPr>
      <p:grpSpPr>
        <a:xfrm>
          <a:off x="0" y="0"/>
          <a:ext cx="0" cy="0"/>
          <a:chOff x="0" y="0"/>
          <a:chExt cx="0" cy="0"/>
        </a:xfrm>
      </p:grpSpPr>
      <p:sp>
        <p:nvSpPr>
          <p:cNvPr id="776" name="Google Shape;776;p88"/>
          <p:cNvSpPr txBox="1"/>
          <p:nvPr>
            <p:ph type="title"/>
          </p:nvPr>
        </p:nvSpPr>
        <p:spPr>
          <a:xfrm>
            <a:off x="452436" y="1317312"/>
            <a:ext cx="8239200" cy="1743000"/>
          </a:xfrm>
          <a:prstGeom prst="rect">
            <a:avLst/>
          </a:prstGeom>
          <a:noFill/>
          <a:ln>
            <a:noFill/>
          </a:ln>
        </p:spPr>
        <p:txBody>
          <a:bodyPr anchorCtr="0" anchor="b" bIns="19050" lIns="19050" spcFirstLastPara="1" rIns="19050" wrap="square" tIns="19050">
            <a:normAutofit/>
          </a:bodyPr>
          <a:lstStyle>
            <a:lvl1pPr lvl="0" rtl="0" algn="l">
              <a:lnSpc>
                <a:spcPct val="80000"/>
              </a:lnSpc>
              <a:spcBef>
                <a:spcPts val="0"/>
              </a:spcBef>
              <a:spcAft>
                <a:spcPts val="0"/>
              </a:spcAft>
              <a:buClr>
                <a:srgbClr val="FFFFFF"/>
              </a:buClr>
              <a:buSzPts val="4800"/>
              <a:buFont typeface="Helvetica Neue"/>
              <a:buNone/>
              <a:defRPr sz="4800"/>
            </a:lvl1pPr>
            <a:lvl2pPr lvl="1" rtl="0" algn="l">
              <a:lnSpc>
                <a:spcPct val="100000"/>
              </a:lnSpc>
              <a:spcBef>
                <a:spcPts val="0"/>
              </a:spcBef>
              <a:spcAft>
                <a:spcPts val="0"/>
              </a:spcAft>
              <a:buClr>
                <a:srgbClr val="FFFFFF"/>
              </a:buClr>
              <a:buSzPts val="700"/>
              <a:buNone/>
              <a:defRPr/>
            </a:lvl2pPr>
            <a:lvl3pPr lvl="2" rtl="0" algn="l">
              <a:lnSpc>
                <a:spcPct val="100000"/>
              </a:lnSpc>
              <a:spcBef>
                <a:spcPts val="0"/>
              </a:spcBef>
              <a:spcAft>
                <a:spcPts val="0"/>
              </a:spcAft>
              <a:buClr>
                <a:srgbClr val="FFFFFF"/>
              </a:buClr>
              <a:buSzPts val="700"/>
              <a:buNone/>
              <a:defRPr/>
            </a:lvl3pPr>
            <a:lvl4pPr lvl="3" rtl="0" algn="l">
              <a:lnSpc>
                <a:spcPct val="100000"/>
              </a:lnSpc>
              <a:spcBef>
                <a:spcPts val="0"/>
              </a:spcBef>
              <a:spcAft>
                <a:spcPts val="0"/>
              </a:spcAft>
              <a:buClr>
                <a:srgbClr val="FFFFFF"/>
              </a:buClr>
              <a:buSzPts val="700"/>
              <a:buNone/>
              <a:defRPr/>
            </a:lvl4pPr>
            <a:lvl5pPr lvl="4" rtl="0" algn="l">
              <a:lnSpc>
                <a:spcPct val="100000"/>
              </a:lnSpc>
              <a:spcBef>
                <a:spcPts val="0"/>
              </a:spcBef>
              <a:spcAft>
                <a:spcPts val="0"/>
              </a:spcAft>
              <a:buClr>
                <a:srgbClr val="FFFFFF"/>
              </a:buClr>
              <a:buSzPts val="700"/>
              <a:buNone/>
              <a:defRPr/>
            </a:lvl5pPr>
            <a:lvl6pPr lvl="5" rtl="0" algn="l">
              <a:lnSpc>
                <a:spcPct val="100000"/>
              </a:lnSpc>
              <a:spcBef>
                <a:spcPts val="0"/>
              </a:spcBef>
              <a:spcAft>
                <a:spcPts val="0"/>
              </a:spcAft>
              <a:buClr>
                <a:srgbClr val="FFFFFF"/>
              </a:buClr>
              <a:buSzPts val="700"/>
              <a:buNone/>
              <a:defRPr/>
            </a:lvl6pPr>
            <a:lvl7pPr lvl="6" rtl="0" algn="l">
              <a:lnSpc>
                <a:spcPct val="100000"/>
              </a:lnSpc>
              <a:spcBef>
                <a:spcPts val="0"/>
              </a:spcBef>
              <a:spcAft>
                <a:spcPts val="0"/>
              </a:spcAft>
              <a:buClr>
                <a:srgbClr val="FFFFFF"/>
              </a:buClr>
              <a:buSzPts val="700"/>
              <a:buNone/>
              <a:defRPr/>
            </a:lvl7pPr>
            <a:lvl8pPr lvl="7" rtl="0" algn="l">
              <a:lnSpc>
                <a:spcPct val="100000"/>
              </a:lnSpc>
              <a:spcBef>
                <a:spcPts val="0"/>
              </a:spcBef>
              <a:spcAft>
                <a:spcPts val="0"/>
              </a:spcAft>
              <a:buClr>
                <a:srgbClr val="FFFFFF"/>
              </a:buClr>
              <a:buSzPts val="700"/>
              <a:buNone/>
              <a:defRPr/>
            </a:lvl8pPr>
            <a:lvl9pPr lvl="8" rtl="0" algn="l">
              <a:lnSpc>
                <a:spcPct val="100000"/>
              </a:lnSpc>
              <a:spcBef>
                <a:spcPts val="0"/>
              </a:spcBef>
              <a:spcAft>
                <a:spcPts val="0"/>
              </a:spcAft>
              <a:buClr>
                <a:srgbClr val="FFFFFF"/>
              </a:buClr>
              <a:buSzPts val="700"/>
              <a:buNone/>
              <a:defRPr/>
            </a:lvl9pPr>
          </a:lstStyle>
          <a:p/>
        </p:txBody>
      </p:sp>
      <p:sp>
        <p:nvSpPr>
          <p:cNvPr id="777" name="Google Shape;777;p88"/>
          <p:cNvSpPr txBox="1"/>
          <p:nvPr>
            <p:ph idx="12" type="sldNum"/>
          </p:nvPr>
        </p:nvSpPr>
        <p:spPr>
          <a:xfrm>
            <a:off x="4502892"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showMasterSp="0">
  <p:cSld name="Title Only">
    <p:bg>
      <p:bgPr>
        <a:gradFill>
          <a:gsLst>
            <a:gs pos="0">
              <a:srgbClr val="0D0D0D"/>
            </a:gs>
            <a:gs pos="100000">
              <a:srgbClr val="000000"/>
            </a:gs>
          </a:gsLst>
          <a:lin ang="5400012" scaled="0"/>
        </a:gradFill>
      </p:bgPr>
    </p:bg>
    <p:spTree>
      <p:nvGrpSpPr>
        <p:cNvPr id="778" name="Shape 778"/>
        <p:cNvGrpSpPr/>
        <p:nvPr/>
      </p:nvGrpSpPr>
      <p:grpSpPr>
        <a:xfrm>
          <a:off x="0" y="0"/>
          <a:ext cx="0" cy="0"/>
          <a:chOff x="0" y="0"/>
          <a:chExt cx="0" cy="0"/>
        </a:xfrm>
      </p:grpSpPr>
      <p:sp>
        <p:nvSpPr>
          <p:cNvPr id="779" name="Google Shape;779;p89"/>
          <p:cNvSpPr txBox="1"/>
          <p:nvPr/>
        </p:nvSpPr>
        <p:spPr>
          <a:xfrm>
            <a:off x="452438" y="347811"/>
            <a:ext cx="3667200" cy="562500"/>
          </a:xfrm>
          <a:prstGeom prst="rect">
            <a:avLst/>
          </a:prstGeom>
          <a:noFill/>
          <a:ln>
            <a:noFill/>
          </a:ln>
        </p:spPr>
        <p:txBody>
          <a:bodyPr anchorCtr="0" anchor="t" bIns="19050" lIns="19050" spcFirstLastPara="1" rIns="19050" wrap="square" tIns="19050">
            <a:normAutofit/>
          </a:bodyPr>
          <a:lstStyle/>
          <a:p>
            <a:pPr indent="0" lvl="0" marL="0" marR="0" rtl="0" algn="l">
              <a:lnSpc>
                <a:spcPct val="90000"/>
              </a:lnSpc>
              <a:spcBef>
                <a:spcPts val="0"/>
              </a:spcBef>
              <a:spcAft>
                <a:spcPts val="0"/>
              </a:spcAft>
              <a:buClr>
                <a:srgbClr val="FFFFFF"/>
              </a:buClr>
              <a:buSzPts val="3300"/>
              <a:buFont typeface="Helvetica Neue"/>
              <a:buNone/>
            </a:pPr>
            <a:r>
              <a:rPr b="1" i="0" lang="en" sz="3300" u="none" cap="none" strike="noStrike">
                <a:solidFill>
                  <a:srgbClr val="FFFFFF"/>
                </a:solidFill>
                <a:latin typeface="Helvetica Neue"/>
                <a:ea typeface="Helvetica Neue"/>
                <a:cs typeface="Helvetica Neue"/>
                <a:sym typeface="Helvetica Neue"/>
              </a:rPr>
              <a:t>Slide Title</a:t>
            </a:r>
            <a:endParaRPr b="0" i="0" sz="500" u="none" cap="none" strike="noStrike">
              <a:solidFill>
                <a:srgbClr val="000000"/>
              </a:solidFill>
              <a:latin typeface="Arial"/>
              <a:ea typeface="Arial"/>
              <a:cs typeface="Arial"/>
              <a:sym typeface="Arial"/>
            </a:endParaRPr>
          </a:p>
        </p:txBody>
      </p:sp>
      <p:sp>
        <p:nvSpPr>
          <p:cNvPr id="780" name="Google Shape;780;p89"/>
          <p:cNvSpPr txBox="1"/>
          <p:nvPr/>
        </p:nvSpPr>
        <p:spPr>
          <a:xfrm>
            <a:off x="452438" y="1152291"/>
            <a:ext cx="3667200" cy="2018400"/>
          </a:xfrm>
          <a:prstGeom prst="rect">
            <a:avLst/>
          </a:prstGeom>
          <a:noFill/>
          <a:ln>
            <a:noFill/>
          </a:ln>
        </p:spPr>
        <p:txBody>
          <a:bodyPr anchorCtr="0" anchor="t" bIns="19050" lIns="19050" spcFirstLastPara="1" rIns="19050" wrap="square" tIns="19050">
            <a:normAutofit/>
          </a:bodyPr>
          <a:lstStyle/>
          <a:p>
            <a:pPr indent="0" lvl="0" marL="0" marR="0" rtl="0" algn="l">
              <a:lnSpc>
                <a:spcPct val="100000"/>
              </a:lnSpc>
              <a:spcBef>
                <a:spcPts val="0"/>
              </a:spcBef>
              <a:spcAft>
                <a:spcPts val="0"/>
              </a:spcAft>
              <a:buClr>
                <a:srgbClr val="FFFFFF"/>
              </a:buClr>
              <a:buSzPts val="2100"/>
              <a:buFont typeface="Helvetica Neue"/>
              <a:buNone/>
            </a:pPr>
            <a:r>
              <a:rPr b="1" i="0" lang="en" sz="2100" u="none" cap="none" strike="noStrike">
                <a:solidFill>
                  <a:srgbClr val="FFFFFF"/>
                </a:solidFill>
                <a:latin typeface="Helvetica Neue"/>
                <a:ea typeface="Helvetica Neue"/>
                <a:cs typeface="Helvetica Neue"/>
                <a:sym typeface="Helvetica Neue"/>
              </a:rPr>
              <a:t>Body Level One</a:t>
            </a:r>
            <a:endParaRPr b="0" i="0" sz="500" u="none" cap="none" strike="noStrike">
              <a:solidFill>
                <a:srgbClr val="000000"/>
              </a:solidFill>
              <a:latin typeface="Arial"/>
              <a:ea typeface="Arial"/>
              <a:cs typeface="Arial"/>
              <a:sym typeface="Arial"/>
            </a:endParaRPr>
          </a:p>
          <a:p>
            <a:pPr indent="177800" lvl="1" marL="0" marR="0" rtl="0" algn="l">
              <a:lnSpc>
                <a:spcPct val="100000"/>
              </a:lnSpc>
              <a:spcBef>
                <a:spcPts val="500"/>
              </a:spcBef>
              <a:spcAft>
                <a:spcPts val="0"/>
              </a:spcAft>
              <a:buClr>
                <a:srgbClr val="FFFFFF"/>
              </a:buClr>
              <a:buSzPts val="2100"/>
              <a:buFont typeface="Helvetica Neue"/>
              <a:buNone/>
            </a:pPr>
            <a:r>
              <a:rPr b="1" i="0" lang="en" sz="2100" u="none" cap="none" strike="noStrike">
                <a:solidFill>
                  <a:srgbClr val="FFFFFF"/>
                </a:solidFill>
                <a:latin typeface="Helvetica Neue"/>
                <a:ea typeface="Helvetica Neue"/>
                <a:cs typeface="Helvetica Neue"/>
                <a:sym typeface="Helvetica Neue"/>
              </a:rPr>
              <a:t>Body Level Two</a:t>
            </a:r>
            <a:endParaRPr b="0" i="0" sz="500" u="none" cap="none" strike="noStrike">
              <a:solidFill>
                <a:srgbClr val="000000"/>
              </a:solidFill>
              <a:latin typeface="Arial"/>
              <a:ea typeface="Arial"/>
              <a:cs typeface="Arial"/>
              <a:sym typeface="Arial"/>
            </a:endParaRPr>
          </a:p>
          <a:p>
            <a:pPr indent="342900" lvl="2" marL="0" marR="0" rtl="0" algn="l">
              <a:lnSpc>
                <a:spcPct val="100000"/>
              </a:lnSpc>
              <a:spcBef>
                <a:spcPts val="500"/>
              </a:spcBef>
              <a:spcAft>
                <a:spcPts val="0"/>
              </a:spcAft>
              <a:buClr>
                <a:srgbClr val="FFFFFF"/>
              </a:buClr>
              <a:buSzPts val="2100"/>
              <a:buFont typeface="Helvetica Neue"/>
              <a:buNone/>
            </a:pPr>
            <a:r>
              <a:rPr b="1" i="0" lang="en" sz="2100" u="none" cap="none" strike="noStrike">
                <a:solidFill>
                  <a:srgbClr val="FFFFFF"/>
                </a:solidFill>
                <a:latin typeface="Helvetica Neue"/>
                <a:ea typeface="Helvetica Neue"/>
                <a:cs typeface="Helvetica Neue"/>
                <a:sym typeface="Helvetica Neue"/>
              </a:rPr>
              <a:t>Body Level Three</a:t>
            </a:r>
            <a:endParaRPr b="0" i="0" sz="500" u="none" cap="none" strike="noStrike">
              <a:solidFill>
                <a:srgbClr val="000000"/>
              </a:solidFill>
              <a:latin typeface="Arial"/>
              <a:ea typeface="Arial"/>
              <a:cs typeface="Arial"/>
              <a:sym typeface="Arial"/>
            </a:endParaRPr>
          </a:p>
          <a:p>
            <a:pPr indent="520700" lvl="3" marL="0" marR="0" rtl="0" algn="l">
              <a:lnSpc>
                <a:spcPct val="100000"/>
              </a:lnSpc>
              <a:spcBef>
                <a:spcPts val="500"/>
              </a:spcBef>
              <a:spcAft>
                <a:spcPts val="0"/>
              </a:spcAft>
              <a:buClr>
                <a:srgbClr val="FFFFFF"/>
              </a:buClr>
              <a:buSzPts val="2100"/>
              <a:buFont typeface="Helvetica Neue"/>
              <a:buNone/>
            </a:pPr>
            <a:r>
              <a:rPr b="1" i="0" lang="en" sz="2100" u="none" cap="none" strike="noStrike">
                <a:solidFill>
                  <a:srgbClr val="FFFFFF"/>
                </a:solidFill>
                <a:latin typeface="Helvetica Neue"/>
                <a:ea typeface="Helvetica Neue"/>
                <a:cs typeface="Helvetica Neue"/>
                <a:sym typeface="Helvetica Neue"/>
              </a:rPr>
              <a:t>Body Level Four</a:t>
            </a:r>
            <a:endParaRPr b="0" i="0" sz="500" u="none" cap="none" strike="noStrike">
              <a:solidFill>
                <a:srgbClr val="000000"/>
              </a:solidFill>
              <a:latin typeface="Arial"/>
              <a:ea typeface="Arial"/>
              <a:cs typeface="Arial"/>
              <a:sym typeface="Arial"/>
            </a:endParaRPr>
          </a:p>
          <a:p>
            <a:pPr indent="685800" lvl="4" marL="0" marR="0" rtl="0" algn="l">
              <a:lnSpc>
                <a:spcPct val="100000"/>
              </a:lnSpc>
              <a:spcBef>
                <a:spcPts val="500"/>
              </a:spcBef>
              <a:spcAft>
                <a:spcPts val="0"/>
              </a:spcAft>
              <a:buClr>
                <a:srgbClr val="FFFFFF"/>
              </a:buClr>
              <a:buSzPts val="2100"/>
              <a:buFont typeface="Helvetica Neue"/>
              <a:buNone/>
            </a:pPr>
            <a:r>
              <a:rPr b="1" i="0" lang="en" sz="2100" u="none" cap="none" strike="noStrike">
                <a:solidFill>
                  <a:srgbClr val="FFFFFF"/>
                </a:solidFill>
                <a:latin typeface="Helvetica Neue"/>
                <a:ea typeface="Helvetica Neue"/>
                <a:cs typeface="Helvetica Neue"/>
                <a:sym typeface="Helvetica Neue"/>
              </a:rPr>
              <a:t>Body Level Five</a:t>
            </a:r>
            <a:endParaRPr b="0" i="0" sz="500" u="none" cap="none" strike="noStrike">
              <a:solidFill>
                <a:srgbClr val="000000"/>
              </a:solidFill>
              <a:latin typeface="Arial"/>
              <a:ea typeface="Arial"/>
              <a:cs typeface="Arial"/>
              <a:sym typeface="Arial"/>
            </a:endParaRPr>
          </a:p>
        </p:txBody>
      </p:sp>
      <p:sp>
        <p:nvSpPr>
          <p:cNvPr id="781" name="Google Shape;781;p89"/>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Fact" showMasterSp="0">
  <p:cSld name="Big Fact">
    <p:bg>
      <p:bgPr>
        <a:gradFill>
          <a:gsLst>
            <a:gs pos="0">
              <a:srgbClr val="0F0F0F"/>
            </a:gs>
            <a:gs pos="100000">
              <a:srgbClr val="000000"/>
            </a:gs>
          </a:gsLst>
          <a:lin ang="5400012" scaled="0"/>
        </a:gradFill>
      </p:bgPr>
    </p:bg>
    <p:spTree>
      <p:nvGrpSpPr>
        <p:cNvPr id="782" name="Shape 782"/>
        <p:cNvGrpSpPr/>
        <p:nvPr/>
      </p:nvGrpSpPr>
      <p:grpSpPr>
        <a:xfrm>
          <a:off x="0" y="0"/>
          <a:ext cx="0" cy="0"/>
          <a:chOff x="0" y="0"/>
          <a:chExt cx="0" cy="0"/>
        </a:xfrm>
      </p:grpSpPr>
      <p:sp>
        <p:nvSpPr>
          <p:cNvPr id="783" name="Google Shape;783;p90"/>
          <p:cNvSpPr txBox="1"/>
          <p:nvPr>
            <p:ph idx="1" type="body"/>
          </p:nvPr>
        </p:nvSpPr>
        <p:spPr>
          <a:xfrm>
            <a:off x="452438" y="3097509"/>
            <a:ext cx="8239200" cy="350700"/>
          </a:xfrm>
          <a:prstGeom prst="rect">
            <a:avLst/>
          </a:prstGeom>
          <a:noFill/>
          <a:ln>
            <a:noFill/>
          </a:ln>
        </p:spPr>
        <p:txBody>
          <a:bodyPr anchorCtr="0" anchor="t" bIns="17150" lIns="17150" spcFirstLastPara="1" rIns="17150" wrap="square" tIns="17150">
            <a:normAutofit/>
          </a:bodyPr>
          <a:lstStyle>
            <a:lvl1pPr indent="-228600" lvl="0" marL="457200" rtl="0" algn="ctr">
              <a:lnSpc>
                <a:spcPct val="100000"/>
              </a:lnSpc>
              <a:spcBef>
                <a:spcPts val="0"/>
              </a:spcBef>
              <a:spcAft>
                <a:spcPts val="0"/>
              </a:spcAft>
              <a:buClr>
                <a:srgbClr val="FFFFFF"/>
              </a:buClr>
              <a:buSzPts val="2100"/>
              <a:buFont typeface="Helvetica Neue"/>
              <a:buNone/>
              <a:defRPr sz="2100"/>
            </a:lvl1pPr>
            <a:lvl2pPr indent="-342900" lvl="1" marL="914400" rtl="0" algn="l">
              <a:lnSpc>
                <a:spcPct val="115000"/>
              </a:lnSpc>
              <a:spcBef>
                <a:spcPts val="0"/>
              </a:spcBef>
              <a:spcAft>
                <a:spcPts val="0"/>
              </a:spcAft>
              <a:buSzPts val="1800"/>
              <a:buChar char="○"/>
              <a:defRPr/>
            </a:lvl2pPr>
            <a:lvl3pPr indent="-342900" lvl="2" marL="1371600" rtl="0" algn="l">
              <a:lnSpc>
                <a:spcPct val="115000"/>
              </a:lnSpc>
              <a:spcBef>
                <a:spcPts val="0"/>
              </a:spcBef>
              <a:spcAft>
                <a:spcPts val="0"/>
              </a:spcAft>
              <a:buSzPts val="1800"/>
              <a:buChar char="■"/>
              <a:defRPr/>
            </a:lvl3pPr>
            <a:lvl4pPr indent="-342900" lvl="3" marL="1828800" rtl="0" algn="l">
              <a:lnSpc>
                <a:spcPct val="115000"/>
              </a:lnSpc>
              <a:spcBef>
                <a:spcPts val="0"/>
              </a:spcBef>
              <a:spcAft>
                <a:spcPts val="0"/>
              </a:spcAft>
              <a:buSzPts val="1800"/>
              <a:buChar char="●"/>
              <a:defRPr/>
            </a:lvl4pPr>
            <a:lvl5pPr indent="-342900" lvl="4" marL="2286000" rtl="0" algn="l">
              <a:lnSpc>
                <a:spcPct val="115000"/>
              </a:lnSpc>
              <a:spcBef>
                <a:spcPts val="0"/>
              </a:spcBef>
              <a:spcAft>
                <a:spcPts val="0"/>
              </a:spcAft>
              <a:buSzPts val="1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784" name="Google Shape;784;p90"/>
          <p:cNvSpPr txBox="1"/>
          <p:nvPr>
            <p:ph idx="2" type="body"/>
          </p:nvPr>
        </p:nvSpPr>
        <p:spPr>
          <a:xfrm>
            <a:off x="452438" y="350722"/>
            <a:ext cx="8239200" cy="2759700"/>
          </a:xfrm>
          <a:prstGeom prst="rect">
            <a:avLst/>
          </a:prstGeom>
          <a:noFill/>
          <a:ln>
            <a:noFill/>
          </a:ln>
        </p:spPr>
        <p:txBody>
          <a:bodyPr anchorCtr="0" anchor="b" bIns="19050" lIns="19050" spcFirstLastPara="1" rIns="19050" wrap="square" tIns="19050">
            <a:normAutofit/>
          </a:bodyPr>
          <a:lstStyle>
            <a:lvl1pPr indent="-228600" lvl="0" marL="457200" rtl="0" algn="ctr">
              <a:lnSpc>
                <a:spcPct val="80000"/>
              </a:lnSpc>
              <a:spcBef>
                <a:spcPts val="0"/>
              </a:spcBef>
              <a:spcAft>
                <a:spcPts val="0"/>
              </a:spcAft>
              <a:buClr>
                <a:srgbClr val="FFFFFF"/>
              </a:buClr>
              <a:buSzPts val="9400"/>
              <a:buFont typeface="Helvetica Neue"/>
              <a:buNone/>
              <a:defRPr sz="9400"/>
            </a:lvl1pPr>
            <a:lvl2pPr indent="-228600" lvl="1" marL="914400" rtl="0" algn="ctr">
              <a:lnSpc>
                <a:spcPct val="80000"/>
              </a:lnSpc>
              <a:spcBef>
                <a:spcPts val="0"/>
              </a:spcBef>
              <a:spcAft>
                <a:spcPts val="0"/>
              </a:spcAft>
              <a:buClr>
                <a:srgbClr val="FFFFFF"/>
              </a:buClr>
              <a:buSzPts val="9400"/>
              <a:buFont typeface="Helvetica Neue"/>
              <a:buNone/>
              <a:defRPr sz="9400"/>
            </a:lvl2pPr>
            <a:lvl3pPr indent="-228600" lvl="2" marL="1371600" rtl="0" algn="ctr">
              <a:lnSpc>
                <a:spcPct val="80000"/>
              </a:lnSpc>
              <a:spcBef>
                <a:spcPts val="0"/>
              </a:spcBef>
              <a:spcAft>
                <a:spcPts val="0"/>
              </a:spcAft>
              <a:buClr>
                <a:srgbClr val="FFFFFF"/>
              </a:buClr>
              <a:buSzPts val="9400"/>
              <a:buFont typeface="Helvetica Neue"/>
              <a:buNone/>
              <a:defRPr sz="9400"/>
            </a:lvl3pPr>
            <a:lvl4pPr indent="-228600" lvl="3" marL="1828800" rtl="0" algn="ctr">
              <a:lnSpc>
                <a:spcPct val="80000"/>
              </a:lnSpc>
              <a:spcBef>
                <a:spcPts val="0"/>
              </a:spcBef>
              <a:spcAft>
                <a:spcPts val="0"/>
              </a:spcAft>
              <a:buClr>
                <a:srgbClr val="FFFFFF"/>
              </a:buClr>
              <a:buSzPts val="9400"/>
              <a:buFont typeface="Helvetica Neue"/>
              <a:buNone/>
              <a:defRPr sz="9400"/>
            </a:lvl4pPr>
            <a:lvl5pPr indent="-228600" lvl="4" marL="2286000" rtl="0" algn="ctr">
              <a:lnSpc>
                <a:spcPct val="80000"/>
              </a:lnSpc>
              <a:spcBef>
                <a:spcPts val="0"/>
              </a:spcBef>
              <a:spcAft>
                <a:spcPts val="0"/>
              </a:spcAft>
              <a:buClr>
                <a:srgbClr val="FFFFFF"/>
              </a:buClr>
              <a:buSzPts val="9400"/>
              <a:buFont typeface="Helvetica Neue"/>
              <a:buNone/>
              <a:defRPr sz="9400"/>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785" name="Google Shape;785;p90"/>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howMasterSp="0">
  <p:cSld name="Section 2">
    <p:bg>
      <p:bgPr>
        <a:gradFill>
          <a:gsLst>
            <a:gs pos="0">
              <a:srgbClr val="0F0F0F"/>
            </a:gs>
            <a:gs pos="100000">
              <a:srgbClr val="000000"/>
            </a:gs>
          </a:gsLst>
          <a:lin ang="5400012" scaled="0"/>
        </a:gradFill>
      </p:bgPr>
    </p:bg>
    <p:spTree>
      <p:nvGrpSpPr>
        <p:cNvPr id="786" name="Shape 786"/>
        <p:cNvGrpSpPr/>
        <p:nvPr/>
      </p:nvGrpSpPr>
      <p:grpSpPr>
        <a:xfrm>
          <a:off x="0" y="0"/>
          <a:ext cx="0" cy="0"/>
          <a:chOff x="0" y="0"/>
          <a:chExt cx="0" cy="0"/>
        </a:xfrm>
      </p:grpSpPr>
      <p:sp>
        <p:nvSpPr>
          <p:cNvPr id="787" name="Google Shape;787;p91"/>
          <p:cNvSpPr txBox="1"/>
          <p:nvPr>
            <p:ph type="title"/>
          </p:nvPr>
        </p:nvSpPr>
        <p:spPr>
          <a:xfrm>
            <a:off x="452436" y="1700213"/>
            <a:ext cx="8239200" cy="1743000"/>
          </a:xfrm>
          <a:prstGeom prst="rect">
            <a:avLst/>
          </a:prstGeom>
          <a:noFill/>
          <a:ln>
            <a:noFill/>
          </a:ln>
        </p:spPr>
        <p:txBody>
          <a:bodyPr anchorCtr="0" anchor="ctr" bIns="19050" lIns="19050" spcFirstLastPara="1" rIns="19050" wrap="square" tIns="19050">
            <a:normAutofit/>
          </a:bodyPr>
          <a:lstStyle>
            <a:lvl1pPr lvl="0" rtl="0" algn="l">
              <a:lnSpc>
                <a:spcPct val="80000"/>
              </a:lnSpc>
              <a:spcBef>
                <a:spcPts val="0"/>
              </a:spcBef>
              <a:spcAft>
                <a:spcPts val="0"/>
              </a:spcAft>
              <a:buClr>
                <a:srgbClr val="FFFFFF"/>
              </a:buClr>
              <a:buSzPts val="7400"/>
              <a:buFont typeface="Helvetica Neue"/>
              <a:buNone/>
              <a:defRPr sz="7400"/>
            </a:lvl1pPr>
            <a:lvl2pPr lvl="1" rtl="0" algn="l">
              <a:lnSpc>
                <a:spcPct val="100000"/>
              </a:lnSpc>
              <a:spcBef>
                <a:spcPts val="0"/>
              </a:spcBef>
              <a:spcAft>
                <a:spcPts val="0"/>
              </a:spcAft>
              <a:buClr>
                <a:srgbClr val="FFFFFF"/>
              </a:buClr>
              <a:buSzPts val="700"/>
              <a:buNone/>
              <a:defRPr/>
            </a:lvl2pPr>
            <a:lvl3pPr lvl="2" rtl="0" algn="l">
              <a:lnSpc>
                <a:spcPct val="100000"/>
              </a:lnSpc>
              <a:spcBef>
                <a:spcPts val="0"/>
              </a:spcBef>
              <a:spcAft>
                <a:spcPts val="0"/>
              </a:spcAft>
              <a:buClr>
                <a:srgbClr val="FFFFFF"/>
              </a:buClr>
              <a:buSzPts val="700"/>
              <a:buNone/>
              <a:defRPr/>
            </a:lvl3pPr>
            <a:lvl4pPr lvl="3" rtl="0" algn="l">
              <a:lnSpc>
                <a:spcPct val="100000"/>
              </a:lnSpc>
              <a:spcBef>
                <a:spcPts val="0"/>
              </a:spcBef>
              <a:spcAft>
                <a:spcPts val="0"/>
              </a:spcAft>
              <a:buClr>
                <a:srgbClr val="FFFFFF"/>
              </a:buClr>
              <a:buSzPts val="700"/>
              <a:buNone/>
              <a:defRPr/>
            </a:lvl4pPr>
            <a:lvl5pPr lvl="4" rtl="0" algn="l">
              <a:lnSpc>
                <a:spcPct val="100000"/>
              </a:lnSpc>
              <a:spcBef>
                <a:spcPts val="0"/>
              </a:spcBef>
              <a:spcAft>
                <a:spcPts val="0"/>
              </a:spcAft>
              <a:buClr>
                <a:srgbClr val="FFFFFF"/>
              </a:buClr>
              <a:buSzPts val="700"/>
              <a:buNone/>
              <a:defRPr/>
            </a:lvl5pPr>
            <a:lvl6pPr lvl="5" rtl="0" algn="l">
              <a:lnSpc>
                <a:spcPct val="100000"/>
              </a:lnSpc>
              <a:spcBef>
                <a:spcPts val="0"/>
              </a:spcBef>
              <a:spcAft>
                <a:spcPts val="0"/>
              </a:spcAft>
              <a:buClr>
                <a:srgbClr val="FFFFFF"/>
              </a:buClr>
              <a:buSzPts val="700"/>
              <a:buNone/>
              <a:defRPr/>
            </a:lvl6pPr>
            <a:lvl7pPr lvl="6" rtl="0" algn="l">
              <a:lnSpc>
                <a:spcPct val="100000"/>
              </a:lnSpc>
              <a:spcBef>
                <a:spcPts val="0"/>
              </a:spcBef>
              <a:spcAft>
                <a:spcPts val="0"/>
              </a:spcAft>
              <a:buClr>
                <a:srgbClr val="FFFFFF"/>
              </a:buClr>
              <a:buSzPts val="700"/>
              <a:buNone/>
              <a:defRPr/>
            </a:lvl7pPr>
            <a:lvl8pPr lvl="7" rtl="0" algn="l">
              <a:lnSpc>
                <a:spcPct val="100000"/>
              </a:lnSpc>
              <a:spcBef>
                <a:spcPts val="0"/>
              </a:spcBef>
              <a:spcAft>
                <a:spcPts val="0"/>
              </a:spcAft>
              <a:buClr>
                <a:srgbClr val="FFFFFF"/>
              </a:buClr>
              <a:buSzPts val="700"/>
              <a:buNone/>
              <a:defRPr/>
            </a:lvl8pPr>
            <a:lvl9pPr lvl="8" rtl="0" algn="l">
              <a:lnSpc>
                <a:spcPct val="100000"/>
              </a:lnSpc>
              <a:spcBef>
                <a:spcPts val="0"/>
              </a:spcBef>
              <a:spcAft>
                <a:spcPts val="0"/>
              </a:spcAft>
              <a:buClr>
                <a:srgbClr val="FFFFFF"/>
              </a:buClr>
              <a:buSzPts val="700"/>
              <a:buNone/>
              <a:defRPr/>
            </a:lvl9pPr>
          </a:lstStyle>
          <a:p/>
        </p:txBody>
      </p:sp>
      <p:sp>
        <p:nvSpPr>
          <p:cNvPr id="788" name="Google Shape;788;p91"/>
          <p:cNvSpPr txBox="1"/>
          <p:nvPr>
            <p:ph idx="12" type="sldNum"/>
          </p:nvPr>
        </p:nvSpPr>
        <p:spPr>
          <a:xfrm>
            <a:off x="4500549" y="4904562"/>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mp; Photo" showMasterSp="0">
  <p:cSld name="Title &amp; Photo">
    <p:bg>
      <p:bgPr>
        <a:solidFill>
          <a:srgbClr val="000000"/>
        </a:solidFill>
      </p:bgPr>
    </p:bg>
    <p:spTree>
      <p:nvGrpSpPr>
        <p:cNvPr id="789" name="Shape 789"/>
        <p:cNvGrpSpPr/>
        <p:nvPr/>
      </p:nvGrpSpPr>
      <p:grpSpPr>
        <a:xfrm>
          <a:off x="0" y="0"/>
          <a:ext cx="0" cy="0"/>
          <a:chOff x="0" y="0"/>
          <a:chExt cx="0" cy="0"/>
        </a:xfrm>
      </p:grpSpPr>
      <p:sp>
        <p:nvSpPr>
          <p:cNvPr id="790" name="Google Shape;790;p92"/>
          <p:cNvSpPr/>
          <p:nvPr>
            <p:ph idx="2" type="pic"/>
          </p:nvPr>
        </p:nvSpPr>
        <p:spPr>
          <a:xfrm>
            <a:off x="-161925" y="-1514475"/>
            <a:ext cx="11049000" cy="6762600"/>
          </a:xfrm>
          <a:prstGeom prst="rect">
            <a:avLst/>
          </a:prstGeom>
          <a:noFill/>
          <a:ln>
            <a:noFill/>
          </a:ln>
        </p:spPr>
      </p:sp>
      <p:sp>
        <p:nvSpPr>
          <p:cNvPr id="791" name="Google Shape;791;p92"/>
          <p:cNvSpPr txBox="1"/>
          <p:nvPr>
            <p:ph type="title"/>
          </p:nvPr>
        </p:nvSpPr>
        <p:spPr>
          <a:xfrm>
            <a:off x="452438" y="2671763"/>
            <a:ext cx="8239200" cy="1743000"/>
          </a:xfrm>
          <a:prstGeom prst="rect">
            <a:avLst/>
          </a:prstGeom>
          <a:noFill/>
          <a:ln>
            <a:noFill/>
          </a:ln>
        </p:spPr>
        <p:txBody>
          <a:bodyPr anchorCtr="0" anchor="b" bIns="19050" lIns="19050" spcFirstLastPara="1" rIns="19050" wrap="square" tIns="19050">
            <a:normAutofit/>
          </a:bodyPr>
          <a:lstStyle>
            <a:lvl1pPr lvl="0" rtl="0" algn="l">
              <a:lnSpc>
                <a:spcPct val="80000"/>
              </a:lnSpc>
              <a:spcBef>
                <a:spcPts val="0"/>
              </a:spcBef>
              <a:spcAft>
                <a:spcPts val="0"/>
              </a:spcAft>
              <a:buClr>
                <a:srgbClr val="FFFFFF"/>
              </a:buClr>
              <a:buSzPts val="4800"/>
              <a:buFont typeface="Helvetica Neue"/>
              <a:buNone/>
              <a:defRPr sz="4800"/>
            </a:lvl1pPr>
            <a:lvl2pPr lvl="1" rtl="0" algn="l">
              <a:lnSpc>
                <a:spcPct val="100000"/>
              </a:lnSpc>
              <a:spcBef>
                <a:spcPts val="0"/>
              </a:spcBef>
              <a:spcAft>
                <a:spcPts val="0"/>
              </a:spcAft>
              <a:buClr>
                <a:srgbClr val="FFFFFF"/>
              </a:buClr>
              <a:buSzPts val="700"/>
              <a:buNone/>
              <a:defRPr/>
            </a:lvl2pPr>
            <a:lvl3pPr lvl="2" rtl="0" algn="l">
              <a:lnSpc>
                <a:spcPct val="100000"/>
              </a:lnSpc>
              <a:spcBef>
                <a:spcPts val="0"/>
              </a:spcBef>
              <a:spcAft>
                <a:spcPts val="0"/>
              </a:spcAft>
              <a:buClr>
                <a:srgbClr val="FFFFFF"/>
              </a:buClr>
              <a:buSzPts val="700"/>
              <a:buNone/>
              <a:defRPr/>
            </a:lvl3pPr>
            <a:lvl4pPr lvl="3" rtl="0" algn="l">
              <a:lnSpc>
                <a:spcPct val="100000"/>
              </a:lnSpc>
              <a:spcBef>
                <a:spcPts val="0"/>
              </a:spcBef>
              <a:spcAft>
                <a:spcPts val="0"/>
              </a:spcAft>
              <a:buClr>
                <a:srgbClr val="FFFFFF"/>
              </a:buClr>
              <a:buSzPts val="700"/>
              <a:buNone/>
              <a:defRPr/>
            </a:lvl4pPr>
            <a:lvl5pPr lvl="4" rtl="0" algn="l">
              <a:lnSpc>
                <a:spcPct val="100000"/>
              </a:lnSpc>
              <a:spcBef>
                <a:spcPts val="0"/>
              </a:spcBef>
              <a:spcAft>
                <a:spcPts val="0"/>
              </a:spcAft>
              <a:buClr>
                <a:srgbClr val="FFFFFF"/>
              </a:buClr>
              <a:buSzPts val="700"/>
              <a:buNone/>
              <a:defRPr/>
            </a:lvl5pPr>
            <a:lvl6pPr lvl="5" rtl="0" algn="l">
              <a:lnSpc>
                <a:spcPct val="100000"/>
              </a:lnSpc>
              <a:spcBef>
                <a:spcPts val="0"/>
              </a:spcBef>
              <a:spcAft>
                <a:spcPts val="0"/>
              </a:spcAft>
              <a:buClr>
                <a:srgbClr val="FFFFFF"/>
              </a:buClr>
              <a:buSzPts val="700"/>
              <a:buNone/>
              <a:defRPr/>
            </a:lvl6pPr>
            <a:lvl7pPr lvl="6" rtl="0" algn="l">
              <a:lnSpc>
                <a:spcPct val="100000"/>
              </a:lnSpc>
              <a:spcBef>
                <a:spcPts val="0"/>
              </a:spcBef>
              <a:spcAft>
                <a:spcPts val="0"/>
              </a:spcAft>
              <a:buClr>
                <a:srgbClr val="FFFFFF"/>
              </a:buClr>
              <a:buSzPts val="700"/>
              <a:buNone/>
              <a:defRPr/>
            </a:lvl7pPr>
            <a:lvl8pPr lvl="7" rtl="0" algn="l">
              <a:lnSpc>
                <a:spcPct val="100000"/>
              </a:lnSpc>
              <a:spcBef>
                <a:spcPts val="0"/>
              </a:spcBef>
              <a:spcAft>
                <a:spcPts val="0"/>
              </a:spcAft>
              <a:buClr>
                <a:srgbClr val="FFFFFF"/>
              </a:buClr>
              <a:buSzPts val="700"/>
              <a:buNone/>
              <a:defRPr/>
            </a:lvl8pPr>
            <a:lvl9pPr lvl="8" rtl="0" algn="l">
              <a:lnSpc>
                <a:spcPct val="100000"/>
              </a:lnSpc>
              <a:spcBef>
                <a:spcPts val="0"/>
              </a:spcBef>
              <a:spcAft>
                <a:spcPts val="0"/>
              </a:spcAft>
              <a:buClr>
                <a:srgbClr val="FFFFFF"/>
              </a:buClr>
              <a:buSzPts val="700"/>
              <a:buNone/>
              <a:defRPr/>
            </a:lvl9pPr>
          </a:lstStyle>
          <a:p/>
        </p:txBody>
      </p:sp>
      <p:sp>
        <p:nvSpPr>
          <p:cNvPr id="792" name="Google Shape;792;p92"/>
          <p:cNvSpPr txBox="1"/>
          <p:nvPr>
            <p:ph idx="1" type="body"/>
          </p:nvPr>
        </p:nvSpPr>
        <p:spPr>
          <a:xfrm>
            <a:off x="452884" y="414801"/>
            <a:ext cx="8238300" cy="238800"/>
          </a:xfrm>
          <a:prstGeom prst="rect">
            <a:avLst/>
          </a:prstGeom>
          <a:noFill/>
          <a:ln>
            <a:noFill/>
          </a:ln>
        </p:spPr>
        <p:txBody>
          <a:bodyPr anchorCtr="0" anchor="t" bIns="17150" lIns="17150" spcFirstLastPara="1" rIns="17150" wrap="square" tIns="17150">
            <a:normAutofit/>
          </a:bodyPr>
          <a:lstStyle>
            <a:lvl1pPr indent="-228600" lvl="0" marL="457200" rtl="0" algn="ctr">
              <a:lnSpc>
                <a:spcPct val="100000"/>
              </a:lnSpc>
              <a:spcBef>
                <a:spcPts val="0"/>
              </a:spcBef>
              <a:spcAft>
                <a:spcPts val="0"/>
              </a:spcAft>
              <a:buClr>
                <a:srgbClr val="FFFFFF"/>
              </a:buClr>
              <a:buSzPts val="1400"/>
              <a:buFont typeface="Helvetica Neue"/>
              <a:buNone/>
              <a:defRPr b="0" sz="1400"/>
            </a:lvl1pPr>
            <a:lvl2pPr indent="-342900" lvl="1" marL="914400" rtl="0" algn="l">
              <a:lnSpc>
                <a:spcPct val="115000"/>
              </a:lnSpc>
              <a:spcBef>
                <a:spcPts val="0"/>
              </a:spcBef>
              <a:spcAft>
                <a:spcPts val="0"/>
              </a:spcAft>
              <a:buSzPts val="1800"/>
              <a:buChar char="○"/>
              <a:defRPr/>
            </a:lvl2pPr>
            <a:lvl3pPr indent="-342900" lvl="2" marL="1371600" rtl="0" algn="l">
              <a:lnSpc>
                <a:spcPct val="115000"/>
              </a:lnSpc>
              <a:spcBef>
                <a:spcPts val="0"/>
              </a:spcBef>
              <a:spcAft>
                <a:spcPts val="0"/>
              </a:spcAft>
              <a:buSzPts val="1800"/>
              <a:buChar char="■"/>
              <a:defRPr/>
            </a:lvl3pPr>
            <a:lvl4pPr indent="-342900" lvl="3" marL="1828800" rtl="0" algn="l">
              <a:lnSpc>
                <a:spcPct val="115000"/>
              </a:lnSpc>
              <a:spcBef>
                <a:spcPts val="0"/>
              </a:spcBef>
              <a:spcAft>
                <a:spcPts val="0"/>
              </a:spcAft>
              <a:buSzPts val="1800"/>
              <a:buChar char="●"/>
              <a:defRPr/>
            </a:lvl4pPr>
            <a:lvl5pPr indent="-342900" lvl="4" marL="2286000" rtl="0" algn="l">
              <a:lnSpc>
                <a:spcPct val="115000"/>
              </a:lnSpc>
              <a:spcBef>
                <a:spcPts val="0"/>
              </a:spcBef>
              <a:spcAft>
                <a:spcPts val="0"/>
              </a:spcAft>
              <a:buSzPts val="1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793" name="Google Shape;793;p92"/>
          <p:cNvSpPr txBox="1"/>
          <p:nvPr>
            <p:ph idx="3" type="body"/>
          </p:nvPr>
        </p:nvSpPr>
        <p:spPr>
          <a:xfrm>
            <a:off x="452438" y="4353716"/>
            <a:ext cx="8239200" cy="429300"/>
          </a:xfrm>
          <a:prstGeom prst="rect">
            <a:avLst/>
          </a:prstGeom>
          <a:noFill/>
          <a:ln>
            <a:noFill/>
          </a:ln>
        </p:spPr>
        <p:txBody>
          <a:bodyPr anchorCtr="0" anchor="t" bIns="19050" lIns="19050" spcFirstLastPara="1" rIns="19050" wrap="square" tIns="19050">
            <a:normAutofit/>
          </a:bodyPr>
          <a:lstStyle>
            <a:lvl1pPr indent="-228600" lvl="0" marL="457200" rtl="0" algn="l">
              <a:lnSpc>
                <a:spcPct val="100000"/>
              </a:lnSpc>
              <a:spcBef>
                <a:spcPts val="0"/>
              </a:spcBef>
              <a:spcAft>
                <a:spcPts val="0"/>
              </a:spcAft>
              <a:buClr>
                <a:srgbClr val="FFFFFF"/>
              </a:buClr>
              <a:buSzPts val="2700"/>
              <a:buFont typeface="Helvetica Neue"/>
              <a:buNone/>
              <a:defRPr sz="2700"/>
            </a:lvl1pPr>
            <a:lvl2pPr indent="-228600" lvl="1" marL="914400" rtl="0" algn="l">
              <a:lnSpc>
                <a:spcPct val="100000"/>
              </a:lnSpc>
              <a:spcBef>
                <a:spcPts val="0"/>
              </a:spcBef>
              <a:spcAft>
                <a:spcPts val="0"/>
              </a:spcAft>
              <a:buClr>
                <a:srgbClr val="FFFFFF"/>
              </a:buClr>
              <a:buSzPts val="2700"/>
              <a:buFont typeface="Helvetica Neue"/>
              <a:buNone/>
              <a:defRPr sz="2700"/>
            </a:lvl2pPr>
            <a:lvl3pPr indent="-228600" lvl="2" marL="1371600" rtl="0" algn="l">
              <a:lnSpc>
                <a:spcPct val="100000"/>
              </a:lnSpc>
              <a:spcBef>
                <a:spcPts val="0"/>
              </a:spcBef>
              <a:spcAft>
                <a:spcPts val="0"/>
              </a:spcAft>
              <a:buClr>
                <a:srgbClr val="FFFFFF"/>
              </a:buClr>
              <a:buSzPts val="2700"/>
              <a:buFont typeface="Helvetica Neue"/>
              <a:buNone/>
              <a:defRPr sz="2700"/>
            </a:lvl3pPr>
            <a:lvl4pPr indent="-228600" lvl="3" marL="1828800" rtl="0" algn="l">
              <a:lnSpc>
                <a:spcPct val="100000"/>
              </a:lnSpc>
              <a:spcBef>
                <a:spcPts val="0"/>
              </a:spcBef>
              <a:spcAft>
                <a:spcPts val="0"/>
              </a:spcAft>
              <a:buClr>
                <a:srgbClr val="FFFFFF"/>
              </a:buClr>
              <a:buSzPts val="2700"/>
              <a:buFont typeface="Helvetica Neue"/>
              <a:buNone/>
              <a:defRPr sz="2700"/>
            </a:lvl4pPr>
            <a:lvl5pPr indent="-228600" lvl="4" marL="2286000" rtl="0" algn="l">
              <a:lnSpc>
                <a:spcPct val="100000"/>
              </a:lnSpc>
              <a:spcBef>
                <a:spcPts val="0"/>
              </a:spcBef>
              <a:spcAft>
                <a:spcPts val="0"/>
              </a:spcAft>
              <a:buClr>
                <a:srgbClr val="FFFFFF"/>
              </a:buClr>
              <a:buSzPts val="2700"/>
              <a:buFont typeface="Helvetica Neue"/>
              <a:buNone/>
              <a:defRPr sz="2700"/>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794" name="Google Shape;794;p92"/>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hoto" showMasterSp="0">
  <p:cSld name="Photo">
    <p:bg>
      <p:bgPr>
        <a:gradFill>
          <a:gsLst>
            <a:gs pos="0">
              <a:srgbClr val="0F0F0F"/>
            </a:gs>
            <a:gs pos="100000">
              <a:srgbClr val="000000"/>
            </a:gs>
          </a:gsLst>
          <a:lin ang="5400012" scaled="0"/>
        </a:gradFill>
      </p:bgPr>
    </p:bg>
    <p:spTree>
      <p:nvGrpSpPr>
        <p:cNvPr id="795" name="Shape 795"/>
        <p:cNvGrpSpPr/>
        <p:nvPr/>
      </p:nvGrpSpPr>
      <p:grpSpPr>
        <a:xfrm>
          <a:off x="0" y="0"/>
          <a:ext cx="0" cy="0"/>
          <a:chOff x="0" y="0"/>
          <a:chExt cx="0" cy="0"/>
        </a:xfrm>
      </p:grpSpPr>
      <p:sp>
        <p:nvSpPr>
          <p:cNvPr id="796" name="Google Shape;796;p93"/>
          <p:cNvSpPr/>
          <p:nvPr>
            <p:ph idx="2" type="pic"/>
          </p:nvPr>
        </p:nvSpPr>
        <p:spPr>
          <a:xfrm>
            <a:off x="-566737" y="-1395412"/>
            <a:ext cx="10691700" cy="7136400"/>
          </a:xfrm>
          <a:prstGeom prst="rect">
            <a:avLst/>
          </a:prstGeom>
          <a:noFill/>
          <a:ln>
            <a:noFill/>
          </a:ln>
        </p:spPr>
      </p:sp>
      <p:sp>
        <p:nvSpPr>
          <p:cNvPr id="797" name="Google Shape;797;p93"/>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hoto - 3 Up" showMasterSp="0">
  <p:cSld name="Photo - 3 Up">
    <p:bg>
      <p:bgPr>
        <a:solidFill>
          <a:srgbClr val="000000"/>
        </a:solidFill>
      </p:bgPr>
    </p:bg>
    <p:spTree>
      <p:nvGrpSpPr>
        <p:cNvPr id="798" name="Shape 798"/>
        <p:cNvGrpSpPr/>
        <p:nvPr/>
      </p:nvGrpSpPr>
      <p:grpSpPr>
        <a:xfrm>
          <a:off x="0" y="0"/>
          <a:ext cx="0" cy="0"/>
          <a:chOff x="0" y="0"/>
          <a:chExt cx="0" cy="0"/>
        </a:xfrm>
      </p:grpSpPr>
      <p:sp>
        <p:nvSpPr>
          <p:cNvPr id="799" name="Google Shape;799;p94"/>
          <p:cNvSpPr/>
          <p:nvPr>
            <p:ph idx="2" type="pic"/>
          </p:nvPr>
        </p:nvSpPr>
        <p:spPr>
          <a:xfrm>
            <a:off x="5786438" y="2657028"/>
            <a:ext cx="3048000" cy="2028900"/>
          </a:xfrm>
          <a:prstGeom prst="rect">
            <a:avLst/>
          </a:prstGeom>
          <a:noFill/>
          <a:ln>
            <a:noFill/>
          </a:ln>
        </p:spPr>
      </p:sp>
      <p:sp>
        <p:nvSpPr>
          <p:cNvPr id="800" name="Google Shape;800;p94"/>
          <p:cNvSpPr/>
          <p:nvPr>
            <p:ph idx="3" type="pic"/>
          </p:nvPr>
        </p:nvSpPr>
        <p:spPr>
          <a:xfrm>
            <a:off x="-1100137" y="476250"/>
            <a:ext cx="8512200" cy="4229100"/>
          </a:xfrm>
          <a:prstGeom prst="rect">
            <a:avLst/>
          </a:prstGeom>
          <a:noFill/>
          <a:ln>
            <a:noFill/>
          </a:ln>
        </p:spPr>
      </p:sp>
      <p:sp>
        <p:nvSpPr>
          <p:cNvPr id="801" name="Google Shape;801;p94"/>
          <p:cNvSpPr/>
          <p:nvPr>
            <p:ph idx="4" type="pic"/>
          </p:nvPr>
        </p:nvSpPr>
        <p:spPr>
          <a:xfrm>
            <a:off x="5786438" y="476250"/>
            <a:ext cx="3048000" cy="2028900"/>
          </a:xfrm>
          <a:prstGeom prst="rect">
            <a:avLst/>
          </a:prstGeom>
          <a:noFill/>
          <a:ln>
            <a:noFill/>
          </a:ln>
        </p:spPr>
      </p:sp>
      <p:sp>
        <p:nvSpPr>
          <p:cNvPr id="802" name="Google Shape;802;p94"/>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Bullets &amp; Photo" showMasterSp="0">
  <p:cSld name="Title, Bullets &amp; Photo">
    <p:bg>
      <p:bgPr>
        <a:gradFill>
          <a:gsLst>
            <a:gs pos="0">
              <a:srgbClr val="0F0F0F"/>
            </a:gs>
            <a:gs pos="100000">
              <a:srgbClr val="000000"/>
            </a:gs>
          </a:gsLst>
          <a:lin ang="5400012" scaled="0"/>
        </a:gradFill>
      </p:bgPr>
    </p:bg>
    <p:spTree>
      <p:nvGrpSpPr>
        <p:cNvPr id="803" name="Shape 803"/>
        <p:cNvGrpSpPr/>
        <p:nvPr/>
      </p:nvGrpSpPr>
      <p:grpSpPr>
        <a:xfrm>
          <a:off x="0" y="0"/>
          <a:ext cx="0" cy="0"/>
          <a:chOff x="0" y="0"/>
          <a:chExt cx="0" cy="0"/>
        </a:xfrm>
      </p:grpSpPr>
      <p:sp>
        <p:nvSpPr>
          <p:cNvPr id="804" name="Google Shape;804;p95"/>
          <p:cNvSpPr txBox="1"/>
          <p:nvPr>
            <p:ph type="title"/>
          </p:nvPr>
        </p:nvSpPr>
        <p:spPr>
          <a:xfrm>
            <a:off x="452438" y="357188"/>
            <a:ext cx="3667200" cy="538200"/>
          </a:xfrm>
          <a:prstGeom prst="rect">
            <a:avLst/>
          </a:prstGeom>
          <a:noFill/>
          <a:ln>
            <a:noFill/>
          </a:ln>
        </p:spPr>
        <p:txBody>
          <a:bodyPr anchorCtr="0" anchor="t" bIns="19050" lIns="19050" spcFirstLastPara="1" rIns="19050" wrap="square" tIns="19050">
            <a:normAutofit/>
          </a:bodyPr>
          <a:lstStyle>
            <a:lvl1pPr lvl="0" rtl="0" algn="l">
              <a:lnSpc>
                <a:spcPct val="90000"/>
              </a:lnSpc>
              <a:spcBef>
                <a:spcPts val="0"/>
              </a:spcBef>
              <a:spcAft>
                <a:spcPts val="0"/>
              </a:spcAft>
              <a:buClr>
                <a:srgbClr val="FFFFFF"/>
              </a:buClr>
              <a:buSzPts val="3300"/>
              <a:buFont typeface="Helvetica Neue"/>
              <a:buNone/>
              <a:defRPr sz="3300"/>
            </a:lvl1pPr>
            <a:lvl2pPr lvl="1" rtl="0" algn="l">
              <a:lnSpc>
                <a:spcPct val="100000"/>
              </a:lnSpc>
              <a:spcBef>
                <a:spcPts val="0"/>
              </a:spcBef>
              <a:spcAft>
                <a:spcPts val="0"/>
              </a:spcAft>
              <a:buClr>
                <a:srgbClr val="FFFFFF"/>
              </a:buClr>
              <a:buSzPts val="700"/>
              <a:buNone/>
              <a:defRPr/>
            </a:lvl2pPr>
            <a:lvl3pPr lvl="2" rtl="0" algn="l">
              <a:lnSpc>
                <a:spcPct val="100000"/>
              </a:lnSpc>
              <a:spcBef>
                <a:spcPts val="0"/>
              </a:spcBef>
              <a:spcAft>
                <a:spcPts val="0"/>
              </a:spcAft>
              <a:buClr>
                <a:srgbClr val="FFFFFF"/>
              </a:buClr>
              <a:buSzPts val="700"/>
              <a:buNone/>
              <a:defRPr/>
            </a:lvl3pPr>
            <a:lvl4pPr lvl="3" rtl="0" algn="l">
              <a:lnSpc>
                <a:spcPct val="100000"/>
              </a:lnSpc>
              <a:spcBef>
                <a:spcPts val="0"/>
              </a:spcBef>
              <a:spcAft>
                <a:spcPts val="0"/>
              </a:spcAft>
              <a:buClr>
                <a:srgbClr val="FFFFFF"/>
              </a:buClr>
              <a:buSzPts val="700"/>
              <a:buNone/>
              <a:defRPr/>
            </a:lvl4pPr>
            <a:lvl5pPr lvl="4" rtl="0" algn="l">
              <a:lnSpc>
                <a:spcPct val="100000"/>
              </a:lnSpc>
              <a:spcBef>
                <a:spcPts val="0"/>
              </a:spcBef>
              <a:spcAft>
                <a:spcPts val="0"/>
              </a:spcAft>
              <a:buClr>
                <a:srgbClr val="FFFFFF"/>
              </a:buClr>
              <a:buSzPts val="700"/>
              <a:buNone/>
              <a:defRPr/>
            </a:lvl5pPr>
            <a:lvl6pPr lvl="5" rtl="0" algn="l">
              <a:lnSpc>
                <a:spcPct val="100000"/>
              </a:lnSpc>
              <a:spcBef>
                <a:spcPts val="0"/>
              </a:spcBef>
              <a:spcAft>
                <a:spcPts val="0"/>
              </a:spcAft>
              <a:buClr>
                <a:srgbClr val="FFFFFF"/>
              </a:buClr>
              <a:buSzPts val="700"/>
              <a:buNone/>
              <a:defRPr/>
            </a:lvl6pPr>
            <a:lvl7pPr lvl="6" rtl="0" algn="l">
              <a:lnSpc>
                <a:spcPct val="100000"/>
              </a:lnSpc>
              <a:spcBef>
                <a:spcPts val="0"/>
              </a:spcBef>
              <a:spcAft>
                <a:spcPts val="0"/>
              </a:spcAft>
              <a:buClr>
                <a:srgbClr val="FFFFFF"/>
              </a:buClr>
              <a:buSzPts val="700"/>
              <a:buNone/>
              <a:defRPr/>
            </a:lvl7pPr>
            <a:lvl8pPr lvl="7" rtl="0" algn="l">
              <a:lnSpc>
                <a:spcPct val="100000"/>
              </a:lnSpc>
              <a:spcBef>
                <a:spcPts val="0"/>
              </a:spcBef>
              <a:spcAft>
                <a:spcPts val="0"/>
              </a:spcAft>
              <a:buClr>
                <a:srgbClr val="FFFFFF"/>
              </a:buClr>
              <a:buSzPts val="700"/>
              <a:buNone/>
              <a:defRPr/>
            </a:lvl8pPr>
            <a:lvl9pPr lvl="8" rtl="0" algn="l">
              <a:lnSpc>
                <a:spcPct val="100000"/>
              </a:lnSpc>
              <a:spcBef>
                <a:spcPts val="0"/>
              </a:spcBef>
              <a:spcAft>
                <a:spcPts val="0"/>
              </a:spcAft>
              <a:buClr>
                <a:srgbClr val="FFFFFF"/>
              </a:buClr>
              <a:buSzPts val="700"/>
              <a:buNone/>
              <a:defRPr/>
            </a:lvl9pPr>
          </a:lstStyle>
          <a:p/>
        </p:txBody>
      </p:sp>
      <p:sp>
        <p:nvSpPr>
          <p:cNvPr id="805" name="Google Shape;805;p95"/>
          <p:cNvSpPr txBox="1"/>
          <p:nvPr>
            <p:ph idx="1" type="body"/>
          </p:nvPr>
        </p:nvSpPr>
        <p:spPr>
          <a:xfrm>
            <a:off x="452438" y="842236"/>
            <a:ext cx="3667200" cy="350700"/>
          </a:xfrm>
          <a:prstGeom prst="rect">
            <a:avLst/>
          </a:prstGeom>
          <a:noFill/>
          <a:ln>
            <a:noFill/>
          </a:ln>
        </p:spPr>
        <p:txBody>
          <a:bodyPr anchorCtr="0" anchor="t" bIns="17150" lIns="17150" spcFirstLastPara="1" rIns="17150" wrap="square" tIns="17150">
            <a:normAutofit/>
          </a:bodyPr>
          <a:lstStyle>
            <a:lvl1pPr indent="-228600" lvl="0" marL="457200" rtl="0" algn="l">
              <a:lnSpc>
                <a:spcPct val="100000"/>
              </a:lnSpc>
              <a:spcBef>
                <a:spcPts val="0"/>
              </a:spcBef>
              <a:spcAft>
                <a:spcPts val="0"/>
              </a:spcAft>
              <a:buClr>
                <a:srgbClr val="FFFFFF"/>
              </a:buClr>
              <a:buSzPts val="2100"/>
              <a:buFont typeface="Helvetica Neue"/>
              <a:buNone/>
              <a:defRPr sz="2100"/>
            </a:lvl1pPr>
            <a:lvl2pPr indent="-342900" lvl="1" marL="914400" rtl="0" algn="l">
              <a:lnSpc>
                <a:spcPct val="115000"/>
              </a:lnSpc>
              <a:spcBef>
                <a:spcPts val="0"/>
              </a:spcBef>
              <a:spcAft>
                <a:spcPts val="0"/>
              </a:spcAft>
              <a:buSzPts val="1800"/>
              <a:buChar char="○"/>
              <a:defRPr/>
            </a:lvl2pPr>
            <a:lvl3pPr indent="-342900" lvl="2" marL="1371600" rtl="0" algn="l">
              <a:lnSpc>
                <a:spcPct val="115000"/>
              </a:lnSpc>
              <a:spcBef>
                <a:spcPts val="0"/>
              </a:spcBef>
              <a:spcAft>
                <a:spcPts val="0"/>
              </a:spcAft>
              <a:buSzPts val="1800"/>
              <a:buChar char="■"/>
              <a:defRPr/>
            </a:lvl3pPr>
            <a:lvl4pPr indent="-342900" lvl="3" marL="1828800" rtl="0" algn="l">
              <a:lnSpc>
                <a:spcPct val="115000"/>
              </a:lnSpc>
              <a:spcBef>
                <a:spcPts val="0"/>
              </a:spcBef>
              <a:spcAft>
                <a:spcPts val="0"/>
              </a:spcAft>
              <a:buSzPts val="1800"/>
              <a:buChar char="●"/>
              <a:defRPr/>
            </a:lvl4pPr>
            <a:lvl5pPr indent="-342900" lvl="4" marL="2286000" rtl="0" algn="l">
              <a:lnSpc>
                <a:spcPct val="115000"/>
              </a:lnSpc>
              <a:spcBef>
                <a:spcPts val="0"/>
              </a:spcBef>
              <a:spcAft>
                <a:spcPts val="0"/>
              </a:spcAft>
              <a:buSzPts val="1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06" name="Google Shape;806;p95"/>
          <p:cNvSpPr txBox="1"/>
          <p:nvPr>
            <p:ph idx="2" type="body"/>
          </p:nvPr>
        </p:nvSpPr>
        <p:spPr>
          <a:xfrm>
            <a:off x="452438" y="1593189"/>
            <a:ext cx="3667200" cy="3096000"/>
          </a:xfrm>
          <a:prstGeom prst="rect">
            <a:avLst/>
          </a:prstGeom>
          <a:noFill/>
          <a:ln>
            <a:noFill/>
          </a:ln>
        </p:spPr>
        <p:txBody>
          <a:bodyPr anchorCtr="0" anchor="t" bIns="19050" lIns="19050" spcFirstLastPara="1" rIns="19050" wrap="square" tIns="19050">
            <a:normAutofit/>
          </a:bodyPr>
          <a:lstStyle>
            <a:lvl1pPr indent="-279400" lvl="0" marL="457200" rtl="0" algn="l">
              <a:lnSpc>
                <a:spcPct val="90000"/>
              </a:lnSpc>
              <a:spcBef>
                <a:spcPts val="1700"/>
              </a:spcBef>
              <a:spcAft>
                <a:spcPts val="0"/>
              </a:spcAft>
              <a:buClr>
                <a:srgbClr val="FFFFFF"/>
              </a:buClr>
              <a:buSzPts val="800"/>
              <a:buChar char="•"/>
              <a:defRPr/>
            </a:lvl1pPr>
            <a:lvl2pPr indent="-279400" lvl="1" marL="914400" rtl="0" algn="l">
              <a:lnSpc>
                <a:spcPct val="90000"/>
              </a:lnSpc>
              <a:spcBef>
                <a:spcPts val="1700"/>
              </a:spcBef>
              <a:spcAft>
                <a:spcPts val="0"/>
              </a:spcAft>
              <a:buClr>
                <a:srgbClr val="FFFFFF"/>
              </a:buClr>
              <a:buSzPts val="800"/>
              <a:buChar char="•"/>
              <a:defRPr/>
            </a:lvl2pPr>
            <a:lvl3pPr indent="-279400" lvl="2" marL="1371600" rtl="0" algn="l">
              <a:lnSpc>
                <a:spcPct val="90000"/>
              </a:lnSpc>
              <a:spcBef>
                <a:spcPts val="1700"/>
              </a:spcBef>
              <a:spcAft>
                <a:spcPts val="0"/>
              </a:spcAft>
              <a:buClr>
                <a:srgbClr val="FFFFFF"/>
              </a:buClr>
              <a:buSzPts val="800"/>
              <a:buChar char="•"/>
              <a:defRPr/>
            </a:lvl3pPr>
            <a:lvl4pPr indent="-279400" lvl="3" marL="1828800" rtl="0" algn="l">
              <a:lnSpc>
                <a:spcPct val="90000"/>
              </a:lnSpc>
              <a:spcBef>
                <a:spcPts val="1700"/>
              </a:spcBef>
              <a:spcAft>
                <a:spcPts val="0"/>
              </a:spcAft>
              <a:buClr>
                <a:srgbClr val="FFFFFF"/>
              </a:buClr>
              <a:buSzPts val="800"/>
              <a:buChar char="•"/>
              <a:defRPr/>
            </a:lvl4pPr>
            <a:lvl5pPr indent="-279400" lvl="4" marL="2286000" rtl="0" algn="l">
              <a:lnSpc>
                <a:spcPct val="90000"/>
              </a:lnSpc>
              <a:spcBef>
                <a:spcPts val="1700"/>
              </a:spcBef>
              <a:spcAft>
                <a:spcPts val="0"/>
              </a:spcAft>
              <a:buClr>
                <a:srgbClr val="FFFFFF"/>
              </a:buClr>
              <a:buSzPts val="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07" name="Google Shape;807;p95"/>
          <p:cNvSpPr/>
          <p:nvPr>
            <p:ph idx="3" type="pic"/>
          </p:nvPr>
        </p:nvSpPr>
        <p:spPr>
          <a:xfrm>
            <a:off x="2392575" y="473943"/>
            <a:ext cx="8448600" cy="4197600"/>
          </a:xfrm>
          <a:prstGeom prst="rect">
            <a:avLst/>
          </a:prstGeom>
          <a:noFill/>
          <a:ln>
            <a:noFill/>
          </a:ln>
        </p:spPr>
      </p:sp>
      <p:sp>
        <p:nvSpPr>
          <p:cNvPr id="808" name="Google Shape;808;p95"/>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ullets" showMasterSp="0">
  <p:cSld name="Bullets">
    <p:bg>
      <p:bgPr>
        <a:gradFill>
          <a:gsLst>
            <a:gs pos="0">
              <a:srgbClr val="0F0F0F"/>
            </a:gs>
            <a:gs pos="100000">
              <a:srgbClr val="000000"/>
            </a:gs>
          </a:gsLst>
          <a:lin ang="5400012" scaled="0"/>
        </a:gradFill>
      </p:bgPr>
    </p:bg>
    <p:spTree>
      <p:nvGrpSpPr>
        <p:cNvPr id="809" name="Shape 809"/>
        <p:cNvGrpSpPr/>
        <p:nvPr/>
      </p:nvGrpSpPr>
      <p:grpSpPr>
        <a:xfrm>
          <a:off x="0" y="0"/>
          <a:ext cx="0" cy="0"/>
          <a:chOff x="0" y="0"/>
          <a:chExt cx="0" cy="0"/>
        </a:xfrm>
      </p:grpSpPr>
      <p:sp>
        <p:nvSpPr>
          <p:cNvPr id="810" name="Google Shape;810;p96"/>
          <p:cNvSpPr txBox="1"/>
          <p:nvPr>
            <p:ph idx="1" type="body"/>
          </p:nvPr>
        </p:nvSpPr>
        <p:spPr>
          <a:xfrm>
            <a:off x="452438" y="1593189"/>
            <a:ext cx="8239200" cy="3096000"/>
          </a:xfrm>
          <a:prstGeom prst="rect">
            <a:avLst/>
          </a:prstGeom>
          <a:noFill/>
          <a:ln>
            <a:noFill/>
          </a:ln>
        </p:spPr>
        <p:txBody>
          <a:bodyPr anchorCtr="0" anchor="t" bIns="19050" lIns="19050" spcFirstLastPara="1" rIns="19050" wrap="square" tIns="19050">
            <a:normAutofit/>
          </a:bodyPr>
          <a:lstStyle>
            <a:lvl1pPr indent="-279400" lvl="0" marL="457200" rtl="0" algn="l">
              <a:lnSpc>
                <a:spcPct val="90000"/>
              </a:lnSpc>
              <a:spcBef>
                <a:spcPts val="1700"/>
              </a:spcBef>
              <a:spcAft>
                <a:spcPts val="0"/>
              </a:spcAft>
              <a:buClr>
                <a:srgbClr val="FFFFFF"/>
              </a:buClr>
              <a:buSzPts val="800"/>
              <a:buChar char="•"/>
              <a:defRPr/>
            </a:lvl1pPr>
            <a:lvl2pPr indent="-279400" lvl="1" marL="914400" rtl="0" algn="l">
              <a:lnSpc>
                <a:spcPct val="90000"/>
              </a:lnSpc>
              <a:spcBef>
                <a:spcPts val="1700"/>
              </a:spcBef>
              <a:spcAft>
                <a:spcPts val="0"/>
              </a:spcAft>
              <a:buClr>
                <a:srgbClr val="FFFFFF"/>
              </a:buClr>
              <a:buSzPts val="800"/>
              <a:buChar char="•"/>
              <a:defRPr/>
            </a:lvl2pPr>
            <a:lvl3pPr indent="-279400" lvl="2" marL="1371600" rtl="0" algn="l">
              <a:lnSpc>
                <a:spcPct val="90000"/>
              </a:lnSpc>
              <a:spcBef>
                <a:spcPts val="1700"/>
              </a:spcBef>
              <a:spcAft>
                <a:spcPts val="0"/>
              </a:spcAft>
              <a:buClr>
                <a:srgbClr val="FFFFFF"/>
              </a:buClr>
              <a:buSzPts val="800"/>
              <a:buChar char="•"/>
              <a:defRPr/>
            </a:lvl3pPr>
            <a:lvl4pPr indent="-279400" lvl="3" marL="1828800" rtl="0" algn="l">
              <a:lnSpc>
                <a:spcPct val="90000"/>
              </a:lnSpc>
              <a:spcBef>
                <a:spcPts val="1700"/>
              </a:spcBef>
              <a:spcAft>
                <a:spcPts val="0"/>
              </a:spcAft>
              <a:buClr>
                <a:srgbClr val="FFFFFF"/>
              </a:buClr>
              <a:buSzPts val="800"/>
              <a:buChar char="•"/>
              <a:defRPr/>
            </a:lvl4pPr>
            <a:lvl5pPr indent="-279400" lvl="4" marL="2286000" rtl="0" algn="l">
              <a:lnSpc>
                <a:spcPct val="90000"/>
              </a:lnSpc>
              <a:spcBef>
                <a:spcPts val="1700"/>
              </a:spcBef>
              <a:spcAft>
                <a:spcPts val="0"/>
              </a:spcAft>
              <a:buClr>
                <a:srgbClr val="FFFFFF"/>
              </a:buClr>
              <a:buSzPts val="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11" name="Google Shape;811;p96"/>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showMasterSp="0">
  <p:cSld name="Agenda">
    <p:bg>
      <p:bgPr>
        <a:solidFill>
          <a:srgbClr val="000000"/>
        </a:solidFill>
      </p:bgPr>
    </p:bg>
    <p:spTree>
      <p:nvGrpSpPr>
        <p:cNvPr id="812" name="Shape 812"/>
        <p:cNvGrpSpPr/>
        <p:nvPr/>
      </p:nvGrpSpPr>
      <p:grpSpPr>
        <a:xfrm>
          <a:off x="0" y="0"/>
          <a:ext cx="0" cy="0"/>
          <a:chOff x="0" y="0"/>
          <a:chExt cx="0" cy="0"/>
        </a:xfrm>
      </p:grpSpPr>
      <p:sp>
        <p:nvSpPr>
          <p:cNvPr id="813" name="Google Shape;813;p97"/>
          <p:cNvSpPr txBox="1"/>
          <p:nvPr>
            <p:ph type="title"/>
          </p:nvPr>
        </p:nvSpPr>
        <p:spPr>
          <a:xfrm>
            <a:off x="452438" y="357188"/>
            <a:ext cx="8239200" cy="538200"/>
          </a:xfrm>
          <a:prstGeom prst="rect">
            <a:avLst/>
          </a:prstGeom>
          <a:noFill/>
          <a:ln>
            <a:noFill/>
          </a:ln>
        </p:spPr>
        <p:txBody>
          <a:bodyPr anchorCtr="0" anchor="t" bIns="19050" lIns="19050" spcFirstLastPara="1" rIns="19050" wrap="square" tIns="19050">
            <a:normAutofit/>
          </a:bodyPr>
          <a:lstStyle>
            <a:lvl1pPr lvl="0" rtl="0" algn="l">
              <a:lnSpc>
                <a:spcPct val="90000"/>
              </a:lnSpc>
              <a:spcBef>
                <a:spcPts val="0"/>
              </a:spcBef>
              <a:spcAft>
                <a:spcPts val="0"/>
              </a:spcAft>
              <a:buClr>
                <a:srgbClr val="FFFFFF"/>
              </a:buClr>
              <a:buSzPts val="3300"/>
              <a:buFont typeface="Helvetica Neue"/>
              <a:buNone/>
              <a:defRPr sz="3300"/>
            </a:lvl1pPr>
            <a:lvl2pPr lvl="1" rtl="0" algn="l">
              <a:lnSpc>
                <a:spcPct val="100000"/>
              </a:lnSpc>
              <a:spcBef>
                <a:spcPts val="0"/>
              </a:spcBef>
              <a:spcAft>
                <a:spcPts val="0"/>
              </a:spcAft>
              <a:buClr>
                <a:srgbClr val="FFFFFF"/>
              </a:buClr>
              <a:buSzPts val="700"/>
              <a:buNone/>
              <a:defRPr/>
            </a:lvl2pPr>
            <a:lvl3pPr lvl="2" rtl="0" algn="l">
              <a:lnSpc>
                <a:spcPct val="100000"/>
              </a:lnSpc>
              <a:spcBef>
                <a:spcPts val="0"/>
              </a:spcBef>
              <a:spcAft>
                <a:spcPts val="0"/>
              </a:spcAft>
              <a:buClr>
                <a:srgbClr val="FFFFFF"/>
              </a:buClr>
              <a:buSzPts val="700"/>
              <a:buNone/>
              <a:defRPr/>
            </a:lvl3pPr>
            <a:lvl4pPr lvl="3" rtl="0" algn="l">
              <a:lnSpc>
                <a:spcPct val="100000"/>
              </a:lnSpc>
              <a:spcBef>
                <a:spcPts val="0"/>
              </a:spcBef>
              <a:spcAft>
                <a:spcPts val="0"/>
              </a:spcAft>
              <a:buClr>
                <a:srgbClr val="FFFFFF"/>
              </a:buClr>
              <a:buSzPts val="700"/>
              <a:buNone/>
              <a:defRPr/>
            </a:lvl4pPr>
            <a:lvl5pPr lvl="4" rtl="0" algn="l">
              <a:lnSpc>
                <a:spcPct val="100000"/>
              </a:lnSpc>
              <a:spcBef>
                <a:spcPts val="0"/>
              </a:spcBef>
              <a:spcAft>
                <a:spcPts val="0"/>
              </a:spcAft>
              <a:buClr>
                <a:srgbClr val="FFFFFF"/>
              </a:buClr>
              <a:buSzPts val="700"/>
              <a:buNone/>
              <a:defRPr/>
            </a:lvl5pPr>
            <a:lvl6pPr lvl="5" rtl="0" algn="l">
              <a:lnSpc>
                <a:spcPct val="100000"/>
              </a:lnSpc>
              <a:spcBef>
                <a:spcPts val="0"/>
              </a:spcBef>
              <a:spcAft>
                <a:spcPts val="0"/>
              </a:spcAft>
              <a:buClr>
                <a:srgbClr val="FFFFFF"/>
              </a:buClr>
              <a:buSzPts val="700"/>
              <a:buNone/>
              <a:defRPr/>
            </a:lvl6pPr>
            <a:lvl7pPr lvl="6" rtl="0" algn="l">
              <a:lnSpc>
                <a:spcPct val="100000"/>
              </a:lnSpc>
              <a:spcBef>
                <a:spcPts val="0"/>
              </a:spcBef>
              <a:spcAft>
                <a:spcPts val="0"/>
              </a:spcAft>
              <a:buClr>
                <a:srgbClr val="FFFFFF"/>
              </a:buClr>
              <a:buSzPts val="700"/>
              <a:buNone/>
              <a:defRPr/>
            </a:lvl7pPr>
            <a:lvl8pPr lvl="7" rtl="0" algn="l">
              <a:lnSpc>
                <a:spcPct val="100000"/>
              </a:lnSpc>
              <a:spcBef>
                <a:spcPts val="0"/>
              </a:spcBef>
              <a:spcAft>
                <a:spcPts val="0"/>
              </a:spcAft>
              <a:buClr>
                <a:srgbClr val="FFFFFF"/>
              </a:buClr>
              <a:buSzPts val="700"/>
              <a:buNone/>
              <a:defRPr/>
            </a:lvl8pPr>
            <a:lvl9pPr lvl="8" rtl="0" algn="l">
              <a:lnSpc>
                <a:spcPct val="100000"/>
              </a:lnSpc>
              <a:spcBef>
                <a:spcPts val="0"/>
              </a:spcBef>
              <a:spcAft>
                <a:spcPts val="0"/>
              </a:spcAft>
              <a:buClr>
                <a:srgbClr val="FFFFFF"/>
              </a:buClr>
              <a:buSzPts val="700"/>
              <a:buNone/>
              <a:defRPr/>
            </a:lvl9pPr>
          </a:lstStyle>
          <a:p/>
        </p:txBody>
      </p:sp>
      <p:sp>
        <p:nvSpPr>
          <p:cNvPr id="814" name="Google Shape;814;p97"/>
          <p:cNvSpPr txBox="1"/>
          <p:nvPr>
            <p:ph idx="1" type="body"/>
          </p:nvPr>
        </p:nvSpPr>
        <p:spPr>
          <a:xfrm>
            <a:off x="452438" y="842236"/>
            <a:ext cx="8239200" cy="350700"/>
          </a:xfrm>
          <a:prstGeom prst="rect">
            <a:avLst/>
          </a:prstGeom>
          <a:noFill/>
          <a:ln>
            <a:noFill/>
          </a:ln>
        </p:spPr>
        <p:txBody>
          <a:bodyPr anchorCtr="0" anchor="t" bIns="17150" lIns="17150" spcFirstLastPara="1" rIns="17150" wrap="square" tIns="17150">
            <a:normAutofit/>
          </a:bodyPr>
          <a:lstStyle>
            <a:lvl1pPr indent="-228600" lvl="0" marL="457200" rtl="0" algn="l">
              <a:lnSpc>
                <a:spcPct val="100000"/>
              </a:lnSpc>
              <a:spcBef>
                <a:spcPts val="0"/>
              </a:spcBef>
              <a:spcAft>
                <a:spcPts val="0"/>
              </a:spcAft>
              <a:buClr>
                <a:srgbClr val="FFFFFF"/>
              </a:buClr>
              <a:buSzPts val="2100"/>
              <a:buFont typeface="Helvetica Neue"/>
              <a:buNone/>
              <a:defRPr sz="2100"/>
            </a:lvl1pPr>
            <a:lvl2pPr indent="-342900" lvl="1" marL="914400" rtl="0" algn="l">
              <a:lnSpc>
                <a:spcPct val="115000"/>
              </a:lnSpc>
              <a:spcBef>
                <a:spcPts val="0"/>
              </a:spcBef>
              <a:spcAft>
                <a:spcPts val="0"/>
              </a:spcAft>
              <a:buSzPts val="1800"/>
              <a:buChar char="○"/>
              <a:defRPr/>
            </a:lvl2pPr>
            <a:lvl3pPr indent="-342900" lvl="2" marL="1371600" rtl="0" algn="l">
              <a:lnSpc>
                <a:spcPct val="115000"/>
              </a:lnSpc>
              <a:spcBef>
                <a:spcPts val="0"/>
              </a:spcBef>
              <a:spcAft>
                <a:spcPts val="0"/>
              </a:spcAft>
              <a:buSzPts val="1800"/>
              <a:buChar char="■"/>
              <a:defRPr/>
            </a:lvl3pPr>
            <a:lvl4pPr indent="-342900" lvl="3" marL="1828800" rtl="0" algn="l">
              <a:lnSpc>
                <a:spcPct val="115000"/>
              </a:lnSpc>
              <a:spcBef>
                <a:spcPts val="0"/>
              </a:spcBef>
              <a:spcAft>
                <a:spcPts val="0"/>
              </a:spcAft>
              <a:buSzPts val="1800"/>
              <a:buChar char="●"/>
              <a:defRPr/>
            </a:lvl4pPr>
            <a:lvl5pPr indent="-342900" lvl="4" marL="2286000" rtl="0" algn="l">
              <a:lnSpc>
                <a:spcPct val="115000"/>
              </a:lnSpc>
              <a:spcBef>
                <a:spcPts val="0"/>
              </a:spcBef>
              <a:spcAft>
                <a:spcPts val="0"/>
              </a:spcAft>
              <a:buSzPts val="1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15" name="Google Shape;815;p97"/>
          <p:cNvSpPr txBox="1"/>
          <p:nvPr>
            <p:ph idx="2" type="body"/>
          </p:nvPr>
        </p:nvSpPr>
        <p:spPr>
          <a:xfrm>
            <a:off x="452438" y="1593189"/>
            <a:ext cx="8239200" cy="3096000"/>
          </a:xfrm>
          <a:prstGeom prst="rect">
            <a:avLst/>
          </a:prstGeom>
          <a:noFill/>
          <a:ln>
            <a:noFill/>
          </a:ln>
        </p:spPr>
        <p:txBody>
          <a:bodyPr anchorCtr="0" anchor="t" bIns="19050" lIns="19050" spcFirstLastPara="1" rIns="19050" wrap="square" tIns="19050">
            <a:normAutofit/>
          </a:bodyPr>
          <a:lstStyle>
            <a:lvl1pPr indent="-228600" lvl="0" marL="457200" rtl="0" algn="l">
              <a:lnSpc>
                <a:spcPct val="100000"/>
              </a:lnSpc>
              <a:spcBef>
                <a:spcPts val="500"/>
              </a:spcBef>
              <a:spcAft>
                <a:spcPts val="0"/>
              </a:spcAft>
              <a:buClr>
                <a:srgbClr val="FFFFFF"/>
              </a:buClr>
              <a:buSzPts val="2100"/>
              <a:buFont typeface="Helvetica Neue"/>
              <a:buNone/>
              <a:defRPr sz="2100"/>
            </a:lvl1pPr>
            <a:lvl2pPr indent="-228600" lvl="1" marL="914400" rtl="0" algn="l">
              <a:lnSpc>
                <a:spcPct val="100000"/>
              </a:lnSpc>
              <a:spcBef>
                <a:spcPts val="500"/>
              </a:spcBef>
              <a:spcAft>
                <a:spcPts val="0"/>
              </a:spcAft>
              <a:buClr>
                <a:srgbClr val="FFFFFF"/>
              </a:buClr>
              <a:buSzPts val="2100"/>
              <a:buFont typeface="Helvetica Neue"/>
              <a:buNone/>
              <a:defRPr sz="2100"/>
            </a:lvl2pPr>
            <a:lvl3pPr indent="-228600" lvl="2" marL="1371600" rtl="0" algn="l">
              <a:lnSpc>
                <a:spcPct val="100000"/>
              </a:lnSpc>
              <a:spcBef>
                <a:spcPts val="500"/>
              </a:spcBef>
              <a:spcAft>
                <a:spcPts val="0"/>
              </a:spcAft>
              <a:buClr>
                <a:srgbClr val="FFFFFF"/>
              </a:buClr>
              <a:buSzPts val="2100"/>
              <a:buFont typeface="Helvetica Neue"/>
              <a:buNone/>
              <a:defRPr sz="2100"/>
            </a:lvl3pPr>
            <a:lvl4pPr indent="-228600" lvl="3" marL="1828800" rtl="0" algn="l">
              <a:lnSpc>
                <a:spcPct val="100000"/>
              </a:lnSpc>
              <a:spcBef>
                <a:spcPts val="500"/>
              </a:spcBef>
              <a:spcAft>
                <a:spcPts val="0"/>
              </a:spcAft>
              <a:buClr>
                <a:srgbClr val="FFFFFF"/>
              </a:buClr>
              <a:buSzPts val="2100"/>
              <a:buFont typeface="Helvetica Neue"/>
              <a:buNone/>
              <a:defRPr sz="2100"/>
            </a:lvl4pPr>
            <a:lvl5pPr indent="-228600" lvl="4" marL="2286000" rtl="0" algn="l">
              <a:lnSpc>
                <a:spcPct val="100000"/>
              </a:lnSpc>
              <a:spcBef>
                <a:spcPts val="500"/>
              </a:spcBef>
              <a:spcAft>
                <a:spcPts val="0"/>
              </a:spcAft>
              <a:buClr>
                <a:srgbClr val="FFFFFF"/>
              </a:buClr>
              <a:buSzPts val="2100"/>
              <a:buFont typeface="Helvetica Neue"/>
              <a:buNone/>
              <a:defRPr sz="2100"/>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16" name="Google Shape;816;p97"/>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showMasterSp="0">
  <p:cSld name="Statement">
    <p:bg>
      <p:bgPr>
        <a:solidFill>
          <a:srgbClr val="000000"/>
        </a:solidFill>
      </p:bgPr>
    </p:bg>
    <p:spTree>
      <p:nvGrpSpPr>
        <p:cNvPr id="817" name="Shape 817"/>
        <p:cNvGrpSpPr/>
        <p:nvPr/>
      </p:nvGrpSpPr>
      <p:grpSpPr>
        <a:xfrm>
          <a:off x="0" y="0"/>
          <a:ext cx="0" cy="0"/>
          <a:chOff x="0" y="0"/>
          <a:chExt cx="0" cy="0"/>
        </a:xfrm>
      </p:grpSpPr>
      <p:sp>
        <p:nvSpPr>
          <p:cNvPr id="818" name="Google Shape;818;p98"/>
          <p:cNvSpPr txBox="1"/>
          <p:nvPr>
            <p:ph idx="1" type="body"/>
          </p:nvPr>
        </p:nvSpPr>
        <p:spPr>
          <a:xfrm>
            <a:off x="452438" y="1845316"/>
            <a:ext cx="8239200" cy="1452900"/>
          </a:xfrm>
          <a:prstGeom prst="rect">
            <a:avLst/>
          </a:prstGeom>
          <a:noFill/>
          <a:ln>
            <a:noFill/>
          </a:ln>
        </p:spPr>
        <p:txBody>
          <a:bodyPr anchorCtr="0" anchor="ctr" bIns="19050" lIns="19050" spcFirstLastPara="1" rIns="19050" wrap="square" tIns="19050">
            <a:normAutofit/>
          </a:bodyPr>
          <a:lstStyle>
            <a:lvl1pPr indent="-228600" lvl="0" marL="457200" rtl="0" algn="ctr">
              <a:lnSpc>
                <a:spcPct val="80000"/>
              </a:lnSpc>
              <a:spcBef>
                <a:spcPts val="0"/>
              </a:spcBef>
              <a:spcAft>
                <a:spcPts val="0"/>
              </a:spcAft>
              <a:buClr>
                <a:srgbClr val="FFFFFF"/>
              </a:buClr>
              <a:buSzPts val="4400"/>
              <a:buFont typeface="Helvetica Neue"/>
              <a:buNone/>
              <a:defRPr sz="4400"/>
            </a:lvl1pPr>
            <a:lvl2pPr indent="-228600" lvl="1" marL="914400" rtl="0" algn="ctr">
              <a:lnSpc>
                <a:spcPct val="80000"/>
              </a:lnSpc>
              <a:spcBef>
                <a:spcPts val="0"/>
              </a:spcBef>
              <a:spcAft>
                <a:spcPts val="0"/>
              </a:spcAft>
              <a:buClr>
                <a:srgbClr val="FFFFFF"/>
              </a:buClr>
              <a:buSzPts val="4400"/>
              <a:buFont typeface="Helvetica Neue"/>
              <a:buNone/>
              <a:defRPr sz="4400"/>
            </a:lvl2pPr>
            <a:lvl3pPr indent="-228600" lvl="2" marL="1371600" rtl="0" algn="ctr">
              <a:lnSpc>
                <a:spcPct val="80000"/>
              </a:lnSpc>
              <a:spcBef>
                <a:spcPts val="0"/>
              </a:spcBef>
              <a:spcAft>
                <a:spcPts val="0"/>
              </a:spcAft>
              <a:buClr>
                <a:srgbClr val="FFFFFF"/>
              </a:buClr>
              <a:buSzPts val="4400"/>
              <a:buFont typeface="Helvetica Neue"/>
              <a:buNone/>
              <a:defRPr sz="4400"/>
            </a:lvl3pPr>
            <a:lvl4pPr indent="-228600" lvl="3" marL="1828800" rtl="0" algn="ctr">
              <a:lnSpc>
                <a:spcPct val="80000"/>
              </a:lnSpc>
              <a:spcBef>
                <a:spcPts val="0"/>
              </a:spcBef>
              <a:spcAft>
                <a:spcPts val="0"/>
              </a:spcAft>
              <a:buClr>
                <a:srgbClr val="FFFFFF"/>
              </a:buClr>
              <a:buSzPts val="4400"/>
              <a:buFont typeface="Helvetica Neue"/>
              <a:buNone/>
              <a:defRPr sz="4400"/>
            </a:lvl4pPr>
            <a:lvl5pPr indent="-228600" lvl="4" marL="2286000" rtl="0" algn="ctr">
              <a:lnSpc>
                <a:spcPct val="80000"/>
              </a:lnSpc>
              <a:spcBef>
                <a:spcPts val="0"/>
              </a:spcBef>
              <a:spcAft>
                <a:spcPts val="0"/>
              </a:spcAft>
              <a:buClr>
                <a:srgbClr val="FFFFFF"/>
              </a:buClr>
              <a:buSzPts val="4400"/>
              <a:buFont typeface="Helvetica Neue"/>
              <a:buNone/>
              <a:defRPr sz="4400"/>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19" name="Google Shape;819;p98"/>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showMasterSp="0">
  <p:cSld name="Quote">
    <p:bg>
      <p:bgPr>
        <a:solidFill>
          <a:srgbClr val="000000"/>
        </a:solidFill>
      </p:bgPr>
    </p:bg>
    <p:spTree>
      <p:nvGrpSpPr>
        <p:cNvPr id="820" name="Shape 820"/>
        <p:cNvGrpSpPr/>
        <p:nvPr/>
      </p:nvGrpSpPr>
      <p:grpSpPr>
        <a:xfrm>
          <a:off x="0" y="0"/>
          <a:ext cx="0" cy="0"/>
          <a:chOff x="0" y="0"/>
          <a:chExt cx="0" cy="0"/>
        </a:xfrm>
      </p:grpSpPr>
      <p:sp>
        <p:nvSpPr>
          <p:cNvPr id="821" name="Google Shape;821;p99"/>
          <p:cNvSpPr txBox="1"/>
          <p:nvPr>
            <p:ph idx="1" type="body"/>
          </p:nvPr>
        </p:nvSpPr>
        <p:spPr>
          <a:xfrm>
            <a:off x="930309" y="4003295"/>
            <a:ext cx="7556100" cy="238800"/>
          </a:xfrm>
          <a:prstGeom prst="rect">
            <a:avLst/>
          </a:prstGeom>
          <a:noFill/>
          <a:ln>
            <a:noFill/>
          </a:ln>
        </p:spPr>
        <p:txBody>
          <a:bodyPr anchorCtr="0" anchor="t" bIns="17150" lIns="17150" spcFirstLastPara="1" rIns="17150" wrap="square" tIns="17150">
            <a:normAutofit/>
          </a:bodyPr>
          <a:lstStyle>
            <a:lvl1pPr indent="-228600" lvl="0" marL="457200" rtl="0" algn="l">
              <a:lnSpc>
                <a:spcPct val="100000"/>
              </a:lnSpc>
              <a:spcBef>
                <a:spcPts val="0"/>
              </a:spcBef>
              <a:spcAft>
                <a:spcPts val="0"/>
              </a:spcAft>
              <a:buClr>
                <a:srgbClr val="FFFFFF"/>
              </a:buClr>
              <a:buSzPts val="1400"/>
              <a:buFont typeface="Helvetica Neue"/>
              <a:buNone/>
              <a:defRPr sz="1400"/>
            </a:lvl1pPr>
            <a:lvl2pPr indent="-342900" lvl="1" marL="914400" rtl="0" algn="l">
              <a:lnSpc>
                <a:spcPct val="115000"/>
              </a:lnSpc>
              <a:spcBef>
                <a:spcPts val="0"/>
              </a:spcBef>
              <a:spcAft>
                <a:spcPts val="0"/>
              </a:spcAft>
              <a:buSzPts val="1800"/>
              <a:buChar char="○"/>
              <a:defRPr/>
            </a:lvl2pPr>
            <a:lvl3pPr indent="-342900" lvl="2" marL="1371600" rtl="0" algn="l">
              <a:lnSpc>
                <a:spcPct val="115000"/>
              </a:lnSpc>
              <a:spcBef>
                <a:spcPts val="0"/>
              </a:spcBef>
              <a:spcAft>
                <a:spcPts val="0"/>
              </a:spcAft>
              <a:buSzPts val="1800"/>
              <a:buChar char="■"/>
              <a:defRPr/>
            </a:lvl3pPr>
            <a:lvl4pPr indent="-342900" lvl="3" marL="1828800" rtl="0" algn="l">
              <a:lnSpc>
                <a:spcPct val="115000"/>
              </a:lnSpc>
              <a:spcBef>
                <a:spcPts val="0"/>
              </a:spcBef>
              <a:spcAft>
                <a:spcPts val="0"/>
              </a:spcAft>
              <a:buSzPts val="1800"/>
              <a:buChar char="●"/>
              <a:defRPr/>
            </a:lvl4pPr>
            <a:lvl5pPr indent="-342900" lvl="4" marL="2286000" rtl="0" algn="l">
              <a:lnSpc>
                <a:spcPct val="115000"/>
              </a:lnSpc>
              <a:spcBef>
                <a:spcPts val="0"/>
              </a:spcBef>
              <a:spcAft>
                <a:spcPts val="0"/>
              </a:spcAft>
              <a:buSzPts val="1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22" name="Google Shape;822;p99"/>
          <p:cNvSpPr txBox="1"/>
          <p:nvPr>
            <p:ph idx="2" type="body"/>
          </p:nvPr>
        </p:nvSpPr>
        <p:spPr>
          <a:xfrm>
            <a:off x="657721" y="1852447"/>
            <a:ext cx="7828500" cy="1438800"/>
          </a:xfrm>
          <a:prstGeom prst="rect">
            <a:avLst/>
          </a:prstGeom>
          <a:noFill/>
          <a:ln>
            <a:noFill/>
          </a:ln>
        </p:spPr>
        <p:txBody>
          <a:bodyPr anchorCtr="0" anchor="ctr" bIns="19050" lIns="19050" spcFirstLastPara="1" rIns="19050" wrap="square" tIns="19050">
            <a:normAutofit/>
          </a:bodyPr>
          <a:lstStyle>
            <a:lvl1pPr indent="-228600" lvl="0" marL="457200" rtl="0" algn="l">
              <a:lnSpc>
                <a:spcPct val="100000"/>
              </a:lnSpc>
              <a:spcBef>
                <a:spcPts val="0"/>
              </a:spcBef>
              <a:spcAft>
                <a:spcPts val="0"/>
              </a:spcAft>
              <a:buClr>
                <a:srgbClr val="FFFFFF"/>
              </a:buClr>
              <a:buSzPts val="2700"/>
              <a:buFont typeface="Helvetica Neue"/>
              <a:buNone/>
              <a:defRPr sz="2700"/>
            </a:lvl1pPr>
            <a:lvl2pPr indent="-228600" lvl="1" marL="914400" rtl="0" algn="l">
              <a:lnSpc>
                <a:spcPct val="100000"/>
              </a:lnSpc>
              <a:spcBef>
                <a:spcPts val="0"/>
              </a:spcBef>
              <a:spcAft>
                <a:spcPts val="0"/>
              </a:spcAft>
              <a:buClr>
                <a:srgbClr val="FFFFFF"/>
              </a:buClr>
              <a:buSzPts val="2700"/>
              <a:buFont typeface="Helvetica Neue"/>
              <a:buNone/>
              <a:defRPr sz="2700"/>
            </a:lvl2pPr>
            <a:lvl3pPr indent="-228600" lvl="2" marL="1371600" rtl="0" algn="l">
              <a:lnSpc>
                <a:spcPct val="100000"/>
              </a:lnSpc>
              <a:spcBef>
                <a:spcPts val="0"/>
              </a:spcBef>
              <a:spcAft>
                <a:spcPts val="0"/>
              </a:spcAft>
              <a:buClr>
                <a:srgbClr val="FFFFFF"/>
              </a:buClr>
              <a:buSzPts val="2700"/>
              <a:buFont typeface="Helvetica Neue"/>
              <a:buNone/>
              <a:defRPr sz="2700"/>
            </a:lvl3pPr>
            <a:lvl4pPr indent="-228600" lvl="3" marL="1828800" rtl="0" algn="l">
              <a:lnSpc>
                <a:spcPct val="100000"/>
              </a:lnSpc>
              <a:spcBef>
                <a:spcPts val="0"/>
              </a:spcBef>
              <a:spcAft>
                <a:spcPts val="0"/>
              </a:spcAft>
              <a:buClr>
                <a:srgbClr val="FFFFFF"/>
              </a:buClr>
              <a:buSzPts val="2700"/>
              <a:buFont typeface="Helvetica Neue"/>
              <a:buNone/>
              <a:defRPr sz="2700"/>
            </a:lvl4pPr>
            <a:lvl5pPr indent="-228600" lvl="4" marL="2286000" rtl="0" algn="l">
              <a:lnSpc>
                <a:spcPct val="100000"/>
              </a:lnSpc>
              <a:spcBef>
                <a:spcPts val="0"/>
              </a:spcBef>
              <a:spcAft>
                <a:spcPts val="0"/>
              </a:spcAft>
              <a:buClr>
                <a:srgbClr val="FFFFFF"/>
              </a:buClr>
              <a:buSzPts val="2700"/>
              <a:buFont typeface="Helvetica Neue"/>
              <a:buNone/>
              <a:defRPr sz="2700"/>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23" name="Google Shape;823;p99"/>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3">
  <p:cSld name="TITLE_ONLY_4">
    <p:bg>
      <p:bgPr>
        <a:solidFill>
          <a:schemeClr val="dk1"/>
        </a:solidFill>
      </p:bgPr>
    </p:bg>
    <p:spTree>
      <p:nvGrpSpPr>
        <p:cNvPr id="824" name="Shape 824"/>
        <p:cNvGrpSpPr/>
        <p:nvPr/>
      </p:nvGrpSpPr>
      <p:grpSpPr>
        <a:xfrm>
          <a:off x="0" y="0"/>
          <a:ext cx="0" cy="0"/>
          <a:chOff x="0" y="0"/>
          <a:chExt cx="0" cy="0"/>
        </a:xfrm>
      </p:grpSpPr>
      <p:sp>
        <p:nvSpPr>
          <p:cNvPr id="825" name="Google Shape;825;p100"/>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lgn="l">
              <a:lnSpc>
                <a:spcPct val="100000"/>
              </a:lnSpc>
              <a:spcBef>
                <a:spcPts val="0"/>
              </a:spcBef>
              <a:spcAft>
                <a:spcPts val="0"/>
              </a:spcAft>
              <a:buSzPts val="2800"/>
              <a:buNone/>
              <a:defRPr/>
            </a:lvl2pPr>
            <a:lvl3pPr lvl="2" rtl="0" algn="l">
              <a:lnSpc>
                <a:spcPct val="100000"/>
              </a:lnSpc>
              <a:spcBef>
                <a:spcPts val="0"/>
              </a:spcBef>
              <a:spcAft>
                <a:spcPts val="0"/>
              </a:spcAft>
              <a:buSzPts val="2800"/>
              <a:buNone/>
              <a:defRPr/>
            </a:lvl3pPr>
            <a:lvl4pPr lvl="3" rtl="0" algn="l">
              <a:lnSpc>
                <a:spcPct val="100000"/>
              </a:lnSpc>
              <a:spcBef>
                <a:spcPts val="0"/>
              </a:spcBef>
              <a:spcAft>
                <a:spcPts val="0"/>
              </a:spcAft>
              <a:buSzPts val="2800"/>
              <a:buNone/>
              <a:defRPr/>
            </a:lvl4pPr>
            <a:lvl5pPr lvl="4" rtl="0" algn="l">
              <a:lnSpc>
                <a:spcPct val="100000"/>
              </a:lnSpc>
              <a:spcBef>
                <a:spcPts val="0"/>
              </a:spcBef>
              <a:spcAft>
                <a:spcPts val="0"/>
              </a:spcAft>
              <a:buSzPts val="2800"/>
              <a:buNone/>
              <a:defRPr/>
            </a:lvl5pPr>
            <a:lvl6pPr lvl="5" rtl="0" algn="l">
              <a:lnSpc>
                <a:spcPct val="100000"/>
              </a:lnSpc>
              <a:spcBef>
                <a:spcPts val="0"/>
              </a:spcBef>
              <a:spcAft>
                <a:spcPts val="0"/>
              </a:spcAft>
              <a:buSzPts val="2800"/>
              <a:buNone/>
              <a:defRPr/>
            </a:lvl6pPr>
            <a:lvl7pPr lvl="6" rtl="0" algn="l">
              <a:lnSpc>
                <a:spcPct val="100000"/>
              </a:lnSpc>
              <a:spcBef>
                <a:spcPts val="0"/>
              </a:spcBef>
              <a:spcAft>
                <a:spcPts val="0"/>
              </a:spcAft>
              <a:buSzPts val="2800"/>
              <a:buNone/>
              <a:defRPr/>
            </a:lvl7pPr>
            <a:lvl8pPr lvl="7" rtl="0" algn="l">
              <a:lnSpc>
                <a:spcPct val="100000"/>
              </a:lnSpc>
              <a:spcBef>
                <a:spcPts val="0"/>
              </a:spcBef>
              <a:spcAft>
                <a:spcPts val="0"/>
              </a:spcAft>
              <a:buSzPts val="2800"/>
              <a:buNone/>
              <a:defRPr/>
            </a:lvl8pPr>
            <a:lvl9pPr lvl="8" rtl="0" algn="l">
              <a:lnSpc>
                <a:spcPct val="100000"/>
              </a:lnSpc>
              <a:spcBef>
                <a:spcPts val="0"/>
              </a:spcBef>
              <a:spcAft>
                <a:spcPts val="0"/>
              </a:spcAft>
              <a:buSzPts val="2800"/>
              <a:buNone/>
              <a:defRPr/>
            </a:lvl9pPr>
          </a:lstStyle>
          <a:p/>
        </p:txBody>
      </p:sp>
      <p:sp>
        <p:nvSpPr>
          <p:cNvPr id="826" name="Google Shape;826;p100"/>
          <p:cNvSpPr txBox="1"/>
          <p:nvPr>
            <p:ph idx="1" type="subTitle"/>
          </p:nvPr>
        </p:nvSpPr>
        <p:spPr>
          <a:xfrm>
            <a:off x="311700" y="1055100"/>
            <a:ext cx="8520600" cy="572700"/>
          </a:xfrm>
          <a:prstGeom prst="rect">
            <a:avLst/>
          </a:prstGeom>
          <a:noFill/>
          <a:ln>
            <a:noFill/>
          </a:ln>
        </p:spPr>
        <p:txBody>
          <a:bodyPr anchorCtr="0" anchor="t" bIns="91425" lIns="91425" spcFirstLastPara="1" rIns="91425" wrap="square" tIns="91425">
            <a:normAutofit/>
          </a:bodyPr>
          <a:lstStyle>
            <a:lvl1pPr lvl="0" rtl="0" algn="l">
              <a:lnSpc>
                <a:spcPct val="115000"/>
              </a:lnSpc>
              <a:spcBef>
                <a:spcPts val="0"/>
              </a:spcBef>
              <a:spcAft>
                <a:spcPts val="0"/>
              </a:spcAft>
              <a:buClr>
                <a:schemeClr val="lt1"/>
              </a:buClr>
              <a:buSzPts val="1800"/>
              <a:buNone/>
              <a:defRPr>
                <a:solidFill>
                  <a:schemeClr val="lt1"/>
                </a:solidFill>
              </a:defRPr>
            </a:lvl1pPr>
            <a:lvl2pPr lvl="1" rtl="0" algn="l">
              <a:lnSpc>
                <a:spcPct val="115000"/>
              </a:lnSpc>
              <a:spcBef>
                <a:spcPts val="0"/>
              </a:spcBef>
              <a:spcAft>
                <a:spcPts val="0"/>
              </a:spcAft>
              <a:buSzPts val="1800"/>
              <a:buNone/>
              <a:defRPr/>
            </a:lvl2pPr>
            <a:lvl3pPr lvl="2" rtl="0" algn="l">
              <a:lnSpc>
                <a:spcPct val="115000"/>
              </a:lnSpc>
              <a:spcBef>
                <a:spcPts val="0"/>
              </a:spcBef>
              <a:spcAft>
                <a:spcPts val="0"/>
              </a:spcAft>
              <a:buSzPts val="1800"/>
              <a:buNone/>
              <a:defRPr/>
            </a:lvl3pPr>
            <a:lvl4pPr lvl="3" rtl="0" algn="l">
              <a:lnSpc>
                <a:spcPct val="115000"/>
              </a:lnSpc>
              <a:spcBef>
                <a:spcPts val="0"/>
              </a:spcBef>
              <a:spcAft>
                <a:spcPts val="0"/>
              </a:spcAft>
              <a:buSzPts val="1800"/>
              <a:buNone/>
              <a:defRPr/>
            </a:lvl4pPr>
            <a:lvl5pPr lvl="4" rtl="0" algn="l">
              <a:lnSpc>
                <a:spcPct val="115000"/>
              </a:lnSpc>
              <a:spcBef>
                <a:spcPts val="0"/>
              </a:spcBef>
              <a:spcAft>
                <a:spcPts val="0"/>
              </a:spcAft>
              <a:buSzPts val="1800"/>
              <a:buNone/>
              <a:defRPr/>
            </a:lvl5pPr>
            <a:lvl6pPr lvl="5" rtl="0" algn="l">
              <a:lnSpc>
                <a:spcPct val="115000"/>
              </a:lnSpc>
              <a:spcBef>
                <a:spcPts val="0"/>
              </a:spcBef>
              <a:spcAft>
                <a:spcPts val="0"/>
              </a:spcAft>
              <a:buSzPts val="1800"/>
              <a:buNone/>
              <a:defRPr/>
            </a:lvl6pPr>
            <a:lvl7pPr lvl="6" rtl="0" algn="l">
              <a:lnSpc>
                <a:spcPct val="115000"/>
              </a:lnSpc>
              <a:spcBef>
                <a:spcPts val="0"/>
              </a:spcBef>
              <a:spcAft>
                <a:spcPts val="0"/>
              </a:spcAft>
              <a:buSzPts val="1800"/>
              <a:buNone/>
              <a:defRPr/>
            </a:lvl7pPr>
            <a:lvl8pPr lvl="7" rtl="0" algn="l">
              <a:lnSpc>
                <a:spcPct val="115000"/>
              </a:lnSpc>
              <a:spcBef>
                <a:spcPts val="0"/>
              </a:spcBef>
              <a:spcAft>
                <a:spcPts val="0"/>
              </a:spcAft>
              <a:buSzPts val="1800"/>
              <a:buNone/>
              <a:defRPr/>
            </a:lvl8pPr>
            <a:lvl9pPr lvl="8" rtl="0" algn="l">
              <a:lnSpc>
                <a:spcPct val="115000"/>
              </a:lnSpc>
              <a:spcBef>
                <a:spcPts val="0"/>
              </a:spcBef>
              <a:spcAft>
                <a:spcPts val="0"/>
              </a:spcAft>
              <a:buSzPts val="1800"/>
              <a:buNone/>
              <a:defRPr/>
            </a:lvl9pPr>
          </a:lstStyle>
          <a:p/>
        </p:txBody>
      </p:sp>
      <p:pic>
        <p:nvPicPr>
          <p:cNvPr id="827" name="Google Shape;827;p100"/>
          <p:cNvPicPr preferRelativeResize="0"/>
          <p:nvPr/>
        </p:nvPicPr>
        <p:blipFill rotWithShape="1">
          <a:blip r:embed="rId2">
            <a:alphaModFix/>
          </a:blip>
          <a:srcRect b="0" l="0" r="0" t="0"/>
          <a:stretch/>
        </p:blipFill>
        <p:spPr>
          <a:xfrm>
            <a:off x="-762396" y="0"/>
            <a:ext cx="548700" cy="2288640"/>
          </a:xfrm>
          <a:prstGeom prst="rect">
            <a:avLst/>
          </a:prstGeom>
          <a:noFill/>
          <a:ln>
            <a:noFill/>
          </a:ln>
        </p:spPr>
      </p:pic>
      <p:pic>
        <p:nvPicPr>
          <p:cNvPr id="828" name="Google Shape;828;p100"/>
          <p:cNvPicPr preferRelativeResize="0"/>
          <p:nvPr/>
        </p:nvPicPr>
        <p:blipFill rotWithShape="1">
          <a:blip r:embed="rId3">
            <a:alphaModFix/>
          </a:blip>
          <a:srcRect b="0" l="0" r="0" t="0"/>
          <a:stretch/>
        </p:blipFill>
        <p:spPr>
          <a:xfrm>
            <a:off x="457529" y="4543025"/>
            <a:ext cx="950976" cy="142646"/>
          </a:xfrm>
          <a:prstGeom prst="rect">
            <a:avLst/>
          </a:prstGeom>
          <a:noFill/>
          <a:ln>
            <a:noFill/>
          </a:ln>
        </p:spPr>
      </p:pic>
      <p:sp>
        <p:nvSpPr>
          <p:cNvPr id="829" name="Google Shape;829;p100"/>
          <p:cNvSpPr/>
          <p:nvPr>
            <p:ph idx="2" type="pic"/>
          </p:nvPr>
        </p:nvSpPr>
        <p:spPr>
          <a:xfrm>
            <a:off x="410476" y="1541324"/>
            <a:ext cx="315900" cy="315900"/>
          </a:xfrm>
          <a:prstGeom prst="rect">
            <a:avLst/>
          </a:prstGeom>
          <a:noFill/>
          <a:ln>
            <a:noFill/>
          </a:ln>
        </p:spPr>
      </p:sp>
      <p:sp>
        <p:nvSpPr>
          <p:cNvPr id="830" name="Google Shape;830;p100"/>
          <p:cNvSpPr txBox="1"/>
          <p:nvPr>
            <p:ph idx="3" type="body"/>
          </p:nvPr>
        </p:nvSpPr>
        <p:spPr>
          <a:xfrm>
            <a:off x="410526" y="2293757"/>
            <a:ext cx="4009800" cy="1952400"/>
          </a:xfrm>
          <a:prstGeom prst="rect">
            <a:avLst/>
          </a:prstGeom>
          <a:noFill/>
          <a:ln>
            <a:noFill/>
          </a:ln>
        </p:spPr>
        <p:txBody>
          <a:bodyPr anchorCtr="0" anchor="t" bIns="91425" lIns="91425" spcFirstLastPara="1" rIns="91425" wrap="square" tIns="91425">
            <a:normAutofit/>
          </a:bodyPr>
          <a:lstStyle>
            <a:lvl1pPr indent="-298450" lvl="0" marL="457200" rtl="0" algn="l">
              <a:lnSpc>
                <a:spcPct val="115000"/>
              </a:lnSpc>
              <a:spcBef>
                <a:spcPts val="0"/>
              </a:spcBef>
              <a:spcAft>
                <a:spcPts val="0"/>
              </a:spcAft>
              <a:buClr>
                <a:schemeClr val="lt1"/>
              </a:buClr>
              <a:buSzPts val="1100"/>
              <a:buChar char="●"/>
              <a:defRPr sz="1100">
                <a:solidFill>
                  <a:schemeClr val="lt1"/>
                </a:solidFill>
              </a:defRPr>
            </a:lvl1pPr>
            <a:lvl2pPr indent="-298450" lvl="1" marL="914400" rtl="0" algn="l">
              <a:lnSpc>
                <a:spcPct val="115000"/>
              </a:lnSpc>
              <a:spcBef>
                <a:spcPts val="0"/>
              </a:spcBef>
              <a:spcAft>
                <a:spcPts val="0"/>
              </a:spcAft>
              <a:buClr>
                <a:schemeClr val="lt1"/>
              </a:buClr>
              <a:buSzPts val="1100"/>
              <a:buChar char="○"/>
              <a:defRPr sz="1100">
                <a:solidFill>
                  <a:schemeClr val="lt1"/>
                </a:solidFill>
              </a:defRPr>
            </a:lvl2pPr>
            <a:lvl3pPr indent="-298450" lvl="2" marL="1371600" rtl="0" algn="l">
              <a:lnSpc>
                <a:spcPct val="115000"/>
              </a:lnSpc>
              <a:spcBef>
                <a:spcPts val="0"/>
              </a:spcBef>
              <a:spcAft>
                <a:spcPts val="0"/>
              </a:spcAft>
              <a:buClr>
                <a:schemeClr val="lt1"/>
              </a:buClr>
              <a:buSzPts val="1100"/>
              <a:buChar char="■"/>
              <a:defRPr sz="1100">
                <a:solidFill>
                  <a:schemeClr val="lt1"/>
                </a:solidFill>
              </a:defRPr>
            </a:lvl3pPr>
            <a:lvl4pPr indent="-298450" lvl="3" marL="1828800" rtl="0" algn="l">
              <a:lnSpc>
                <a:spcPct val="115000"/>
              </a:lnSpc>
              <a:spcBef>
                <a:spcPts val="0"/>
              </a:spcBef>
              <a:spcAft>
                <a:spcPts val="0"/>
              </a:spcAft>
              <a:buClr>
                <a:schemeClr val="lt1"/>
              </a:buClr>
              <a:buSzPts val="1100"/>
              <a:buChar char="●"/>
              <a:defRPr sz="1100">
                <a:solidFill>
                  <a:schemeClr val="lt1"/>
                </a:solidFill>
              </a:defRPr>
            </a:lvl4pPr>
            <a:lvl5pPr indent="-298450" lvl="4" marL="2286000" rtl="0" algn="l">
              <a:lnSpc>
                <a:spcPct val="115000"/>
              </a:lnSpc>
              <a:spcBef>
                <a:spcPts val="0"/>
              </a:spcBef>
              <a:spcAft>
                <a:spcPts val="0"/>
              </a:spcAft>
              <a:buClr>
                <a:schemeClr val="lt1"/>
              </a:buClr>
              <a:buSzPts val="1100"/>
              <a:buChar char="○"/>
              <a:defRPr sz="1100">
                <a:solidFill>
                  <a:schemeClr val="lt1"/>
                </a:solidFill>
              </a:defRPr>
            </a:lvl5pPr>
            <a:lvl6pPr indent="-298450" lvl="5" marL="2743200" rtl="0" algn="l">
              <a:lnSpc>
                <a:spcPct val="115000"/>
              </a:lnSpc>
              <a:spcBef>
                <a:spcPts val="0"/>
              </a:spcBef>
              <a:spcAft>
                <a:spcPts val="0"/>
              </a:spcAft>
              <a:buClr>
                <a:schemeClr val="lt1"/>
              </a:buClr>
              <a:buSzPts val="1100"/>
              <a:buChar char="■"/>
              <a:defRPr sz="1100">
                <a:solidFill>
                  <a:schemeClr val="lt1"/>
                </a:solidFill>
              </a:defRPr>
            </a:lvl6pPr>
            <a:lvl7pPr indent="-298450" lvl="6" marL="3200400" rtl="0" algn="l">
              <a:lnSpc>
                <a:spcPct val="115000"/>
              </a:lnSpc>
              <a:spcBef>
                <a:spcPts val="0"/>
              </a:spcBef>
              <a:spcAft>
                <a:spcPts val="0"/>
              </a:spcAft>
              <a:buClr>
                <a:schemeClr val="lt1"/>
              </a:buClr>
              <a:buSzPts val="1100"/>
              <a:buChar char="●"/>
              <a:defRPr sz="1100">
                <a:solidFill>
                  <a:schemeClr val="lt1"/>
                </a:solidFill>
              </a:defRPr>
            </a:lvl7pPr>
            <a:lvl8pPr indent="-298450" lvl="7" marL="3657600" rtl="0" algn="l">
              <a:lnSpc>
                <a:spcPct val="115000"/>
              </a:lnSpc>
              <a:spcBef>
                <a:spcPts val="0"/>
              </a:spcBef>
              <a:spcAft>
                <a:spcPts val="0"/>
              </a:spcAft>
              <a:buClr>
                <a:schemeClr val="lt1"/>
              </a:buClr>
              <a:buSzPts val="1100"/>
              <a:buChar char="○"/>
              <a:defRPr sz="1100">
                <a:solidFill>
                  <a:schemeClr val="lt1"/>
                </a:solidFill>
              </a:defRPr>
            </a:lvl8pPr>
            <a:lvl9pPr indent="-298450" lvl="8" marL="4114800" rtl="0" algn="l">
              <a:lnSpc>
                <a:spcPct val="115000"/>
              </a:lnSpc>
              <a:spcBef>
                <a:spcPts val="0"/>
              </a:spcBef>
              <a:spcAft>
                <a:spcPts val="0"/>
              </a:spcAft>
              <a:buClr>
                <a:schemeClr val="lt1"/>
              </a:buClr>
              <a:buSzPts val="1100"/>
              <a:buChar char="■"/>
              <a:defRPr sz="1100">
                <a:solidFill>
                  <a:schemeClr val="lt1"/>
                </a:solidFill>
              </a:defRPr>
            </a:lvl9pPr>
          </a:lstStyle>
          <a:p/>
        </p:txBody>
      </p:sp>
      <p:sp>
        <p:nvSpPr>
          <p:cNvPr id="831" name="Google Shape;831;p100"/>
          <p:cNvSpPr txBox="1"/>
          <p:nvPr>
            <p:ph idx="4" type="subTitle"/>
          </p:nvPr>
        </p:nvSpPr>
        <p:spPr>
          <a:xfrm>
            <a:off x="410475" y="1896075"/>
            <a:ext cx="4009800" cy="386100"/>
          </a:xfrm>
          <a:prstGeom prst="rect">
            <a:avLst/>
          </a:prstGeom>
          <a:noFill/>
          <a:ln>
            <a:noFill/>
          </a:ln>
        </p:spPr>
        <p:txBody>
          <a:bodyPr anchorCtr="0" anchor="b" bIns="91425" lIns="91425" spcFirstLastPara="1" rIns="91425" wrap="square" tIns="91425">
            <a:normAutofit/>
          </a:bodyPr>
          <a:lstStyle>
            <a:lvl1pPr lvl="0" rtl="0" algn="l">
              <a:lnSpc>
                <a:spcPct val="115000"/>
              </a:lnSpc>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2pPr>
            <a:lvl3pPr lvl="2"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3pPr>
            <a:lvl4pPr lvl="3"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4pPr>
            <a:lvl5pPr lvl="4"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5pPr>
            <a:lvl6pPr lvl="5"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6pPr>
            <a:lvl7pPr lvl="6"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7pPr>
            <a:lvl8pPr lvl="7"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8pPr>
            <a:lvl9pPr lvl="8"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9pPr>
          </a:lstStyle>
          <a:p/>
        </p:txBody>
      </p:sp>
      <p:sp>
        <p:nvSpPr>
          <p:cNvPr id="832" name="Google Shape;832;p100"/>
          <p:cNvSpPr/>
          <p:nvPr>
            <p:ph idx="5" type="pic"/>
          </p:nvPr>
        </p:nvSpPr>
        <p:spPr>
          <a:xfrm>
            <a:off x="4803338" y="1541324"/>
            <a:ext cx="315900" cy="315900"/>
          </a:xfrm>
          <a:prstGeom prst="rect">
            <a:avLst/>
          </a:prstGeom>
          <a:noFill/>
          <a:ln>
            <a:noFill/>
          </a:ln>
        </p:spPr>
      </p:sp>
      <p:sp>
        <p:nvSpPr>
          <p:cNvPr id="833" name="Google Shape;833;p100"/>
          <p:cNvSpPr txBox="1"/>
          <p:nvPr>
            <p:ph idx="6" type="body"/>
          </p:nvPr>
        </p:nvSpPr>
        <p:spPr>
          <a:xfrm>
            <a:off x="4697173" y="2293757"/>
            <a:ext cx="4009800" cy="1952400"/>
          </a:xfrm>
          <a:prstGeom prst="rect">
            <a:avLst/>
          </a:prstGeom>
          <a:noFill/>
          <a:ln>
            <a:noFill/>
          </a:ln>
        </p:spPr>
        <p:txBody>
          <a:bodyPr anchorCtr="0" anchor="t" bIns="91425" lIns="91425" spcFirstLastPara="1" rIns="91425" wrap="square" tIns="91425">
            <a:normAutofit/>
          </a:bodyPr>
          <a:lstStyle>
            <a:lvl1pPr indent="-298450" lvl="0" marL="457200" rtl="0" algn="l">
              <a:lnSpc>
                <a:spcPct val="115000"/>
              </a:lnSpc>
              <a:spcBef>
                <a:spcPts val="0"/>
              </a:spcBef>
              <a:spcAft>
                <a:spcPts val="0"/>
              </a:spcAft>
              <a:buClr>
                <a:schemeClr val="lt1"/>
              </a:buClr>
              <a:buSzPts val="1100"/>
              <a:buChar char="●"/>
              <a:defRPr sz="1100">
                <a:solidFill>
                  <a:schemeClr val="lt1"/>
                </a:solidFill>
              </a:defRPr>
            </a:lvl1pPr>
            <a:lvl2pPr indent="-298450" lvl="1" marL="914400" rtl="0" algn="l">
              <a:lnSpc>
                <a:spcPct val="115000"/>
              </a:lnSpc>
              <a:spcBef>
                <a:spcPts val="0"/>
              </a:spcBef>
              <a:spcAft>
                <a:spcPts val="0"/>
              </a:spcAft>
              <a:buClr>
                <a:schemeClr val="lt1"/>
              </a:buClr>
              <a:buSzPts val="1100"/>
              <a:buChar char="○"/>
              <a:defRPr sz="1100">
                <a:solidFill>
                  <a:schemeClr val="lt1"/>
                </a:solidFill>
              </a:defRPr>
            </a:lvl2pPr>
            <a:lvl3pPr indent="-298450" lvl="2" marL="1371600" rtl="0" algn="l">
              <a:lnSpc>
                <a:spcPct val="115000"/>
              </a:lnSpc>
              <a:spcBef>
                <a:spcPts val="0"/>
              </a:spcBef>
              <a:spcAft>
                <a:spcPts val="0"/>
              </a:spcAft>
              <a:buClr>
                <a:schemeClr val="lt1"/>
              </a:buClr>
              <a:buSzPts val="1100"/>
              <a:buChar char="■"/>
              <a:defRPr sz="1100">
                <a:solidFill>
                  <a:schemeClr val="lt1"/>
                </a:solidFill>
              </a:defRPr>
            </a:lvl3pPr>
            <a:lvl4pPr indent="-298450" lvl="3" marL="1828800" rtl="0" algn="l">
              <a:lnSpc>
                <a:spcPct val="115000"/>
              </a:lnSpc>
              <a:spcBef>
                <a:spcPts val="0"/>
              </a:spcBef>
              <a:spcAft>
                <a:spcPts val="0"/>
              </a:spcAft>
              <a:buClr>
                <a:schemeClr val="lt1"/>
              </a:buClr>
              <a:buSzPts val="1100"/>
              <a:buChar char="●"/>
              <a:defRPr sz="1100">
                <a:solidFill>
                  <a:schemeClr val="lt1"/>
                </a:solidFill>
              </a:defRPr>
            </a:lvl4pPr>
            <a:lvl5pPr indent="-298450" lvl="4" marL="2286000" rtl="0" algn="l">
              <a:lnSpc>
                <a:spcPct val="115000"/>
              </a:lnSpc>
              <a:spcBef>
                <a:spcPts val="0"/>
              </a:spcBef>
              <a:spcAft>
                <a:spcPts val="0"/>
              </a:spcAft>
              <a:buClr>
                <a:schemeClr val="lt1"/>
              </a:buClr>
              <a:buSzPts val="1100"/>
              <a:buChar char="○"/>
              <a:defRPr sz="1100">
                <a:solidFill>
                  <a:schemeClr val="lt1"/>
                </a:solidFill>
              </a:defRPr>
            </a:lvl5pPr>
            <a:lvl6pPr indent="-298450" lvl="5" marL="2743200" rtl="0" algn="l">
              <a:lnSpc>
                <a:spcPct val="115000"/>
              </a:lnSpc>
              <a:spcBef>
                <a:spcPts val="0"/>
              </a:spcBef>
              <a:spcAft>
                <a:spcPts val="0"/>
              </a:spcAft>
              <a:buClr>
                <a:schemeClr val="lt1"/>
              </a:buClr>
              <a:buSzPts val="1100"/>
              <a:buChar char="■"/>
              <a:defRPr sz="1100">
                <a:solidFill>
                  <a:schemeClr val="lt1"/>
                </a:solidFill>
              </a:defRPr>
            </a:lvl6pPr>
            <a:lvl7pPr indent="-298450" lvl="6" marL="3200400" rtl="0" algn="l">
              <a:lnSpc>
                <a:spcPct val="115000"/>
              </a:lnSpc>
              <a:spcBef>
                <a:spcPts val="0"/>
              </a:spcBef>
              <a:spcAft>
                <a:spcPts val="0"/>
              </a:spcAft>
              <a:buClr>
                <a:schemeClr val="lt1"/>
              </a:buClr>
              <a:buSzPts val="1100"/>
              <a:buChar char="●"/>
              <a:defRPr sz="1100">
                <a:solidFill>
                  <a:schemeClr val="lt1"/>
                </a:solidFill>
              </a:defRPr>
            </a:lvl7pPr>
            <a:lvl8pPr indent="-298450" lvl="7" marL="3657600" rtl="0" algn="l">
              <a:lnSpc>
                <a:spcPct val="115000"/>
              </a:lnSpc>
              <a:spcBef>
                <a:spcPts val="0"/>
              </a:spcBef>
              <a:spcAft>
                <a:spcPts val="0"/>
              </a:spcAft>
              <a:buClr>
                <a:schemeClr val="lt1"/>
              </a:buClr>
              <a:buSzPts val="1100"/>
              <a:buChar char="○"/>
              <a:defRPr sz="1100">
                <a:solidFill>
                  <a:schemeClr val="lt1"/>
                </a:solidFill>
              </a:defRPr>
            </a:lvl8pPr>
            <a:lvl9pPr indent="-298450" lvl="8" marL="4114800" rtl="0" algn="l">
              <a:lnSpc>
                <a:spcPct val="115000"/>
              </a:lnSpc>
              <a:spcBef>
                <a:spcPts val="0"/>
              </a:spcBef>
              <a:spcAft>
                <a:spcPts val="0"/>
              </a:spcAft>
              <a:buClr>
                <a:schemeClr val="lt1"/>
              </a:buClr>
              <a:buSzPts val="1100"/>
              <a:buChar char="■"/>
              <a:defRPr sz="1100">
                <a:solidFill>
                  <a:schemeClr val="lt1"/>
                </a:solidFill>
              </a:defRPr>
            </a:lvl9pPr>
          </a:lstStyle>
          <a:p/>
        </p:txBody>
      </p:sp>
      <p:sp>
        <p:nvSpPr>
          <p:cNvPr id="834" name="Google Shape;834;p100"/>
          <p:cNvSpPr txBox="1"/>
          <p:nvPr>
            <p:ph idx="7" type="subTitle"/>
          </p:nvPr>
        </p:nvSpPr>
        <p:spPr>
          <a:xfrm>
            <a:off x="4697122" y="1896075"/>
            <a:ext cx="4009800" cy="386100"/>
          </a:xfrm>
          <a:prstGeom prst="rect">
            <a:avLst/>
          </a:prstGeom>
          <a:noFill/>
          <a:ln>
            <a:noFill/>
          </a:ln>
        </p:spPr>
        <p:txBody>
          <a:bodyPr anchorCtr="0" anchor="b" bIns="91425" lIns="91425" spcFirstLastPara="1" rIns="91425" wrap="square" tIns="91425">
            <a:normAutofit/>
          </a:bodyPr>
          <a:lstStyle>
            <a:lvl1pPr lvl="0" rtl="0" algn="l">
              <a:lnSpc>
                <a:spcPct val="115000"/>
              </a:lnSpc>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2pPr>
            <a:lvl3pPr lvl="2"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3pPr>
            <a:lvl4pPr lvl="3"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4pPr>
            <a:lvl5pPr lvl="4"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5pPr>
            <a:lvl6pPr lvl="5"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6pPr>
            <a:lvl7pPr lvl="6"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7pPr>
            <a:lvl8pPr lvl="7"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8pPr>
            <a:lvl9pPr lvl="8"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9pPr>
          </a:lstStyle>
          <a:p/>
        </p:txBody>
      </p:sp>
      <p:sp>
        <p:nvSpPr>
          <p:cNvPr id="835" name="Google Shape;835;p100"/>
          <p:cNvSpPr txBox="1"/>
          <p:nvPr>
            <p:ph idx="12" type="sldNum"/>
          </p:nvPr>
        </p:nvSpPr>
        <p:spPr>
          <a:xfrm>
            <a:off x="8096041" y="4417542"/>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836" name="Google Shape;836;p100"/>
          <p:cNvSpPr txBox="1"/>
          <p:nvPr>
            <p:ph idx="8" type="sldNum"/>
          </p:nvPr>
        </p:nvSpPr>
        <p:spPr>
          <a:xfrm>
            <a:off x="8474304" y="4417550"/>
            <a:ext cx="281700" cy="3936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1pPr>
            <a:lvl2pPr indent="0" lvl="1"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2pPr>
            <a:lvl3pPr indent="0" lvl="2"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3pPr>
            <a:lvl4pPr indent="0" lvl="3"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4pPr>
            <a:lvl5pPr indent="0" lvl="4"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5pPr>
            <a:lvl6pPr indent="0" lvl="5"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6pPr>
            <a:lvl7pPr indent="0" lvl="6"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7pPr>
            <a:lvl8pPr indent="0" lvl="7"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8pPr>
            <a:lvl9pPr indent="0" lvl="8"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2)">
  <p:cSld name="SECTION_TITLE_AND_DESCRIPTION_1">
    <p:spTree>
      <p:nvGrpSpPr>
        <p:cNvPr id="837" name="Shape 837"/>
        <p:cNvGrpSpPr/>
        <p:nvPr/>
      </p:nvGrpSpPr>
      <p:grpSpPr>
        <a:xfrm>
          <a:off x="0" y="0"/>
          <a:ext cx="0" cy="0"/>
          <a:chOff x="0" y="0"/>
          <a:chExt cx="0" cy="0"/>
        </a:xfrm>
      </p:grpSpPr>
      <p:sp>
        <p:nvSpPr>
          <p:cNvPr id="838" name="Google Shape;838;p101"/>
          <p:cNvSpPr txBox="1"/>
          <p:nvPr>
            <p:ph type="title"/>
          </p:nvPr>
        </p:nvSpPr>
        <p:spPr>
          <a:xfrm>
            <a:off x="656250" y="942850"/>
            <a:ext cx="7831500" cy="8889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SzPts val="4200"/>
              <a:buFont typeface="Inter ExtraBold"/>
              <a:buNone/>
              <a:defRPr sz="4200">
                <a:latin typeface="Inter ExtraBold"/>
                <a:ea typeface="Inter ExtraBold"/>
                <a:cs typeface="Inter ExtraBold"/>
                <a:sym typeface="Inter ExtraBold"/>
              </a:defRPr>
            </a:lvl1pPr>
            <a:lvl2pPr lvl="1" rtl="0" algn="ctr">
              <a:lnSpc>
                <a:spcPct val="100000"/>
              </a:lnSpc>
              <a:spcBef>
                <a:spcPts val="0"/>
              </a:spcBef>
              <a:spcAft>
                <a:spcPts val="0"/>
              </a:spcAft>
              <a:buSzPts val="4200"/>
              <a:buNone/>
              <a:defRPr sz="4200"/>
            </a:lvl2pPr>
            <a:lvl3pPr lvl="2" rtl="0" algn="ctr">
              <a:lnSpc>
                <a:spcPct val="100000"/>
              </a:lnSpc>
              <a:spcBef>
                <a:spcPts val="0"/>
              </a:spcBef>
              <a:spcAft>
                <a:spcPts val="0"/>
              </a:spcAft>
              <a:buSzPts val="4200"/>
              <a:buNone/>
              <a:defRPr sz="4200"/>
            </a:lvl3pPr>
            <a:lvl4pPr lvl="3" rtl="0" algn="ctr">
              <a:lnSpc>
                <a:spcPct val="100000"/>
              </a:lnSpc>
              <a:spcBef>
                <a:spcPts val="0"/>
              </a:spcBef>
              <a:spcAft>
                <a:spcPts val="0"/>
              </a:spcAft>
              <a:buSzPts val="4200"/>
              <a:buNone/>
              <a:defRPr sz="4200"/>
            </a:lvl4pPr>
            <a:lvl5pPr lvl="4" rtl="0" algn="ctr">
              <a:lnSpc>
                <a:spcPct val="100000"/>
              </a:lnSpc>
              <a:spcBef>
                <a:spcPts val="0"/>
              </a:spcBef>
              <a:spcAft>
                <a:spcPts val="0"/>
              </a:spcAft>
              <a:buSzPts val="4200"/>
              <a:buNone/>
              <a:defRPr sz="4200"/>
            </a:lvl5pPr>
            <a:lvl6pPr lvl="5" rtl="0" algn="ctr">
              <a:lnSpc>
                <a:spcPct val="100000"/>
              </a:lnSpc>
              <a:spcBef>
                <a:spcPts val="0"/>
              </a:spcBef>
              <a:spcAft>
                <a:spcPts val="0"/>
              </a:spcAft>
              <a:buSzPts val="4200"/>
              <a:buNone/>
              <a:defRPr sz="4200"/>
            </a:lvl6pPr>
            <a:lvl7pPr lvl="6" rtl="0" algn="ctr">
              <a:lnSpc>
                <a:spcPct val="100000"/>
              </a:lnSpc>
              <a:spcBef>
                <a:spcPts val="0"/>
              </a:spcBef>
              <a:spcAft>
                <a:spcPts val="0"/>
              </a:spcAft>
              <a:buSzPts val="4200"/>
              <a:buNone/>
              <a:defRPr sz="4200"/>
            </a:lvl7pPr>
            <a:lvl8pPr lvl="7" rtl="0" algn="ctr">
              <a:lnSpc>
                <a:spcPct val="100000"/>
              </a:lnSpc>
              <a:spcBef>
                <a:spcPts val="0"/>
              </a:spcBef>
              <a:spcAft>
                <a:spcPts val="0"/>
              </a:spcAft>
              <a:buSzPts val="4200"/>
              <a:buNone/>
              <a:defRPr sz="4200"/>
            </a:lvl8pPr>
            <a:lvl9pPr lvl="8" rtl="0" algn="ctr">
              <a:lnSpc>
                <a:spcPct val="100000"/>
              </a:lnSpc>
              <a:spcBef>
                <a:spcPts val="0"/>
              </a:spcBef>
              <a:spcAft>
                <a:spcPts val="0"/>
              </a:spcAft>
              <a:buSzPts val="4200"/>
              <a:buNone/>
              <a:defRPr sz="4200"/>
            </a:lvl9pPr>
          </a:lstStyle>
          <a:p/>
        </p:txBody>
      </p:sp>
      <p:sp>
        <p:nvSpPr>
          <p:cNvPr id="839" name="Google Shape;839;p101"/>
          <p:cNvSpPr txBox="1"/>
          <p:nvPr>
            <p:ph idx="1" type="subTitle"/>
          </p:nvPr>
        </p:nvSpPr>
        <p:spPr>
          <a:xfrm>
            <a:off x="656250" y="1919425"/>
            <a:ext cx="7831500" cy="18969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rgbClr val="D9D9D9"/>
              </a:buClr>
              <a:buSzPts val="2100"/>
              <a:buNone/>
              <a:defRPr sz="2100">
                <a:solidFill>
                  <a:srgbClr val="D9D9D9"/>
                </a:solidFill>
              </a:defRPr>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None/>
              <a:defRPr sz="2100"/>
            </a:lvl4pPr>
            <a:lvl5pPr lvl="4" rtl="0" algn="ctr">
              <a:lnSpc>
                <a:spcPct val="100000"/>
              </a:lnSpc>
              <a:spcBef>
                <a:spcPts val="0"/>
              </a:spcBef>
              <a:spcAft>
                <a:spcPts val="0"/>
              </a:spcAft>
              <a:buSzPts val="2100"/>
              <a:buNone/>
              <a:defRPr sz="2100"/>
            </a:lvl5pPr>
            <a:lvl6pPr lvl="5" rtl="0" algn="ctr">
              <a:lnSpc>
                <a:spcPct val="100000"/>
              </a:lnSpc>
              <a:spcBef>
                <a:spcPts val="0"/>
              </a:spcBef>
              <a:spcAft>
                <a:spcPts val="0"/>
              </a:spcAft>
              <a:buSzPts val="2100"/>
              <a:buNone/>
              <a:defRPr sz="2100"/>
            </a:lvl6pPr>
            <a:lvl7pPr lvl="6" rtl="0" algn="ctr">
              <a:lnSpc>
                <a:spcPct val="100000"/>
              </a:lnSpc>
              <a:spcBef>
                <a:spcPts val="0"/>
              </a:spcBef>
              <a:spcAft>
                <a:spcPts val="0"/>
              </a:spcAft>
              <a:buSzPts val="2100"/>
              <a:buNone/>
              <a:defRPr sz="2100"/>
            </a:lvl7pPr>
            <a:lvl8pPr lvl="7" rtl="0" algn="ctr">
              <a:lnSpc>
                <a:spcPct val="100000"/>
              </a:lnSpc>
              <a:spcBef>
                <a:spcPts val="0"/>
              </a:spcBef>
              <a:spcAft>
                <a:spcPts val="0"/>
              </a:spcAft>
              <a:buSzPts val="2100"/>
              <a:buNone/>
              <a:defRPr sz="2100"/>
            </a:lvl8pPr>
            <a:lvl9pPr lvl="8" rtl="0" algn="ctr">
              <a:lnSpc>
                <a:spcPct val="100000"/>
              </a:lnSpc>
              <a:spcBef>
                <a:spcPts val="0"/>
              </a:spcBef>
              <a:spcAft>
                <a:spcPts val="0"/>
              </a:spcAft>
              <a:buSzPts val="2100"/>
              <a:buNone/>
              <a:defRPr sz="2100"/>
            </a:lvl9pPr>
          </a:lstStyle>
          <a:p/>
        </p:txBody>
      </p:sp>
      <p:sp>
        <p:nvSpPr>
          <p:cNvPr id="840" name="Google Shape;840;p101"/>
          <p:cNvSpPr txBox="1"/>
          <p:nvPr>
            <p:ph idx="12" type="sldNum"/>
          </p:nvPr>
        </p:nvSpPr>
        <p:spPr>
          <a:xfrm>
            <a:off x="8140933" y="4417542"/>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841" name="Google Shape;841;p101"/>
          <p:cNvSpPr txBox="1"/>
          <p:nvPr>
            <p:ph idx="2" type="sldNum"/>
          </p:nvPr>
        </p:nvSpPr>
        <p:spPr>
          <a:xfrm>
            <a:off x="7704105" y="4417550"/>
            <a:ext cx="7776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9pPr>
          </a:lstStyle>
          <a:p>
            <a:pPr indent="0" lvl="0" marL="0" rtl="0" algn="r">
              <a:spcBef>
                <a:spcPts val="0"/>
              </a:spcBef>
              <a:spcAft>
                <a:spcPts val="0"/>
              </a:spcAft>
              <a:buNone/>
            </a:pPr>
            <a:r>
              <a:rPr lang="en"/>
              <a:t>Slide /</a:t>
            </a:r>
            <a:endParaRPr/>
          </a:p>
        </p:txBody>
      </p:sp>
      <p:pic>
        <p:nvPicPr>
          <p:cNvPr id="842" name="Google Shape;842;p101"/>
          <p:cNvPicPr preferRelativeResize="0"/>
          <p:nvPr/>
        </p:nvPicPr>
        <p:blipFill rotWithShape="1">
          <a:blip r:embed="rId2">
            <a:alphaModFix/>
          </a:blip>
          <a:srcRect b="0" l="0" r="0" t="0"/>
          <a:stretch/>
        </p:blipFill>
        <p:spPr>
          <a:xfrm>
            <a:off x="457529" y="4543025"/>
            <a:ext cx="950976" cy="142646"/>
          </a:xfrm>
          <a:prstGeom prst="rect">
            <a:avLst/>
          </a:prstGeom>
          <a:noFill/>
          <a:ln>
            <a:noFill/>
          </a:ln>
        </p:spPr>
      </p:pic>
      <p:sp>
        <p:nvSpPr>
          <p:cNvPr id="843" name="Google Shape;843;p101"/>
          <p:cNvSpPr txBox="1"/>
          <p:nvPr>
            <p:ph idx="3" type="sldNum"/>
          </p:nvPr>
        </p:nvSpPr>
        <p:spPr>
          <a:xfrm>
            <a:off x="8096041" y="4417542"/>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844" name="Google Shape;844;p101"/>
          <p:cNvSpPr txBox="1"/>
          <p:nvPr>
            <p:ph idx="4" type="sldNum"/>
          </p:nvPr>
        </p:nvSpPr>
        <p:spPr>
          <a:xfrm>
            <a:off x="8474304" y="4417550"/>
            <a:ext cx="281700" cy="3936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1pPr>
            <a:lvl2pPr indent="0" lvl="1"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2pPr>
            <a:lvl3pPr indent="0" lvl="2"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3pPr>
            <a:lvl4pPr indent="0" lvl="3"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4pPr>
            <a:lvl5pPr indent="0" lvl="4"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5pPr>
            <a:lvl6pPr indent="0" lvl="5"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6pPr>
            <a:lvl7pPr indent="0" lvl="6"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7pPr>
            <a:lvl8pPr indent="0" lvl="7"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8pPr>
            <a:lvl9pPr indent="0" lvl="8"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theme" Target="../theme/theme2.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slideLayout" Target="../slideLayouts/slideLayout28.xml"/><Relationship Id="rId3" Type="http://schemas.openxmlformats.org/officeDocument/2006/relationships/slideLayout" Target="../slideLayouts/slideLayout29.xml"/><Relationship Id="rId4" Type="http://schemas.openxmlformats.org/officeDocument/2006/relationships/slideLayout" Target="../slideLayouts/slideLayout30.xml"/><Relationship Id="rId5" Type="http://schemas.openxmlformats.org/officeDocument/2006/relationships/slideLayout" Target="../slideLayouts/slideLayout31.xml"/><Relationship Id="rId6" Type="http://schemas.openxmlformats.org/officeDocument/2006/relationships/slideLayout" Target="../slideLayouts/slideLayout32.xml"/><Relationship Id="rId7" Type="http://schemas.openxmlformats.org/officeDocument/2006/relationships/slideLayout" Target="../slideLayouts/slideLayout33.xml"/><Relationship Id="rId8" Type="http://schemas.openxmlformats.org/officeDocument/2006/relationships/slideLayout" Target="../slideLayouts/slideLayout34.xml"/><Relationship Id="rId9" Type="http://schemas.openxmlformats.org/officeDocument/2006/relationships/slideLayout" Target="../slideLayouts/slideLayout35.xml"/><Relationship Id="rId10" Type="http://schemas.openxmlformats.org/officeDocument/2006/relationships/slideLayout" Target="../slideLayouts/slideLayout36.xml"/><Relationship Id="rId11" Type="http://schemas.openxmlformats.org/officeDocument/2006/relationships/slideLayout" Target="../slideLayouts/slideLayout37.xml"/><Relationship Id="rId12" Type="http://schemas.openxmlformats.org/officeDocument/2006/relationships/slideLayout" Target="../slideLayouts/slideLayout38.xml"/><Relationship Id="rId13" Type="http://schemas.openxmlformats.org/officeDocument/2006/relationships/slideLayout" Target="../slideLayouts/slideLayout39.xml"/><Relationship Id="rId14" Type="http://schemas.openxmlformats.org/officeDocument/2006/relationships/slideLayout" Target="../slideLayouts/slideLayout40.xml"/><Relationship Id="rId15" Type="http://schemas.openxmlformats.org/officeDocument/2006/relationships/slideLayout" Target="../slideLayouts/slideLayout41.xml"/><Relationship Id="rId16" Type="http://schemas.openxmlformats.org/officeDocument/2006/relationships/slideLayout" Target="../slideLayouts/slideLayout42.xml"/><Relationship Id="rId17" Type="http://schemas.openxmlformats.org/officeDocument/2006/relationships/slideLayout" Target="../slideLayouts/slideLayout43.xml"/><Relationship Id="rId18" Type="http://schemas.openxmlformats.org/officeDocument/2006/relationships/slideLayout" Target="../slideLayouts/slideLayout44.xml"/><Relationship Id="rId19" Type="http://schemas.openxmlformats.org/officeDocument/2006/relationships/slideLayout" Target="../slideLayouts/slideLayout45.xml"/><Relationship Id="rId20" Type="http://schemas.openxmlformats.org/officeDocument/2006/relationships/slideLayout" Target="../slideLayouts/slideLayout46.xml"/><Relationship Id="rId21" Type="http://schemas.openxmlformats.org/officeDocument/2006/relationships/slideLayout" Target="../slideLayouts/slideLayout47.xml"/><Relationship Id="rId22" Type="http://schemas.openxmlformats.org/officeDocument/2006/relationships/slideLayout" Target="../slideLayouts/slideLayout48.xml"/><Relationship Id="rId23" Type="http://schemas.openxmlformats.org/officeDocument/2006/relationships/slideLayout" Target="../slideLayouts/slideLayout49.xml"/><Relationship Id="rId24" Type="http://schemas.openxmlformats.org/officeDocument/2006/relationships/slideLayout" Target="../slideLayouts/slideLayout50.xml"/><Relationship Id="rId25" Type="http://schemas.openxmlformats.org/officeDocument/2006/relationships/slideLayout" Target="../slideLayouts/slideLayout51.xml"/><Relationship Id="rId26" Type="http://schemas.openxmlformats.org/officeDocument/2006/relationships/slideLayout" Target="../slideLayouts/slideLayout52.xml"/><Relationship Id="rId27" Type="http://schemas.openxmlformats.org/officeDocument/2006/relationships/slideLayout" Target="../slideLayouts/slideLayout53.xml"/><Relationship Id="rId28" Type="http://schemas.openxmlformats.org/officeDocument/2006/relationships/slideLayout" Target="../slideLayouts/slideLayout54.xml"/><Relationship Id="rId29" Type="http://schemas.openxmlformats.org/officeDocument/2006/relationships/slideLayout" Target="../slideLayouts/slideLayout55.xml"/><Relationship Id="rId30" Type="http://schemas.openxmlformats.org/officeDocument/2006/relationships/slideLayout" Target="../slideLayouts/slideLayout56.xml"/><Relationship Id="rId31" Type="http://schemas.openxmlformats.org/officeDocument/2006/relationships/slideLayout" Target="../slideLayouts/slideLayout57.xml"/><Relationship Id="rId32" Type="http://schemas.openxmlformats.org/officeDocument/2006/relationships/slideLayout" Target="../slideLayouts/slideLayout58.xml"/><Relationship Id="rId33" Type="http://schemas.openxmlformats.org/officeDocument/2006/relationships/slideLayout" Target="../slideLayouts/slideLayout59.xml"/><Relationship Id="rId34" Type="http://schemas.openxmlformats.org/officeDocument/2006/relationships/slideLayout" Target="../slideLayouts/slideLayout60.xml"/><Relationship Id="rId35" Type="http://schemas.openxmlformats.org/officeDocument/2006/relationships/slideLayout" Target="../slideLayouts/slideLayout61.xml"/><Relationship Id="rId36" Type="http://schemas.openxmlformats.org/officeDocument/2006/relationships/slideLayout" Target="../slideLayouts/slideLayout62.xml"/><Relationship Id="rId37" Type="http://schemas.openxmlformats.org/officeDocument/2006/relationships/slideLayout" Target="../slideLayouts/slideLayout63.xml"/><Relationship Id="rId38" Type="http://schemas.openxmlformats.org/officeDocument/2006/relationships/slideLayout" Target="../slideLayouts/slideLayout64.xml"/><Relationship Id="rId39" Type="http://schemas.openxmlformats.org/officeDocument/2006/relationships/slideLayout" Target="../slideLayouts/slideLayout65.xml"/><Relationship Id="rId40" Type="http://schemas.openxmlformats.org/officeDocument/2006/relationships/slideLayout" Target="../slideLayouts/slideLayout66.xml"/><Relationship Id="rId41" Type="http://schemas.openxmlformats.org/officeDocument/2006/relationships/slideLayout" Target="../slideLayouts/slideLayout67.xml"/><Relationship Id="rId42" Type="http://schemas.openxmlformats.org/officeDocument/2006/relationships/slideLayout" Target="../slideLayouts/slideLayout68.xml"/><Relationship Id="rId43" Type="http://schemas.openxmlformats.org/officeDocument/2006/relationships/slideLayout" Target="../slideLayouts/slideLayout69.xml"/><Relationship Id="rId44" Type="http://schemas.openxmlformats.org/officeDocument/2006/relationships/theme" Target="../theme/theme1.xml"/></Relationships>
</file>

<file path=ppt/slideMasters/_rels/slideMaster3.xml.rels><?xml version='1.0' encoding='UTF-8' standalone='yes'?>
<Relationships xmlns="http://schemas.openxmlformats.org/package/2006/relationships"><Relationship Id="rId1" Type="http://schemas.openxmlformats.org/officeDocument/2006/relationships/image" Target="../media/image76.png"/><Relationship Id="rId2" Type="http://schemas.openxmlformats.org/officeDocument/2006/relationships/slideLayout" Target="../slideLayouts/slideLayout70.xml"/><Relationship Id="rId3" Type="http://schemas.openxmlformats.org/officeDocument/2006/relationships/slideLayout" Target="../slideLayouts/slideLayout71.xml"/><Relationship Id="rId4" Type="http://schemas.openxmlformats.org/officeDocument/2006/relationships/slideLayout" Target="../slideLayouts/slideLayout72.xml"/><Relationship Id="rId5" Type="http://schemas.openxmlformats.org/officeDocument/2006/relationships/slideLayout" Target="../slideLayouts/slideLayout73.xml"/><Relationship Id="rId6" Type="http://schemas.openxmlformats.org/officeDocument/2006/relationships/slideLayout" Target="../slideLayouts/slideLayout74.xml"/><Relationship Id="rId7" Type="http://schemas.openxmlformats.org/officeDocument/2006/relationships/slideLayout" Target="../slideLayouts/slideLayout75.xml"/><Relationship Id="rId8" Type="http://schemas.openxmlformats.org/officeDocument/2006/relationships/slideLayout" Target="../slideLayouts/slideLayout76.xml"/><Relationship Id="rId9" Type="http://schemas.openxmlformats.org/officeDocument/2006/relationships/slideLayout" Target="../slideLayouts/slideLayout77.xml"/><Relationship Id="rId10" Type="http://schemas.openxmlformats.org/officeDocument/2006/relationships/slideLayout" Target="../slideLayouts/slideLayout78.xml"/><Relationship Id="rId11" Type="http://schemas.openxmlformats.org/officeDocument/2006/relationships/slideLayout" Target="../slideLayouts/slideLayout79.xml"/><Relationship Id="rId12" Type="http://schemas.openxmlformats.org/officeDocument/2006/relationships/slideLayout" Target="../slideLayouts/slideLayout80.xml"/><Relationship Id="rId13" Type="http://schemas.openxmlformats.org/officeDocument/2006/relationships/slideLayout" Target="../slideLayouts/slideLayout81.xml"/><Relationship Id="rId14" Type="http://schemas.openxmlformats.org/officeDocument/2006/relationships/slideLayout" Target="../slideLayouts/slideLayout82.xml"/><Relationship Id="rId15" Type="http://schemas.openxmlformats.org/officeDocument/2006/relationships/slideLayout" Target="../slideLayouts/slideLayout83.xml"/><Relationship Id="rId16" Type="http://schemas.openxmlformats.org/officeDocument/2006/relationships/slideLayout" Target="../slideLayouts/slideLayout84.xml"/><Relationship Id="rId17" Type="http://schemas.openxmlformats.org/officeDocument/2006/relationships/slideLayout" Target="../slideLayouts/slideLayout85.xml"/><Relationship Id="rId18" Type="http://schemas.openxmlformats.org/officeDocument/2006/relationships/slideLayout" Target="../slideLayouts/slideLayout86.xml"/><Relationship Id="rId19" Type="http://schemas.openxmlformats.org/officeDocument/2006/relationships/slideLayout" Target="../slideLayouts/slideLayout87.xml"/><Relationship Id="rId20" Type="http://schemas.openxmlformats.org/officeDocument/2006/relationships/slideLayout" Target="../slideLayouts/slideLayout88.xml"/><Relationship Id="rId21" Type="http://schemas.openxmlformats.org/officeDocument/2006/relationships/slideLayout" Target="../slideLayouts/slideLayout89.xml"/><Relationship Id="rId22" Type="http://schemas.openxmlformats.org/officeDocument/2006/relationships/slideLayout" Target="../slideLayouts/slideLayout90.xml"/><Relationship Id="rId23" Type="http://schemas.openxmlformats.org/officeDocument/2006/relationships/slideLayout" Target="../slideLayouts/slideLayout91.xml"/><Relationship Id="rId24" Type="http://schemas.openxmlformats.org/officeDocument/2006/relationships/slideLayout" Target="../slideLayouts/slideLayout92.xml"/><Relationship Id="rId25" Type="http://schemas.openxmlformats.org/officeDocument/2006/relationships/slideLayout" Target="../slideLayouts/slideLayout93.xml"/><Relationship Id="rId26" Type="http://schemas.openxmlformats.org/officeDocument/2006/relationships/slideLayout" Target="../slideLayouts/slideLayout94.xml"/><Relationship Id="rId27" Type="http://schemas.openxmlformats.org/officeDocument/2006/relationships/slideLayout" Target="../slideLayouts/slideLayout95.xml"/><Relationship Id="rId28" Type="http://schemas.openxmlformats.org/officeDocument/2006/relationships/slideLayout" Target="../slideLayouts/slideLayout96.xml"/><Relationship Id="rId29" Type="http://schemas.openxmlformats.org/officeDocument/2006/relationships/slideLayout" Target="../slideLayouts/slideLayout97.xml"/><Relationship Id="rId30" Type="http://schemas.openxmlformats.org/officeDocument/2006/relationships/slideLayout" Target="../slideLayouts/slideLayout98.xml"/><Relationship Id="rId31"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dk1"/>
        </a:solidFill>
      </p:bgPr>
    </p:bg>
    <p:spTree>
      <p:nvGrpSpPr>
        <p:cNvPr id="230" name="Shape 230"/>
        <p:cNvGrpSpPr/>
        <p:nvPr/>
      </p:nvGrpSpPr>
      <p:grpSpPr>
        <a:xfrm>
          <a:off x="0" y="0"/>
          <a:ext cx="0" cy="0"/>
          <a:chOff x="0" y="0"/>
          <a:chExt cx="0" cy="0"/>
        </a:xfrm>
      </p:grpSpPr>
      <p:sp>
        <p:nvSpPr>
          <p:cNvPr id="231" name="Google Shape;231;p28"/>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rtl="0">
              <a:spcBef>
                <a:spcPts val="0"/>
              </a:spcBef>
              <a:spcAft>
                <a:spcPts val="0"/>
              </a:spcAft>
              <a:buClr>
                <a:schemeClr val="lt1"/>
              </a:buClr>
              <a:buSzPts val="2800"/>
              <a:buFont typeface="Inter"/>
              <a:buNone/>
              <a:defRPr sz="2800">
                <a:solidFill>
                  <a:schemeClr val="lt1"/>
                </a:solidFill>
                <a:latin typeface="Inter"/>
                <a:ea typeface="Inter"/>
                <a:cs typeface="Inter"/>
                <a:sym typeface="Inter"/>
              </a:defRPr>
            </a:lvl1pPr>
            <a:lvl2pPr lvl="1"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2pPr>
            <a:lvl3pPr lvl="2"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3pPr>
            <a:lvl4pPr lvl="3"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4pPr>
            <a:lvl5pPr lvl="4"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5pPr>
            <a:lvl6pPr lvl="5"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6pPr>
            <a:lvl7pPr lvl="6"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7pPr>
            <a:lvl8pPr lvl="7"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8pPr>
            <a:lvl9pPr lvl="8"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9pPr>
          </a:lstStyle>
          <a:p/>
        </p:txBody>
      </p:sp>
      <p:sp>
        <p:nvSpPr>
          <p:cNvPr id="232" name="Google Shape;232;p28"/>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rtl="0">
              <a:lnSpc>
                <a:spcPct val="100000"/>
              </a:lnSpc>
              <a:spcBef>
                <a:spcPts val="0"/>
              </a:spcBef>
              <a:spcAft>
                <a:spcPts val="0"/>
              </a:spcAft>
              <a:buClr>
                <a:schemeClr val="lt1"/>
              </a:buClr>
              <a:buSzPts val="1800"/>
              <a:buFont typeface="Inter"/>
              <a:buChar char="●"/>
              <a:defRPr sz="1800">
                <a:solidFill>
                  <a:schemeClr val="lt1"/>
                </a:solidFill>
                <a:latin typeface="Inter"/>
                <a:ea typeface="Inter"/>
                <a:cs typeface="Inter"/>
                <a:sym typeface="Inter"/>
              </a:defRPr>
            </a:lvl1pPr>
            <a:lvl2pPr indent="-317500" lvl="1" marL="914400" rtl="0">
              <a:lnSpc>
                <a:spcPct val="100000"/>
              </a:lnSpc>
              <a:spcBef>
                <a:spcPts val="1000"/>
              </a:spcBef>
              <a:spcAft>
                <a:spcPts val="0"/>
              </a:spcAft>
              <a:buClr>
                <a:schemeClr val="lt1"/>
              </a:buClr>
              <a:buSzPts val="1400"/>
              <a:buFont typeface="Inter"/>
              <a:buChar char="○"/>
              <a:defRPr>
                <a:solidFill>
                  <a:schemeClr val="lt1"/>
                </a:solidFill>
                <a:latin typeface="Inter"/>
                <a:ea typeface="Inter"/>
                <a:cs typeface="Inter"/>
                <a:sym typeface="Inter"/>
              </a:defRPr>
            </a:lvl2pPr>
            <a:lvl3pPr indent="-317500" lvl="2" marL="1371600" rtl="0">
              <a:lnSpc>
                <a:spcPct val="100000"/>
              </a:lnSpc>
              <a:spcBef>
                <a:spcPts val="1000"/>
              </a:spcBef>
              <a:spcAft>
                <a:spcPts val="0"/>
              </a:spcAft>
              <a:buClr>
                <a:schemeClr val="lt1"/>
              </a:buClr>
              <a:buSzPts val="1400"/>
              <a:buFont typeface="Inter"/>
              <a:buChar char="■"/>
              <a:defRPr>
                <a:solidFill>
                  <a:schemeClr val="lt1"/>
                </a:solidFill>
                <a:latin typeface="Inter"/>
                <a:ea typeface="Inter"/>
                <a:cs typeface="Inter"/>
                <a:sym typeface="Inter"/>
              </a:defRPr>
            </a:lvl3pPr>
            <a:lvl4pPr indent="-317500" lvl="3" marL="1828800" rtl="0">
              <a:lnSpc>
                <a:spcPct val="100000"/>
              </a:lnSpc>
              <a:spcBef>
                <a:spcPts val="1000"/>
              </a:spcBef>
              <a:spcAft>
                <a:spcPts val="0"/>
              </a:spcAft>
              <a:buClr>
                <a:schemeClr val="lt1"/>
              </a:buClr>
              <a:buSzPts val="1400"/>
              <a:buFont typeface="Inter"/>
              <a:buChar char="●"/>
              <a:defRPr>
                <a:solidFill>
                  <a:schemeClr val="lt1"/>
                </a:solidFill>
                <a:latin typeface="Inter"/>
                <a:ea typeface="Inter"/>
                <a:cs typeface="Inter"/>
                <a:sym typeface="Inter"/>
              </a:defRPr>
            </a:lvl4pPr>
            <a:lvl5pPr indent="-317500" lvl="4" marL="2286000" rtl="0">
              <a:lnSpc>
                <a:spcPct val="100000"/>
              </a:lnSpc>
              <a:spcBef>
                <a:spcPts val="1000"/>
              </a:spcBef>
              <a:spcAft>
                <a:spcPts val="0"/>
              </a:spcAft>
              <a:buClr>
                <a:schemeClr val="lt1"/>
              </a:buClr>
              <a:buSzPts val="1400"/>
              <a:buFont typeface="Inter"/>
              <a:buChar char="○"/>
              <a:defRPr>
                <a:solidFill>
                  <a:schemeClr val="lt1"/>
                </a:solidFill>
                <a:latin typeface="Inter"/>
                <a:ea typeface="Inter"/>
                <a:cs typeface="Inter"/>
                <a:sym typeface="Inter"/>
              </a:defRPr>
            </a:lvl5pPr>
            <a:lvl6pPr indent="-317500" lvl="5" marL="2743200" rtl="0">
              <a:lnSpc>
                <a:spcPct val="100000"/>
              </a:lnSpc>
              <a:spcBef>
                <a:spcPts val="1000"/>
              </a:spcBef>
              <a:spcAft>
                <a:spcPts val="0"/>
              </a:spcAft>
              <a:buClr>
                <a:schemeClr val="lt1"/>
              </a:buClr>
              <a:buSzPts val="1400"/>
              <a:buFont typeface="Inter"/>
              <a:buChar char="■"/>
              <a:defRPr>
                <a:solidFill>
                  <a:schemeClr val="lt1"/>
                </a:solidFill>
                <a:latin typeface="Inter"/>
                <a:ea typeface="Inter"/>
                <a:cs typeface="Inter"/>
                <a:sym typeface="Inter"/>
              </a:defRPr>
            </a:lvl6pPr>
            <a:lvl7pPr indent="-317500" lvl="6" marL="3200400" rtl="0">
              <a:lnSpc>
                <a:spcPct val="100000"/>
              </a:lnSpc>
              <a:spcBef>
                <a:spcPts val="1000"/>
              </a:spcBef>
              <a:spcAft>
                <a:spcPts val="0"/>
              </a:spcAft>
              <a:buClr>
                <a:schemeClr val="lt1"/>
              </a:buClr>
              <a:buSzPts val="1400"/>
              <a:buFont typeface="Inter"/>
              <a:buChar char="●"/>
              <a:defRPr>
                <a:solidFill>
                  <a:schemeClr val="lt1"/>
                </a:solidFill>
                <a:latin typeface="Inter"/>
                <a:ea typeface="Inter"/>
                <a:cs typeface="Inter"/>
                <a:sym typeface="Inter"/>
              </a:defRPr>
            </a:lvl7pPr>
            <a:lvl8pPr indent="-317500" lvl="7" marL="3657600" rtl="0">
              <a:lnSpc>
                <a:spcPct val="100000"/>
              </a:lnSpc>
              <a:spcBef>
                <a:spcPts val="1000"/>
              </a:spcBef>
              <a:spcAft>
                <a:spcPts val="0"/>
              </a:spcAft>
              <a:buClr>
                <a:schemeClr val="lt1"/>
              </a:buClr>
              <a:buSzPts val="1400"/>
              <a:buFont typeface="Inter"/>
              <a:buChar char="○"/>
              <a:defRPr>
                <a:solidFill>
                  <a:schemeClr val="lt1"/>
                </a:solidFill>
                <a:latin typeface="Inter"/>
                <a:ea typeface="Inter"/>
                <a:cs typeface="Inter"/>
                <a:sym typeface="Inter"/>
              </a:defRPr>
            </a:lvl8pPr>
            <a:lvl9pPr indent="-317500" lvl="8" marL="4114800" rtl="0">
              <a:lnSpc>
                <a:spcPct val="100000"/>
              </a:lnSpc>
              <a:spcBef>
                <a:spcPts val="1000"/>
              </a:spcBef>
              <a:spcAft>
                <a:spcPts val="1000"/>
              </a:spcAft>
              <a:buClr>
                <a:schemeClr val="lt1"/>
              </a:buClr>
              <a:buSzPts val="1400"/>
              <a:buFont typeface="Inter"/>
              <a:buChar char="■"/>
              <a:defRPr>
                <a:solidFill>
                  <a:schemeClr val="lt1"/>
                </a:solidFill>
                <a:latin typeface="Inter"/>
                <a:ea typeface="Inter"/>
                <a:cs typeface="Inter"/>
                <a:sym typeface="Inter"/>
              </a:defRPr>
            </a:lvl9pPr>
          </a:lstStyle>
          <a:p/>
        </p:txBody>
      </p:sp>
      <p:sp>
        <p:nvSpPr>
          <p:cNvPr id="233" name="Google Shape;233;p2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rtl="0" algn="r">
              <a:buNone/>
              <a:defRPr sz="1000">
                <a:solidFill>
                  <a:schemeClr val="dk2"/>
                </a:solidFill>
              </a:defRPr>
            </a:lvl1pPr>
            <a:lvl2pPr lvl="1" rtl="0" algn="r">
              <a:buNone/>
              <a:defRPr sz="1000">
                <a:solidFill>
                  <a:schemeClr val="dk2"/>
                </a:solidFill>
              </a:defRPr>
            </a:lvl2pPr>
            <a:lvl3pPr lvl="2" rtl="0" algn="r">
              <a:buNone/>
              <a:defRPr sz="1000">
                <a:solidFill>
                  <a:schemeClr val="dk2"/>
                </a:solidFill>
              </a:defRPr>
            </a:lvl3pPr>
            <a:lvl4pPr lvl="3" rtl="0" algn="r">
              <a:buNone/>
              <a:defRPr sz="1000">
                <a:solidFill>
                  <a:schemeClr val="dk2"/>
                </a:solidFill>
              </a:defRPr>
            </a:lvl4pPr>
            <a:lvl5pPr lvl="4" rtl="0" algn="r">
              <a:buNone/>
              <a:defRPr sz="1000">
                <a:solidFill>
                  <a:schemeClr val="dk2"/>
                </a:solidFill>
              </a:defRPr>
            </a:lvl5pPr>
            <a:lvl6pPr lvl="5" rtl="0" algn="r">
              <a:buNone/>
              <a:defRPr sz="1000">
                <a:solidFill>
                  <a:schemeClr val="dk2"/>
                </a:solidFill>
              </a:defRPr>
            </a:lvl6pPr>
            <a:lvl7pPr lvl="6" rtl="0" algn="r">
              <a:buNone/>
              <a:defRPr sz="1000">
                <a:solidFill>
                  <a:schemeClr val="dk2"/>
                </a:solidFill>
              </a:defRPr>
            </a:lvl7pPr>
            <a:lvl8pPr lvl="7" rtl="0" algn="r">
              <a:buNone/>
              <a:defRPr sz="1000">
                <a:solidFill>
                  <a:schemeClr val="dk2"/>
                </a:solidFill>
              </a:defRPr>
            </a:lvl8pPr>
            <a:lvl9pPr lvl="8" rtl="0"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4" r:id="rId1"/>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 id="2147483685" r:id="rId12"/>
    <p:sldLayoutId id="2147483686" r:id="rId13"/>
    <p:sldLayoutId id="2147483687" r:id="rId14"/>
    <p:sldLayoutId id="2147483688" r:id="rId15"/>
    <p:sldLayoutId id="2147483689" r:id="rId16"/>
    <p:sldLayoutId id="2147483690" r:id="rId17"/>
    <p:sldLayoutId id="2147483691" r:id="rId18"/>
    <p:sldLayoutId id="2147483692" r:id="rId19"/>
    <p:sldLayoutId id="2147483693" r:id="rId20"/>
    <p:sldLayoutId id="2147483694" r:id="rId21"/>
    <p:sldLayoutId id="2147483695" r:id="rId22"/>
    <p:sldLayoutId id="2147483696" r:id="rId23"/>
    <p:sldLayoutId id="2147483697" r:id="rId24"/>
    <p:sldLayoutId id="2147483698" r:id="rId25"/>
    <p:sldLayoutId id="2147483699" r:id="rId26"/>
    <p:sldLayoutId id="2147483700" r:id="rId27"/>
    <p:sldLayoutId id="2147483701" r:id="rId28"/>
    <p:sldLayoutId id="2147483702" r:id="rId29"/>
    <p:sldLayoutId id="2147483703" r:id="rId30"/>
    <p:sldLayoutId id="2147483704" r:id="rId31"/>
    <p:sldLayoutId id="2147483705" r:id="rId32"/>
    <p:sldLayoutId id="2147483706" r:id="rId33"/>
    <p:sldLayoutId id="2147483707" r:id="rId34"/>
    <p:sldLayoutId id="2147483708" r:id="rId35"/>
    <p:sldLayoutId id="2147483709" r:id="rId36"/>
    <p:sldLayoutId id="2147483710" r:id="rId37"/>
    <p:sldLayoutId id="2147483711" r:id="rId38"/>
    <p:sldLayoutId id="2147483712" r:id="rId39"/>
    <p:sldLayoutId id="2147483713" r:id="rId40"/>
    <p:sldLayoutId id="2147483714" r:id="rId41"/>
    <p:sldLayoutId id="2147483715" r:id="rId42"/>
    <p:sldLayoutId id="2147483716" r:id="rId4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1A1A1A"/>
            </a:gs>
            <a:gs pos="100000">
              <a:srgbClr val="000000"/>
            </a:gs>
          </a:gsLst>
          <a:lin ang="8100019" scaled="0"/>
        </a:gradFill>
      </p:bgPr>
    </p:bg>
    <p:spTree>
      <p:nvGrpSpPr>
        <p:cNvPr id="703" name="Shape 703"/>
        <p:cNvGrpSpPr/>
        <p:nvPr/>
      </p:nvGrpSpPr>
      <p:grpSpPr>
        <a:xfrm>
          <a:off x="0" y="0"/>
          <a:ext cx="0" cy="0"/>
          <a:chOff x="0" y="0"/>
          <a:chExt cx="0" cy="0"/>
        </a:xfrm>
      </p:grpSpPr>
      <p:pic>
        <p:nvPicPr>
          <p:cNvPr descr="Google Shape;93;p18" id="704" name="Google Shape;704;p72"/>
          <p:cNvPicPr preferRelativeResize="0"/>
          <p:nvPr/>
        </p:nvPicPr>
        <p:blipFill rotWithShape="1">
          <a:blip r:embed="rId1">
            <a:alphaModFix/>
          </a:blip>
          <a:srcRect b="0" l="0" r="0" t="0"/>
          <a:stretch/>
        </p:blipFill>
        <p:spPr>
          <a:xfrm>
            <a:off x="0" y="0"/>
            <a:ext cx="9144003" cy="5143501"/>
          </a:xfrm>
          <a:prstGeom prst="rect">
            <a:avLst/>
          </a:prstGeom>
          <a:noFill/>
          <a:ln>
            <a:noFill/>
          </a:ln>
        </p:spPr>
      </p:pic>
      <p:sp>
        <p:nvSpPr>
          <p:cNvPr id="705" name="Google Shape;705;p72"/>
          <p:cNvSpPr txBox="1"/>
          <p:nvPr>
            <p:ph type="title"/>
          </p:nvPr>
        </p:nvSpPr>
        <p:spPr>
          <a:xfrm>
            <a:off x="457200" y="205978"/>
            <a:ext cx="8229600" cy="9942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1pPr>
            <a:lvl2pPr lvl="1"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2pPr>
            <a:lvl3pPr lvl="2"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3pPr>
            <a:lvl4pPr lvl="3"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4pPr>
            <a:lvl5pPr lvl="4"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5pPr>
            <a:lvl6pPr lvl="5"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6pPr>
            <a:lvl7pPr lvl="6"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7pPr>
            <a:lvl8pPr lvl="7"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8pPr>
            <a:lvl9pPr lvl="8"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9pPr>
          </a:lstStyle>
          <a:p/>
        </p:txBody>
      </p:sp>
      <p:sp>
        <p:nvSpPr>
          <p:cNvPr id="706" name="Google Shape;706;p72"/>
          <p:cNvSpPr txBox="1"/>
          <p:nvPr>
            <p:ph idx="1" type="body"/>
          </p:nvPr>
        </p:nvSpPr>
        <p:spPr>
          <a:xfrm>
            <a:off x="457200" y="1200150"/>
            <a:ext cx="8229600" cy="39432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1pPr>
            <a:lvl2pPr indent="-342900" lvl="1" marL="9144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2pPr>
            <a:lvl3pPr indent="-342900" lvl="2" marL="13716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3pPr>
            <a:lvl4pPr indent="-342900" lvl="3" marL="18288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4pPr>
            <a:lvl5pPr indent="-342900" lvl="4" marL="22860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5pPr>
            <a:lvl6pPr indent="-342900" lvl="5" marL="27432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6pPr>
            <a:lvl7pPr indent="-342900" lvl="6" marL="32004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7pPr>
            <a:lvl8pPr indent="-342900" lvl="7" marL="36576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8pPr>
            <a:lvl9pPr indent="-342900" lvl="8" marL="41148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9pPr>
          </a:lstStyle>
          <a:p/>
        </p:txBody>
      </p:sp>
      <p:sp>
        <p:nvSpPr>
          <p:cNvPr id="707" name="Google Shape;707;p72"/>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9pPr>
          </a:lstStyle>
          <a:p>
            <a:pPr indent="0" lvl="0" marL="0" rtl="0" algn="r">
              <a:spcBef>
                <a:spcPts val="0"/>
              </a:spcBef>
              <a:spcAft>
                <a:spcPts val="0"/>
              </a:spcAft>
              <a:buNone/>
            </a:pPr>
            <a:fld id="{00000000-1234-1234-1234-123412341234}" type="slidenum">
              <a:rPr lang="en"/>
              <a:t>‹#›</a:t>
            </a:fld>
            <a:endParaRPr sz="500">
              <a:solidFill>
                <a:srgbClr val="000000"/>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sldLayoutIdLst>
    <p:sldLayoutId id="2147483717" r:id="rId2"/>
    <p:sldLayoutId id="2147483718" r:id="rId3"/>
    <p:sldLayoutId id="2147483719" r:id="rId4"/>
    <p:sldLayoutId id="2147483720" r:id="rId5"/>
    <p:sldLayoutId id="2147483721" r:id="rId6"/>
    <p:sldLayoutId id="2147483722" r:id="rId7"/>
    <p:sldLayoutId id="2147483723" r:id="rId8"/>
    <p:sldLayoutId id="2147483724" r:id="rId9"/>
    <p:sldLayoutId id="2147483725" r:id="rId10"/>
    <p:sldLayoutId id="2147483726" r:id="rId11"/>
    <p:sldLayoutId id="2147483727" r:id="rId12"/>
    <p:sldLayoutId id="2147483728" r:id="rId13"/>
    <p:sldLayoutId id="2147483729" r:id="rId14"/>
    <p:sldLayoutId id="2147483730" r:id="rId15"/>
    <p:sldLayoutId id="2147483731" r:id="rId16"/>
    <p:sldLayoutId id="2147483732" r:id="rId17"/>
    <p:sldLayoutId id="2147483733" r:id="rId18"/>
    <p:sldLayoutId id="2147483734" r:id="rId19"/>
    <p:sldLayoutId id="2147483735" r:id="rId20"/>
    <p:sldLayoutId id="2147483736" r:id="rId21"/>
    <p:sldLayoutId id="2147483737" r:id="rId22"/>
    <p:sldLayoutId id="2147483738" r:id="rId23"/>
    <p:sldLayoutId id="2147483739" r:id="rId24"/>
    <p:sldLayoutId id="2147483740" r:id="rId25"/>
    <p:sldLayoutId id="2147483741" r:id="rId26"/>
    <p:sldLayoutId id="2147483742" r:id="rId27"/>
    <p:sldLayoutId id="2147483743" r:id="rId28"/>
    <p:sldLayoutId id="2147483744" r:id="rId29"/>
    <p:sldLayoutId id="2147483745" r:id="rId30"/>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xml"/><Relationship Id="rId3" Type="http://schemas.openxmlformats.org/officeDocument/2006/relationships/image" Target="../media/image6.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3.xml"/><Relationship Id="rId3" Type="http://schemas.openxmlformats.org/officeDocument/2006/relationships/image" Target="../media/image1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4.xml"/><Relationship Id="rId3" Type="http://schemas.openxmlformats.org/officeDocument/2006/relationships/image" Target="../media/image2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5.xml"/><Relationship Id="rId3" Type="http://schemas.openxmlformats.org/officeDocument/2006/relationships/image" Target="../media/image6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6.xml"/><Relationship Id="rId3" Type="http://schemas.openxmlformats.org/officeDocument/2006/relationships/image" Target="../media/image6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 Id="rId3" Type="http://schemas.openxmlformats.org/officeDocument/2006/relationships/image" Target="../media/image6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3.xml"/><Relationship Id="rId3" Type="http://schemas.openxmlformats.org/officeDocument/2006/relationships/image" Target="../media/image6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4.xml"/><Relationship Id="rId3" Type="http://schemas.openxmlformats.org/officeDocument/2006/relationships/image" Target="../media/image70.png"/><Relationship Id="rId4" Type="http://schemas.openxmlformats.org/officeDocument/2006/relationships/image" Target="../media/image7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5.xml"/><Relationship Id="rId3" Type="http://schemas.openxmlformats.org/officeDocument/2006/relationships/image" Target="../media/image74.png"/></Relationships>
</file>

<file path=ppt/slides/slide1.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pic>
        <p:nvPicPr>
          <p:cNvPr id="2" name="Picture 1" descr="w1-title-art.jpg"/>
          <p:cNvPicPr>
            <a:picLocks noChangeAspect="1"/>
          </p:cNvPicPr>
          <p:nvPr/>
        </p:nvPicPr>
        <p:blipFill>
          <a:blip r:embed="rId3"/>
          <a:stretch>
            <a:fillRect/>
          </a:stretch>
        </p:blipFill>
        <p:spPr>
          <a:xfrm>
            <a:off x="0" y="0"/>
            <a:ext cx="9144000" cy="5143500"/>
          </a:xfrm>
          <a:prstGeom prst="rect">
            <a:avLst/>
          </a:prstGeom>
        </p:spPr>
      </p:pic>
      <p:sp>
        <p:nvSpPr>
          <p:cNvPr id="3" name="text:Build night 5"/>
          <p:cNvSpPr txBox="1"/>
          <p:nvPr/>
        </p:nvSpPr>
        <p:spPr>
          <a:xfrm>
            <a:off x="5257800" y="685800"/>
            <a:ext cx="3657600" cy="548640"/>
          </a:xfrm>
          <a:prstGeom prst="rect">
            <a:avLst/>
          </a:prstGeom>
          <a:noFill/>
        </p:spPr>
        <p:txBody>
          <a:bodyPr wrap="square" lIns="9144" rIns="9144" tIns="0" bIns="0">
            <a:spAutoFit/>
          </a:bodyPr>
          <a:lstStyle/>
          <a:p>
            <a:pPr>
              <a:lnSpc>
                <a:spcPct val="106000"/>
              </a:lnSpc>
              <a:spcAft>
                <a:spcPts val="400"/>
              </a:spcAft>
              <a:defRPr sz="3000" b="0">
                <a:solidFill>
                  <a:srgbClr val="B3A5FF"/>
                </a:solidFill>
                <a:latin typeface="Helvetica Neue"/>
              </a:defRPr>
            </a:pPr>
            <a:r>
              <a:t>Build night 5</a:t>
            </a:r>
          </a:p>
        </p:txBody>
      </p:sp>
      <p:sp>
        <p:nvSpPr>
          <p:cNvPr id="4" name="text:Demo Rehearsal"/>
          <p:cNvSpPr txBox="1"/>
          <p:nvPr/>
        </p:nvSpPr>
        <p:spPr>
          <a:xfrm>
            <a:off x="5257800" y="1417320"/>
            <a:ext cx="3566160" cy="1097280"/>
          </a:xfrm>
          <a:prstGeom prst="rect">
            <a:avLst/>
          </a:prstGeom>
          <a:noFill/>
        </p:spPr>
        <p:txBody>
          <a:bodyPr wrap="square" lIns="9144" rIns="9144" tIns="0" bIns="0">
            <a:spAutoFit/>
          </a:bodyPr>
          <a:lstStyle/>
          <a:p>
            <a:pPr>
              <a:lnSpc>
                <a:spcPct val="106000"/>
              </a:lnSpc>
              <a:spcAft>
                <a:spcPts val="400"/>
              </a:spcAft>
              <a:defRPr sz="2200" b="0">
                <a:solidFill>
                  <a:srgbClr val="F2F5F8"/>
                </a:solidFill>
                <a:latin typeface="Helvetica Neue"/>
              </a:defRPr>
            </a:pPr>
            <a:r>
              <a:t>Demo</a:t>
            </a:r>
          </a:p>
          <a:p>
            <a:pPr>
              <a:lnSpc>
                <a:spcPct val="106000"/>
              </a:lnSpc>
              <a:spcAft>
                <a:spcPts val="400"/>
              </a:spcAft>
              <a:defRPr sz="2200" b="0">
                <a:solidFill>
                  <a:srgbClr val="F2F5F8"/>
                </a:solidFill>
                <a:latin typeface="Helvetica Neue"/>
              </a:defRPr>
            </a:pPr>
            <a:r>
              <a:t>Rehearsal</a:t>
            </a:r>
          </a:p>
        </p:txBody>
      </p:sp>
      <p:sp>
        <p:nvSpPr>
          <p:cNvPr id="5" name="text:Three minutes, four parts, a plan fo"/>
          <p:cNvSpPr txBox="1"/>
          <p:nvPr/>
        </p:nvSpPr>
        <p:spPr>
          <a:xfrm>
            <a:off x="5257800" y="2514600"/>
            <a:ext cx="3383280" cy="822960"/>
          </a:xfrm>
          <a:prstGeom prst="rect">
            <a:avLst/>
          </a:prstGeom>
          <a:noFill/>
        </p:spPr>
        <p:txBody>
          <a:bodyPr wrap="square" lIns="9144" rIns="9144" tIns="0" bIns="0">
            <a:spAutoFit/>
          </a:bodyPr>
          <a:lstStyle/>
          <a:p>
            <a:pPr>
              <a:lnSpc>
                <a:spcPct val="106000"/>
              </a:lnSpc>
              <a:spcAft>
                <a:spcPts val="400"/>
              </a:spcAft>
              <a:defRPr sz="1200" b="0">
                <a:solidFill>
                  <a:srgbClr val="B3A5FF"/>
                </a:solidFill>
                <a:latin typeface="Helvetica Neue"/>
              </a:defRPr>
            </a:pPr>
            <a:r>
              <a:t>Three minutes, four parts, a plan for when the live call fails, and the evidence a judge opens.</a:t>
            </a:r>
          </a:p>
        </p:txBody>
      </p:sp>
      <p:sp>
        <p:nvSpPr>
          <p:cNvPr id="6" name="text:Travis Sim"/>
          <p:cNvSpPr txBox="1"/>
          <p:nvPr/>
        </p:nvSpPr>
        <p:spPr>
          <a:xfrm>
            <a:off x="5257800" y="4114800"/>
            <a:ext cx="3474720" cy="182880"/>
          </a:xfrm>
          <a:prstGeom prst="rect">
            <a:avLst/>
          </a:prstGeom>
          <a:noFill/>
        </p:spPr>
        <p:txBody>
          <a:bodyPr wrap="square" lIns="9144" rIns="9144" tIns="0" bIns="0">
            <a:spAutoFit/>
          </a:bodyPr>
          <a:lstStyle/>
          <a:p>
            <a:pPr>
              <a:lnSpc>
                <a:spcPct val="106000"/>
              </a:lnSpc>
              <a:spcAft>
                <a:spcPts val="400"/>
              </a:spcAft>
              <a:defRPr sz="900" b="0">
                <a:solidFill>
                  <a:srgbClr val="F2F5F8"/>
                </a:solidFill>
                <a:latin typeface="Helvetica Neue"/>
              </a:defRPr>
            </a:pPr>
            <a:r>
              <a:t>Travis Sim</a:t>
            </a:r>
          </a:p>
        </p:txBody>
      </p:sp>
      <p:sp>
        <p:nvSpPr>
          <p:cNvPr id="7" name="text:NUS · Singapore"/>
          <p:cNvSpPr txBox="1"/>
          <p:nvPr/>
        </p:nvSpPr>
        <p:spPr>
          <a:xfrm>
            <a:off x="5257800" y="4315968"/>
            <a:ext cx="347472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NUS · Singapore</a:t>
            </a:r>
          </a:p>
        </p:txBody>
      </p:sp>
      <p:sp>
        <p:nvSpPr>
          <p:cNvPr id="8" name="text:Thu 11 Feb 2027 · COM3/COM4"/>
          <p:cNvSpPr txBox="1"/>
          <p:nvPr/>
        </p:nvSpPr>
        <p:spPr>
          <a:xfrm>
            <a:off x="5257800" y="4517136"/>
            <a:ext cx="347472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Thu 11 Feb 2027 · COM3/COM4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Where we are"/>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Where we are</a:t>
            </a:r>
          </a:p>
        </p:txBody>
      </p:sp>
      <p:sp>
        <p:nvSpPr>
          <p:cNvPr id="3" name="text:One week to Demo Day. Tonight we mak"/>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One week to Demo Day. Tonight we make the pitch reviewable.</a:t>
            </a:r>
          </a:p>
        </p:txBody>
      </p:sp>
      <p:sp>
        <p:nvSpPr>
          <p:cNvPr id="4" name="text:2"/>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2</a:t>
            </a:r>
          </a:p>
        </p:txBody>
      </p:sp>
      <p:sp>
        <p:nvSpPr>
          <p:cNvPr id="5" name="Rounded Rectangle 4"/>
          <p:cNvSpPr/>
          <p:nvPr/>
        </p:nvSpPr>
        <p:spPr>
          <a:xfrm>
            <a:off x="548640" y="1783080"/>
            <a:ext cx="2560320" cy="2331720"/>
          </a:xfrm>
          <a:prstGeom prst="roundRect">
            <a:avLst>
              <a:gd name="adj" fmla="val 5490"/>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49808" y="1892807"/>
            <a:ext cx="619963" cy="219456"/>
          </a:xfrm>
          <a:prstGeom prst="roundRect">
            <a:avLst>
              <a:gd name="adj" fmla="val 50000"/>
            </a:avLst>
          </a:prstGeom>
          <a:solidFill>
            <a:srgbClr val="3DDC97"/>
          </a:solid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DONE"/>
          <p:cNvSpPr txBox="1"/>
          <p:nvPr/>
        </p:nvSpPr>
        <p:spPr>
          <a:xfrm>
            <a:off x="749808" y="1911095"/>
            <a:ext cx="619963" cy="201168"/>
          </a:xfrm>
          <a:prstGeom prst="rect">
            <a:avLst/>
          </a:prstGeom>
          <a:noFill/>
        </p:spPr>
        <p:txBody>
          <a:bodyPr wrap="square" lIns="9144" rIns="9144" tIns="0" bIns="0" anchor="ctr">
            <a:spAutoFit/>
          </a:bodyPr>
          <a:lstStyle/>
          <a:p>
            <a:pPr algn="ctr">
              <a:lnSpc>
                <a:spcPct val="106000"/>
              </a:lnSpc>
              <a:spcAft>
                <a:spcPts val="400"/>
              </a:spcAft>
              <a:defRPr sz="900" b="0">
                <a:solidFill>
                  <a:srgbClr val="000000"/>
                </a:solidFill>
                <a:latin typeface="Helvetica Neue"/>
              </a:defRPr>
            </a:pPr>
            <a:r>
              <a:t>DONE</a:t>
            </a:r>
          </a:p>
        </p:txBody>
      </p:sp>
      <p:sp>
        <p:nvSpPr>
          <p:cNvPr id="8" name="text:Workshop 4"/>
          <p:cNvSpPr txBox="1"/>
          <p:nvPr/>
        </p:nvSpPr>
        <p:spPr>
          <a:xfrm>
            <a:off x="749808" y="2331720"/>
            <a:ext cx="2194560" cy="365760"/>
          </a:xfrm>
          <a:prstGeom prst="rect">
            <a:avLst/>
          </a:prstGeom>
          <a:noFill/>
        </p:spPr>
        <p:txBody>
          <a:bodyPr wrap="square" lIns="9144" rIns="9144" tIns="0" bIns="0">
            <a:spAutoFit/>
          </a:bodyPr>
          <a:lstStyle/>
          <a:p>
            <a:pPr>
              <a:lnSpc>
                <a:spcPct val="106000"/>
              </a:lnSpc>
              <a:spcAft>
                <a:spcPts val="400"/>
              </a:spcAft>
              <a:defRPr sz="2000" b="0">
                <a:solidFill>
                  <a:srgbClr val="F2F5F8"/>
                </a:solidFill>
                <a:latin typeface="Helvetica Neue"/>
              </a:defRPr>
            </a:pPr>
            <a:r>
              <a:t>Workshop 4</a:t>
            </a:r>
          </a:p>
        </p:txBody>
      </p:sp>
      <p:sp>
        <p:nvSpPr>
          <p:cNvPr id="9" name="text:Thu 4 Feb"/>
          <p:cNvSpPr txBox="1"/>
          <p:nvPr/>
        </p:nvSpPr>
        <p:spPr>
          <a:xfrm>
            <a:off x="749808" y="2743200"/>
            <a:ext cx="2194560" cy="228600"/>
          </a:xfrm>
          <a:prstGeom prst="rect">
            <a:avLst/>
          </a:prstGeom>
          <a:noFill/>
        </p:spPr>
        <p:txBody>
          <a:bodyPr wrap="square" lIns="9144" rIns="9144" tIns="0" bIns="0">
            <a:spAutoFit/>
          </a:bodyPr>
          <a:lstStyle/>
          <a:p>
            <a:pPr>
              <a:lnSpc>
                <a:spcPct val="106000"/>
              </a:lnSpc>
              <a:spcAft>
                <a:spcPts val="400"/>
              </a:spcAft>
              <a:defRPr sz="1300" b="0">
                <a:solidFill>
                  <a:srgbClr val="3DDC97"/>
                </a:solidFill>
                <a:latin typeface="Helvetica Neue"/>
              </a:defRPr>
            </a:pPr>
            <a:r>
              <a:t>Thu 4 Feb</a:t>
            </a:r>
          </a:p>
        </p:txBody>
      </p:sp>
      <p:sp>
        <p:nvSpPr>
          <p:cNvPr id="10" name="text:Performance scorecard and shipping"/>
          <p:cNvSpPr txBox="1"/>
          <p:nvPr/>
        </p:nvSpPr>
        <p:spPr>
          <a:xfrm>
            <a:off x="749808" y="3108960"/>
            <a:ext cx="2194560" cy="731520"/>
          </a:xfrm>
          <a:prstGeom prst="rect">
            <a:avLst/>
          </a:prstGeom>
          <a:noFill/>
        </p:spPr>
        <p:txBody>
          <a:bodyPr wrap="square" lIns="9144" rIns="9144" tIns="0" bIns="0">
            <a:spAutoFit/>
          </a:bodyPr>
          <a:lstStyle/>
          <a:p>
            <a:pPr>
              <a:lnSpc>
                <a:spcPct val="106000"/>
              </a:lnSpc>
              <a:spcAft>
                <a:spcPts val="400"/>
              </a:spcAft>
              <a:defRPr sz="1200" b="0">
                <a:solidFill>
                  <a:srgbClr val="9A9AA2"/>
                </a:solidFill>
                <a:latin typeface="Helvetica Neue"/>
              </a:defRPr>
            </a:pPr>
            <a:r>
              <a:t>Performance scorecard and shipping</a:t>
            </a:r>
          </a:p>
        </p:txBody>
      </p:sp>
      <p:cxnSp>
        <p:nvCxnSpPr>
          <p:cNvPr id="11" name="Connector 10"/>
          <p:cNvCxnSpPr/>
          <p:nvPr/>
        </p:nvCxnSpPr>
        <p:spPr>
          <a:xfrm>
            <a:off x="3136392" y="2852928"/>
            <a:ext cx="173736" cy="0"/>
          </a:xfrm>
          <a:prstGeom prst="line">
            <a:avLst/>
          </a:prstGeom>
          <a:ln w="10160">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337560" y="1783080"/>
            <a:ext cx="2560320" cy="2331720"/>
          </a:xfrm>
          <a:prstGeom prst="roundRect">
            <a:avLst>
              <a:gd name="adj" fmla="val 5490"/>
            </a:avLst>
          </a:prstGeom>
          <a:solidFill>
            <a:srgbClr val="100821"/>
          </a:solidFill>
          <a:ln w="1524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538728" y="1892807"/>
            <a:ext cx="879195" cy="219456"/>
          </a:xfrm>
          <a:prstGeom prst="roundRect">
            <a:avLst>
              <a:gd name="adj" fmla="val 50000"/>
            </a:avLst>
          </a:prstGeom>
          <a:solidFill>
            <a:srgbClr val="B3A5FF"/>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TONIGHT"/>
          <p:cNvSpPr txBox="1"/>
          <p:nvPr/>
        </p:nvSpPr>
        <p:spPr>
          <a:xfrm>
            <a:off x="3538728" y="1911095"/>
            <a:ext cx="879195" cy="201168"/>
          </a:xfrm>
          <a:prstGeom prst="rect">
            <a:avLst/>
          </a:prstGeom>
          <a:noFill/>
        </p:spPr>
        <p:txBody>
          <a:bodyPr wrap="square" lIns="9144" rIns="9144" tIns="0" bIns="0" anchor="ctr">
            <a:spAutoFit/>
          </a:bodyPr>
          <a:lstStyle/>
          <a:p>
            <a:pPr algn="ctr">
              <a:lnSpc>
                <a:spcPct val="106000"/>
              </a:lnSpc>
              <a:spcAft>
                <a:spcPts val="400"/>
              </a:spcAft>
              <a:defRPr sz="900" b="0">
                <a:solidFill>
                  <a:srgbClr val="000000"/>
                </a:solidFill>
                <a:latin typeface="Helvetica Neue"/>
              </a:defRPr>
            </a:pPr>
            <a:r>
              <a:t>TONIGHT</a:t>
            </a:r>
          </a:p>
        </p:txBody>
      </p:sp>
      <p:sp>
        <p:nvSpPr>
          <p:cNvPr id="15" name="text:Build night 5"/>
          <p:cNvSpPr txBox="1"/>
          <p:nvPr/>
        </p:nvSpPr>
        <p:spPr>
          <a:xfrm>
            <a:off x="3538728" y="2331720"/>
            <a:ext cx="2194560" cy="365760"/>
          </a:xfrm>
          <a:prstGeom prst="rect">
            <a:avLst/>
          </a:prstGeom>
          <a:noFill/>
        </p:spPr>
        <p:txBody>
          <a:bodyPr wrap="square" lIns="9144" rIns="9144" tIns="0" bIns="0">
            <a:spAutoFit/>
          </a:bodyPr>
          <a:lstStyle/>
          <a:p>
            <a:pPr>
              <a:lnSpc>
                <a:spcPct val="106000"/>
              </a:lnSpc>
              <a:spcAft>
                <a:spcPts val="400"/>
              </a:spcAft>
              <a:defRPr sz="2000" b="0">
                <a:solidFill>
                  <a:srgbClr val="F2F5F8"/>
                </a:solidFill>
                <a:latin typeface="Helvetica Neue"/>
              </a:defRPr>
            </a:pPr>
            <a:r>
              <a:t>Build night 5</a:t>
            </a:r>
          </a:p>
        </p:txBody>
      </p:sp>
      <p:sp>
        <p:nvSpPr>
          <p:cNvPr id="16" name="text:Thu 11 Feb"/>
          <p:cNvSpPr txBox="1"/>
          <p:nvPr/>
        </p:nvSpPr>
        <p:spPr>
          <a:xfrm>
            <a:off x="3538728" y="2743200"/>
            <a:ext cx="2194560" cy="228600"/>
          </a:xfrm>
          <a:prstGeom prst="rect">
            <a:avLst/>
          </a:prstGeom>
          <a:noFill/>
        </p:spPr>
        <p:txBody>
          <a:bodyPr wrap="square" lIns="9144" rIns="9144" tIns="0" bIns="0">
            <a:spAutoFit/>
          </a:bodyPr>
          <a:lstStyle/>
          <a:p>
            <a:pPr>
              <a:lnSpc>
                <a:spcPct val="106000"/>
              </a:lnSpc>
              <a:spcAft>
                <a:spcPts val="400"/>
              </a:spcAft>
              <a:defRPr sz="1300" b="0">
                <a:solidFill>
                  <a:srgbClr val="B3A5FF"/>
                </a:solidFill>
                <a:latin typeface="Helvetica Neue"/>
              </a:defRPr>
            </a:pPr>
            <a:r>
              <a:t>Thu 11 Feb</a:t>
            </a:r>
          </a:p>
        </p:txBody>
      </p:sp>
      <p:sp>
        <p:nvSpPr>
          <p:cNvPr id="17" name="text:Demo rehearsal and freeze"/>
          <p:cNvSpPr txBox="1"/>
          <p:nvPr/>
        </p:nvSpPr>
        <p:spPr>
          <a:xfrm>
            <a:off x="3538728" y="3108960"/>
            <a:ext cx="2194560" cy="731520"/>
          </a:xfrm>
          <a:prstGeom prst="rect">
            <a:avLst/>
          </a:prstGeom>
          <a:noFill/>
        </p:spPr>
        <p:txBody>
          <a:bodyPr wrap="square" lIns="9144" rIns="9144" tIns="0" bIns="0">
            <a:spAutoFit/>
          </a:bodyPr>
          <a:lstStyle/>
          <a:p>
            <a:pPr>
              <a:lnSpc>
                <a:spcPct val="106000"/>
              </a:lnSpc>
              <a:spcAft>
                <a:spcPts val="400"/>
              </a:spcAft>
              <a:defRPr sz="1200" b="0">
                <a:solidFill>
                  <a:srgbClr val="9A9AA2"/>
                </a:solidFill>
                <a:latin typeface="Helvetica Neue"/>
              </a:defRPr>
            </a:pPr>
            <a:r>
              <a:t>Demo rehearsal and freeze</a:t>
            </a:r>
          </a:p>
        </p:txBody>
      </p:sp>
      <p:cxnSp>
        <p:nvCxnSpPr>
          <p:cNvPr id="18" name="Connector 17"/>
          <p:cNvCxnSpPr/>
          <p:nvPr/>
        </p:nvCxnSpPr>
        <p:spPr>
          <a:xfrm>
            <a:off x="5925312" y="2852928"/>
            <a:ext cx="173736" cy="0"/>
          </a:xfrm>
          <a:prstGeom prst="line">
            <a:avLst/>
          </a:prstGeom>
          <a:ln w="10160">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126480" y="1783080"/>
            <a:ext cx="2560320" cy="2331720"/>
          </a:xfrm>
          <a:prstGeom prst="roundRect">
            <a:avLst>
              <a:gd name="adj" fmla="val 5490"/>
            </a:avLst>
          </a:prstGeom>
          <a:noFill/>
          <a:ln w="10160">
            <a:solidFill>
              <a:srgbClr val="9A9AA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327648" y="1892807"/>
            <a:ext cx="619963" cy="219456"/>
          </a:xfrm>
          <a:prstGeom prst="roundRect">
            <a:avLst>
              <a:gd name="adj" fmla="val 50000"/>
            </a:avLst>
          </a:prstGeom>
          <a:noFill/>
          <a:ln w="10160">
            <a:solidFill>
              <a:srgbClr val="9A9AA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NEXT"/>
          <p:cNvSpPr txBox="1"/>
          <p:nvPr/>
        </p:nvSpPr>
        <p:spPr>
          <a:xfrm>
            <a:off x="6327648" y="1911095"/>
            <a:ext cx="619963" cy="201168"/>
          </a:xfrm>
          <a:prstGeom prst="rect">
            <a:avLst/>
          </a:prstGeom>
          <a:noFill/>
        </p:spPr>
        <p:txBody>
          <a:bodyPr wrap="square" lIns="9144" rIns="9144" tIns="0" bIns="0" anchor="ctr">
            <a:spAutoFit/>
          </a:bodyPr>
          <a:lstStyle/>
          <a:p>
            <a:pPr algn="ctr">
              <a:lnSpc>
                <a:spcPct val="106000"/>
              </a:lnSpc>
              <a:spcAft>
                <a:spcPts val="400"/>
              </a:spcAft>
              <a:defRPr sz="900" b="0">
                <a:solidFill>
                  <a:srgbClr val="9A9AA2"/>
                </a:solidFill>
                <a:latin typeface="Helvetica Neue"/>
              </a:defRPr>
            </a:pPr>
            <a:r>
              <a:t>NEXT</a:t>
            </a:r>
          </a:p>
        </p:txBody>
      </p:sp>
      <p:sp>
        <p:nvSpPr>
          <p:cNvPr id="22" name="text:Demo Day"/>
          <p:cNvSpPr txBox="1"/>
          <p:nvPr/>
        </p:nvSpPr>
        <p:spPr>
          <a:xfrm>
            <a:off x="6327648" y="2331720"/>
            <a:ext cx="2194560" cy="365760"/>
          </a:xfrm>
          <a:prstGeom prst="rect">
            <a:avLst/>
          </a:prstGeom>
          <a:noFill/>
        </p:spPr>
        <p:txBody>
          <a:bodyPr wrap="square" lIns="9144" rIns="9144" tIns="0" bIns="0">
            <a:spAutoFit/>
          </a:bodyPr>
          <a:lstStyle/>
          <a:p>
            <a:pPr>
              <a:lnSpc>
                <a:spcPct val="106000"/>
              </a:lnSpc>
              <a:spcAft>
                <a:spcPts val="400"/>
              </a:spcAft>
              <a:defRPr sz="2000" b="0">
                <a:solidFill>
                  <a:srgbClr val="F2F5F8"/>
                </a:solidFill>
                <a:latin typeface="Helvetica Neue"/>
              </a:defRPr>
            </a:pPr>
            <a:r>
              <a:t>Demo Day</a:t>
            </a:r>
          </a:p>
        </p:txBody>
      </p:sp>
      <p:sp>
        <p:nvSpPr>
          <p:cNvPr id="23" name="text:Thu 18 Feb"/>
          <p:cNvSpPr txBox="1"/>
          <p:nvPr/>
        </p:nvSpPr>
        <p:spPr>
          <a:xfrm>
            <a:off x="6327648" y="2743200"/>
            <a:ext cx="2194560" cy="228600"/>
          </a:xfrm>
          <a:prstGeom prst="rect">
            <a:avLst/>
          </a:prstGeom>
          <a:noFill/>
        </p:spPr>
        <p:txBody>
          <a:bodyPr wrap="square" lIns="9144" rIns="9144" tIns="0" bIns="0">
            <a:spAutoFit/>
          </a:bodyPr>
          <a:lstStyle/>
          <a:p>
            <a:pPr>
              <a:lnSpc>
                <a:spcPct val="106000"/>
              </a:lnSpc>
              <a:spcAft>
                <a:spcPts val="400"/>
              </a:spcAft>
              <a:defRPr sz="1300" b="0">
                <a:solidFill>
                  <a:srgbClr val="9A9AA2"/>
                </a:solidFill>
                <a:latin typeface="Helvetica Neue"/>
              </a:defRPr>
            </a:pPr>
            <a:r>
              <a:t>Thu 18 Feb</a:t>
            </a:r>
          </a:p>
        </p:txBody>
      </p:sp>
      <p:sp>
        <p:nvSpPr>
          <p:cNvPr id="24" name="text:Working projects, agent, exchange or"/>
          <p:cNvSpPr txBox="1"/>
          <p:nvPr/>
        </p:nvSpPr>
        <p:spPr>
          <a:xfrm>
            <a:off x="6327648" y="3108960"/>
            <a:ext cx="2194560" cy="731520"/>
          </a:xfrm>
          <a:prstGeom prst="rect">
            <a:avLst/>
          </a:prstGeom>
          <a:noFill/>
        </p:spPr>
        <p:txBody>
          <a:bodyPr wrap="square" lIns="9144" rIns="9144" tIns="0" bIns="0">
            <a:spAutoFit/>
          </a:bodyPr>
          <a:lstStyle/>
          <a:p>
            <a:pPr>
              <a:lnSpc>
                <a:spcPct val="106000"/>
              </a:lnSpc>
              <a:spcAft>
                <a:spcPts val="400"/>
              </a:spcAft>
              <a:defRPr sz="1200" b="0">
                <a:solidFill>
                  <a:srgbClr val="9A9AA2"/>
                </a:solidFill>
                <a:latin typeface="Helvetica Neue"/>
              </a:defRPr>
            </a:pPr>
            <a:r>
              <a:t>Working projects, agent, exchange or tooling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Tonight"/>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Tonight</a:t>
            </a:r>
          </a:p>
        </p:txBody>
      </p:sp>
      <p:sp>
        <p:nvSpPr>
          <p:cNvPr id="3" name="text:18:00 to 20:00. Two timed runs, one "/>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18:00 to 20:00. Two timed runs, one fix block, one freeze.</a:t>
            </a:r>
          </a:p>
        </p:txBody>
      </p:sp>
      <p:sp>
        <p:nvSpPr>
          <p:cNvPr id="4" name="text:3"/>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3</a:t>
            </a:r>
          </a:p>
        </p:txBody>
      </p:sp>
      <p:sp>
        <p:nvSpPr>
          <p:cNvPr id="5" name="Rounded Rectangle 4"/>
          <p:cNvSpPr/>
          <p:nvPr/>
        </p:nvSpPr>
        <p:spPr>
          <a:xfrm>
            <a:off x="548640" y="1600200"/>
            <a:ext cx="2560320" cy="1371600"/>
          </a:xfrm>
          <a:prstGeom prst="roundRect">
            <a:avLst>
              <a:gd name="adj" fmla="val 9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18:00"/>
          <p:cNvSpPr txBox="1"/>
          <p:nvPr/>
        </p:nvSpPr>
        <p:spPr>
          <a:xfrm>
            <a:off x="731520" y="1755648"/>
            <a:ext cx="1371600" cy="36576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18:00</a:t>
            </a:r>
          </a:p>
        </p:txBody>
      </p:sp>
      <p:sp>
        <p:nvSpPr>
          <p:cNvPr id="7" name="text:15 min"/>
          <p:cNvSpPr txBox="1"/>
          <p:nvPr/>
        </p:nvSpPr>
        <p:spPr>
          <a:xfrm>
            <a:off x="2011680" y="1819656"/>
            <a:ext cx="914400" cy="228600"/>
          </a:xfrm>
          <a:prstGeom prst="rect">
            <a:avLst/>
          </a:prstGeom>
          <a:noFill/>
        </p:spPr>
        <p:txBody>
          <a:bodyPr wrap="square" lIns="9144" rIns="9144" tIns="0" bIns="0">
            <a:spAutoFit/>
          </a:bodyPr>
          <a:lstStyle/>
          <a:p>
            <a:pPr algn="r">
              <a:lnSpc>
                <a:spcPct val="106000"/>
              </a:lnSpc>
              <a:spcAft>
                <a:spcPts val="400"/>
              </a:spcAft>
              <a:defRPr sz="1000" b="0">
                <a:solidFill>
                  <a:srgbClr val="9A9AA2"/>
                </a:solidFill>
                <a:latin typeface="Helvetica Neue"/>
              </a:defRPr>
            </a:pPr>
            <a:r>
              <a:t>15 min</a:t>
            </a:r>
          </a:p>
        </p:txBody>
      </p:sp>
      <p:sp>
        <p:nvSpPr>
          <p:cNvPr id="8" name="text:Readiness circle"/>
          <p:cNvSpPr txBox="1"/>
          <p:nvPr/>
        </p:nvSpPr>
        <p:spPr>
          <a:xfrm>
            <a:off x="731520" y="2258568"/>
            <a:ext cx="2240280" cy="274320"/>
          </a:xfrm>
          <a:prstGeom prst="rect">
            <a:avLst/>
          </a:prstGeom>
          <a:noFill/>
        </p:spPr>
        <p:txBody>
          <a:bodyPr wrap="square" lIns="9144" rIns="9144" tIns="0" bIns="0">
            <a:spAutoFit/>
          </a:bodyPr>
          <a:lstStyle/>
          <a:p>
            <a:pPr>
              <a:lnSpc>
                <a:spcPct val="106000"/>
              </a:lnSpc>
              <a:spcAft>
                <a:spcPts val="400"/>
              </a:spcAft>
              <a:defRPr sz="1600" b="0">
                <a:solidFill>
                  <a:srgbClr val="F2F5F8"/>
                </a:solidFill>
                <a:latin typeface="Helvetica Neue"/>
              </a:defRPr>
            </a:pPr>
            <a:r>
              <a:t>Readiness circle</a:t>
            </a:r>
          </a:p>
        </p:txBody>
      </p:sp>
      <p:sp>
        <p:nvSpPr>
          <p:cNvPr id="9" name="text:presenters, links, missing evidence"/>
          <p:cNvSpPr txBox="1"/>
          <p:nvPr/>
        </p:nvSpPr>
        <p:spPr>
          <a:xfrm>
            <a:off x="731520" y="2560320"/>
            <a:ext cx="2240280" cy="3657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presenters, links, missing evidence</a:t>
            </a:r>
          </a:p>
        </p:txBody>
      </p:sp>
      <p:sp>
        <p:nvSpPr>
          <p:cNvPr id="10" name="Rounded Rectangle 9"/>
          <p:cNvSpPr/>
          <p:nvPr/>
        </p:nvSpPr>
        <p:spPr>
          <a:xfrm>
            <a:off x="3337560" y="1600200"/>
            <a:ext cx="2560320" cy="1371600"/>
          </a:xfrm>
          <a:prstGeom prst="roundRect">
            <a:avLst>
              <a:gd name="adj" fmla="val 9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18:15"/>
          <p:cNvSpPr txBox="1"/>
          <p:nvPr/>
        </p:nvSpPr>
        <p:spPr>
          <a:xfrm>
            <a:off x="3520440" y="1755648"/>
            <a:ext cx="1371600" cy="36576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18:15</a:t>
            </a:r>
          </a:p>
        </p:txBody>
      </p:sp>
      <p:sp>
        <p:nvSpPr>
          <p:cNvPr id="12" name="text:20 min"/>
          <p:cNvSpPr txBox="1"/>
          <p:nvPr/>
        </p:nvSpPr>
        <p:spPr>
          <a:xfrm>
            <a:off x="4800600" y="1819656"/>
            <a:ext cx="914400" cy="228600"/>
          </a:xfrm>
          <a:prstGeom prst="rect">
            <a:avLst/>
          </a:prstGeom>
          <a:noFill/>
        </p:spPr>
        <p:txBody>
          <a:bodyPr wrap="square" lIns="9144" rIns="9144" tIns="0" bIns="0">
            <a:spAutoFit/>
          </a:bodyPr>
          <a:lstStyle/>
          <a:p>
            <a:pPr algn="r">
              <a:lnSpc>
                <a:spcPct val="106000"/>
              </a:lnSpc>
              <a:spcAft>
                <a:spcPts val="400"/>
              </a:spcAft>
              <a:defRPr sz="1000" b="0">
                <a:solidFill>
                  <a:srgbClr val="9A9AA2"/>
                </a:solidFill>
                <a:latin typeface="Helvetica Neue"/>
              </a:defRPr>
            </a:pPr>
            <a:r>
              <a:t>20 min</a:t>
            </a:r>
          </a:p>
        </p:txBody>
      </p:sp>
      <p:sp>
        <p:nvSpPr>
          <p:cNvPr id="13" name="text:Demo structure"/>
          <p:cNvSpPr txBox="1"/>
          <p:nvPr/>
        </p:nvSpPr>
        <p:spPr>
          <a:xfrm>
            <a:off x="3520440" y="2258568"/>
            <a:ext cx="2240280" cy="274320"/>
          </a:xfrm>
          <a:prstGeom prst="rect">
            <a:avLst/>
          </a:prstGeom>
          <a:noFill/>
        </p:spPr>
        <p:txBody>
          <a:bodyPr wrap="square" lIns="9144" rIns="9144" tIns="0" bIns="0">
            <a:spAutoFit/>
          </a:bodyPr>
          <a:lstStyle/>
          <a:p>
            <a:pPr>
              <a:lnSpc>
                <a:spcPct val="106000"/>
              </a:lnSpc>
              <a:spcAft>
                <a:spcPts val="400"/>
              </a:spcAft>
              <a:defRPr sz="1600" b="0">
                <a:solidFill>
                  <a:srgbClr val="F2F5F8"/>
                </a:solidFill>
                <a:latin typeface="Helvetica Neue"/>
              </a:defRPr>
            </a:pPr>
            <a:r>
              <a:t>Demo structure</a:t>
            </a:r>
          </a:p>
        </p:txBody>
      </p:sp>
      <p:sp>
        <p:nvSpPr>
          <p:cNvPr id="14" name="text:four parts and the failure plan"/>
          <p:cNvSpPr txBox="1"/>
          <p:nvPr/>
        </p:nvSpPr>
        <p:spPr>
          <a:xfrm>
            <a:off x="3520440" y="2560320"/>
            <a:ext cx="2240280" cy="3657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four parts and the failure plan</a:t>
            </a:r>
          </a:p>
        </p:txBody>
      </p:sp>
      <p:sp>
        <p:nvSpPr>
          <p:cNvPr id="15" name="Rounded Rectangle 14"/>
          <p:cNvSpPr/>
          <p:nvPr/>
        </p:nvSpPr>
        <p:spPr>
          <a:xfrm>
            <a:off x="6126479" y="1600200"/>
            <a:ext cx="2560320" cy="1371600"/>
          </a:xfrm>
          <a:prstGeom prst="roundRect">
            <a:avLst>
              <a:gd name="adj" fmla="val 9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18:35"/>
          <p:cNvSpPr txBox="1"/>
          <p:nvPr/>
        </p:nvSpPr>
        <p:spPr>
          <a:xfrm>
            <a:off x="6309359" y="1755648"/>
            <a:ext cx="1371600" cy="36576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18:35</a:t>
            </a:r>
          </a:p>
        </p:txBody>
      </p:sp>
      <p:sp>
        <p:nvSpPr>
          <p:cNvPr id="17" name="text:30 min"/>
          <p:cNvSpPr txBox="1"/>
          <p:nvPr/>
        </p:nvSpPr>
        <p:spPr>
          <a:xfrm>
            <a:off x="7589519" y="1819656"/>
            <a:ext cx="914400" cy="228600"/>
          </a:xfrm>
          <a:prstGeom prst="rect">
            <a:avLst/>
          </a:prstGeom>
          <a:noFill/>
        </p:spPr>
        <p:txBody>
          <a:bodyPr wrap="square" lIns="9144" rIns="9144" tIns="0" bIns="0">
            <a:spAutoFit/>
          </a:bodyPr>
          <a:lstStyle/>
          <a:p>
            <a:pPr algn="r">
              <a:lnSpc>
                <a:spcPct val="106000"/>
              </a:lnSpc>
              <a:spcAft>
                <a:spcPts val="400"/>
              </a:spcAft>
              <a:defRPr sz="1000" b="0">
                <a:solidFill>
                  <a:srgbClr val="9A9AA2"/>
                </a:solidFill>
                <a:latin typeface="Helvetica Neue"/>
              </a:defRPr>
            </a:pPr>
            <a:r>
              <a:t>30 min</a:t>
            </a:r>
          </a:p>
        </p:txBody>
      </p:sp>
      <p:sp>
        <p:nvSpPr>
          <p:cNvPr id="18" name="text:Rehearsal 1"/>
          <p:cNvSpPr txBox="1"/>
          <p:nvPr/>
        </p:nvSpPr>
        <p:spPr>
          <a:xfrm>
            <a:off x="6309359" y="2258568"/>
            <a:ext cx="2240280" cy="274320"/>
          </a:xfrm>
          <a:prstGeom prst="rect">
            <a:avLst/>
          </a:prstGeom>
          <a:noFill/>
        </p:spPr>
        <p:txBody>
          <a:bodyPr wrap="square" lIns="9144" rIns="9144" tIns="0" bIns="0">
            <a:spAutoFit/>
          </a:bodyPr>
          <a:lstStyle/>
          <a:p>
            <a:pPr>
              <a:lnSpc>
                <a:spcPct val="106000"/>
              </a:lnSpc>
              <a:spcAft>
                <a:spcPts val="400"/>
              </a:spcAft>
              <a:defRPr sz="1600" b="0">
                <a:solidFill>
                  <a:srgbClr val="F2F5F8"/>
                </a:solidFill>
                <a:latin typeface="Helvetica Neue"/>
              </a:defRPr>
            </a:pPr>
            <a:r>
              <a:t>Rehearsal 1</a:t>
            </a:r>
          </a:p>
        </p:txBody>
      </p:sp>
      <p:sp>
        <p:nvSpPr>
          <p:cNvPr id="19" name="text:3 minutes plus 2 of questions each"/>
          <p:cNvSpPr txBox="1"/>
          <p:nvPr/>
        </p:nvSpPr>
        <p:spPr>
          <a:xfrm>
            <a:off x="6309359" y="2560320"/>
            <a:ext cx="2240280" cy="3657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3 minutes plus 2 of questions each</a:t>
            </a:r>
          </a:p>
        </p:txBody>
      </p:sp>
      <p:sp>
        <p:nvSpPr>
          <p:cNvPr id="20" name="Rounded Rectangle 19"/>
          <p:cNvSpPr/>
          <p:nvPr/>
        </p:nvSpPr>
        <p:spPr>
          <a:xfrm>
            <a:off x="548640" y="3154680"/>
            <a:ext cx="2560320" cy="1371600"/>
          </a:xfrm>
          <a:prstGeom prst="roundRect">
            <a:avLst>
              <a:gd name="adj" fmla="val 9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19:05"/>
          <p:cNvSpPr txBox="1"/>
          <p:nvPr/>
        </p:nvSpPr>
        <p:spPr>
          <a:xfrm>
            <a:off x="731520" y="3310128"/>
            <a:ext cx="1371600" cy="36576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19:05</a:t>
            </a:r>
          </a:p>
        </p:txBody>
      </p:sp>
      <p:sp>
        <p:nvSpPr>
          <p:cNvPr id="22" name="text:30 min"/>
          <p:cNvSpPr txBox="1"/>
          <p:nvPr/>
        </p:nvSpPr>
        <p:spPr>
          <a:xfrm>
            <a:off x="2011680" y="3374136"/>
            <a:ext cx="914400" cy="228600"/>
          </a:xfrm>
          <a:prstGeom prst="rect">
            <a:avLst/>
          </a:prstGeom>
          <a:noFill/>
        </p:spPr>
        <p:txBody>
          <a:bodyPr wrap="square" lIns="9144" rIns="9144" tIns="0" bIns="0">
            <a:spAutoFit/>
          </a:bodyPr>
          <a:lstStyle/>
          <a:p>
            <a:pPr algn="r">
              <a:lnSpc>
                <a:spcPct val="106000"/>
              </a:lnSpc>
              <a:spcAft>
                <a:spcPts val="400"/>
              </a:spcAft>
              <a:defRPr sz="1000" b="0">
                <a:solidFill>
                  <a:srgbClr val="9A9AA2"/>
                </a:solidFill>
                <a:latin typeface="Helvetica Neue"/>
              </a:defRPr>
            </a:pPr>
            <a:r>
              <a:t>30 min</a:t>
            </a:r>
          </a:p>
        </p:txBody>
      </p:sp>
      <p:sp>
        <p:nvSpPr>
          <p:cNvPr id="23" name="text:Fix the weakest claim"/>
          <p:cNvSpPr txBox="1"/>
          <p:nvPr/>
        </p:nvSpPr>
        <p:spPr>
          <a:xfrm>
            <a:off x="731520" y="3813048"/>
            <a:ext cx="2240280" cy="274320"/>
          </a:xfrm>
          <a:prstGeom prst="rect">
            <a:avLst/>
          </a:prstGeom>
          <a:noFill/>
        </p:spPr>
        <p:txBody>
          <a:bodyPr wrap="square" lIns="9144" rIns="9144" tIns="0" bIns="0">
            <a:spAutoFit/>
          </a:bodyPr>
          <a:lstStyle/>
          <a:p>
            <a:pPr>
              <a:lnSpc>
                <a:spcPct val="106000"/>
              </a:lnSpc>
              <a:spcAft>
                <a:spcPts val="400"/>
              </a:spcAft>
              <a:defRPr sz="1600" b="0">
                <a:solidFill>
                  <a:srgbClr val="F2F5F8"/>
                </a:solidFill>
                <a:latin typeface="Helvetica Neue"/>
              </a:defRPr>
            </a:pPr>
            <a:r>
              <a:t>Fix the weakest claim</a:t>
            </a:r>
          </a:p>
        </p:txBody>
      </p:sp>
      <p:sp>
        <p:nvSpPr>
          <p:cNvPr id="24" name="text:rerun the core test"/>
          <p:cNvSpPr txBox="1"/>
          <p:nvPr/>
        </p:nvSpPr>
        <p:spPr>
          <a:xfrm>
            <a:off x="731520" y="4114800"/>
            <a:ext cx="2240280" cy="3657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rerun the core test</a:t>
            </a:r>
          </a:p>
        </p:txBody>
      </p:sp>
      <p:sp>
        <p:nvSpPr>
          <p:cNvPr id="25" name="Rounded Rectangle 24"/>
          <p:cNvSpPr/>
          <p:nvPr/>
        </p:nvSpPr>
        <p:spPr>
          <a:xfrm>
            <a:off x="3337560" y="3154680"/>
            <a:ext cx="2560320" cy="1371600"/>
          </a:xfrm>
          <a:prstGeom prst="roundRect">
            <a:avLst>
              <a:gd name="adj" fmla="val 9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19:35"/>
          <p:cNvSpPr txBox="1"/>
          <p:nvPr/>
        </p:nvSpPr>
        <p:spPr>
          <a:xfrm>
            <a:off x="3520440" y="3310128"/>
            <a:ext cx="1371600" cy="36576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19:35</a:t>
            </a:r>
          </a:p>
        </p:txBody>
      </p:sp>
      <p:sp>
        <p:nvSpPr>
          <p:cNvPr id="27" name="text:20 min"/>
          <p:cNvSpPr txBox="1"/>
          <p:nvPr/>
        </p:nvSpPr>
        <p:spPr>
          <a:xfrm>
            <a:off x="4800600" y="3374136"/>
            <a:ext cx="914400" cy="228600"/>
          </a:xfrm>
          <a:prstGeom prst="rect">
            <a:avLst/>
          </a:prstGeom>
          <a:noFill/>
        </p:spPr>
        <p:txBody>
          <a:bodyPr wrap="square" lIns="9144" rIns="9144" tIns="0" bIns="0">
            <a:spAutoFit/>
          </a:bodyPr>
          <a:lstStyle/>
          <a:p>
            <a:pPr algn="r">
              <a:lnSpc>
                <a:spcPct val="106000"/>
              </a:lnSpc>
              <a:spcAft>
                <a:spcPts val="400"/>
              </a:spcAft>
              <a:defRPr sz="1000" b="0">
                <a:solidFill>
                  <a:srgbClr val="9A9AA2"/>
                </a:solidFill>
                <a:latin typeface="Helvetica Neue"/>
              </a:defRPr>
            </a:pPr>
            <a:r>
              <a:t>20 min</a:t>
            </a:r>
          </a:p>
        </p:txBody>
      </p:sp>
      <p:sp>
        <p:nvSpPr>
          <p:cNvPr id="28" name="text:Rehearsal 2"/>
          <p:cNvSpPr txBox="1"/>
          <p:nvPr/>
        </p:nvSpPr>
        <p:spPr>
          <a:xfrm>
            <a:off x="3520440" y="3813048"/>
            <a:ext cx="2240280" cy="274320"/>
          </a:xfrm>
          <a:prstGeom prst="rect">
            <a:avLst/>
          </a:prstGeom>
          <a:noFill/>
        </p:spPr>
        <p:txBody>
          <a:bodyPr wrap="square" lIns="9144" rIns="9144" tIns="0" bIns="0">
            <a:spAutoFit/>
          </a:bodyPr>
          <a:lstStyle/>
          <a:p>
            <a:pPr>
              <a:lnSpc>
                <a:spcPct val="106000"/>
              </a:lnSpc>
              <a:spcAft>
                <a:spcPts val="400"/>
              </a:spcAft>
              <a:defRPr sz="1600" b="0">
                <a:solidFill>
                  <a:srgbClr val="F2F5F8"/>
                </a:solidFill>
                <a:latin typeface="Helvetica Neue"/>
              </a:defRPr>
            </a:pPr>
            <a:r>
              <a:t>Rehearsal 2</a:t>
            </a:r>
          </a:p>
        </p:txBody>
      </p:sp>
      <p:sp>
        <p:nvSpPr>
          <p:cNvPr id="29" name="text:new listeners, recorded backup"/>
          <p:cNvSpPr txBox="1"/>
          <p:nvPr/>
        </p:nvSpPr>
        <p:spPr>
          <a:xfrm>
            <a:off x="3520440" y="4114800"/>
            <a:ext cx="2240280" cy="3657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new listeners, recorded backup</a:t>
            </a:r>
          </a:p>
        </p:txBody>
      </p:sp>
      <p:sp>
        <p:nvSpPr>
          <p:cNvPr id="30" name="Rounded Rectangle 29"/>
          <p:cNvSpPr/>
          <p:nvPr/>
        </p:nvSpPr>
        <p:spPr>
          <a:xfrm>
            <a:off x="6126479" y="3154680"/>
            <a:ext cx="2560320" cy="1371600"/>
          </a:xfrm>
          <a:prstGeom prst="roundRect">
            <a:avLst>
              <a:gd name="adj" fmla="val 9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19:55"/>
          <p:cNvSpPr txBox="1"/>
          <p:nvPr/>
        </p:nvSpPr>
        <p:spPr>
          <a:xfrm>
            <a:off x="6309359" y="3310128"/>
            <a:ext cx="1371600" cy="36576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19:55</a:t>
            </a:r>
          </a:p>
        </p:txBody>
      </p:sp>
      <p:sp>
        <p:nvSpPr>
          <p:cNvPr id="32" name="text:5 min"/>
          <p:cNvSpPr txBox="1"/>
          <p:nvPr/>
        </p:nvSpPr>
        <p:spPr>
          <a:xfrm>
            <a:off x="7589519" y="3374136"/>
            <a:ext cx="914400" cy="228600"/>
          </a:xfrm>
          <a:prstGeom prst="rect">
            <a:avLst/>
          </a:prstGeom>
          <a:noFill/>
        </p:spPr>
        <p:txBody>
          <a:bodyPr wrap="square" lIns="9144" rIns="9144" tIns="0" bIns="0">
            <a:spAutoFit/>
          </a:bodyPr>
          <a:lstStyle/>
          <a:p>
            <a:pPr algn="r">
              <a:lnSpc>
                <a:spcPct val="106000"/>
              </a:lnSpc>
              <a:spcAft>
                <a:spcPts val="400"/>
              </a:spcAft>
              <a:defRPr sz="1000" b="0">
                <a:solidFill>
                  <a:srgbClr val="9A9AA2"/>
                </a:solidFill>
                <a:latin typeface="Helvetica Neue"/>
              </a:defRPr>
            </a:pPr>
            <a:r>
              <a:t>5 min</a:t>
            </a:r>
          </a:p>
        </p:txBody>
      </p:sp>
      <p:sp>
        <p:nvSpPr>
          <p:cNvPr id="33" name="text:Freeze and send"/>
          <p:cNvSpPr txBox="1"/>
          <p:nvPr/>
        </p:nvSpPr>
        <p:spPr>
          <a:xfrm>
            <a:off x="6309359" y="3813048"/>
            <a:ext cx="2240280" cy="274320"/>
          </a:xfrm>
          <a:prstGeom prst="rect">
            <a:avLst/>
          </a:prstGeom>
          <a:noFill/>
        </p:spPr>
        <p:txBody>
          <a:bodyPr wrap="square" lIns="9144" rIns="9144" tIns="0" bIns="0">
            <a:spAutoFit/>
          </a:bodyPr>
          <a:lstStyle/>
          <a:p>
            <a:pPr>
              <a:lnSpc>
                <a:spcPct val="106000"/>
              </a:lnSpc>
              <a:spcAft>
                <a:spcPts val="400"/>
              </a:spcAft>
              <a:defRPr sz="1600" b="0">
                <a:solidFill>
                  <a:srgbClr val="F2F5F8"/>
                </a:solidFill>
                <a:latin typeface="Helvetica Neue"/>
              </a:defRPr>
            </a:pPr>
            <a:r>
              <a:t>Freeze and send</a:t>
            </a:r>
          </a:p>
        </p:txBody>
      </p:sp>
      <p:sp>
        <p:nvSpPr>
          <p:cNvPr id="34" name="text:commit, demo pack to the leads"/>
          <p:cNvSpPr txBox="1"/>
          <p:nvPr/>
        </p:nvSpPr>
        <p:spPr>
          <a:xfrm>
            <a:off x="6309359" y="4114800"/>
            <a:ext cx="2240280" cy="3657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commit, demo pack to the leads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Three minutes, four parts"/>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Three minutes, four parts</a:t>
            </a:r>
          </a:p>
        </p:txBody>
      </p:sp>
      <p:sp>
        <p:nvSpPr>
          <p:cNvPr id="3" name="text:A budget for each part, then two min"/>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A budget for each part, then two minutes of questions.</a:t>
            </a:r>
          </a:p>
        </p:txBody>
      </p:sp>
      <p:sp>
        <p:nvSpPr>
          <p:cNvPr id="4" name="text:4"/>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4</a:t>
            </a:r>
          </a:p>
        </p:txBody>
      </p:sp>
      <p:sp>
        <p:nvSpPr>
          <p:cNvPr id="5" name="Rounded Rectangle 4"/>
          <p:cNvSpPr/>
          <p:nvPr/>
        </p:nvSpPr>
        <p:spPr>
          <a:xfrm>
            <a:off x="548640" y="1554480"/>
            <a:ext cx="1063751" cy="1965960"/>
          </a:xfrm>
          <a:prstGeom prst="roundRect">
            <a:avLst>
              <a:gd name="adj" fmla="val 12034"/>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Problem"/>
          <p:cNvSpPr txBox="1"/>
          <p:nvPr/>
        </p:nvSpPr>
        <p:spPr>
          <a:xfrm>
            <a:off x="676656" y="1691640"/>
            <a:ext cx="880871" cy="274320"/>
          </a:xfrm>
          <a:prstGeom prst="rect">
            <a:avLst/>
          </a:prstGeom>
          <a:noFill/>
        </p:spPr>
        <p:txBody>
          <a:bodyPr wrap="square" lIns="9144" rIns="9144" tIns="0" bIns="0">
            <a:spAutoFit/>
          </a:bodyPr>
          <a:lstStyle/>
          <a:p>
            <a:pPr>
              <a:lnSpc>
                <a:spcPct val="106000"/>
              </a:lnSpc>
              <a:spcAft>
                <a:spcPts val="400"/>
              </a:spcAft>
              <a:defRPr sz="1200" b="0">
                <a:solidFill>
                  <a:srgbClr val="B3A5FF"/>
                </a:solidFill>
                <a:latin typeface="Helvetica Neue"/>
              </a:defRPr>
            </a:pPr>
            <a:r>
              <a:t>Problem</a:t>
            </a:r>
          </a:p>
        </p:txBody>
      </p:sp>
      <p:sp>
        <p:nvSpPr>
          <p:cNvPr id="7" name="text:0:30"/>
          <p:cNvSpPr txBox="1"/>
          <p:nvPr/>
        </p:nvSpPr>
        <p:spPr>
          <a:xfrm>
            <a:off x="676656" y="2057400"/>
            <a:ext cx="880871" cy="502920"/>
          </a:xfrm>
          <a:prstGeom prst="rect">
            <a:avLst/>
          </a:prstGeom>
          <a:noFill/>
        </p:spPr>
        <p:txBody>
          <a:bodyPr wrap="square" lIns="9144" rIns="9144" tIns="0" bIns="0">
            <a:spAutoFit/>
          </a:bodyPr>
          <a:lstStyle/>
          <a:p>
            <a:pPr>
              <a:lnSpc>
                <a:spcPct val="106000"/>
              </a:lnSpc>
              <a:spcAft>
                <a:spcPts val="400"/>
              </a:spcAft>
              <a:defRPr sz="2600" b="0">
                <a:solidFill>
                  <a:srgbClr val="F2F5F8"/>
                </a:solidFill>
                <a:latin typeface="Helvetica Neue"/>
              </a:defRPr>
            </a:pPr>
            <a:r>
              <a:t>0:30</a:t>
            </a:r>
          </a:p>
        </p:txBody>
      </p:sp>
      <p:sp>
        <p:nvSpPr>
          <p:cNvPr id="8" name="text:Who has the problem, in one sentence"/>
          <p:cNvSpPr txBox="1"/>
          <p:nvPr/>
        </p:nvSpPr>
        <p:spPr>
          <a:xfrm>
            <a:off x="676656" y="2743200"/>
            <a:ext cx="826007" cy="73152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Who has the problem, in one sentence</a:t>
            </a:r>
          </a:p>
        </p:txBody>
      </p:sp>
      <p:cxnSp>
        <p:nvCxnSpPr>
          <p:cNvPr id="9" name="Connector 8"/>
          <p:cNvCxnSpPr/>
          <p:nvPr/>
        </p:nvCxnSpPr>
        <p:spPr>
          <a:xfrm>
            <a:off x="548640" y="3611880"/>
            <a:ext cx="0" cy="137159"/>
          </a:xfrm>
          <a:prstGeom prst="line">
            <a:avLst/>
          </a:prstGeom>
          <a:ln w="10160">
            <a:solidFill>
              <a:srgbClr val="3DDC97"/>
            </a:solidFill>
          </a:ln>
        </p:spPr>
        <p:style>
          <a:lnRef idx="2">
            <a:schemeClr val="accent1"/>
          </a:lnRef>
          <a:fillRef idx="0">
            <a:schemeClr val="accent1"/>
          </a:fillRef>
          <a:effectRef idx="1">
            <a:schemeClr val="accent1"/>
          </a:effectRef>
          <a:fontRef idx="minor">
            <a:schemeClr val="tx1"/>
          </a:fontRef>
        </p:style>
      </p:cxnSp>
      <p:sp>
        <p:nvSpPr>
          <p:cNvPr id="10" name="text:0:00"/>
          <p:cNvSpPr txBox="1"/>
          <p:nvPr/>
        </p:nvSpPr>
        <p:spPr>
          <a:xfrm>
            <a:off x="365759" y="3767328"/>
            <a:ext cx="365760" cy="164592"/>
          </a:xfrm>
          <a:prstGeom prst="rect">
            <a:avLst/>
          </a:prstGeom>
          <a:noFill/>
        </p:spPr>
        <p:txBody>
          <a:bodyPr wrap="square" lIns="9144" rIns="9144" tIns="0" bIns="0">
            <a:spAutoFit/>
          </a:bodyPr>
          <a:lstStyle/>
          <a:p>
            <a:pPr algn="ctr">
              <a:lnSpc>
                <a:spcPct val="106000"/>
              </a:lnSpc>
              <a:spcAft>
                <a:spcPts val="400"/>
              </a:spcAft>
              <a:defRPr sz="800" b="0">
                <a:solidFill>
                  <a:srgbClr val="9A9AA2"/>
                </a:solidFill>
                <a:latin typeface="Helvetica Neue"/>
              </a:defRPr>
            </a:pPr>
            <a:r>
              <a:t>0:00</a:t>
            </a:r>
          </a:p>
        </p:txBody>
      </p:sp>
      <p:sp>
        <p:nvSpPr>
          <p:cNvPr id="11" name="Rounded Rectangle 10"/>
          <p:cNvSpPr/>
          <p:nvPr/>
        </p:nvSpPr>
        <p:spPr>
          <a:xfrm>
            <a:off x="1685544" y="1554480"/>
            <a:ext cx="1241044" cy="1965960"/>
          </a:xfrm>
          <a:prstGeom prst="roundRect">
            <a:avLst>
              <a:gd name="adj" fmla="val 10315"/>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What it does"/>
          <p:cNvSpPr txBox="1"/>
          <p:nvPr/>
        </p:nvSpPr>
        <p:spPr>
          <a:xfrm>
            <a:off x="1813560" y="1691640"/>
            <a:ext cx="1058164" cy="274320"/>
          </a:xfrm>
          <a:prstGeom prst="rect">
            <a:avLst/>
          </a:prstGeom>
          <a:noFill/>
        </p:spPr>
        <p:txBody>
          <a:bodyPr wrap="square" lIns="9144" rIns="9144" tIns="0" bIns="0">
            <a:spAutoFit/>
          </a:bodyPr>
          <a:lstStyle/>
          <a:p>
            <a:pPr>
              <a:lnSpc>
                <a:spcPct val="106000"/>
              </a:lnSpc>
              <a:spcAft>
                <a:spcPts val="400"/>
              </a:spcAft>
              <a:defRPr sz="1200" b="0">
                <a:solidFill>
                  <a:srgbClr val="B3A5FF"/>
                </a:solidFill>
                <a:latin typeface="Helvetica Neue"/>
              </a:defRPr>
            </a:pPr>
            <a:r>
              <a:t>What it does</a:t>
            </a:r>
          </a:p>
        </p:txBody>
      </p:sp>
      <p:sp>
        <p:nvSpPr>
          <p:cNvPr id="13" name="text:0:35"/>
          <p:cNvSpPr txBox="1"/>
          <p:nvPr/>
        </p:nvSpPr>
        <p:spPr>
          <a:xfrm>
            <a:off x="1813560" y="2057400"/>
            <a:ext cx="1058164" cy="502920"/>
          </a:xfrm>
          <a:prstGeom prst="rect">
            <a:avLst/>
          </a:prstGeom>
          <a:noFill/>
        </p:spPr>
        <p:txBody>
          <a:bodyPr wrap="square" lIns="9144" rIns="9144" tIns="0" bIns="0">
            <a:spAutoFit/>
          </a:bodyPr>
          <a:lstStyle/>
          <a:p>
            <a:pPr>
              <a:lnSpc>
                <a:spcPct val="106000"/>
              </a:lnSpc>
              <a:spcAft>
                <a:spcPts val="400"/>
              </a:spcAft>
              <a:defRPr sz="2600" b="0">
                <a:solidFill>
                  <a:srgbClr val="F2F5F8"/>
                </a:solidFill>
                <a:latin typeface="Helvetica Neue"/>
              </a:defRPr>
            </a:pPr>
            <a:r>
              <a:t>0:35</a:t>
            </a:r>
          </a:p>
        </p:txBody>
      </p:sp>
      <p:sp>
        <p:nvSpPr>
          <p:cNvPr id="14" name="text:The idea and the parts, no jargon"/>
          <p:cNvSpPr txBox="1"/>
          <p:nvPr/>
        </p:nvSpPr>
        <p:spPr>
          <a:xfrm>
            <a:off x="1813560" y="2743200"/>
            <a:ext cx="1003299" cy="73152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The idea and the parts, no jargon</a:t>
            </a:r>
          </a:p>
        </p:txBody>
      </p:sp>
      <p:cxnSp>
        <p:nvCxnSpPr>
          <p:cNvPr id="15" name="Connector 14"/>
          <p:cNvCxnSpPr/>
          <p:nvPr/>
        </p:nvCxnSpPr>
        <p:spPr>
          <a:xfrm>
            <a:off x="1685544" y="3611880"/>
            <a:ext cx="0" cy="137159"/>
          </a:xfrm>
          <a:prstGeom prst="line">
            <a:avLst/>
          </a:prstGeom>
          <a:ln w="10160">
            <a:solidFill>
              <a:srgbClr val="3DDC97"/>
            </a:solidFill>
          </a:ln>
        </p:spPr>
        <p:style>
          <a:lnRef idx="2">
            <a:schemeClr val="accent1"/>
          </a:lnRef>
          <a:fillRef idx="0">
            <a:schemeClr val="accent1"/>
          </a:fillRef>
          <a:effectRef idx="1">
            <a:schemeClr val="accent1"/>
          </a:effectRef>
          <a:fontRef idx="minor">
            <a:schemeClr val="tx1"/>
          </a:fontRef>
        </p:style>
      </p:cxnSp>
      <p:sp>
        <p:nvSpPr>
          <p:cNvPr id="16" name="text:0:30"/>
          <p:cNvSpPr txBox="1"/>
          <p:nvPr/>
        </p:nvSpPr>
        <p:spPr>
          <a:xfrm>
            <a:off x="1502664" y="3767328"/>
            <a:ext cx="365760" cy="164592"/>
          </a:xfrm>
          <a:prstGeom prst="rect">
            <a:avLst/>
          </a:prstGeom>
          <a:noFill/>
        </p:spPr>
        <p:txBody>
          <a:bodyPr wrap="square" lIns="9144" rIns="9144" tIns="0" bIns="0">
            <a:spAutoFit/>
          </a:bodyPr>
          <a:lstStyle/>
          <a:p>
            <a:pPr algn="ctr">
              <a:lnSpc>
                <a:spcPct val="106000"/>
              </a:lnSpc>
              <a:spcAft>
                <a:spcPts val="400"/>
              </a:spcAft>
              <a:defRPr sz="800" b="0">
                <a:solidFill>
                  <a:srgbClr val="9A9AA2"/>
                </a:solidFill>
                <a:latin typeface="Helvetica Neue"/>
              </a:defRPr>
            </a:pPr>
            <a:r>
              <a:t>0:30</a:t>
            </a:r>
          </a:p>
        </p:txBody>
      </p:sp>
      <p:sp>
        <p:nvSpPr>
          <p:cNvPr id="17" name="Rounded Rectangle 16"/>
          <p:cNvSpPr/>
          <p:nvPr/>
        </p:nvSpPr>
        <p:spPr>
          <a:xfrm>
            <a:off x="2999740" y="1554480"/>
            <a:ext cx="2659379" cy="1965960"/>
          </a:xfrm>
          <a:prstGeom prst="roundRect">
            <a:avLst>
              <a:gd name="adj" fmla="val 6511"/>
            </a:avLst>
          </a:prstGeom>
          <a:solidFill>
            <a:srgbClr val="100821"/>
          </a:solidFill>
          <a:ln w="1524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Live proof"/>
          <p:cNvSpPr txBox="1"/>
          <p:nvPr/>
        </p:nvSpPr>
        <p:spPr>
          <a:xfrm>
            <a:off x="3127756" y="1691640"/>
            <a:ext cx="2476499" cy="274320"/>
          </a:xfrm>
          <a:prstGeom prst="rect">
            <a:avLst/>
          </a:prstGeom>
          <a:noFill/>
        </p:spPr>
        <p:txBody>
          <a:bodyPr wrap="square" lIns="9144" rIns="9144" tIns="0" bIns="0">
            <a:spAutoFit/>
          </a:bodyPr>
          <a:lstStyle/>
          <a:p>
            <a:pPr>
              <a:lnSpc>
                <a:spcPct val="106000"/>
              </a:lnSpc>
              <a:spcAft>
                <a:spcPts val="400"/>
              </a:spcAft>
              <a:defRPr sz="1200" b="0">
                <a:solidFill>
                  <a:srgbClr val="B3A5FF"/>
                </a:solidFill>
                <a:latin typeface="Helvetica Neue"/>
              </a:defRPr>
            </a:pPr>
            <a:r>
              <a:t>Live proof</a:t>
            </a:r>
          </a:p>
        </p:txBody>
      </p:sp>
      <p:sp>
        <p:nvSpPr>
          <p:cNvPr id="19" name="text:1:15"/>
          <p:cNvSpPr txBox="1"/>
          <p:nvPr/>
        </p:nvSpPr>
        <p:spPr>
          <a:xfrm>
            <a:off x="3127756" y="2057400"/>
            <a:ext cx="2476499" cy="502920"/>
          </a:xfrm>
          <a:prstGeom prst="rect">
            <a:avLst/>
          </a:prstGeom>
          <a:noFill/>
        </p:spPr>
        <p:txBody>
          <a:bodyPr wrap="square" lIns="9144" rIns="9144" tIns="0" bIns="0">
            <a:spAutoFit/>
          </a:bodyPr>
          <a:lstStyle/>
          <a:p>
            <a:pPr>
              <a:lnSpc>
                <a:spcPct val="106000"/>
              </a:lnSpc>
              <a:spcAft>
                <a:spcPts val="400"/>
              </a:spcAft>
              <a:defRPr sz="2600" b="0">
                <a:solidFill>
                  <a:srgbClr val="F2F5F8"/>
                </a:solidFill>
                <a:latin typeface="Helvetica Neue"/>
              </a:defRPr>
            </a:pPr>
            <a:r>
              <a:t>1:15</a:t>
            </a:r>
          </a:p>
        </p:txBody>
      </p:sp>
      <p:sp>
        <p:nvSpPr>
          <p:cNvPr id="20" name="text:Live fix, failure test, devnet evide"/>
          <p:cNvSpPr txBox="1"/>
          <p:nvPr/>
        </p:nvSpPr>
        <p:spPr>
          <a:xfrm>
            <a:off x="3127756" y="2743200"/>
            <a:ext cx="2421635" cy="73152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Live fix, failure test, devnet evidence</a:t>
            </a:r>
          </a:p>
        </p:txBody>
      </p:sp>
      <p:cxnSp>
        <p:nvCxnSpPr>
          <p:cNvPr id="21" name="Connector 20"/>
          <p:cNvCxnSpPr/>
          <p:nvPr/>
        </p:nvCxnSpPr>
        <p:spPr>
          <a:xfrm>
            <a:off x="2999740" y="3611880"/>
            <a:ext cx="0" cy="137159"/>
          </a:xfrm>
          <a:prstGeom prst="line">
            <a:avLst/>
          </a:prstGeom>
          <a:ln w="10160">
            <a:solidFill>
              <a:srgbClr val="3DDC97"/>
            </a:solidFill>
          </a:ln>
        </p:spPr>
        <p:style>
          <a:lnRef idx="2">
            <a:schemeClr val="accent1"/>
          </a:lnRef>
          <a:fillRef idx="0">
            <a:schemeClr val="accent1"/>
          </a:fillRef>
          <a:effectRef idx="1">
            <a:schemeClr val="accent1"/>
          </a:effectRef>
          <a:fontRef idx="minor">
            <a:schemeClr val="tx1"/>
          </a:fontRef>
        </p:style>
      </p:cxnSp>
      <p:sp>
        <p:nvSpPr>
          <p:cNvPr id="22" name="text:1:05"/>
          <p:cNvSpPr txBox="1"/>
          <p:nvPr/>
        </p:nvSpPr>
        <p:spPr>
          <a:xfrm>
            <a:off x="2816859" y="3767328"/>
            <a:ext cx="365760" cy="164592"/>
          </a:xfrm>
          <a:prstGeom prst="rect">
            <a:avLst/>
          </a:prstGeom>
          <a:noFill/>
        </p:spPr>
        <p:txBody>
          <a:bodyPr wrap="square" lIns="9144" rIns="9144" tIns="0" bIns="0">
            <a:spAutoFit/>
          </a:bodyPr>
          <a:lstStyle/>
          <a:p>
            <a:pPr algn="ctr">
              <a:lnSpc>
                <a:spcPct val="106000"/>
              </a:lnSpc>
              <a:spcAft>
                <a:spcPts val="400"/>
              </a:spcAft>
              <a:defRPr sz="800" b="0">
                <a:solidFill>
                  <a:srgbClr val="9A9AA2"/>
                </a:solidFill>
                <a:latin typeface="Helvetica Neue"/>
              </a:defRPr>
            </a:pPr>
            <a:r>
              <a:t>1:05</a:t>
            </a:r>
          </a:p>
        </p:txBody>
      </p:sp>
      <p:sp>
        <p:nvSpPr>
          <p:cNvPr id="23" name="Rounded Rectangle 22"/>
          <p:cNvSpPr/>
          <p:nvPr/>
        </p:nvSpPr>
        <p:spPr>
          <a:xfrm>
            <a:off x="5732271" y="1554480"/>
            <a:ext cx="1418335" cy="1965960"/>
          </a:xfrm>
          <a:prstGeom prst="roundRect">
            <a:avLst>
              <a:gd name="adj" fmla="val 9025"/>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Limit and next"/>
          <p:cNvSpPr txBox="1"/>
          <p:nvPr/>
        </p:nvSpPr>
        <p:spPr>
          <a:xfrm>
            <a:off x="5860287" y="1691640"/>
            <a:ext cx="1235455" cy="274320"/>
          </a:xfrm>
          <a:prstGeom prst="rect">
            <a:avLst/>
          </a:prstGeom>
          <a:noFill/>
        </p:spPr>
        <p:txBody>
          <a:bodyPr wrap="square" lIns="9144" rIns="9144" tIns="0" bIns="0">
            <a:spAutoFit/>
          </a:bodyPr>
          <a:lstStyle/>
          <a:p>
            <a:pPr>
              <a:lnSpc>
                <a:spcPct val="106000"/>
              </a:lnSpc>
              <a:spcAft>
                <a:spcPts val="400"/>
              </a:spcAft>
              <a:defRPr sz="1200" b="0">
                <a:solidFill>
                  <a:srgbClr val="B3A5FF"/>
                </a:solidFill>
                <a:latin typeface="Helvetica Neue"/>
              </a:defRPr>
            </a:pPr>
            <a:r>
              <a:t>Limit and next</a:t>
            </a:r>
          </a:p>
        </p:txBody>
      </p:sp>
      <p:sp>
        <p:nvSpPr>
          <p:cNvPr id="25" name="text:0:40"/>
          <p:cNvSpPr txBox="1"/>
          <p:nvPr/>
        </p:nvSpPr>
        <p:spPr>
          <a:xfrm>
            <a:off x="5860287" y="2057400"/>
            <a:ext cx="1235455" cy="502920"/>
          </a:xfrm>
          <a:prstGeom prst="rect">
            <a:avLst/>
          </a:prstGeom>
          <a:noFill/>
        </p:spPr>
        <p:txBody>
          <a:bodyPr wrap="square" lIns="9144" rIns="9144" tIns="0" bIns="0">
            <a:spAutoFit/>
          </a:bodyPr>
          <a:lstStyle/>
          <a:p>
            <a:pPr>
              <a:lnSpc>
                <a:spcPct val="106000"/>
              </a:lnSpc>
              <a:spcAft>
                <a:spcPts val="400"/>
              </a:spcAft>
              <a:defRPr sz="2600" b="0">
                <a:solidFill>
                  <a:srgbClr val="F2F5F8"/>
                </a:solidFill>
                <a:latin typeface="Helvetica Neue"/>
              </a:defRPr>
            </a:pPr>
            <a:r>
              <a:t>0:40</a:t>
            </a:r>
          </a:p>
        </p:txBody>
      </p:sp>
      <p:sp>
        <p:nvSpPr>
          <p:cNvPr id="26" name="text:One limitation, what is untested, wh"/>
          <p:cNvSpPr txBox="1"/>
          <p:nvPr/>
        </p:nvSpPr>
        <p:spPr>
          <a:xfrm>
            <a:off x="5860287" y="2743200"/>
            <a:ext cx="1180591" cy="73152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One limitation, what is untested, what comes next</a:t>
            </a:r>
          </a:p>
        </p:txBody>
      </p:sp>
      <p:cxnSp>
        <p:nvCxnSpPr>
          <p:cNvPr id="27" name="Connector 26"/>
          <p:cNvCxnSpPr/>
          <p:nvPr/>
        </p:nvCxnSpPr>
        <p:spPr>
          <a:xfrm>
            <a:off x="5732271" y="3611880"/>
            <a:ext cx="0" cy="137159"/>
          </a:xfrm>
          <a:prstGeom prst="line">
            <a:avLst/>
          </a:prstGeom>
          <a:ln w="10160">
            <a:solidFill>
              <a:srgbClr val="3DDC97"/>
            </a:solidFill>
          </a:ln>
        </p:spPr>
        <p:style>
          <a:lnRef idx="2">
            <a:schemeClr val="accent1"/>
          </a:lnRef>
          <a:fillRef idx="0">
            <a:schemeClr val="accent1"/>
          </a:fillRef>
          <a:effectRef idx="1">
            <a:schemeClr val="accent1"/>
          </a:effectRef>
          <a:fontRef idx="minor">
            <a:schemeClr val="tx1"/>
          </a:fontRef>
        </p:style>
      </p:cxnSp>
      <p:sp>
        <p:nvSpPr>
          <p:cNvPr id="28" name="text:2:20"/>
          <p:cNvSpPr txBox="1"/>
          <p:nvPr/>
        </p:nvSpPr>
        <p:spPr>
          <a:xfrm>
            <a:off x="5549391" y="3767328"/>
            <a:ext cx="365760" cy="164592"/>
          </a:xfrm>
          <a:prstGeom prst="rect">
            <a:avLst/>
          </a:prstGeom>
          <a:noFill/>
        </p:spPr>
        <p:txBody>
          <a:bodyPr wrap="square" lIns="9144" rIns="9144" tIns="0" bIns="0">
            <a:spAutoFit/>
          </a:bodyPr>
          <a:lstStyle/>
          <a:p>
            <a:pPr algn="ctr">
              <a:lnSpc>
                <a:spcPct val="106000"/>
              </a:lnSpc>
              <a:spcAft>
                <a:spcPts val="400"/>
              </a:spcAft>
              <a:defRPr sz="800" b="0">
                <a:solidFill>
                  <a:srgbClr val="9A9AA2"/>
                </a:solidFill>
                <a:latin typeface="Helvetica Neue"/>
              </a:defRPr>
            </a:pPr>
            <a:r>
              <a:t>2:20</a:t>
            </a:r>
          </a:p>
        </p:txBody>
      </p:sp>
      <p:cxnSp>
        <p:nvCxnSpPr>
          <p:cNvPr id="29" name="Connector 28"/>
          <p:cNvCxnSpPr/>
          <p:nvPr/>
        </p:nvCxnSpPr>
        <p:spPr>
          <a:xfrm>
            <a:off x="7150607" y="3611880"/>
            <a:ext cx="0" cy="137159"/>
          </a:xfrm>
          <a:prstGeom prst="line">
            <a:avLst/>
          </a:prstGeom>
          <a:ln w="10160">
            <a:solidFill>
              <a:srgbClr val="3DDC97"/>
            </a:solidFill>
          </a:ln>
        </p:spPr>
        <p:style>
          <a:lnRef idx="2">
            <a:schemeClr val="accent1"/>
          </a:lnRef>
          <a:fillRef idx="0">
            <a:schemeClr val="accent1"/>
          </a:fillRef>
          <a:effectRef idx="1">
            <a:schemeClr val="accent1"/>
          </a:effectRef>
          <a:fontRef idx="minor">
            <a:schemeClr val="tx1"/>
          </a:fontRef>
        </p:style>
      </p:cxnSp>
      <p:sp>
        <p:nvSpPr>
          <p:cNvPr id="30" name="text:3:00"/>
          <p:cNvSpPr txBox="1"/>
          <p:nvPr/>
        </p:nvSpPr>
        <p:spPr>
          <a:xfrm>
            <a:off x="6967727" y="3767328"/>
            <a:ext cx="365760" cy="164592"/>
          </a:xfrm>
          <a:prstGeom prst="rect">
            <a:avLst/>
          </a:prstGeom>
          <a:noFill/>
        </p:spPr>
        <p:txBody>
          <a:bodyPr wrap="square" lIns="9144" rIns="9144" tIns="0" bIns="0">
            <a:spAutoFit/>
          </a:bodyPr>
          <a:lstStyle/>
          <a:p>
            <a:pPr algn="ctr">
              <a:lnSpc>
                <a:spcPct val="106000"/>
              </a:lnSpc>
              <a:spcAft>
                <a:spcPts val="400"/>
              </a:spcAft>
              <a:defRPr sz="800" b="0">
                <a:solidFill>
                  <a:srgbClr val="9A9AA2"/>
                </a:solidFill>
                <a:latin typeface="Helvetica Neue"/>
              </a:defRPr>
            </a:pPr>
            <a:r>
              <a:t>3:00</a:t>
            </a:r>
          </a:p>
        </p:txBody>
      </p:sp>
      <p:cxnSp>
        <p:nvCxnSpPr>
          <p:cNvPr id="31" name="Connector 30"/>
          <p:cNvCxnSpPr/>
          <p:nvPr/>
        </p:nvCxnSpPr>
        <p:spPr>
          <a:xfrm>
            <a:off x="548640" y="3675887"/>
            <a:ext cx="6601967" cy="0"/>
          </a:xfrm>
          <a:prstGeom prst="line">
            <a:avLst/>
          </a:prstGeom>
          <a:ln w="10160">
            <a:solidFill>
              <a:srgbClr val="333333"/>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7223759" y="1554480"/>
            <a:ext cx="1417320" cy="1965960"/>
          </a:xfrm>
          <a:prstGeom prst="roundRect">
            <a:avLst>
              <a:gd name="adj" fmla="val 9032"/>
            </a:avLst>
          </a:prstGeom>
          <a:noFill/>
          <a:ln w="10160">
            <a:solidFill>
              <a:srgbClr val="3DDC9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THEN"/>
          <p:cNvSpPr txBox="1"/>
          <p:nvPr/>
        </p:nvSpPr>
        <p:spPr>
          <a:xfrm>
            <a:off x="7351775" y="1691640"/>
            <a:ext cx="1188720" cy="274320"/>
          </a:xfrm>
          <a:prstGeom prst="rect">
            <a:avLst/>
          </a:prstGeom>
          <a:noFill/>
        </p:spPr>
        <p:txBody>
          <a:bodyPr wrap="square" lIns="9144" rIns="9144" tIns="0" bIns="0">
            <a:spAutoFit/>
          </a:bodyPr>
          <a:lstStyle/>
          <a:p>
            <a:pPr>
              <a:lnSpc>
                <a:spcPct val="106000"/>
              </a:lnSpc>
              <a:spcAft>
                <a:spcPts val="400"/>
              </a:spcAft>
              <a:defRPr sz="1150" b="0">
                <a:solidFill>
                  <a:srgbClr val="3DDC97"/>
                </a:solidFill>
                <a:latin typeface="Helvetica Neue"/>
              </a:defRPr>
            </a:pPr>
            <a:r>
              <a:t>THEN</a:t>
            </a:r>
          </a:p>
        </p:txBody>
      </p:sp>
      <p:sp>
        <p:nvSpPr>
          <p:cNvPr id="34" name="text:2:00"/>
          <p:cNvSpPr txBox="1"/>
          <p:nvPr/>
        </p:nvSpPr>
        <p:spPr>
          <a:xfrm>
            <a:off x="7351775" y="2057400"/>
            <a:ext cx="1188720" cy="502920"/>
          </a:xfrm>
          <a:prstGeom prst="rect">
            <a:avLst/>
          </a:prstGeom>
          <a:noFill/>
        </p:spPr>
        <p:txBody>
          <a:bodyPr wrap="square" lIns="9144" rIns="9144" tIns="0" bIns="0">
            <a:spAutoFit/>
          </a:bodyPr>
          <a:lstStyle/>
          <a:p>
            <a:pPr>
              <a:lnSpc>
                <a:spcPct val="106000"/>
              </a:lnSpc>
              <a:spcAft>
                <a:spcPts val="400"/>
              </a:spcAft>
              <a:defRPr sz="2600" b="0">
                <a:solidFill>
                  <a:srgbClr val="F2F5F8"/>
                </a:solidFill>
                <a:latin typeface="Helvetica Neue"/>
              </a:defRPr>
            </a:pPr>
            <a:r>
              <a:t>2:00</a:t>
            </a:r>
          </a:p>
        </p:txBody>
      </p:sp>
      <p:sp>
        <p:nvSpPr>
          <p:cNvPr id="35" name="text:Peer questions. A good answer points"/>
          <p:cNvSpPr txBox="1"/>
          <p:nvPr/>
        </p:nvSpPr>
        <p:spPr>
          <a:xfrm>
            <a:off x="7351775" y="2743200"/>
            <a:ext cx="1188720" cy="73152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Peer questions. A good answer points to a test or admits a limit.</a:t>
            </a:r>
          </a:p>
        </p:txBody>
      </p:sp>
      <p:sp>
        <p:nvSpPr>
          <p:cNvPr id="36" name="text:Run over by more than 10 seconds in "/>
          <p:cNvSpPr txBox="1"/>
          <p:nvPr/>
        </p:nvSpPr>
        <p:spPr>
          <a:xfrm>
            <a:off x="548640" y="4114800"/>
            <a:ext cx="8092440" cy="457200"/>
          </a:xfrm>
          <a:prstGeom prst="rect">
            <a:avLst/>
          </a:prstGeom>
          <a:noFill/>
        </p:spPr>
        <p:txBody>
          <a:bodyPr wrap="square" lIns="9144" rIns="9144" tIns="0" bIns="0">
            <a:spAutoFit/>
          </a:bodyPr>
          <a:lstStyle/>
          <a:p>
            <a:pPr>
              <a:lnSpc>
                <a:spcPct val="106000"/>
              </a:lnSpc>
              <a:spcAft>
                <a:spcPts val="400"/>
              </a:spcAft>
              <a:defRPr sz="1200" b="0">
                <a:solidFill>
                  <a:srgbClr val="3DDC97"/>
                </a:solidFill>
                <a:latin typeface="Helvetica Neue"/>
              </a:defRPr>
            </a:pPr>
            <a:r>
              <a:t>Run over by more than 10 seconds in any part and the check list fails. Rushed under half and you are skipping something.</a:t>
            </a:r>
          </a:p>
        </p:txBody>
      </p:sp>
      <p:sp>
        <p:nvSpPr>
          <p:cNvPr id="37" name="text:Source: demo-repo/code/out/pitch.jso"/>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demo-repo/code/out/pitch.json (budgets from code/src/timer.ts).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Part 1 and 2: problem, then what it "/>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Part 1 and 2: problem, then what it does</a:t>
            </a:r>
          </a:p>
        </p:txBody>
      </p:sp>
      <p:sp>
        <p:nvSpPr>
          <p:cNvPr id="3" name="text:About a minute together. No jargon, "/>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About a minute together. No jargon, one sentence each.</a:t>
            </a:r>
          </a:p>
        </p:txBody>
      </p:sp>
      <p:sp>
        <p:nvSpPr>
          <p:cNvPr id="4" name="text:5"/>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5</a:t>
            </a:r>
          </a:p>
        </p:txBody>
      </p:sp>
      <p:sp>
        <p:nvSpPr>
          <p:cNvPr id="5" name="Rounded Rectangle 4"/>
          <p:cNvSpPr/>
          <p:nvPr/>
        </p:nvSpPr>
        <p:spPr>
          <a:xfrm>
            <a:off x="548640" y="1463040"/>
            <a:ext cx="3977639" cy="2514600"/>
          </a:xfrm>
          <a:prstGeom prst="roundRect">
            <a:avLst>
              <a:gd name="adj" fmla="val 5090"/>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PART 1: PROBLEM"/>
          <p:cNvSpPr txBox="1"/>
          <p:nvPr/>
        </p:nvSpPr>
        <p:spPr>
          <a:xfrm>
            <a:off x="731520" y="1600200"/>
            <a:ext cx="3566160" cy="201168"/>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PART 1: PROBLEM</a:t>
            </a:r>
          </a:p>
        </p:txBody>
      </p:sp>
      <p:sp>
        <p:nvSpPr>
          <p:cNvPr id="7" name="text:“An agent that can place orders will"/>
          <p:cNvSpPr txBox="1"/>
          <p:nvPr/>
        </p:nvSpPr>
        <p:spPr>
          <a:xfrm>
            <a:off x="731520" y="1874519"/>
            <a:ext cx="3611880" cy="1691640"/>
          </a:xfrm>
          <a:prstGeom prst="rect">
            <a:avLst/>
          </a:prstGeom>
          <a:noFill/>
        </p:spPr>
        <p:txBody>
          <a:bodyPr wrap="square" lIns="9144" rIns="9144" tIns="0" bIns="0">
            <a:spAutoFit/>
          </a:bodyPr>
          <a:lstStyle/>
          <a:p>
            <a:pPr>
              <a:lnSpc>
                <a:spcPct val="106000"/>
              </a:lnSpc>
              <a:spcAft>
                <a:spcPts val="400"/>
              </a:spcAft>
              <a:defRPr sz="1150" b="0">
                <a:solidFill>
                  <a:srgbClr val="F2F5F8"/>
                </a:solidFill>
                <a:latin typeface="Helvetica Neue"/>
              </a:defRPr>
            </a:pPr>
            <a:r>
              <a:t>“An agent that can place orders will sooner or later send a bad one: too big, based on a stale price, or in the wrong unit. Anyone building an agent on Solana needs a plain check between the idea and the action. Without it, one wrong number moves real money.”</a:t>
            </a:r>
          </a:p>
        </p:txBody>
      </p:sp>
      <p:sp>
        <p:nvSpPr>
          <p:cNvPr id="8" name="Rounded Rectangle 7"/>
          <p:cNvSpPr/>
          <p:nvPr/>
        </p:nvSpPr>
        <p:spPr>
          <a:xfrm>
            <a:off x="731520" y="3611880"/>
            <a:ext cx="2377440" cy="237744"/>
          </a:xfrm>
          <a:prstGeom prst="roundRect">
            <a:avLst>
              <a:gd name="adj" fmla="val 46153"/>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50 words, about 23 s of 30 s"/>
          <p:cNvSpPr txBox="1"/>
          <p:nvPr/>
        </p:nvSpPr>
        <p:spPr>
          <a:xfrm>
            <a:off x="731520" y="3630168"/>
            <a:ext cx="2377440" cy="219456"/>
          </a:xfrm>
          <a:prstGeom prst="rect">
            <a:avLst/>
          </a:prstGeom>
          <a:noFill/>
        </p:spPr>
        <p:txBody>
          <a:bodyPr wrap="square" lIns="9144" rIns="9144" tIns="0" bIns="0" anchor="ctr">
            <a:spAutoFit/>
          </a:bodyPr>
          <a:lstStyle/>
          <a:p>
            <a:pPr algn="ctr">
              <a:lnSpc>
                <a:spcPct val="106000"/>
              </a:lnSpc>
              <a:spcAft>
                <a:spcPts val="400"/>
              </a:spcAft>
              <a:defRPr sz="900" b="0">
                <a:solidFill>
                  <a:srgbClr val="3DDC97"/>
                </a:solidFill>
                <a:latin typeface="Helvetica Neue"/>
              </a:defRPr>
            </a:pPr>
            <a:r>
              <a:t>50 words, about 23 s of 30 s</a:t>
            </a:r>
          </a:p>
        </p:txBody>
      </p:sp>
      <p:sp>
        <p:nvSpPr>
          <p:cNvPr id="10" name="Rounded Rectangle 9"/>
          <p:cNvSpPr/>
          <p:nvPr/>
        </p:nvSpPr>
        <p:spPr>
          <a:xfrm>
            <a:off x="4663440" y="1463040"/>
            <a:ext cx="3977639" cy="2514600"/>
          </a:xfrm>
          <a:prstGeom prst="roundRect">
            <a:avLst>
              <a:gd name="adj" fmla="val 5090"/>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PART 2: WHAT IT DOES"/>
          <p:cNvSpPr txBox="1"/>
          <p:nvPr/>
        </p:nvSpPr>
        <p:spPr>
          <a:xfrm>
            <a:off x="4846320" y="1600200"/>
            <a:ext cx="3566160" cy="201168"/>
          </a:xfrm>
          <a:prstGeom prst="rect">
            <a:avLst/>
          </a:prstGeom>
          <a:noFill/>
        </p:spPr>
        <p:txBody>
          <a:bodyPr wrap="square" lIns="9144" rIns="9144" tIns="0" bIns="0">
            <a:spAutoFit/>
          </a:bodyPr>
          <a:lstStyle/>
          <a:p>
            <a:pPr>
              <a:lnSpc>
                <a:spcPct val="106000"/>
              </a:lnSpc>
              <a:spcAft>
                <a:spcPts val="400"/>
              </a:spcAft>
              <a:defRPr sz="1000" b="0">
                <a:solidFill>
                  <a:srgbClr val="3DDC97"/>
                </a:solidFill>
                <a:latin typeface="Helvetica Neue"/>
              </a:defRPr>
            </a:pPr>
            <a:r>
              <a:t>PART 2: WHAT IT DOES</a:t>
            </a:r>
          </a:p>
        </p:txBody>
      </p:sp>
      <p:sp>
        <p:nvSpPr>
          <p:cNvPr id="12" name="text:“This is a small agent. It reads rec"/>
          <p:cNvSpPr txBox="1"/>
          <p:nvPr/>
        </p:nvSpPr>
        <p:spPr>
          <a:xfrm>
            <a:off x="4846320" y="1874519"/>
            <a:ext cx="3611880" cy="1691640"/>
          </a:xfrm>
          <a:prstGeom prst="rect">
            <a:avLst/>
          </a:prstGeom>
          <a:noFill/>
        </p:spPr>
        <p:txBody>
          <a:bodyPr wrap="square" lIns="9144" rIns="9144" tIns="0" bIns="0">
            <a:spAutoFit/>
          </a:bodyPr>
          <a:lstStyle/>
          <a:p>
            <a:pPr>
              <a:lnSpc>
                <a:spcPct val="106000"/>
              </a:lnSpc>
              <a:spcAft>
                <a:spcPts val="400"/>
              </a:spcAft>
              <a:defRPr sz="1150" b="0">
                <a:solidFill>
                  <a:srgbClr val="F2F5F8"/>
                </a:solidFill>
                <a:latin typeface="Helvetica Neue"/>
              </a:defRPr>
            </a:pPr>
            <a:r>
              <a:t>“This is a small agent. It reads recorded Orca SOL/USDC swaps, cuts them into 20,000 dollar bars, wakes on an 8 basis point change alert and proposes one order per alert. A risk hook checks each order against the Pyth oracle and answers yes or no, with the rule that decided. Accepted orders go into a ledger.”</a:t>
            </a:r>
          </a:p>
        </p:txBody>
      </p:sp>
      <p:sp>
        <p:nvSpPr>
          <p:cNvPr id="13" name="Rounded Rectangle 12"/>
          <p:cNvSpPr/>
          <p:nvPr/>
        </p:nvSpPr>
        <p:spPr>
          <a:xfrm>
            <a:off x="4846320" y="3611880"/>
            <a:ext cx="2377440" cy="237744"/>
          </a:xfrm>
          <a:prstGeom prst="roundRect">
            <a:avLst>
              <a:gd name="adj" fmla="val 46153"/>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57 words, about 26 s of 35 s"/>
          <p:cNvSpPr txBox="1"/>
          <p:nvPr/>
        </p:nvSpPr>
        <p:spPr>
          <a:xfrm>
            <a:off x="4846320" y="3630168"/>
            <a:ext cx="2377440" cy="219456"/>
          </a:xfrm>
          <a:prstGeom prst="rect">
            <a:avLst/>
          </a:prstGeom>
          <a:noFill/>
        </p:spPr>
        <p:txBody>
          <a:bodyPr wrap="square" lIns="9144" rIns="9144" tIns="0" bIns="0" anchor="ctr">
            <a:spAutoFit/>
          </a:bodyPr>
          <a:lstStyle/>
          <a:p>
            <a:pPr algn="ctr">
              <a:lnSpc>
                <a:spcPct val="106000"/>
              </a:lnSpc>
              <a:spcAft>
                <a:spcPts val="400"/>
              </a:spcAft>
              <a:defRPr sz="900" b="0">
                <a:solidFill>
                  <a:srgbClr val="3DDC97"/>
                </a:solidFill>
                <a:latin typeface="Helvetica Neue"/>
              </a:defRPr>
            </a:pPr>
            <a:r>
              <a:t>57 words, about 26 s of 35 s</a:t>
            </a:r>
          </a:p>
        </p:txBody>
      </p:sp>
      <p:sp>
        <p:nvSpPr>
          <p:cNvPr id="15" name="text:Read from the sample script for the "/>
          <p:cNvSpPr txBox="1"/>
          <p:nvPr/>
        </p:nvSpPr>
        <p:spPr>
          <a:xfrm>
            <a:off x="548640" y="4114800"/>
            <a:ext cx="8092440" cy="411480"/>
          </a:xfrm>
          <a:prstGeom prst="rect">
            <a:avLst/>
          </a:prstGeom>
          <a:noFill/>
        </p:spPr>
        <p:txBody>
          <a:bodyPr wrap="square" lIns="9144" rIns="9144" tIns="0" bIns="0">
            <a:spAutoFit/>
          </a:bodyPr>
          <a:lstStyle/>
          <a:p>
            <a:pPr>
              <a:lnSpc>
                <a:spcPct val="106000"/>
              </a:lnSpc>
              <a:spcAft>
                <a:spcPts val="400"/>
              </a:spcAft>
              <a:defRPr sz="1200" b="0">
                <a:solidFill>
                  <a:srgbClr val="9A9AA2"/>
                </a:solidFill>
                <a:latin typeface="Helvetica Neue"/>
              </a:defRPr>
            </a:pPr>
            <a:r>
              <a:t>Read from the sample script for the risk-hooked agent. Yours will differ; the shape should not.</a:t>
            </a:r>
          </a:p>
        </p:txBody>
      </p:sp>
      <p:sp>
        <p:nvSpPr>
          <p:cNvPr id="16" name="text:Source: demo-repo/code/out/pitch.jso"/>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demo-repo/code/out/pitch.json (sample script, written from out/walkthrough.json).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Part 3: live proof"/>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Part 3: live proof</a:t>
            </a:r>
          </a:p>
        </p:txBody>
      </p:sp>
      <p:sp>
        <p:nvSpPr>
          <p:cNvPr id="3" name="text:Seventy-five seconds. Show it workin"/>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Seventy-five seconds. Show it working, show it refused, show where it lives.</a:t>
            </a:r>
          </a:p>
        </p:txBody>
      </p:sp>
      <p:sp>
        <p:nvSpPr>
          <p:cNvPr id="4" name="text:6"/>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6</a:t>
            </a:r>
          </a:p>
        </p:txBody>
      </p:sp>
      <p:sp>
        <p:nvSpPr>
          <p:cNvPr id="5" name="Rounded Rectangle 4"/>
          <p:cNvSpPr/>
          <p:nvPr/>
        </p:nvSpPr>
        <p:spPr>
          <a:xfrm>
            <a:off x="548640" y="1463040"/>
            <a:ext cx="2606040" cy="2743200"/>
          </a:xfrm>
          <a:prstGeom prst="roundRect">
            <a:avLst>
              <a:gd name="adj" fmla="val 4912"/>
            </a:avLst>
          </a:prstGeom>
          <a:noFill/>
          <a:ln w="1270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LIVE FIX"/>
          <p:cNvSpPr txBox="1"/>
          <p:nvPr/>
        </p:nvSpPr>
        <p:spPr>
          <a:xfrm>
            <a:off x="731520" y="1600200"/>
            <a:ext cx="2286000" cy="182880"/>
          </a:xfrm>
          <a:prstGeom prst="rect">
            <a:avLst/>
          </a:prstGeom>
          <a:noFill/>
        </p:spPr>
        <p:txBody>
          <a:bodyPr wrap="square" lIns="9144" rIns="9144" tIns="0" bIns="0">
            <a:spAutoFit/>
          </a:bodyPr>
          <a:lstStyle/>
          <a:p>
            <a:pPr>
              <a:lnSpc>
                <a:spcPct val="106000"/>
              </a:lnSpc>
              <a:spcAft>
                <a:spcPts val="400"/>
              </a:spcAft>
              <a:defRPr sz="950" b="0">
                <a:solidFill>
                  <a:srgbClr val="B3A5FF"/>
                </a:solidFill>
                <a:latin typeface="Helvetica Neue"/>
              </a:defRPr>
            </a:pPr>
            <a:r>
              <a:t>LIVE FIX</a:t>
            </a:r>
          </a:p>
        </p:txBody>
      </p:sp>
      <p:sp>
        <p:nvSpPr>
          <p:cNvPr id="7" name="text:One real decision"/>
          <p:cNvSpPr txBox="1"/>
          <p:nvPr/>
        </p:nvSpPr>
        <p:spPr>
          <a:xfrm>
            <a:off x="731520" y="1828800"/>
            <a:ext cx="2286000" cy="27432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One real decision</a:t>
            </a:r>
          </a:p>
        </p:txBody>
      </p:sp>
      <p:sp>
        <p:nvSpPr>
          <p:cNvPr id="8" name="Rounded Rectangle 7"/>
          <p:cNvSpPr/>
          <p:nvPr/>
        </p:nvSpPr>
        <p:spPr>
          <a:xfrm>
            <a:off x="3291840" y="1463040"/>
            <a:ext cx="2606040" cy="2743200"/>
          </a:xfrm>
          <a:prstGeom prst="roundRect">
            <a:avLst>
              <a:gd name="adj" fmla="val 4912"/>
            </a:avLst>
          </a:prstGeom>
          <a:noFill/>
          <a:ln w="1270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FAILURE TEST"/>
          <p:cNvSpPr txBox="1"/>
          <p:nvPr/>
        </p:nvSpPr>
        <p:spPr>
          <a:xfrm>
            <a:off x="3474720" y="1600200"/>
            <a:ext cx="2286000" cy="182880"/>
          </a:xfrm>
          <a:prstGeom prst="rect">
            <a:avLst/>
          </a:prstGeom>
          <a:noFill/>
        </p:spPr>
        <p:txBody>
          <a:bodyPr wrap="square" lIns="9144" rIns="9144" tIns="0" bIns="0">
            <a:spAutoFit/>
          </a:bodyPr>
          <a:lstStyle/>
          <a:p>
            <a:pPr>
              <a:lnSpc>
                <a:spcPct val="106000"/>
              </a:lnSpc>
              <a:spcAft>
                <a:spcPts val="400"/>
              </a:spcAft>
              <a:defRPr sz="950" b="0">
                <a:solidFill>
                  <a:srgbClr val="3DDC97"/>
                </a:solidFill>
                <a:latin typeface="Helvetica Neue"/>
              </a:defRPr>
            </a:pPr>
            <a:r>
              <a:t>FAILURE TEST</a:t>
            </a:r>
          </a:p>
        </p:txBody>
      </p:sp>
      <p:sp>
        <p:nvSpPr>
          <p:cNvPr id="10" name="text:Bad orders, refused"/>
          <p:cNvSpPr txBox="1"/>
          <p:nvPr/>
        </p:nvSpPr>
        <p:spPr>
          <a:xfrm>
            <a:off x="3474720" y="1828800"/>
            <a:ext cx="2286000" cy="27432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Bad orders, refused</a:t>
            </a:r>
          </a:p>
        </p:txBody>
      </p:sp>
      <p:sp>
        <p:nvSpPr>
          <p:cNvPr id="11" name="Rounded Rectangle 10"/>
          <p:cNvSpPr/>
          <p:nvPr/>
        </p:nvSpPr>
        <p:spPr>
          <a:xfrm>
            <a:off x="6035040" y="1463040"/>
            <a:ext cx="2606040" cy="2743200"/>
          </a:xfrm>
          <a:prstGeom prst="roundRect">
            <a:avLst>
              <a:gd name="adj" fmla="val 4912"/>
            </a:avLst>
          </a:prstGeom>
          <a:noFill/>
          <a:ln w="1270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DEVNET EVIDENCE"/>
          <p:cNvSpPr txBox="1"/>
          <p:nvPr/>
        </p:nvSpPr>
        <p:spPr>
          <a:xfrm>
            <a:off x="6217920" y="1600200"/>
            <a:ext cx="2286000" cy="182880"/>
          </a:xfrm>
          <a:prstGeom prst="rect">
            <a:avLst/>
          </a:prstGeom>
          <a:noFill/>
        </p:spPr>
        <p:txBody>
          <a:bodyPr wrap="square" lIns="9144" rIns="9144" tIns="0" bIns="0">
            <a:spAutoFit/>
          </a:bodyPr>
          <a:lstStyle/>
          <a:p>
            <a:pPr>
              <a:lnSpc>
                <a:spcPct val="106000"/>
              </a:lnSpc>
              <a:spcAft>
                <a:spcPts val="400"/>
              </a:spcAft>
              <a:defRPr sz="950" b="0">
                <a:solidFill>
                  <a:srgbClr val="FD51FC"/>
                </a:solidFill>
                <a:latin typeface="Helvetica Neue"/>
              </a:defRPr>
            </a:pPr>
            <a:r>
              <a:t>DEVNET EVIDENCE</a:t>
            </a:r>
          </a:p>
        </p:txBody>
      </p:sp>
      <p:sp>
        <p:nvSpPr>
          <p:cNvPr id="13" name="text:A link, or why none"/>
          <p:cNvSpPr txBox="1"/>
          <p:nvPr/>
        </p:nvSpPr>
        <p:spPr>
          <a:xfrm>
            <a:off x="6217920" y="1828800"/>
            <a:ext cx="2286000" cy="27432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A link, or why none</a:t>
            </a:r>
          </a:p>
        </p:txBody>
      </p:sp>
      <p:sp>
        <p:nvSpPr>
          <p:cNvPr id="14" name="text:9 / 1"/>
          <p:cNvSpPr txBox="1"/>
          <p:nvPr/>
        </p:nvSpPr>
        <p:spPr>
          <a:xfrm>
            <a:off x="731520" y="2240280"/>
            <a:ext cx="2194560" cy="548640"/>
          </a:xfrm>
          <a:prstGeom prst="rect">
            <a:avLst/>
          </a:prstGeom>
          <a:noFill/>
        </p:spPr>
        <p:txBody>
          <a:bodyPr wrap="square" lIns="9144" rIns="9144" tIns="0" bIns="0">
            <a:spAutoFit/>
          </a:bodyPr>
          <a:lstStyle/>
          <a:p>
            <a:pPr>
              <a:lnSpc>
                <a:spcPct val="106000"/>
              </a:lnSpc>
              <a:spcAft>
                <a:spcPts val="400"/>
              </a:spcAft>
              <a:defRPr sz="3000" b="0">
                <a:solidFill>
                  <a:srgbClr val="3DDC97"/>
                </a:solidFill>
                <a:latin typeface="Helvetica Neue"/>
              </a:defRPr>
            </a:pPr>
            <a:r>
              <a:t>9 / 1</a:t>
            </a:r>
          </a:p>
        </p:txBody>
      </p:sp>
      <p:sp>
        <p:nvSpPr>
          <p:cNvPr id="15" name="text:accepted / refused of 10 change aler"/>
          <p:cNvSpPr txBox="1"/>
          <p:nvPr/>
        </p:nvSpPr>
        <p:spPr>
          <a:xfrm>
            <a:off x="731520" y="2834640"/>
            <a:ext cx="2286000" cy="457200"/>
          </a:xfrm>
          <a:prstGeom prst="rect">
            <a:avLst/>
          </a:prstGeom>
          <a:noFill/>
        </p:spPr>
        <p:txBody>
          <a:bodyPr wrap="square" lIns="9144" rIns="9144" tIns="0" bIns="0">
            <a:spAutoFit/>
          </a:bodyPr>
          <a:lstStyle/>
          <a:p>
            <a:pPr>
              <a:lnSpc>
                <a:spcPct val="106000"/>
              </a:lnSpc>
              <a:spcAft>
                <a:spcPts val="400"/>
              </a:spcAft>
              <a:defRPr sz="950" b="0">
                <a:solidFill>
                  <a:srgbClr val="9A9AA2"/>
                </a:solidFill>
                <a:latin typeface="Helvetica Neue"/>
              </a:defRPr>
            </a:pPr>
            <a:r>
              <a:t>accepted / refused of 10 change alerts (1 max-notional)</a:t>
            </a:r>
          </a:p>
        </p:txBody>
      </p:sp>
      <p:sp>
        <p:nvSpPr>
          <p:cNvPr id="16" name="text:Alert 8: sell 1,064 USD"/>
          <p:cNvSpPr txBox="1"/>
          <p:nvPr/>
        </p:nvSpPr>
        <p:spPr>
          <a:xfrm>
            <a:off x="731520" y="3429000"/>
            <a:ext cx="2286000" cy="201168"/>
          </a:xfrm>
          <a:prstGeom prst="rect">
            <a:avLst/>
          </a:prstGeom>
          <a:noFill/>
        </p:spPr>
        <p:txBody>
          <a:bodyPr wrap="square" lIns="9144" rIns="9144" tIns="0" bIns="0">
            <a:spAutoFit/>
          </a:bodyPr>
          <a:lstStyle/>
          <a:p>
            <a:pPr>
              <a:lnSpc>
                <a:spcPct val="106000"/>
              </a:lnSpc>
              <a:spcAft>
                <a:spcPts val="400"/>
              </a:spcAft>
              <a:defRPr sz="1050" b="0">
                <a:solidFill>
                  <a:srgbClr val="F2F5F8"/>
                </a:solidFill>
                <a:latin typeface="Helvetica Neue"/>
              </a:defRPr>
            </a:pPr>
            <a:r>
              <a:t>Alert 8: sell 1,064 USD</a:t>
            </a:r>
          </a:p>
        </p:txBody>
      </p:sp>
      <p:sp>
        <p:nvSpPr>
          <p:cNvPr id="17" name="text:[max-notional] limit 1,000 USD"/>
          <p:cNvSpPr txBox="1"/>
          <p:nvPr/>
        </p:nvSpPr>
        <p:spPr>
          <a:xfrm>
            <a:off x="731520" y="3657600"/>
            <a:ext cx="2286000" cy="201168"/>
          </a:xfrm>
          <a:prstGeom prst="rect">
            <a:avLst/>
          </a:prstGeom>
          <a:noFill/>
        </p:spPr>
        <p:txBody>
          <a:bodyPr wrap="square" lIns="9144" rIns="9144" tIns="0" bIns="0">
            <a:spAutoFit/>
          </a:bodyPr>
          <a:lstStyle/>
          <a:p>
            <a:pPr>
              <a:lnSpc>
                <a:spcPct val="106000"/>
              </a:lnSpc>
              <a:spcAft>
                <a:spcPts val="400"/>
              </a:spcAft>
              <a:defRPr sz="950" b="0">
                <a:solidFill>
                  <a:srgbClr val="FD51FC"/>
                </a:solidFill>
                <a:latin typeface="Menlo"/>
              </a:defRPr>
            </a:pPr>
            <a:r>
              <a:t>[max-notional] limit 1,000 USD</a:t>
            </a:r>
          </a:p>
        </p:txBody>
      </p:sp>
      <p:sp>
        <p:nvSpPr>
          <p:cNvPr id="18" name="Oval 17"/>
          <p:cNvSpPr/>
          <p:nvPr/>
        </p:nvSpPr>
        <p:spPr>
          <a:xfrm>
            <a:off x="3474720" y="2322576"/>
            <a:ext cx="91440" cy="91440"/>
          </a:xfrm>
          <a:prstGeom prst="ellipse">
            <a:avLst/>
          </a:prstGeom>
          <a:solidFill>
            <a:srgbClr val="FD51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5,000 USD order"/>
          <p:cNvSpPr txBox="1"/>
          <p:nvPr/>
        </p:nvSpPr>
        <p:spPr>
          <a:xfrm>
            <a:off x="3675888" y="2267712"/>
            <a:ext cx="2103120" cy="201168"/>
          </a:xfrm>
          <a:prstGeom prst="rect">
            <a:avLst/>
          </a:prstGeom>
          <a:noFill/>
        </p:spPr>
        <p:txBody>
          <a:bodyPr wrap="square" lIns="9144" rIns="9144" tIns="0" bIns="0">
            <a:spAutoFit/>
          </a:bodyPr>
          <a:lstStyle/>
          <a:p>
            <a:pPr>
              <a:lnSpc>
                <a:spcPct val="106000"/>
              </a:lnSpc>
              <a:spcAft>
                <a:spcPts val="400"/>
              </a:spcAft>
              <a:defRPr sz="1100" b="0">
                <a:solidFill>
                  <a:srgbClr val="F2F5F8"/>
                </a:solidFill>
                <a:latin typeface="Helvetica Neue"/>
              </a:defRPr>
            </a:pPr>
            <a:r>
              <a:t>5,000 USD order</a:t>
            </a:r>
          </a:p>
        </p:txBody>
      </p:sp>
      <p:sp>
        <p:nvSpPr>
          <p:cNvPr id="20" name="text:REJECT max-notional"/>
          <p:cNvSpPr txBox="1"/>
          <p:nvPr/>
        </p:nvSpPr>
        <p:spPr>
          <a:xfrm>
            <a:off x="3675888" y="2468880"/>
            <a:ext cx="2103120" cy="182880"/>
          </a:xfrm>
          <a:prstGeom prst="rect">
            <a:avLst/>
          </a:prstGeom>
          <a:noFill/>
        </p:spPr>
        <p:txBody>
          <a:bodyPr wrap="square" lIns="9144" rIns="9144" tIns="0" bIns="0">
            <a:spAutoFit/>
          </a:bodyPr>
          <a:lstStyle/>
          <a:p>
            <a:pPr>
              <a:lnSpc>
                <a:spcPct val="106000"/>
              </a:lnSpc>
              <a:spcAft>
                <a:spcPts val="400"/>
              </a:spcAft>
              <a:defRPr sz="850" b="0">
                <a:solidFill>
                  <a:srgbClr val="9A9AA2"/>
                </a:solidFill>
                <a:latin typeface="Menlo"/>
              </a:defRPr>
            </a:pPr>
            <a:r>
              <a:t>REJECT max-notional</a:t>
            </a:r>
          </a:p>
        </p:txBody>
      </p:sp>
      <p:sp>
        <p:nvSpPr>
          <p:cNvPr id="21" name="Oval 20"/>
          <p:cNvSpPr/>
          <p:nvPr/>
        </p:nvSpPr>
        <p:spPr>
          <a:xfrm>
            <a:off x="3474720" y="2779776"/>
            <a:ext cx="91440" cy="91440"/>
          </a:xfrm>
          <a:prstGeom prst="ellipse">
            <a:avLst/>
          </a:prstGeom>
          <a:solidFill>
            <a:srgbClr val="FD51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oracle 300 s old"/>
          <p:cNvSpPr txBox="1"/>
          <p:nvPr/>
        </p:nvSpPr>
        <p:spPr>
          <a:xfrm>
            <a:off x="3675888" y="2724912"/>
            <a:ext cx="2103120" cy="201168"/>
          </a:xfrm>
          <a:prstGeom prst="rect">
            <a:avLst/>
          </a:prstGeom>
          <a:noFill/>
        </p:spPr>
        <p:txBody>
          <a:bodyPr wrap="square" lIns="9144" rIns="9144" tIns="0" bIns="0">
            <a:spAutoFit/>
          </a:bodyPr>
          <a:lstStyle/>
          <a:p>
            <a:pPr>
              <a:lnSpc>
                <a:spcPct val="106000"/>
              </a:lnSpc>
              <a:spcAft>
                <a:spcPts val="400"/>
              </a:spcAft>
              <a:defRPr sz="1100" b="0">
                <a:solidFill>
                  <a:srgbClr val="F2F5F8"/>
                </a:solidFill>
                <a:latin typeface="Helvetica Neue"/>
              </a:defRPr>
            </a:pPr>
            <a:r>
              <a:t>oracle 300 s old</a:t>
            </a:r>
          </a:p>
        </p:txBody>
      </p:sp>
      <p:sp>
        <p:nvSpPr>
          <p:cNvPr id="23" name="text:REJECT max-oracle-age"/>
          <p:cNvSpPr txBox="1"/>
          <p:nvPr/>
        </p:nvSpPr>
        <p:spPr>
          <a:xfrm>
            <a:off x="3675888" y="2926080"/>
            <a:ext cx="2103120" cy="182880"/>
          </a:xfrm>
          <a:prstGeom prst="rect">
            <a:avLst/>
          </a:prstGeom>
          <a:noFill/>
        </p:spPr>
        <p:txBody>
          <a:bodyPr wrap="square" lIns="9144" rIns="9144" tIns="0" bIns="0">
            <a:spAutoFit/>
          </a:bodyPr>
          <a:lstStyle/>
          <a:p>
            <a:pPr>
              <a:lnSpc>
                <a:spcPct val="106000"/>
              </a:lnSpc>
              <a:spcAft>
                <a:spcPts val="400"/>
              </a:spcAft>
              <a:defRPr sz="850" b="0">
                <a:solidFill>
                  <a:srgbClr val="9A9AA2"/>
                </a:solidFill>
                <a:latin typeface="Menlo"/>
              </a:defRPr>
            </a:pPr>
            <a:r>
              <a:t>REJECT max-oracle-age</a:t>
            </a:r>
          </a:p>
        </p:txBody>
      </p:sp>
      <p:sp>
        <p:nvSpPr>
          <p:cNvPr id="24" name="Oval 23"/>
          <p:cNvSpPr/>
          <p:nvPr/>
        </p:nvSpPr>
        <p:spPr>
          <a:xfrm>
            <a:off x="3474720" y="3236976"/>
            <a:ext cx="91440" cy="91440"/>
          </a:xfrm>
          <a:prstGeom prst="ellipse">
            <a:avLst/>
          </a:prstGeom>
          <a:solidFill>
            <a:srgbClr val="FD51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price in cents"/>
          <p:cNvSpPr txBox="1"/>
          <p:nvPr/>
        </p:nvSpPr>
        <p:spPr>
          <a:xfrm>
            <a:off x="3675888" y="3182112"/>
            <a:ext cx="2103120" cy="201168"/>
          </a:xfrm>
          <a:prstGeom prst="rect">
            <a:avLst/>
          </a:prstGeom>
          <a:noFill/>
        </p:spPr>
        <p:txBody>
          <a:bodyPr wrap="square" lIns="9144" rIns="9144" tIns="0" bIns="0">
            <a:spAutoFit/>
          </a:bodyPr>
          <a:lstStyle/>
          <a:p>
            <a:pPr>
              <a:lnSpc>
                <a:spcPct val="106000"/>
              </a:lnSpc>
              <a:spcAft>
                <a:spcPts val="400"/>
              </a:spcAft>
              <a:defRPr sz="1100" b="0">
                <a:solidFill>
                  <a:srgbClr val="F2F5F8"/>
                </a:solidFill>
                <a:latin typeface="Helvetica Neue"/>
              </a:defRPr>
            </a:pPr>
            <a:r>
              <a:t>price in cents</a:t>
            </a:r>
          </a:p>
        </p:txBody>
      </p:sp>
      <p:sp>
        <p:nvSpPr>
          <p:cNvPr id="26" name="text:REJECT unit-sanity"/>
          <p:cNvSpPr txBox="1"/>
          <p:nvPr/>
        </p:nvSpPr>
        <p:spPr>
          <a:xfrm>
            <a:off x="3675888" y="3383280"/>
            <a:ext cx="2103120" cy="182880"/>
          </a:xfrm>
          <a:prstGeom prst="rect">
            <a:avLst/>
          </a:prstGeom>
          <a:noFill/>
        </p:spPr>
        <p:txBody>
          <a:bodyPr wrap="square" lIns="9144" rIns="9144" tIns="0" bIns="0">
            <a:spAutoFit/>
          </a:bodyPr>
          <a:lstStyle/>
          <a:p>
            <a:pPr>
              <a:lnSpc>
                <a:spcPct val="106000"/>
              </a:lnSpc>
              <a:spcAft>
                <a:spcPts val="400"/>
              </a:spcAft>
              <a:defRPr sz="850" b="0">
                <a:solidFill>
                  <a:srgbClr val="9A9AA2"/>
                </a:solidFill>
                <a:latin typeface="Menlo"/>
              </a:defRPr>
            </a:pPr>
            <a:r>
              <a:t>REJECT unit-sanity</a:t>
            </a:r>
          </a:p>
        </p:txBody>
      </p:sp>
      <p:sp>
        <p:nvSpPr>
          <p:cNvPr id="27" name="Oval 26"/>
          <p:cNvSpPr/>
          <p:nvPr/>
        </p:nvSpPr>
        <p:spPr>
          <a:xfrm>
            <a:off x="3474720" y="3694176"/>
            <a:ext cx="91440" cy="91440"/>
          </a:xfrm>
          <a:prstGeom prst="ellipse">
            <a:avLst/>
          </a:prstGeom>
          <a:solidFill>
            <a:srgbClr val="FD51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100 bps off the oracle"/>
          <p:cNvSpPr txBox="1"/>
          <p:nvPr/>
        </p:nvSpPr>
        <p:spPr>
          <a:xfrm>
            <a:off x="3675888" y="3639312"/>
            <a:ext cx="2103120" cy="201168"/>
          </a:xfrm>
          <a:prstGeom prst="rect">
            <a:avLst/>
          </a:prstGeom>
          <a:noFill/>
        </p:spPr>
        <p:txBody>
          <a:bodyPr wrap="square" lIns="9144" rIns="9144" tIns="0" bIns="0">
            <a:spAutoFit/>
          </a:bodyPr>
          <a:lstStyle/>
          <a:p>
            <a:pPr>
              <a:lnSpc>
                <a:spcPct val="106000"/>
              </a:lnSpc>
              <a:spcAft>
                <a:spcPts val="400"/>
              </a:spcAft>
              <a:defRPr sz="1100" b="0">
                <a:solidFill>
                  <a:srgbClr val="F2F5F8"/>
                </a:solidFill>
                <a:latin typeface="Helvetica Neue"/>
              </a:defRPr>
            </a:pPr>
            <a:r>
              <a:t>100 bps off the oracle</a:t>
            </a:r>
          </a:p>
        </p:txBody>
      </p:sp>
      <p:sp>
        <p:nvSpPr>
          <p:cNvPr id="29" name="text:REJECT max-oracle-gap"/>
          <p:cNvSpPr txBox="1"/>
          <p:nvPr/>
        </p:nvSpPr>
        <p:spPr>
          <a:xfrm>
            <a:off x="3675888" y="3840480"/>
            <a:ext cx="2103120" cy="182880"/>
          </a:xfrm>
          <a:prstGeom prst="rect">
            <a:avLst/>
          </a:prstGeom>
          <a:noFill/>
        </p:spPr>
        <p:txBody>
          <a:bodyPr wrap="square" lIns="9144" rIns="9144" tIns="0" bIns="0">
            <a:spAutoFit/>
          </a:bodyPr>
          <a:lstStyle/>
          <a:p>
            <a:pPr>
              <a:lnSpc>
                <a:spcPct val="106000"/>
              </a:lnSpc>
              <a:spcAft>
                <a:spcPts val="400"/>
              </a:spcAft>
              <a:defRPr sz="850" b="0">
                <a:solidFill>
                  <a:srgbClr val="9A9AA2"/>
                </a:solidFill>
                <a:latin typeface="Menlo"/>
              </a:defRPr>
            </a:pPr>
            <a:r>
              <a:t>REJECT max-oracle-gap</a:t>
            </a:r>
          </a:p>
        </p:txBody>
      </p:sp>
      <p:sp>
        <p:nvSpPr>
          <p:cNvPr id="30" name="text:Injected on purpose; all four refuse"/>
          <p:cNvSpPr txBox="1"/>
          <p:nvPr/>
        </p:nvSpPr>
        <p:spPr>
          <a:xfrm>
            <a:off x="3474720" y="3977639"/>
            <a:ext cx="2286000" cy="182880"/>
          </a:xfrm>
          <a:prstGeom prst="rect">
            <a:avLst/>
          </a:prstGeom>
          <a:noFill/>
        </p:spPr>
        <p:txBody>
          <a:bodyPr wrap="square" lIns="9144" rIns="9144" tIns="0" bIns="0">
            <a:spAutoFit/>
          </a:bodyPr>
          <a:lstStyle/>
          <a:p>
            <a:pPr>
              <a:lnSpc>
                <a:spcPct val="106000"/>
              </a:lnSpc>
              <a:spcAft>
                <a:spcPts val="400"/>
              </a:spcAft>
              <a:defRPr sz="900" b="0">
                <a:solidFill>
                  <a:srgbClr val="3DDC97"/>
                </a:solidFill>
                <a:latin typeface="Helvetica Neue"/>
              </a:defRPr>
            </a:pPr>
            <a:r>
              <a:t>Injected on purpose; all four refused.</a:t>
            </a:r>
          </a:p>
        </p:txBody>
      </p:sp>
      <p:sp>
        <p:nvSpPr>
          <p:cNvPr id="31" name="text:Signed memo tx"/>
          <p:cNvSpPr txBox="1"/>
          <p:nvPr/>
        </p:nvSpPr>
        <p:spPr>
          <a:xfrm>
            <a:off x="6217920" y="2194560"/>
            <a:ext cx="2286000" cy="201168"/>
          </a:xfrm>
          <a:prstGeom prst="rect">
            <a:avLst/>
          </a:prstGeom>
          <a:noFill/>
        </p:spPr>
        <p:txBody>
          <a:bodyPr wrap="square" lIns="9144" rIns="9144" tIns="0" bIns="0">
            <a:spAutoFit/>
          </a:bodyPr>
          <a:lstStyle/>
          <a:p>
            <a:pPr>
              <a:lnSpc>
                <a:spcPct val="106000"/>
              </a:lnSpc>
              <a:spcAft>
                <a:spcPts val="400"/>
              </a:spcAft>
              <a:defRPr sz="1100" b="0">
                <a:solidFill>
                  <a:srgbClr val="F2F5F8"/>
                </a:solidFill>
                <a:latin typeface="Helvetica Neue"/>
              </a:defRPr>
            </a:pPr>
            <a:r>
              <a:t>Signed memo tx</a:t>
            </a:r>
          </a:p>
        </p:txBody>
      </p:sp>
      <p:sp>
        <p:nvSpPr>
          <p:cNvPr id="32" name="text:devnet node: AccountNotFound (no SOL"/>
          <p:cNvSpPr txBox="1"/>
          <p:nvPr/>
        </p:nvSpPr>
        <p:spPr>
          <a:xfrm>
            <a:off x="6217920" y="2414015"/>
            <a:ext cx="2286000" cy="365760"/>
          </a:xfrm>
          <a:prstGeom prst="rect">
            <a:avLst/>
          </a:prstGeom>
          <a:noFill/>
        </p:spPr>
        <p:txBody>
          <a:bodyPr wrap="square" lIns="9144" rIns="9144" tIns="0" bIns="0">
            <a:spAutoFit/>
          </a:bodyPr>
          <a:lstStyle/>
          <a:p>
            <a:pPr>
              <a:lnSpc>
                <a:spcPct val="106000"/>
              </a:lnSpc>
              <a:spcAft>
                <a:spcPts val="400"/>
              </a:spcAft>
              <a:defRPr sz="900" b="0">
                <a:solidFill>
                  <a:srgbClr val="3DDC97"/>
                </a:solidFill>
                <a:latin typeface="Helvetica Neue"/>
              </a:defRPr>
            </a:pPr>
            <a:r>
              <a:t>devnet node: AccountNotFound (no SOL), signature accepted</a:t>
            </a:r>
          </a:p>
        </p:txBody>
      </p:sp>
      <p:sp>
        <p:nvSpPr>
          <p:cNvPr id="33" name="text:Flipped one bit"/>
          <p:cNvSpPr txBox="1"/>
          <p:nvPr/>
        </p:nvSpPr>
        <p:spPr>
          <a:xfrm>
            <a:off x="6217920" y="2761488"/>
            <a:ext cx="2286000" cy="201168"/>
          </a:xfrm>
          <a:prstGeom prst="rect">
            <a:avLst/>
          </a:prstGeom>
          <a:noFill/>
        </p:spPr>
        <p:txBody>
          <a:bodyPr wrap="square" lIns="9144" rIns="9144" tIns="0" bIns="0">
            <a:spAutoFit/>
          </a:bodyPr>
          <a:lstStyle/>
          <a:p>
            <a:pPr>
              <a:lnSpc>
                <a:spcPct val="106000"/>
              </a:lnSpc>
              <a:spcAft>
                <a:spcPts val="400"/>
              </a:spcAft>
              <a:defRPr sz="1100" b="0">
                <a:solidFill>
                  <a:srgbClr val="F2F5F8"/>
                </a:solidFill>
                <a:latin typeface="Helvetica Neue"/>
              </a:defRPr>
            </a:pPr>
            <a:r>
              <a:t>Flipped one bit</a:t>
            </a:r>
          </a:p>
        </p:txBody>
      </p:sp>
      <p:sp>
        <p:nvSpPr>
          <p:cNvPr id="34" name="text:devnet node: SignatureFailure"/>
          <p:cNvSpPr txBox="1"/>
          <p:nvPr/>
        </p:nvSpPr>
        <p:spPr>
          <a:xfrm>
            <a:off x="6217920" y="2980944"/>
            <a:ext cx="2286000" cy="365760"/>
          </a:xfrm>
          <a:prstGeom prst="rect">
            <a:avLst/>
          </a:prstGeom>
          <a:noFill/>
        </p:spPr>
        <p:txBody>
          <a:bodyPr wrap="square" lIns="9144" rIns="9144" tIns="0" bIns="0">
            <a:spAutoFit/>
          </a:bodyPr>
          <a:lstStyle/>
          <a:p>
            <a:pPr>
              <a:lnSpc>
                <a:spcPct val="106000"/>
              </a:lnSpc>
              <a:spcAft>
                <a:spcPts val="400"/>
              </a:spcAft>
              <a:defRPr sz="900" b="0">
                <a:solidFill>
                  <a:srgbClr val="3DDC97"/>
                </a:solidFill>
                <a:latin typeface="Helvetica Neue"/>
              </a:defRPr>
            </a:pPr>
            <a:r>
              <a:t>devnet node: SignatureFailure</a:t>
            </a:r>
          </a:p>
        </p:txBody>
      </p:sp>
      <p:sp>
        <p:nvSpPr>
          <p:cNvPr id="35" name="text:Funded tx link"/>
          <p:cNvSpPr txBox="1"/>
          <p:nvPr/>
        </p:nvSpPr>
        <p:spPr>
          <a:xfrm>
            <a:off x="6217920" y="3328415"/>
            <a:ext cx="2286000" cy="201168"/>
          </a:xfrm>
          <a:prstGeom prst="rect">
            <a:avLst/>
          </a:prstGeom>
          <a:noFill/>
        </p:spPr>
        <p:txBody>
          <a:bodyPr wrap="square" lIns="9144" rIns="9144" tIns="0" bIns="0">
            <a:spAutoFit/>
          </a:bodyPr>
          <a:lstStyle/>
          <a:p>
            <a:pPr>
              <a:lnSpc>
                <a:spcPct val="106000"/>
              </a:lnSpc>
              <a:spcAft>
                <a:spcPts val="400"/>
              </a:spcAft>
              <a:defRPr sz="1100" b="0">
                <a:solidFill>
                  <a:srgbClr val="F2F5F8"/>
                </a:solidFill>
                <a:latin typeface="Helvetica Neue"/>
              </a:defRPr>
            </a:pPr>
            <a:r>
              <a:t>Funded tx link</a:t>
            </a:r>
          </a:p>
        </p:txBody>
      </p:sp>
      <p:sp>
        <p:nvSpPr>
          <p:cNvPr id="36" name="text:none: faucet answered HTTP 429"/>
          <p:cNvSpPr txBox="1"/>
          <p:nvPr/>
        </p:nvSpPr>
        <p:spPr>
          <a:xfrm>
            <a:off x="6217920" y="3547872"/>
            <a:ext cx="2286000" cy="365760"/>
          </a:xfrm>
          <a:prstGeom prst="rect">
            <a:avLst/>
          </a:prstGeom>
          <a:noFill/>
        </p:spPr>
        <p:txBody>
          <a:bodyPr wrap="square" lIns="9144" rIns="9144" tIns="0" bIns="0">
            <a:spAutoFit/>
          </a:bodyPr>
          <a:lstStyle/>
          <a:p>
            <a:pPr>
              <a:lnSpc>
                <a:spcPct val="106000"/>
              </a:lnSpc>
              <a:spcAft>
                <a:spcPts val="400"/>
              </a:spcAft>
              <a:defRPr sz="900" b="0">
                <a:solidFill>
                  <a:srgbClr val="FD51FC"/>
                </a:solidFill>
                <a:latin typeface="Helvetica Neue"/>
              </a:defRPr>
            </a:pPr>
            <a:r>
              <a:t>none: faucet answered HTTP 429</a:t>
            </a:r>
          </a:p>
        </p:txBody>
      </p:sp>
      <p:sp>
        <p:nvSpPr>
          <p:cNvPr id="37" name="text:Devnet slot 513,629,831, read 2026-1"/>
          <p:cNvSpPr txBox="1"/>
          <p:nvPr/>
        </p:nvSpPr>
        <p:spPr>
          <a:xfrm>
            <a:off x="6217920" y="3913632"/>
            <a:ext cx="2286000" cy="274320"/>
          </a:xfrm>
          <a:prstGeom prst="rect">
            <a:avLst/>
          </a:prstGeom>
          <a:noFill/>
        </p:spPr>
        <p:txBody>
          <a:bodyPr wrap="square" lIns="9144" rIns="9144" tIns="0" bIns="0">
            <a:spAutoFit/>
          </a:bodyPr>
          <a:lstStyle/>
          <a:p>
            <a:pPr>
              <a:lnSpc>
                <a:spcPct val="106000"/>
              </a:lnSpc>
              <a:spcAft>
                <a:spcPts val="400"/>
              </a:spcAft>
              <a:defRPr sz="850" b="0">
                <a:solidFill>
                  <a:srgbClr val="9A9AA2"/>
                </a:solidFill>
                <a:latin typeface="Helvetica Neue"/>
              </a:defRPr>
            </a:pPr>
            <a:r>
              <a:t>Devnet slot 513,629,831, read 2026-10-21. Say so; do not hide it.</a:t>
            </a:r>
          </a:p>
        </p:txBody>
      </p:sp>
      <p:sp>
        <p:nvSpPr>
          <p:cNvPr id="38" name="text:Source: demo-repo/code/out/walkthrou"/>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demo-repo/code/out/walkthrough.json and recorded/devnet-reads.json.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Part 4: limit and next"/>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Part 4: limit and next</a:t>
            </a:r>
          </a:p>
        </p:txBody>
      </p:sp>
      <p:sp>
        <p:nvSpPr>
          <p:cNvPr id="3" name="text:Forty seconds. Say what you have not"/>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Forty seconds. Say what you have not proved.</a:t>
            </a:r>
          </a:p>
        </p:txBody>
      </p:sp>
      <p:sp>
        <p:nvSpPr>
          <p:cNvPr id="4" name="text:7"/>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7</a:t>
            </a:r>
          </a:p>
        </p:txBody>
      </p:sp>
      <p:sp>
        <p:nvSpPr>
          <p:cNvPr id="5" name="Rounded Rectangle 4"/>
          <p:cNvSpPr/>
          <p:nvPr/>
        </p:nvSpPr>
        <p:spPr>
          <a:xfrm>
            <a:off x="548640" y="1463040"/>
            <a:ext cx="3977639" cy="2103120"/>
          </a:xfrm>
          <a:prstGeom prst="roundRect">
            <a:avLst>
              <a:gd name="adj" fmla="val 6086"/>
            </a:avLst>
          </a:prstGeom>
          <a:noFill/>
          <a:ln w="1270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SAY OUT LOUD"/>
          <p:cNvSpPr txBox="1"/>
          <p:nvPr/>
        </p:nvSpPr>
        <p:spPr>
          <a:xfrm>
            <a:off x="749808" y="1600200"/>
            <a:ext cx="3474720" cy="182880"/>
          </a:xfrm>
          <a:prstGeom prst="rect">
            <a:avLst/>
          </a:prstGeom>
          <a:noFill/>
        </p:spPr>
        <p:txBody>
          <a:bodyPr wrap="square" lIns="9144" rIns="9144" tIns="0" bIns="0">
            <a:spAutoFit/>
          </a:bodyPr>
          <a:lstStyle/>
          <a:p>
            <a:pPr>
              <a:lnSpc>
                <a:spcPct val="106000"/>
              </a:lnSpc>
              <a:spcAft>
                <a:spcPts val="400"/>
              </a:spcAft>
              <a:defRPr sz="1000" b="0">
                <a:solidFill>
                  <a:srgbClr val="3DDC97"/>
                </a:solidFill>
                <a:latin typeface="Helvetica Neue"/>
              </a:defRPr>
            </a:pPr>
            <a:r>
              <a:t>SAY OUT LOUD</a:t>
            </a:r>
          </a:p>
        </p:txBody>
      </p:sp>
      <p:sp>
        <p:nvSpPr>
          <p:cNvPr id="7" name="Oval 6"/>
          <p:cNvSpPr/>
          <p:nvPr/>
        </p:nvSpPr>
        <p:spPr>
          <a:xfrm>
            <a:off x="768096" y="2029967"/>
            <a:ext cx="109728" cy="109728"/>
          </a:xfrm>
          <a:prstGeom prst="ellipse">
            <a:avLst/>
          </a:prstGeom>
          <a:solidFill>
            <a:srgbClr val="3DDC97"/>
          </a:solid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One limitation, in your own words."/>
          <p:cNvSpPr txBox="1"/>
          <p:nvPr/>
        </p:nvSpPr>
        <p:spPr>
          <a:xfrm>
            <a:off x="1005840" y="1965960"/>
            <a:ext cx="3383280" cy="457200"/>
          </a:xfrm>
          <a:prstGeom prst="rect">
            <a:avLst/>
          </a:prstGeom>
          <a:noFill/>
        </p:spPr>
        <p:txBody>
          <a:bodyPr wrap="square" lIns="9144" rIns="9144" tIns="0" bIns="0">
            <a:spAutoFit/>
          </a:bodyPr>
          <a:lstStyle/>
          <a:p>
            <a:pPr>
              <a:lnSpc>
                <a:spcPct val="106000"/>
              </a:lnSpc>
              <a:spcAft>
                <a:spcPts val="400"/>
              </a:spcAft>
              <a:defRPr sz="1300" b="0">
                <a:solidFill>
                  <a:srgbClr val="F2F5F8"/>
                </a:solidFill>
                <a:latin typeface="Helvetica Neue"/>
              </a:defRPr>
            </a:pPr>
            <a:r>
              <a:t>One limitation, in your own words.</a:t>
            </a:r>
          </a:p>
        </p:txBody>
      </p:sp>
      <p:sp>
        <p:nvSpPr>
          <p:cNvPr id="9" name="Oval 8"/>
          <p:cNvSpPr/>
          <p:nvPr/>
        </p:nvSpPr>
        <p:spPr>
          <a:xfrm>
            <a:off x="768096" y="2532888"/>
            <a:ext cx="109728" cy="109728"/>
          </a:xfrm>
          <a:prstGeom prst="ellipse">
            <a:avLst/>
          </a:prstGeom>
          <a:solidFill>
            <a:srgbClr val="3DDC97"/>
          </a:solid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What is untested."/>
          <p:cNvSpPr txBox="1"/>
          <p:nvPr/>
        </p:nvSpPr>
        <p:spPr>
          <a:xfrm>
            <a:off x="1005840" y="2468880"/>
            <a:ext cx="3383280" cy="457200"/>
          </a:xfrm>
          <a:prstGeom prst="rect">
            <a:avLst/>
          </a:prstGeom>
          <a:noFill/>
        </p:spPr>
        <p:txBody>
          <a:bodyPr wrap="square" lIns="9144" rIns="9144" tIns="0" bIns="0">
            <a:spAutoFit/>
          </a:bodyPr>
          <a:lstStyle/>
          <a:p>
            <a:pPr>
              <a:lnSpc>
                <a:spcPct val="106000"/>
              </a:lnSpc>
              <a:spcAft>
                <a:spcPts val="400"/>
              </a:spcAft>
              <a:defRPr sz="1300" b="0">
                <a:solidFill>
                  <a:srgbClr val="F2F5F8"/>
                </a:solidFill>
                <a:latin typeface="Helvetica Neue"/>
              </a:defRPr>
            </a:pPr>
            <a:r>
              <a:t>What is untested.</a:t>
            </a:r>
          </a:p>
        </p:txBody>
      </p:sp>
      <p:sp>
        <p:nvSpPr>
          <p:cNvPr id="11" name="Oval 10"/>
          <p:cNvSpPr/>
          <p:nvPr/>
        </p:nvSpPr>
        <p:spPr>
          <a:xfrm>
            <a:off x="768096" y="3035808"/>
            <a:ext cx="109728" cy="109728"/>
          </a:xfrm>
          <a:prstGeom prst="ellipse">
            <a:avLst/>
          </a:prstGeom>
          <a:solidFill>
            <a:srgbClr val="3DDC97"/>
          </a:solid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The next step, one sentence."/>
          <p:cNvSpPr txBox="1"/>
          <p:nvPr/>
        </p:nvSpPr>
        <p:spPr>
          <a:xfrm>
            <a:off x="1005840" y="2971800"/>
            <a:ext cx="3383280" cy="457200"/>
          </a:xfrm>
          <a:prstGeom prst="rect">
            <a:avLst/>
          </a:prstGeom>
          <a:noFill/>
        </p:spPr>
        <p:txBody>
          <a:bodyPr wrap="square" lIns="9144" rIns="9144" tIns="0" bIns="0">
            <a:spAutoFit/>
          </a:bodyPr>
          <a:lstStyle/>
          <a:p>
            <a:pPr>
              <a:lnSpc>
                <a:spcPct val="106000"/>
              </a:lnSpc>
              <a:spcAft>
                <a:spcPts val="400"/>
              </a:spcAft>
              <a:defRPr sz="1300" b="0">
                <a:solidFill>
                  <a:srgbClr val="F2F5F8"/>
                </a:solidFill>
                <a:latin typeface="Helvetica Neue"/>
              </a:defRPr>
            </a:pPr>
            <a:r>
              <a:t>The next step, one sentence.</a:t>
            </a:r>
          </a:p>
        </p:txBody>
      </p:sp>
      <p:sp>
        <p:nvSpPr>
          <p:cNvPr id="13" name="Rounded Rectangle 12"/>
          <p:cNvSpPr/>
          <p:nvPr/>
        </p:nvSpPr>
        <p:spPr>
          <a:xfrm>
            <a:off x="4663440" y="1463040"/>
            <a:ext cx="3977639" cy="2103120"/>
          </a:xfrm>
          <a:prstGeom prst="roundRect">
            <a:avLst>
              <a:gd name="adj" fmla="val 6086"/>
            </a:avLst>
          </a:prstGeom>
          <a:noFill/>
          <a:ln w="1270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DO NOT SAY"/>
          <p:cNvSpPr txBox="1"/>
          <p:nvPr/>
        </p:nvSpPr>
        <p:spPr>
          <a:xfrm>
            <a:off x="4864607" y="1600200"/>
            <a:ext cx="3474720" cy="182880"/>
          </a:xfrm>
          <a:prstGeom prst="rect">
            <a:avLst/>
          </a:prstGeom>
          <a:noFill/>
        </p:spPr>
        <p:txBody>
          <a:bodyPr wrap="square" lIns="9144" rIns="9144" tIns="0" bIns="0">
            <a:spAutoFit/>
          </a:bodyPr>
          <a:lstStyle/>
          <a:p>
            <a:pPr>
              <a:lnSpc>
                <a:spcPct val="106000"/>
              </a:lnSpc>
              <a:spcAft>
                <a:spcPts val="400"/>
              </a:spcAft>
              <a:defRPr sz="1000" b="0">
                <a:solidFill>
                  <a:srgbClr val="FD51FC"/>
                </a:solidFill>
                <a:latin typeface="Helvetica Neue"/>
              </a:defRPr>
            </a:pPr>
            <a:r>
              <a:t>DO NOT SAY</a:t>
            </a:r>
          </a:p>
        </p:txBody>
      </p:sp>
      <p:sp>
        <p:nvSpPr>
          <p:cNvPr id="15" name="Oval 14"/>
          <p:cNvSpPr/>
          <p:nvPr/>
        </p:nvSpPr>
        <p:spPr>
          <a:xfrm>
            <a:off x="4882896" y="2029967"/>
            <a:ext cx="109728" cy="109728"/>
          </a:xfrm>
          <a:prstGeom prst="ellipse">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A return, a profit or a win rate as "/>
          <p:cNvSpPr txBox="1"/>
          <p:nvPr/>
        </p:nvSpPr>
        <p:spPr>
          <a:xfrm>
            <a:off x="5120640" y="1965960"/>
            <a:ext cx="3383280" cy="457200"/>
          </a:xfrm>
          <a:prstGeom prst="rect">
            <a:avLst/>
          </a:prstGeom>
          <a:noFill/>
        </p:spPr>
        <p:txBody>
          <a:bodyPr wrap="square" lIns="9144" rIns="9144" tIns="0" bIns="0">
            <a:spAutoFit/>
          </a:bodyPr>
          <a:lstStyle/>
          <a:p>
            <a:pPr>
              <a:lnSpc>
                <a:spcPct val="106000"/>
              </a:lnSpc>
              <a:spcAft>
                <a:spcPts val="400"/>
              </a:spcAft>
              <a:defRPr sz="1300" b="0">
                <a:solidFill>
                  <a:srgbClr val="F2F5F8"/>
                </a:solidFill>
                <a:latin typeface="Helvetica Neue"/>
              </a:defRPr>
            </a:pPr>
            <a:r>
              <a:t>A return, a profit or a win rate as the headline.</a:t>
            </a:r>
          </a:p>
        </p:txBody>
      </p:sp>
      <p:sp>
        <p:nvSpPr>
          <p:cNvPr id="17" name="Oval 16"/>
          <p:cNvSpPr/>
          <p:nvPr/>
        </p:nvSpPr>
        <p:spPr>
          <a:xfrm>
            <a:off x="4882896" y="2532888"/>
            <a:ext cx="109728" cy="109728"/>
          </a:xfrm>
          <a:prstGeom prst="ellipse">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A capability the tests do not cover."/>
          <p:cNvSpPr txBox="1"/>
          <p:nvPr/>
        </p:nvSpPr>
        <p:spPr>
          <a:xfrm>
            <a:off x="5120640" y="2468880"/>
            <a:ext cx="3383280" cy="457200"/>
          </a:xfrm>
          <a:prstGeom prst="rect">
            <a:avLst/>
          </a:prstGeom>
          <a:noFill/>
        </p:spPr>
        <p:txBody>
          <a:bodyPr wrap="square" lIns="9144" rIns="9144" tIns="0" bIns="0">
            <a:spAutoFit/>
          </a:bodyPr>
          <a:lstStyle/>
          <a:p>
            <a:pPr>
              <a:lnSpc>
                <a:spcPct val="106000"/>
              </a:lnSpc>
              <a:spcAft>
                <a:spcPts val="400"/>
              </a:spcAft>
              <a:defRPr sz="1300" b="0">
                <a:solidFill>
                  <a:srgbClr val="F2F5F8"/>
                </a:solidFill>
                <a:latin typeface="Helvetica Neue"/>
              </a:defRPr>
            </a:pPr>
            <a:r>
              <a:t>A capability the tests do not cover.</a:t>
            </a:r>
          </a:p>
        </p:txBody>
      </p:sp>
      <p:sp>
        <p:nvSpPr>
          <p:cNvPr id="19" name="Oval 18"/>
          <p:cNvSpPr/>
          <p:nvPr/>
        </p:nvSpPr>
        <p:spPr>
          <a:xfrm>
            <a:off x="4882896" y="3035808"/>
            <a:ext cx="109728" cy="109728"/>
          </a:xfrm>
          <a:prstGeom prst="ellipse">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A transaction link you have not open"/>
          <p:cNvSpPr txBox="1"/>
          <p:nvPr/>
        </p:nvSpPr>
        <p:spPr>
          <a:xfrm>
            <a:off x="5120640" y="2971800"/>
            <a:ext cx="3383280" cy="457200"/>
          </a:xfrm>
          <a:prstGeom prst="rect">
            <a:avLst/>
          </a:prstGeom>
          <a:noFill/>
        </p:spPr>
        <p:txBody>
          <a:bodyPr wrap="square" lIns="9144" rIns="9144" tIns="0" bIns="0">
            <a:spAutoFit/>
          </a:bodyPr>
          <a:lstStyle/>
          <a:p>
            <a:pPr>
              <a:lnSpc>
                <a:spcPct val="106000"/>
              </a:lnSpc>
              <a:spcAft>
                <a:spcPts val="400"/>
              </a:spcAft>
              <a:defRPr sz="1300" b="0">
                <a:solidFill>
                  <a:srgbClr val="F2F5F8"/>
                </a:solidFill>
                <a:latin typeface="Helvetica Neue"/>
              </a:defRPr>
            </a:pPr>
            <a:r>
              <a:t>A transaction link you have not opened tonight.</a:t>
            </a:r>
          </a:p>
        </p:txBody>
      </p:sp>
      <p:sp>
        <p:nvSpPr>
          <p:cNvPr id="21" name="Rounded Rectangle 20"/>
          <p:cNvSpPr/>
          <p:nvPr/>
        </p:nvSpPr>
        <p:spPr>
          <a:xfrm>
            <a:off x="548640" y="3703320"/>
            <a:ext cx="8092440" cy="868680"/>
          </a:xfrm>
          <a:prstGeom prst="roundRect">
            <a:avLst>
              <a:gd name="adj" fmla="val 14736"/>
            </a:avLst>
          </a:prstGeom>
          <a:solidFill>
            <a:srgbClr val="100821"/>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SAMPLE, PART 4"/>
          <p:cNvSpPr txBox="1"/>
          <p:nvPr/>
        </p:nvSpPr>
        <p:spPr>
          <a:xfrm>
            <a:off x="731520" y="3767328"/>
            <a:ext cx="27432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SAMPLE, PART 4</a:t>
            </a:r>
          </a:p>
        </p:txBody>
      </p:sp>
      <p:sp>
        <p:nvSpPr>
          <p:cNvPr id="23" name="text:“Limits: this is simulated on record"/>
          <p:cNvSpPr txBox="1"/>
          <p:nvPr/>
        </p:nvSpPr>
        <p:spPr>
          <a:xfrm>
            <a:off x="731520" y="3968496"/>
            <a:ext cx="7772400" cy="566928"/>
          </a:xfrm>
          <a:prstGeom prst="rect">
            <a:avLst/>
          </a:prstGeom>
          <a:noFill/>
        </p:spPr>
        <p:txBody>
          <a:bodyPr wrap="square" lIns="9144" rIns="9144" tIns="0" bIns="0">
            <a:spAutoFit/>
          </a:bodyPr>
          <a:lstStyle/>
          <a:p>
            <a:pPr>
              <a:lnSpc>
                <a:spcPct val="106000"/>
              </a:lnSpc>
              <a:spcAft>
                <a:spcPts val="400"/>
              </a:spcAft>
              <a:defRPr sz="950" b="0">
                <a:solidFill>
                  <a:srgbClr val="F2F5F8"/>
                </a:solidFill>
                <a:latin typeface="Helvetica Neue"/>
              </a:defRPr>
            </a:pPr>
            <a:r>
              <a:t>“Limits: this is simulated on recorded data, about seventeen minutes of one afternoon. The order sizes and the fee are assumptions, and no order was sent anywhere. The ledger is not evidence of returns. Next: write one funded devnet memo for every accepted order, and run the same hook on the live feed.”</a:t>
            </a:r>
          </a:p>
        </p:txBody>
      </p:sp>
      <p:sp>
        <p:nvSpPr>
          <p:cNvPr id="24" name="text:Judges score utility, tests and devn"/>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Judges score utility, tests and devnet evidence, never simulated returns.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What the judge sees"/>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What the judge sees</a:t>
            </a:r>
          </a:p>
        </p:txBody>
      </p:sp>
      <p:sp>
        <p:nvSpPr>
          <p:cNvPr id="3" name="text:Three questions, four checks each. T"/>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Three questions, four checks each. Twelve in all.</a:t>
            </a:r>
          </a:p>
        </p:txBody>
      </p:sp>
      <p:sp>
        <p:nvSpPr>
          <p:cNvPr id="4" name="text:8"/>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8</a:t>
            </a:r>
          </a:p>
        </p:txBody>
      </p:sp>
      <p:sp>
        <p:nvSpPr>
          <p:cNvPr id="5" name="Rounded Rectangle 4"/>
          <p:cNvSpPr/>
          <p:nvPr/>
        </p:nvSpPr>
        <p:spPr>
          <a:xfrm>
            <a:off x="548640" y="1417320"/>
            <a:ext cx="2606040" cy="2880360"/>
          </a:xfrm>
          <a:prstGeom prst="roundRect">
            <a:avLst>
              <a:gd name="adj" fmla="val 4912"/>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UTILITY"/>
          <p:cNvSpPr txBox="1"/>
          <p:nvPr/>
        </p:nvSpPr>
        <p:spPr>
          <a:xfrm>
            <a:off x="731520" y="1536192"/>
            <a:ext cx="1645920" cy="18288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UTILITY</a:t>
            </a:r>
          </a:p>
        </p:txBody>
      </p:sp>
      <p:sp>
        <p:nvSpPr>
          <p:cNvPr id="7" name="text:4 / 4"/>
          <p:cNvSpPr txBox="1"/>
          <p:nvPr/>
        </p:nvSpPr>
        <p:spPr>
          <a:xfrm>
            <a:off x="2286000" y="1499616"/>
            <a:ext cx="685800" cy="228600"/>
          </a:xfrm>
          <a:prstGeom prst="rect">
            <a:avLst/>
          </a:prstGeom>
          <a:noFill/>
        </p:spPr>
        <p:txBody>
          <a:bodyPr wrap="square" lIns="9144" rIns="9144" tIns="0" bIns="0">
            <a:spAutoFit/>
          </a:bodyPr>
          <a:lstStyle/>
          <a:p>
            <a:pPr algn="r">
              <a:lnSpc>
                <a:spcPct val="106000"/>
              </a:lnSpc>
              <a:spcAft>
                <a:spcPts val="400"/>
              </a:spcAft>
              <a:defRPr sz="1300" b="0">
                <a:solidFill>
                  <a:srgbClr val="F2F5F8"/>
                </a:solidFill>
                <a:latin typeface="Helvetica Neue"/>
              </a:defRPr>
            </a:pPr>
            <a:r>
              <a:t>4 / 4</a:t>
            </a:r>
          </a:p>
        </p:txBody>
      </p:sp>
      <p:sp>
        <p:nvSpPr>
          <p:cNvPr id="8" name="Oval 7"/>
          <p:cNvSpPr/>
          <p:nvPr/>
        </p:nvSpPr>
        <p:spPr>
          <a:xfrm>
            <a:off x="731520" y="1929384"/>
            <a:ext cx="109728" cy="109728"/>
          </a:xfrm>
          <a:prstGeom prst="ellipse">
            <a:avLst/>
          </a:prstGeom>
          <a:solidFill>
            <a:srgbClr val="3DDC97"/>
          </a:solid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Names a user and a problem in one se"/>
          <p:cNvSpPr txBox="1"/>
          <p:nvPr/>
        </p:nvSpPr>
        <p:spPr>
          <a:xfrm>
            <a:off x="960120" y="1874519"/>
            <a:ext cx="2103120" cy="548640"/>
          </a:xfrm>
          <a:prstGeom prst="rect">
            <a:avLst/>
          </a:prstGeom>
          <a:noFill/>
        </p:spPr>
        <p:txBody>
          <a:bodyPr wrap="square" lIns="9144" rIns="9144" tIns="0" bIns="0">
            <a:spAutoFit/>
          </a:bodyPr>
          <a:lstStyle/>
          <a:p>
            <a:pPr>
              <a:lnSpc>
                <a:spcPct val="106000"/>
              </a:lnSpc>
              <a:spcAft>
                <a:spcPts val="400"/>
              </a:spcAft>
              <a:defRPr sz="950" b="0">
                <a:solidFill>
                  <a:srgbClr val="F2F5F8"/>
                </a:solidFill>
                <a:latin typeface="Helvetica Neue"/>
              </a:defRPr>
            </a:pPr>
            <a:r>
              <a:t>Names a user and a problem in one sentence</a:t>
            </a:r>
          </a:p>
        </p:txBody>
      </p:sp>
      <p:sp>
        <p:nvSpPr>
          <p:cNvPr id="10" name="Oval 9"/>
          <p:cNvSpPr/>
          <p:nvPr/>
        </p:nvSpPr>
        <p:spPr>
          <a:xfrm>
            <a:off x="731520" y="2514600"/>
            <a:ext cx="109728" cy="109728"/>
          </a:xfrm>
          <a:prstGeom prst="ellipse">
            <a:avLst/>
          </a:prstGeom>
          <a:solidFill>
            <a:srgbClr val="3DDC97"/>
          </a:solid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Runs from a clean checkout using onl"/>
          <p:cNvSpPr txBox="1"/>
          <p:nvPr/>
        </p:nvSpPr>
        <p:spPr>
          <a:xfrm>
            <a:off x="960120" y="2459736"/>
            <a:ext cx="2103120" cy="548640"/>
          </a:xfrm>
          <a:prstGeom prst="rect">
            <a:avLst/>
          </a:prstGeom>
          <a:noFill/>
        </p:spPr>
        <p:txBody>
          <a:bodyPr wrap="square" lIns="9144" rIns="9144" tIns="0" bIns="0">
            <a:spAutoFit/>
          </a:bodyPr>
          <a:lstStyle/>
          <a:p>
            <a:pPr>
              <a:lnSpc>
                <a:spcPct val="106000"/>
              </a:lnSpc>
              <a:spcAft>
                <a:spcPts val="400"/>
              </a:spcAft>
              <a:defRPr sz="950" b="0">
                <a:solidFill>
                  <a:srgbClr val="F2F5F8"/>
                </a:solidFill>
                <a:latin typeface="Helvetica Neue"/>
              </a:defRPr>
            </a:pPr>
            <a:r>
              <a:t>Runs from a clean checkout using only the README</a:t>
            </a:r>
          </a:p>
        </p:txBody>
      </p:sp>
      <p:sp>
        <p:nvSpPr>
          <p:cNvPr id="12" name="Oval 11"/>
          <p:cNvSpPr/>
          <p:nvPr/>
        </p:nvSpPr>
        <p:spPr>
          <a:xfrm>
            <a:off x="731520" y="3099816"/>
            <a:ext cx="109728" cy="109728"/>
          </a:xfrm>
          <a:prstGeom prst="ellipse">
            <a:avLst/>
          </a:prstGeom>
          <a:solidFill>
            <a:srgbClr val="3DDC97"/>
          </a:solid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Shows one decision end to end: input"/>
          <p:cNvSpPr txBox="1"/>
          <p:nvPr/>
        </p:nvSpPr>
        <p:spPr>
          <a:xfrm>
            <a:off x="960120" y="3044952"/>
            <a:ext cx="2103120" cy="548640"/>
          </a:xfrm>
          <a:prstGeom prst="rect">
            <a:avLst/>
          </a:prstGeom>
          <a:noFill/>
        </p:spPr>
        <p:txBody>
          <a:bodyPr wrap="square" lIns="9144" rIns="9144" tIns="0" bIns="0">
            <a:spAutoFit/>
          </a:bodyPr>
          <a:lstStyle/>
          <a:p>
            <a:pPr>
              <a:lnSpc>
                <a:spcPct val="106000"/>
              </a:lnSpc>
              <a:spcAft>
                <a:spcPts val="400"/>
              </a:spcAft>
              <a:defRPr sz="950" b="0">
                <a:solidFill>
                  <a:srgbClr val="F2F5F8"/>
                </a:solidFill>
                <a:latin typeface="Helvetica Neue"/>
              </a:defRPr>
            </a:pPr>
            <a:r>
              <a:t>Shows one decision end to end: input, rule, result</a:t>
            </a:r>
          </a:p>
        </p:txBody>
      </p:sp>
      <p:sp>
        <p:nvSpPr>
          <p:cNvPr id="14" name="Oval 13"/>
          <p:cNvSpPr/>
          <p:nvPr/>
        </p:nvSpPr>
        <p:spPr>
          <a:xfrm>
            <a:off x="731520" y="3685031"/>
            <a:ext cx="109728" cy="109728"/>
          </a:xfrm>
          <a:prstGeom prst="ellipse">
            <a:avLst/>
          </a:prstGeom>
          <a:solidFill>
            <a:srgbClr val="3DDC97"/>
          </a:solid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States what it does not do"/>
          <p:cNvSpPr txBox="1"/>
          <p:nvPr/>
        </p:nvSpPr>
        <p:spPr>
          <a:xfrm>
            <a:off x="960120" y="3630168"/>
            <a:ext cx="2103120" cy="548640"/>
          </a:xfrm>
          <a:prstGeom prst="rect">
            <a:avLst/>
          </a:prstGeom>
          <a:noFill/>
        </p:spPr>
        <p:txBody>
          <a:bodyPr wrap="square" lIns="9144" rIns="9144" tIns="0" bIns="0">
            <a:spAutoFit/>
          </a:bodyPr>
          <a:lstStyle/>
          <a:p>
            <a:pPr>
              <a:lnSpc>
                <a:spcPct val="106000"/>
              </a:lnSpc>
              <a:spcAft>
                <a:spcPts val="400"/>
              </a:spcAft>
              <a:defRPr sz="950" b="0">
                <a:solidFill>
                  <a:srgbClr val="F2F5F8"/>
                </a:solidFill>
                <a:latin typeface="Helvetica Neue"/>
              </a:defRPr>
            </a:pPr>
            <a:r>
              <a:t>States what it does not do</a:t>
            </a:r>
          </a:p>
        </p:txBody>
      </p:sp>
      <p:sp>
        <p:nvSpPr>
          <p:cNvPr id="16" name="Rounded Rectangle 15"/>
          <p:cNvSpPr/>
          <p:nvPr/>
        </p:nvSpPr>
        <p:spPr>
          <a:xfrm>
            <a:off x="3291840" y="1417320"/>
            <a:ext cx="2606040" cy="2880360"/>
          </a:xfrm>
          <a:prstGeom prst="roundRect">
            <a:avLst>
              <a:gd name="adj" fmla="val 4912"/>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TESTS"/>
          <p:cNvSpPr txBox="1"/>
          <p:nvPr/>
        </p:nvSpPr>
        <p:spPr>
          <a:xfrm>
            <a:off x="3474720" y="1536192"/>
            <a:ext cx="1645920" cy="182880"/>
          </a:xfrm>
          <a:prstGeom prst="rect">
            <a:avLst/>
          </a:prstGeom>
          <a:noFill/>
        </p:spPr>
        <p:txBody>
          <a:bodyPr wrap="square" lIns="9144" rIns="9144" tIns="0" bIns="0">
            <a:spAutoFit/>
          </a:bodyPr>
          <a:lstStyle/>
          <a:p>
            <a:pPr>
              <a:lnSpc>
                <a:spcPct val="106000"/>
              </a:lnSpc>
              <a:spcAft>
                <a:spcPts val="400"/>
              </a:spcAft>
              <a:defRPr sz="1000" b="0">
                <a:solidFill>
                  <a:srgbClr val="3DDC97"/>
                </a:solidFill>
                <a:latin typeface="Helvetica Neue"/>
              </a:defRPr>
            </a:pPr>
            <a:r>
              <a:t>TESTS</a:t>
            </a:r>
          </a:p>
        </p:txBody>
      </p:sp>
      <p:sp>
        <p:nvSpPr>
          <p:cNvPr id="18" name="text:3 / 4"/>
          <p:cNvSpPr txBox="1"/>
          <p:nvPr/>
        </p:nvSpPr>
        <p:spPr>
          <a:xfrm>
            <a:off x="5029200" y="1499616"/>
            <a:ext cx="685800" cy="228600"/>
          </a:xfrm>
          <a:prstGeom prst="rect">
            <a:avLst/>
          </a:prstGeom>
          <a:noFill/>
        </p:spPr>
        <p:txBody>
          <a:bodyPr wrap="square" lIns="9144" rIns="9144" tIns="0" bIns="0">
            <a:spAutoFit/>
          </a:bodyPr>
          <a:lstStyle/>
          <a:p>
            <a:pPr algn="r">
              <a:lnSpc>
                <a:spcPct val="106000"/>
              </a:lnSpc>
              <a:spcAft>
                <a:spcPts val="400"/>
              </a:spcAft>
              <a:defRPr sz="1300" b="0">
                <a:solidFill>
                  <a:srgbClr val="F2F5F8"/>
                </a:solidFill>
                <a:latin typeface="Helvetica Neue"/>
              </a:defRPr>
            </a:pPr>
            <a:r>
              <a:t>3 / 4</a:t>
            </a:r>
          </a:p>
        </p:txBody>
      </p:sp>
      <p:sp>
        <p:nvSpPr>
          <p:cNvPr id="19" name="Oval 18"/>
          <p:cNvSpPr/>
          <p:nvPr/>
        </p:nvSpPr>
        <p:spPr>
          <a:xfrm>
            <a:off x="3474720" y="1929384"/>
            <a:ext cx="109728" cy="109728"/>
          </a:xfrm>
          <a:prstGeom prst="ellipse">
            <a:avLst/>
          </a:prstGeom>
          <a:solidFill>
            <a:srgbClr val="3DDC97"/>
          </a:solid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npm test passes and the report is at"/>
          <p:cNvSpPr txBox="1"/>
          <p:nvPr/>
        </p:nvSpPr>
        <p:spPr>
          <a:xfrm>
            <a:off x="3703320" y="1874519"/>
            <a:ext cx="2103120" cy="548640"/>
          </a:xfrm>
          <a:prstGeom prst="rect">
            <a:avLst/>
          </a:prstGeom>
          <a:noFill/>
        </p:spPr>
        <p:txBody>
          <a:bodyPr wrap="square" lIns="9144" rIns="9144" tIns="0" bIns="0">
            <a:spAutoFit/>
          </a:bodyPr>
          <a:lstStyle/>
          <a:p>
            <a:pPr>
              <a:lnSpc>
                <a:spcPct val="106000"/>
              </a:lnSpc>
              <a:spcAft>
                <a:spcPts val="400"/>
              </a:spcAft>
              <a:defRPr sz="950" b="0">
                <a:solidFill>
                  <a:srgbClr val="F2F5F8"/>
                </a:solidFill>
                <a:latin typeface="Helvetica Neue"/>
              </a:defRPr>
            </a:pPr>
            <a:r>
              <a:t>npm test passes and the report is attached</a:t>
            </a:r>
          </a:p>
        </p:txBody>
      </p:sp>
      <p:sp>
        <p:nvSpPr>
          <p:cNvPr id="21" name="Oval 20"/>
          <p:cNvSpPr/>
          <p:nvPr/>
        </p:nvSpPr>
        <p:spPr>
          <a:xfrm>
            <a:off x="3474720" y="2514600"/>
            <a:ext cx="109728" cy="109728"/>
          </a:xfrm>
          <a:prstGeom prst="ellipse">
            <a:avLst/>
          </a:prstGeom>
          <a:solidFill>
            <a:srgbClr val="3DDC97"/>
          </a:solid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A test covers the failure case (a ba"/>
          <p:cNvSpPr txBox="1"/>
          <p:nvPr/>
        </p:nvSpPr>
        <p:spPr>
          <a:xfrm>
            <a:off x="3703320" y="2459736"/>
            <a:ext cx="2103120" cy="548640"/>
          </a:xfrm>
          <a:prstGeom prst="rect">
            <a:avLst/>
          </a:prstGeom>
          <a:noFill/>
        </p:spPr>
        <p:txBody>
          <a:bodyPr wrap="square" lIns="9144" rIns="9144" tIns="0" bIns="0">
            <a:spAutoFit/>
          </a:bodyPr>
          <a:lstStyle/>
          <a:p>
            <a:pPr>
              <a:lnSpc>
                <a:spcPct val="106000"/>
              </a:lnSpc>
              <a:spcAft>
                <a:spcPts val="400"/>
              </a:spcAft>
              <a:defRPr sz="950" b="0">
                <a:solidFill>
                  <a:srgbClr val="F2F5F8"/>
                </a:solidFill>
                <a:latin typeface="Helvetica Neue"/>
              </a:defRPr>
            </a:pPr>
            <a:r>
              <a:t>A test covers the failure case (a bad input is refused)</a:t>
            </a:r>
          </a:p>
        </p:txBody>
      </p:sp>
      <p:sp>
        <p:nvSpPr>
          <p:cNvPr id="23" name="Oval 22"/>
          <p:cNvSpPr/>
          <p:nvPr/>
        </p:nvSpPr>
        <p:spPr>
          <a:xfrm>
            <a:off x="3474720" y="3099816"/>
            <a:ext cx="109728" cy="109728"/>
          </a:xfrm>
          <a:prstGeom prst="ellipse">
            <a:avLst/>
          </a:prstGeom>
          <a:solidFill>
            <a:srgbClr val="3DDC97"/>
          </a:solid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Tests run offline on recorded data"/>
          <p:cNvSpPr txBox="1"/>
          <p:nvPr/>
        </p:nvSpPr>
        <p:spPr>
          <a:xfrm>
            <a:off x="3703320" y="3044952"/>
            <a:ext cx="2103120" cy="548640"/>
          </a:xfrm>
          <a:prstGeom prst="rect">
            <a:avLst/>
          </a:prstGeom>
          <a:noFill/>
        </p:spPr>
        <p:txBody>
          <a:bodyPr wrap="square" lIns="9144" rIns="9144" tIns="0" bIns="0">
            <a:spAutoFit/>
          </a:bodyPr>
          <a:lstStyle/>
          <a:p>
            <a:pPr>
              <a:lnSpc>
                <a:spcPct val="106000"/>
              </a:lnSpc>
              <a:spcAft>
                <a:spcPts val="400"/>
              </a:spcAft>
              <a:defRPr sz="950" b="0">
                <a:solidFill>
                  <a:srgbClr val="F2F5F8"/>
                </a:solidFill>
                <a:latin typeface="Helvetica Neue"/>
              </a:defRPr>
            </a:pPr>
            <a:r>
              <a:t>Tests run offline on recorded data</a:t>
            </a:r>
          </a:p>
        </p:txBody>
      </p:sp>
      <p:sp>
        <p:nvSpPr>
          <p:cNvPr id="25" name="Oval 24"/>
          <p:cNvSpPr/>
          <p:nvPr/>
        </p:nvSpPr>
        <p:spPr>
          <a:xfrm>
            <a:off x="3474720" y="3685031"/>
            <a:ext cx="109728" cy="109728"/>
          </a:xfrm>
          <a:prstGeom prst="ellipse">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The test report is from the frozen c"/>
          <p:cNvSpPr txBox="1"/>
          <p:nvPr/>
        </p:nvSpPr>
        <p:spPr>
          <a:xfrm>
            <a:off x="3703320" y="3630168"/>
            <a:ext cx="2103120" cy="548640"/>
          </a:xfrm>
          <a:prstGeom prst="rect">
            <a:avLst/>
          </a:prstGeom>
          <a:noFill/>
        </p:spPr>
        <p:txBody>
          <a:bodyPr wrap="square" lIns="9144" rIns="9144" tIns="0" bIns="0">
            <a:spAutoFit/>
          </a:bodyPr>
          <a:lstStyle/>
          <a:p>
            <a:pPr>
              <a:lnSpc>
                <a:spcPct val="106000"/>
              </a:lnSpc>
              <a:spcAft>
                <a:spcPts val="400"/>
              </a:spcAft>
              <a:defRPr sz="950" b="0">
                <a:solidFill>
                  <a:srgbClr val="F2F5F8"/>
                </a:solidFill>
                <a:latin typeface="Helvetica Neue"/>
              </a:defRPr>
            </a:pPr>
            <a:r>
              <a:t>The test report is from the frozen commit</a:t>
            </a:r>
          </a:p>
        </p:txBody>
      </p:sp>
      <p:sp>
        <p:nvSpPr>
          <p:cNvPr id="27" name="Rounded Rectangle 26"/>
          <p:cNvSpPr/>
          <p:nvPr/>
        </p:nvSpPr>
        <p:spPr>
          <a:xfrm>
            <a:off x="6035040" y="1417320"/>
            <a:ext cx="2606040" cy="2880360"/>
          </a:xfrm>
          <a:prstGeom prst="roundRect">
            <a:avLst>
              <a:gd name="adj" fmla="val 4912"/>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DEVNET EVIDENCE"/>
          <p:cNvSpPr txBox="1"/>
          <p:nvPr/>
        </p:nvSpPr>
        <p:spPr>
          <a:xfrm>
            <a:off x="6217920" y="1536192"/>
            <a:ext cx="1645920" cy="182880"/>
          </a:xfrm>
          <a:prstGeom prst="rect">
            <a:avLst/>
          </a:prstGeom>
          <a:noFill/>
        </p:spPr>
        <p:txBody>
          <a:bodyPr wrap="square" lIns="9144" rIns="9144" tIns="0" bIns="0">
            <a:spAutoFit/>
          </a:bodyPr>
          <a:lstStyle/>
          <a:p>
            <a:pPr>
              <a:lnSpc>
                <a:spcPct val="106000"/>
              </a:lnSpc>
              <a:spcAft>
                <a:spcPts val="400"/>
              </a:spcAft>
              <a:defRPr sz="1000" b="0">
                <a:solidFill>
                  <a:srgbClr val="FD51FC"/>
                </a:solidFill>
                <a:latin typeface="Helvetica Neue"/>
              </a:defRPr>
            </a:pPr>
            <a:r>
              <a:t>DEVNET EVIDENCE</a:t>
            </a:r>
          </a:p>
        </p:txBody>
      </p:sp>
      <p:sp>
        <p:nvSpPr>
          <p:cNvPr id="29" name="text:2 / 4"/>
          <p:cNvSpPr txBox="1"/>
          <p:nvPr/>
        </p:nvSpPr>
        <p:spPr>
          <a:xfrm>
            <a:off x="7772400" y="1499616"/>
            <a:ext cx="685800" cy="228600"/>
          </a:xfrm>
          <a:prstGeom prst="rect">
            <a:avLst/>
          </a:prstGeom>
          <a:noFill/>
        </p:spPr>
        <p:txBody>
          <a:bodyPr wrap="square" lIns="9144" rIns="9144" tIns="0" bIns="0">
            <a:spAutoFit/>
          </a:bodyPr>
          <a:lstStyle/>
          <a:p>
            <a:pPr algn="r">
              <a:lnSpc>
                <a:spcPct val="106000"/>
              </a:lnSpc>
              <a:spcAft>
                <a:spcPts val="400"/>
              </a:spcAft>
              <a:defRPr sz="1300" b="0">
                <a:solidFill>
                  <a:srgbClr val="F2F5F8"/>
                </a:solidFill>
                <a:latin typeface="Helvetica Neue"/>
              </a:defRPr>
            </a:pPr>
            <a:r>
              <a:t>2 / 4</a:t>
            </a:r>
          </a:p>
        </p:txBody>
      </p:sp>
      <p:sp>
        <p:nvSpPr>
          <p:cNvPr id="30" name="Oval 29"/>
          <p:cNvSpPr/>
          <p:nvPr/>
        </p:nvSpPr>
        <p:spPr>
          <a:xfrm>
            <a:off x="6217920" y="1929384"/>
            <a:ext cx="109728" cy="109728"/>
          </a:xfrm>
          <a:prstGeom prst="ellipse">
            <a:avLst/>
          </a:prstGeom>
          <a:solidFill>
            <a:srgbClr val="3DDC97"/>
          </a:solid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Shows a devnet address, or says ther"/>
          <p:cNvSpPr txBox="1"/>
          <p:nvPr/>
        </p:nvSpPr>
        <p:spPr>
          <a:xfrm>
            <a:off x="6446520" y="1874519"/>
            <a:ext cx="2103120" cy="548640"/>
          </a:xfrm>
          <a:prstGeom prst="rect">
            <a:avLst/>
          </a:prstGeom>
          <a:noFill/>
        </p:spPr>
        <p:txBody>
          <a:bodyPr wrap="square" lIns="9144" rIns="9144" tIns="0" bIns="0">
            <a:spAutoFit/>
          </a:bodyPr>
          <a:lstStyle/>
          <a:p>
            <a:pPr>
              <a:lnSpc>
                <a:spcPct val="106000"/>
              </a:lnSpc>
              <a:spcAft>
                <a:spcPts val="400"/>
              </a:spcAft>
              <a:defRPr sz="950" b="0">
                <a:solidFill>
                  <a:srgbClr val="F2F5F8"/>
                </a:solidFill>
                <a:latin typeface="Helvetica Neue"/>
              </a:defRPr>
            </a:pPr>
            <a:r>
              <a:t>Shows a devnet address, or says there is none and why</a:t>
            </a:r>
          </a:p>
        </p:txBody>
      </p:sp>
      <p:sp>
        <p:nvSpPr>
          <p:cNvPr id="32" name="Oval 31"/>
          <p:cNvSpPr/>
          <p:nvPr/>
        </p:nvSpPr>
        <p:spPr>
          <a:xfrm>
            <a:off x="6217920" y="2514600"/>
            <a:ext cx="109728" cy="109728"/>
          </a:xfrm>
          <a:prstGeom prst="ellipse">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At least one devnet transaction link"/>
          <p:cNvSpPr txBox="1"/>
          <p:nvPr/>
        </p:nvSpPr>
        <p:spPr>
          <a:xfrm>
            <a:off x="6446520" y="2459736"/>
            <a:ext cx="2103120" cy="548640"/>
          </a:xfrm>
          <a:prstGeom prst="rect">
            <a:avLst/>
          </a:prstGeom>
          <a:noFill/>
        </p:spPr>
        <p:txBody>
          <a:bodyPr wrap="square" lIns="9144" rIns="9144" tIns="0" bIns="0">
            <a:spAutoFit/>
          </a:bodyPr>
          <a:lstStyle/>
          <a:p>
            <a:pPr>
              <a:lnSpc>
                <a:spcPct val="106000"/>
              </a:lnSpc>
              <a:spcAft>
                <a:spcPts val="400"/>
              </a:spcAft>
              <a:defRPr sz="950" b="0">
                <a:solidFill>
                  <a:srgbClr val="F2F5F8"/>
                </a:solidFill>
                <a:latin typeface="Helvetica Neue"/>
              </a:defRPr>
            </a:pPr>
            <a:r>
              <a:t>At least one devnet transaction link opens</a:t>
            </a:r>
          </a:p>
        </p:txBody>
      </p:sp>
      <p:sp>
        <p:nvSpPr>
          <p:cNvPr id="34" name="Oval 33"/>
          <p:cNvSpPr/>
          <p:nvPr/>
        </p:nvSpPr>
        <p:spPr>
          <a:xfrm>
            <a:off x="6217920" y="3099816"/>
            <a:ext cx="109728" cy="109728"/>
          </a:xfrm>
          <a:prstGeom prst="ellipse">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What the slide claims matches what t"/>
          <p:cNvSpPr txBox="1"/>
          <p:nvPr/>
        </p:nvSpPr>
        <p:spPr>
          <a:xfrm>
            <a:off x="6446520" y="3044952"/>
            <a:ext cx="2103120" cy="548640"/>
          </a:xfrm>
          <a:prstGeom prst="rect">
            <a:avLst/>
          </a:prstGeom>
          <a:noFill/>
        </p:spPr>
        <p:txBody>
          <a:bodyPr wrap="square" lIns="9144" rIns="9144" tIns="0" bIns="0">
            <a:spAutoFit/>
          </a:bodyPr>
          <a:lstStyle/>
          <a:p>
            <a:pPr>
              <a:lnSpc>
                <a:spcPct val="106000"/>
              </a:lnSpc>
              <a:spcAft>
                <a:spcPts val="400"/>
              </a:spcAft>
              <a:defRPr sz="950" b="0">
                <a:solidFill>
                  <a:srgbClr val="F2F5F8"/>
                </a:solidFill>
                <a:latin typeface="Helvetica Neue"/>
              </a:defRPr>
            </a:pPr>
            <a:r>
              <a:t>What the slide claims matches what the link shows</a:t>
            </a:r>
          </a:p>
        </p:txBody>
      </p:sp>
      <p:sp>
        <p:nvSpPr>
          <p:cNvPr id="36" name="Oval 35"/>
          <p:cNvSpPr/>
          <p:nvPr/>
        </p:nvSpPr>
        <p:spPr>
          <a:xfrm>
            <a:off x="6217920" y="3685031"/>
            <a:ext cx="109728" cy="109728"/>
          </a:xfrm>
          <a:prstGeom prst="ellipse">
            <a:avLst/>
          </a:prstGeom>
          <a:solidFill>
            <a:srgbClr val="3DDC97"/>
          </a:solid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Reads labelled public mainnet; write"/>
          <p:cNvSpPr txBox="1"/>
          <p:nvPr/>
        </p:nvSpPr>
        <p:spPr>
          <a:xfrm>
            <a:off x="6446520" y="3630168"/>
            <a:ext cx="2103120" cy="548640"/>
          </a:xfrm>
          <a:prstGeom prst="rect">
            <a:avLst/>
          </a:prstGeom>
          <a:noFill/>
        </p:spPr>
        <p:txBody>
          <a:bodyPr wrap="square" lIns="9144" rIns="9144" tIns="0" bIns="0">
            <a:spAutoFit/>
          </a:bodyPr>
          <a:lstStyle/>
          <a:p>
            <a:pPr>
              <a:lnSpc>
                <a:spcPct val="106000"/>
              </a:lnSpc>
              <a:spcAft>
                <a:spcPts val="400"/>
              </a:spcAft>
              <a:defRPr sz="950" b="0">
                <a:solidFill>
                  <a:srgbClr val="F2F5F8"/>
                </a:solidFill>
                <a:latin typeface="Helvetica Neue"/>
              </a:defRPr>
            </a:pPr>
            <a:r>
              <a:t>Reads labelled public mainnet; writes labelled devnet only</a:t>
            </a:r>
          </a:p>
        </p:txBody>
      </p:sp>
      <p:sp>
        <p:nvSpPr>
          <p:cNvPr id="38" name="Rounded Rectangle 37"/>
          <p:cNvSpPr/>
          <p:nvPr/>
        </p:nvSpPr>
        <p:spPr>
          <a:xfrm>
            <a:off x="548640" y="4370832"/>
            <a:ext cx="8092440" cy="329184"/>
          </a:xfrm>
          <a:prstGeom prst="roundRect">
            <a:avLst>
              <a:gd name="adj" fmla="val 38888"/>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Not scored: any simulated return. Th"/>
          <p:cNvSpPr txBox="1"/>
          <p:nvPr/>
        </p:nvSpPr>
        <p:spPr>
          <a:xfrm>
            <a:off x="731520" y="4370832"/>
            <a:ext cx="7772400" cy="329184"/>
          </a:xfrm>
          <a:prstGeom prst="rect">
            <a:avLst/>
          </a:prstGeom>
          <a:noFill/>
        </p:spPr>
        <p:txBody>
          <a:bodyPr wrap="square" lIns="9144" rIns="9144" tIns="0" bIns="0" anchor="ctr">
            <a:spAutoFit/>
          </a:bodyPr>
          <a:lstStyle/>
          <a:p>
            <a:pPr>
              <a:lnSpc>
                <a:spcPct val="106000"/>
              </a:lnSpc>
              <a:spcAft>
                <a:spcPts val="400"/>
              </a:spcAft>
              <a:defRPr sz="1100" b="0">
                <a:solidFill>
                  <a:srgbClr val="F2F5F8"/>
                </a:solidFill>
                <a:latin typeface="Helvetica Neue"/>
              </a:defRPr>
            </a:pPr>
            <a:r>
              <a:t>Not scored: any simulated return. The score is the evidence.</a:t>
            </a:r>
          </a:p>
        </p:txBody>
      </p:sp>
      <p:sp>
        <p:nvSpPr>
          <p:cNvPr id="40" name="text:Filled mint dot: the sample pack pas"/>
          <p:cNvSpPr txBox="1"/>
          <p:nvPr/>
        </p:nvSpPr>
        <p:spPr>
          <a:xfrm>
            <a:off x="4754880" y="4727448"/>
            <a:ext cx="3840480" cy="182880"/>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Filled mint dot: the sample pack passes the check. Sample pack: 9 of 12.</a:t>
            </a:r>
          </a:p>
        </p:txBody>
      </p:sp>
      <p:sp>
        <p:nvSpPr>
          <p:cNvPr id="41" name="text:Source: demo-repo/code/src/rubric.ts"/>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demo-repo/code/src/rubric.ts; sample pack scored in out/rubric.json.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One set of evidence"/>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One set of evidence</a:t>
            </a:r>
          </a:p>
        </p:txBody>
      </p:sp>
      <p:sp>
        <p:nvSpPr>
          <p:cNvPr id="3" name="text:The same claim must be true in the p"/>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The same claim must be true in the pitch, the repo and the running demo.</a:t>
            </a:r>
          </a:p>
        </p:txBody>
      </p:sp>
      <p:sp>
        <p:nvSpPr>
          <p:cNvPr id="4" name="text:9"/>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9</a:t>
            </a:r>
          </a:p>
        </p:txBody>
      </p:sp>
      <p:sp>
        <p:nvSpPr>
          <p:cNvPr id="5" name="Rounded Rectangle 4"/>
          <p:cNvSpPr/>
          <p:nvPr/>
        </p:nvSpPr>
        <p:spPr>
          <a:xfrm>
            <a:off x="548640" y="1417320"/>
            <a:ext cx="8092440" cy="566928"/>
          </a:xfrm>
          <a:prstGeom prst="roundRect">
            <a:avLst>
              <a:gd name="adj" fmla="val 22580"/>
            </a:avLst>
          </a:prstGeom>
          <a:solidFill>
            <a:srgbClr val="100821"/>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ONE CLAIM, THREE PLACES"/>
          <p:cNvSpPr txBox="1"/>
          <p:nvPr/>
        </p:nvSpPr>
        <p:spPr>
          <a:xfrm>
            <a:off x="731520" y="1463040"/>
            <a:ext cx="2743200" cy="164592"/>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ONE CLAIM, THREE PLACES</a:t>
            </a:r>
          </a:p>
        </p:txBody>
      </p:sp>
      <p:sp>
        <p:nvSpPr>
          <p:cNvPr id="7" name="text:10 change alerts: 9 accepted, 1 refu"/>
          <p:cNvSpPr txBox="1"/>
          <p:nvPr/>
        </p:nvSpPr>
        <p:spPr>
          <a:xfrm>
            <a:off x="731520" y="1645920"/>
            <a:ext cx="7680960" cy="27432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10 change alerts: 9 accepted, 1 refused (max-notional)</a:t>
            </a:r>
          </a:p>
        </p:txBody>
      </p:sp>
      <p:sp>
        <p:nvSpPr>
          <p:cNvPr id="8" name="Rounded Rectangle 7"/>
          <p:cNvSpPr/>
          <p:nvPr/>
        </p:nvSpPr>
        <p:spPr>
          <a:xfrm>
            <a:off x="548640" y="2194560"/>
            <a:ext cx="2606040" cy="2148840"/>
          </a:xfrm>
          <a:prstGeom prst="roundRect">
            <a:avLst>
              <a:gd name="adj" fmla="val 5957"/>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PITCH"/>
          <p:cNvSpPr txBox="1"/>
          <p:nvPr/>
        </p:nvSpPr>
        <p:spPr>
          <a:xfrm>
            <a:off x="731520" y="2331720"/>
            <a:ext cx="2194560" cy="18288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PITCH</a:t>
            </a:r>
          </a:p>
        </p:txBody>
      </p:sp>
      <p:sp>
        <p:nvSpPr>
          <p:cNvPr id="10" name="text:Says what works, what failed, what i"/>
          <p:cNvSpPr txBox="1"/>
          <p:nvPr/>
        </p:nvSpPr>
        <p:spPr>
          <a:xfrm>
            <a:off x="731520" y="2651760"/>
            <a:ext cx="2286000" cy="822960"/>
          </a:xfrm>
          <a:prstGeom prst="rect">
            <a:avLst/>
          </a:prstGeom>
          <a:noFill/>
        </p:spPr>
        <p:txBody>
          <a:bodyPr wrap="square" lIns="9144" rIns="9144" tIns="0" bIns="0">
            <a:spAutoFit/>
          </a:bodyPr>
          <a:lstStyle/>
          <a:p>
            <a:pPr>
              <a:lnSpc>
                <a:spcPct val="106000"/>
              </a:lnSpc>
              <a:spcAft>
                <a:spcPts val="400"/>
              </a:spcAft>
              <a:defRPr sz="1300" b="0">
                <a:solidFill>
                  <a:srgbClr val="F2F5F8"/>
                </a:solidFill>
                <a:latin typeface="Helvetica Neue"/>
              </a:defRPr>
            </a:pPr>
            <a:r>
              <a:t>Says what works, what failed, what is untested.</a:t>
            </a:r>
          </a:p>
        </p:txBody>
      </p:sp>
      <p:cxnSp>
        <p:nvCxnSpPr>
          <p:cNvPr id="11" name="Connector 10"/>
          <p:cNvCxnSpPr/>
          <p:nvPr/>
        </p:nvCxnSpPr>
        <p:spPr>
          <a:xfrm>
            <a:off x="731520" y="3520440"/>
            <a:ext cx="2240280" cy="0"/>
          </a:xfrm>
          <a:prstGeom prst="line">
            <a:avLst/>
          </a:prstGeom>
          <a:ln w="10160">
            <a:solidFill>
              <a:srgbClr val="333333"/>
            </a:solidFill>
          </a:ln>
        </p:spPr>
        <p:style>
          <a:lnRef idx="2">
            <a:schemeClr val="accent1"/>
          </a:lnRef>
          <a:fillRef idx="0">
            <a:schemeClr val="accent1"/>
          </a:fillRef>
          <a:effectRef idx="1">
            <a:schemeClr val="accent1"/>
          </a:effectRef>
          <a:fontRef idx="minor">
            <a:schemeClr val="tx1"/>
          </a:fontRef>
        </p:style>
      </p:cxnSp>
      <p:sp>
        <p:nvSpPr>
          <p:cNvPr id="12" name="text:WHERE THIS CLAIM LIVES"/>
          <p:cNvSpPr txBox="1"/>
          <p:nvPr/>
        </p:nvSpPr>
        <p:spPr>
          <a:xfrm>
            <a:off x="731520" y="3593592"/>
            <a:ext cx="2286000" cy="164592"/>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WHERE THIS CLAIM LIVES</a:t>
            </a:r>
          </a:p>
        </p:txBody>
      </p:sp>
      <p:sp>
        <p:nvSpPr>
          <p:cNvPr id="13" name="text:Part 3 says: 9 accepted, 1 refused."/>
          <p:cNvSpPr txBox="1"/>
          <p:nvPr/>
        </p:nvSpPr>
        <p:spPr>
          <a:xfrm>
            <a:off x="731520" y="3794760"/>
            <a:ext cx="2286000" cy="502920"/>
          </a:xfrm>
          <a:prstGeom prst="rect">
            <a:avLst/>
          </a:prstGeom>
          <a:noFill/>
        </p:spPr>
        <p:txBody>
          <a:bodyPr wrap="square" lIns="9144" rIns="9144" tIns="0" bIns="0">
            <a:spAutoFit/>
          </a:bodyPr>
          <a:lstStyle/>
          <a:p>
            <a:pPr>
              <a:lnSpc>
                <a:spcPct val="106000"/>
              </a:lnSpc>
              <a:spcAft>
                <a:spcPts val="400"/>
              </a:spcAft>
              <a:defRPr sz="950" b="0">
                <a:solidFill>
                  <a:srgbClr val="F2F5F8"/>
                </a:solidFill>
                <a:latin typeface="Helvetica Neue"/>
              </a:defRPr>
            </a:pPr>
            <a:r>
              <a:t>Part 3 says: 9 accepted, 1 refused.</a:t>
            </a:r>
          </a:p>
        </p:txBody>
      </p:sp>
      <p:sp>
        <p:nvSpPr>
          <p:cNvPr id="14" name="Rounded Rectangle 13"/>
          <p:cNvSpPr/>
          <p:nvPr/>
        </p:nvSpPr>
        <p:spPr>
          <a:xfrm>
            <a:off x="3291840" y="2194560"/>
            <a:ext cx="2606040" cy="2148840"/>
          </a:xfrm>
          <a:prstGeom prst="roundRect">
            <a:avLst>
              <a:gd name="adj" fmla="val 5957"/>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REPO"/>
          <p:cNvSpPr txBox="1"/>
          <p:nvPr/>
        </p:nvSpPr>
        <p:spPr>
          <a:xfrm>
            <a:off x="3474720" y="2331720"/>
            <a:ext cx="2194560" cy="182880"/>
          </a:xfrm>
          <a:prstGeom prst="rect">
            <a:avLst/>
          </a:prstGeom>
          <a:noFill/>
        </p:spPr>
        <p:txBody>
          <a:bodyPr wrap="square" lIns="9144" rIns="9144" tIns="0" bIns="0">
            <a:spAutoFit/>
          </a:bodyPr>
          <a:lstStyle/>
          <a:p>
            <a:pPr>
              <a:lnSpc>
                <a:spcPct val="106000"/>
              </a:lnSpc>
              <a:spcAft>
                <a:spcPts val="400"/>
              </a:spcAft>
              <a:defRPr sz="1000" b="0">
                <a:solidFill>
                  <a:srgbClr val="3DDC97"/>
                </a:solidFill>
                <a:latin typeface="Helvetica Neue"/>
              </a:defRPr>
            </a:pPr>
            <a:r>
              <a:t>REPO</a:t>
            </a:r>
          </a:p>
        </p:txBody>
      </p:sp>
      <p:sp>
        <p:nvSpPr>
          <p:cNvPr id="16" name="text:A frozen commit, a README that runs,"/>
          <p:cNvSpPr txBox="1"/>
          <p:nvPr/>
        </p:nvSpPr>
        <p:spPr>
          <a:xfrm>
            <a:off x="3474720" y="2651760"/>
            <a:ext cx="2286000" cy="822960"/>
          </a:xfrm>
          <a:prstGeom prst="rect">
            <a:avLst/>
          </a:prstGeom>
          <a:noFill/>
        </p:spPr>
        <p:txBody>
          <a:bodyPr wrap="square" lIns="9144" rIns="9144" tIns="0" bIns="0">
            <a:spAutoFit/>
          </a:bodyPr>
          <a:lstStyle/>
          <a:p>
            <a:pPr>
              <a:lnSpc>
                <a:spcPct val="106000"/>
              </a:lnSpc>
              <a:spcAft>
                <a:spcPts val="400"/>
              </a:spcAft>
              <a:defRPr sz="1300" b="0">
                <a:solidFill>
                  <a:srgbClr val="F2F5F8"/>
                </a:solidFill>
                <a:latin typeface="Helvetica Neue"/>
              </a:defRPr>
            </a:pPr>
            <a:r>
              <a:t>A frozen commit, a README that runs, a test report.</a:t>
            </a:r>
          </a:p>
        </p:txBody>
      </p:sp>
      <p:cxnSp>
        <p:nvCxnSpPr>
          <p:cNvPr id="17" name="Connector 16"/>
          <p:cNvCxnSpPr/>
          <p:nvPr/>
        </p:nvCxnSpPr>
        <p:spPr>
          <a:xfrm>
            <a:off x="3474720" y="3520440"/>
            <a:ext cx="2240280" cy="0"/>
          </a:xfrm>
          <a:prstGeom prst="line">
            <a:avLst/>
          </a:prstGeom>
          <a:ln w="10160">
            <a:solidFill>
              <a:srgbClr val="333333"/>
            </a:solidFill>
          </a:ln>
        </p:spPr>
        <p:style>
          <a:lnRef idx="2">
            <a:schemeClr val="accent1"/>
          </a:lnRef>
          <a:fillRef idx="0">
            <a:schemeClr val="accent1"/>
          </a:fillRef>
          <a:effectRef idx="1">
            <a:schemeClr val="accent1"/>
          </a:effectRef>
          <a:fontRef idx="minor">
            <a:schemeClr val="tx1"/>
          </a:fontRef>
        </p:style>
      </p:cxnSp>
      <p:sp>
        <p:nvSpPr>
          <p:cNvPr id="18" name="text:WHERE THIS CLAIM LIVES"/>
          <p:cNvSpPr txBox="1"/>
          <p:nvPr/>
        </p:nvSpPr>
        <p:spPr>
          <a:xfrm>
            <a:off x="3474720" y="3593592"/>
            <a:ext cx="2286000" cy="164592"/>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WHERE THIS CLAIM LIVES</a:t>
            </a:r>
          </a:p>
        </p:txBody>
      </p:sp>
      <p:sp>
        <p:nvSpPr>
          <p:cNvPr id="19" name="text:out/walkthrough.json: rejectedByRule"/>
          <p:cNvSpPr txBox="1"/>
          <p:nvPr/>
        </p:nvSpPr>
        <p:spPr>
          <a:xfrm>
            <a:off x="3474720" y="3794760"/>
            <a:ext cx="2286000" cy="502920"/>
          </a:xfrm>
          <a:prstGeom prst="rect">
            <a:avLst/>
          </a:prstGeom>
          <a:noFill/>
        </p:spPr>
        <p:txBody>
          <a:bodyPr wrap="square" lIns="9144" rIns="9144" tIns="0" bIns="0">
            <a:spAutoFit/>
          </a:bodyPr>
          <a:lstStyle/>
          <a:p>
            <a:pPr>
              <a:lnSpc>
                <a:spcPct val="106000"/>
              </a:lnSpc>
              <a:spcAft>
                <a:spcPts val="400"/>
              </a:spcAft>
              <a:defRPr sz="950" b="0">
                <a:solidFill>
                  <a:srgbClr val="F2F5F8"/>
                </a:solidFill>
                <a:latin typeface="Helvetica Neue"/>
              </a:defRPr>
            </a:pPr>
            <a:r>
              <a:t>out/walkthrough.json: rejectedByRule max-notional: 1. A test checks it.</a:t>
            </a:r>
          </a:p>
        </p:txBody>
      </p:sp>
      <p:sp>
        <p:nvSpPr>
          <p:cNvPr id="20" name="Rounded Rectangle 19"/>
          <p:cNvSpPr/>
          <p:nvPr/>
        </p:nvSpPr>
        <p:spPr>
          <a:xfrm>
            <a:off x="6035040" y="2194560"/>
            <a:ext cx="2606040" cy="2148840"/>
          </a:xfrm>
          <a:prstGeom prst="roundRect">
            <a:avLst>
              <a:gd name="adj" fmla="val 5957"/>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RUNNING DEMO"/>
          <p:cNvSpPr txBox="1"/>
          <p:nvPr/>
        </p:nvSpPr>
        <p:spPr>
          <a:xfrm>
            <a:off x="6217920" y="2331720"/>
            <a:ext cx="2194560" cy="182880"/>
          </a:xfrm>
          <a:prstGeom prst="rect">
            <a:avLst/>
          </a:prstGeom>
          <a:noFill/>
        </p:spPr>
        <p:txBody>
          <a:bodyPr wrap="square" lIns="9144" rIns="9144" tIns="0" bIns="0">
            <a:spAutoFit/>
          </a:bodyPr>
          <a:lstStyle/>
          <a:p>
            <a:pPr>
              <a:lnSpc>
                <a:spcPct val="106000"/>
              </a:lnSpc>
              <a:spcAft>
                <a:spcPts val="400"/>
              </a:spcAft>
              <a:defRPr sz="1000" b="0">
                <a:solidFill>
                  <a:srgbClr val="FD51FC"/>
                </a:solidFill>
                <a:latin typeface="Helvetica Neue"/>
              </a:defRPr>
            </a:pPr>
            <a:r>
              <a:t>RUNNING DEMO</a:t>
            </a:r>
          </a:p>
        </p:txBody>
      </p:sp>
      <p:sp>
        <p:nvSpPr>
          <p:cNvPr id="22" name="text:Live, or the recorded copy of the sa"/>
          <p:cNvSpPr txBox="1"/>
          <p:nvPr/>
        </p:nvSpPr>
        <p:spPr>
          <a:xfrm>
            <a:off x="6217920" y="2651760"/>
            <a:ext cx="2286000" cy="822960"/>
          </a:xfrm>
          <a:prstGeom prst="rect">
            <a:avLst/>
          </a:prstGeom>
          <a:noFill/>
        </p:spPr>
        <p:txBody>
          <a:bodyPr wrap="square" lIns="9144" rIns="9144" tIns="0" bIns="0">
            <a:spAutoFit/>
          </a:bodyPr>
          <a:lstStyle/>
          <a:p>
            <a:pPr>
              <a:lnSpc>
                <a:spcPct val="106000"/>
              </a:lnSpc>
              <a:spcAft>
                <a:spcPts val="400"/>
              </a:spcAft>
              <a:defRPr sz="1300" b="0">
                <a:solidFill>
                  <a:srgbClr val="F2F5F8"/>
                </a:solidFill>
                <a:latin typeface="Helvetica Neue"/>
              </a:defRPr>
            </a:pPr>
            <a:r>
              <a:t>Live, or the recorded copy of the same output.</a:t>
            </a:r>
          </a:p>
        </p:txBody>
      </p:sp>
      <p:cxnSp>
        <p:nvCxnSpPr>
          <p:cNvPr id="23" name="Connector 22"/>
          <p:cNvCxnSpPr/>
          <p:nvPr/>
        </p:nvCxnSpPr>
        <p:spPr>
          <a:xfrm>
            <a:off x="6217920" y="3520440"/>
            <a:ext cx="2240280" cy="0"/>
          </a:xfrm>
          <a:prstGeom prst="line">
            <a:avLst/>
          </a:prstGeom>
          <a:ln w="10160">
            <a:solidFill>
              <a:srgbClr val="333333"/>
            </a:solidFill>
          </a:ln>
        </p:spPr>
        <p:style>
          <a:lnRef idx="2">
            <a:schemeClr val="accent1"/>
          </a:lnRef>
          <a:fillRef idx="0">
            <a:schemeClr val="accent1"/>
          </a:fillRef>
          <a:effectRef idx="1">
            <a:schemeClr val="accent1"/>
          </a:effectRef>
          <a:fontRef idx="minor">
            <a:schemeClr val="tx1"/>
          </a:fontRef>
        </p:style>
      </p:cxnSp>
      <p:sp>
        <p:nvSpPr>
          <p:cNvPr id="24" name="text:WHERE THIS CLAIM LIVES"/>
          <p:cNvSpPr txBox="1"/>
          <p:nvPr/>
        </p:nvSpPr>
        <p:spPr>
          <a:xfrm>
            <a:off x="6217920" y="3593592"/>
            <a:ext cx="2286000" cy="164592"/>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WHERE THIS CLAIM LIVES</a:t>
            </a:r>
          </a:p>
        </p:txBody>
      </p:sp>
      <p:sp>
        <p:nvSpPr>
          <p:cNvPr id="25" name="text:Demo 4, alert 8: REJECT [max-notiona"/>
          <p:cNvSpPr txBox="1"/>
          <p:nvPr/>
        </p:nvSpPr>
        <p:spPr>
          <a:xfrm>
            <a:off x="6217920" y="3794760"/>
            <a:ext cx="2286000" cy="502920"/>
          </a:xfrm>
          <a:prstGeom prst="rect">
            <a:avLst/>
          </a:prstGeom>
          <a:noFill/>
        </p:spPr>
        <p:txBody>
          <a:bodyPr wrap="square" lIns="9144" rIns="9144" tIns="0" bIns="0">
            <a:spAutoFit/>
          </a:bodyPr>
          <a:lstStyle/>
          <a:p>
            <a:pPr>
              <a:lnSpc>
                <a:spcPct val="106000"/>
              </a:lnSpc>
              <a:spcAft>
                <a:spcPts val="400"/>
              </a:spcAft>
              <a:defRPr sz="950" b="0">
                <a:solidFill>
                  <a:srgbClr val="F2F5F8"/>
                </a:solidFill>
                <a:latin typeface="Helvetica Neue"/>
              </a:defRPr>
            </a:pPr>
            <a:r>
              <a:t>Demo 4, alert 8: REJECT [max-notional].</a:t>
            </a:r>
          </a:p>
        </p:txBody>
      </p:sp>
      <p:sp>
        <p:nvSpPr>
          <p:cNvPr id="26" name="text:Source: demo-repo/code/out/walkthrou"/>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demo-repo/code/out/walkthrough.json.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The sample project"/>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The sample project</a:t>
            </a:r>
          </a:p>
        </p:txBody>
      </p:sp>
      <p:sp>
        <p:nvSpPr>
          <p:cNvPr id="3" name="text:Built from earlier sessions, run on "/>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Built from earlier sessions, run on recorded data. Rehearse on it before your own.</a:t>
            </a:r>
          </a:p>
        </p:txBody>
      </p:sp>
      <p:sp>
        <p:nvSpPr>
          <p:cNvPr id="4" name="text:10"/>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10</a:t>
            </a:r>
          </a:p>
        </p:txBody>
      </p:sp>
      <p:sp>
        <p:nvSpPr>
          <p:cNvPr id="5" name="Rounded Rectangle 4"/>
          <p:cNvSpPr/>
          <p:nvPr/>
        </p:nvSpPr>
        <p:spPr>
          <a:xfrm>
            <a:off x="548640" y="1463040"/>
            <a:ext cx="1481328" cy="1417320"/>
          </a:xfrm>
          <a:prstGeom prst="roundRect">
            <a:avLst>
              <a:gd name="adj" fmla="val 9032"/>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REAL SWAPS"/>
          <p:cNvSpPr txBox="1"/>
          <p:nvPr/>
        </p:nvSpPr>
        <p:spPr>
          <a:xfrm>
            <a:off x="685800" y="1572768"/>
            <a:ext cx="1280160" cy="182880"/>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Helvetica Neue"/>
              </a:defRPr>
            </a:pPr>
            <a:r>
              <a:t>REAL SWAPS</a:t>
            </a:r>
          </a:p>
        </p:txBody>
      </p:sp>
      <p:sp>
        <p:nvSpPr>
          <p:cNvPr id="7" name="text:1,114"/>
          <p:cNvSpPr txBox="1"/>
          <p:nvPr/>
        </p:nvSpPr>
        <p:spPr>
          <a:xfrm>
            <a:off x="685800" y="1828800"/>
            <a:ext cx="1280160" cy="457200"/>
          </a:xfrm>
          <a:prstGeom prst="rect">
            <a:avLst/>
          </a:prstGeom>
          <a:noFill/>
        </p:spPr>
        <p:txBody>
          <a:bodyPr wrap="square" lIns="9144" rIns="9144" tIns="0" bIns="0">
            <a:spAutoFit/>
          </a:bodyPr>
          <a:lstStyle/>
          <a:p>
            <a:pPr>
              <a:lnSpc>
                <a:spcPct val="106000"/>
              </a:lnSpc>
              <a:spcAft>
                <a:spcPts val="400"/>
              </a:spcAft>
              <a:defRPr sz="2400" b="0">
                <a:solidFill>
                  <a:srgbClr val="F2F5F8"/>
                </a:solidFill>
                <a:latin typeface="Helvetica Neue"/>
              </a:defRPr>
            </a:pPr>
            <a:r>
              <a:t>1,114</a:t>
            </a:r>
          </a:p>
        </p:txBody>
      </p:sp>
      <p:sp>
        <p:nvSpPr>
          <p:cNvPr id="8" name="text:Orca SOL/USDC, recorded"/>
          <p:cNvSpPr txBox="1"/>
          <p:nvPr/>
        </p:nvSpPr>
        <p:spPr>
          <a:xfrm>
            <a:off x="685800" y="2377440"/>
            <a:ext cx="1280160" cy="457200"/>
          </a:xfrm>
          <a:prstGeom prst="rect">
            <a:avLst/>
          </a:prstGeom>
          <a:noFill/>
        </p:spPr>
        <p:txBody>
          <a:bodyPr wrap="square" lIns="9144" rIns="9144" tIns="0" bIns="0">
            <a:spAutoFit/>
          </a:bodyPr>
          <a:lstStyle/>
          <a:p>
            <a:pPr>
              <a:lnSpc>
                <a:spcPct val="106000"/>
              </a:lnSpc>
              <a:spcAft>
                <a:spcPts val="400"/>
              </a:spcAft>
              <a:defRPr sz="850" b="0">
                <a:solidFill>
                  <a:srgbClr val="9A9AA2"/>
                </a:solidFill>
                <a:latin typeface="Helvetica Neue"/>
              </a:defRPr>
            </a:pPr>
            <a:r>
              <a:t>Orca SOL/USDC, recorded</a:t>
            </a:r>
          </a:p>
        </p:txBody>
      </p:sp>
      <p:cxnSp>
        <p:nvCxnSpPr>
          <p:cNvPr id="9" name="Connector 8"/>
          <p:cNvCxnSpPr/>
          <p:nvPr/>
        </p:nvCxnSpPr>
        <p:spPr>
          <a:xfrm>
            <a:off x="2048255" y="2194560"/>
            <a:ext cx="128017" cy="0"/>
          </a:xfrm>
          <a:prstGeom prst="line">
            <a:avLst/>
          </a:prstGeom>
          <a:ln w="10160">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194560" y="1463040"/>
            <a:ext cx="1481328" cy="1417320"/>
          </a:xfrm>
          <a:prstGeom prst="roundRect">
            <a:avLst>
              <a:gd name="adj" fmla="val 9032"/>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DOLLAR BARS"/>
          <p:cNvSpPr txBox="1"/>
          <p:nvPr/>
        </p:nvSpPr>
        <p:spPr>
          <a:xfrm>
            <a:off x="2331720" y="1572768"/>
            <a:ext cx="1280160" cy="182880"/>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Helvetica Neue"/>
              </a:defRPr>
            </a:pPr>
            <a:r>
              <a:t>DOLLAR BARS</a:t>
            </a:r>
          </a:p>
        </p:txBody>
      </p:sp>
      <p:sp>
        <p:nvSpPr>
          <p:cNvPr id="12" name="text:51"/>
          <p:cNvSpPr txBox="1"/>
          <p:nvPr/>
        </p:nvSpPr>
        <p:spPr>
          <a:xfrm>
            <a:off x="2331720" y="1828800"/>
            <a:ext cx="1280160" cy="457200"/>
          </a:xfrm>
          <a:prstGeom prst="rect">
            <a:avLst/>
          </a:prstGeom>
          <a:noFill/>
        </p:spPr>
        <p:txBody>
          <a:bodyPr wrap="square" lIns="9144" rIns="9144" tIns="0" bIns="0">
            <a:spAutoFit/>
          </a:bodyPr>
          <a:lstStyle/>
          <a:p>
            <a:pPr>
              <a:lnSpc>
                <a:spcPct val="106000"/>
              </a:lnSpc>
              <a:spcAft>
                <a:spcPts val="400"/>
              </a:spcAft>
              <a:defRPr sz="2400" b="0">
                <a:solidFill>
                  <a:srgbClr val="F2F5F8"/>
                </a:solidFill>
                <a:latin typeface="Helvetica Neue"/>
              </a:defRPr>
            </a:pPr>
            <a:r>
              <a:t>51</a:t>
            </a:r>
          </a:p>
        </p:txBody>
      </p:sp>
      <p:sp>
        <p:nvSpPr>
          <p:cNvPr id="13" name="text:$20,000 each"/>
          <p:cNvSpPr txBox="1"/>
          <p:nvPr/>
        </p:nvSpPr>
        <p:spPr>
          <a:xfrm>
            <a:off x="2331720" y="2377440"/>
            <a:ext cx="1280160" cy="457200"/>
          </a:xfrm>
          <a:prstGeom prst="rect">
            <a:avLst/>
          </a:prstGeom>
          <a:noFill/>
        </p:spPr>
        <p:txBody>
          <a:bodyPr wrap="square" lIns="9144" rIns="9144" tIns="0" bIns="0">
            <a:spAutoFit/>
          </a:bodyPr>
          <a:lstStyle/>
          <a:p>
            <a:pPr>
              <a:lnSpc>
                <a:spcPct val="106000"/>
              </a:lnSpc>
              <a:spcAft>
                <a:spcPts val="400"/>
              </a:spcAft>
              <a:defRPr sz="850" b="0">
                <a:solidFill>
                  <a:srgbClr val="9A9AA2"/>
                </a:solidFill>
                <a:latin typeface="Helvetica Neue"/>
              </a:defRPr>
            </a:pPr>
            <a:r>
              <a:t>$20,000 each</a:t>
            </a:r>
          </a:p>
        </p:txBody>
      </p:sp>
      <p:cxnSp>
        <p:nvCxnSpPr>
          <p:cNvPr id="14" name="Connector 13"/>
          <p:cNvCxnSpPr/>
          <p:nvPr/>
        </p:nvCxnSpPr>
        <p:spPr>
          <a:xfrm>
            <a:off x="3694176" y="2194560"/>
            <a:ext cx="128015" cy="0"/>
          </a:xfrm>
          <a:prstGeom prst="line">
            <a:avLst/>
          </a:prstGeom>
          <a:ln w="10160">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3840480" y="1463040"/>
            <a:ext cx="1481328" cy="1417320"/>
          </a:xfrm>
          <a:prstGeom prst="roundRect">
            <a:avLst>
              <a:gd name="adj" fmla="val 9032"/>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CHANGE ALERTS"/>
          <p:cNvSpPr txBox="1"/>
          <p:nvPr/>
        </p:nvSpPr>
        <p:spPr>
          <a:xfrm>
            <a:off x="3977640" y="1572768"/>
            <a:ext cx="1280160" cy="182880"/>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Helvetica Neue"/>
              </a:defRPr>
            </a:pPr>
            <a:r>
              <a:t>CHANGE ALERTS</a:t>
            </a:r>
          </a:p>
        </p:txBody>
      </p:sp>
      <p:sp>
        <p:nvSpPr>
          <p:cNvPr id="17" name="text:10"/>
          <p:cNvSpPr txBox="1"/>
          <p:nvPr/>
        </p:nvSpPr>
        <p:spPr>
          <a:xfrm>
            <a:off x="3977640" y="1828800"/>
            <a:ext cx="1280160" cy="457200"/>
          </a:xfrm>
          <a:prstGeom prst="rect">
            <a:avLst/>
          </a:prstGeom>
          <a:noFill/>
        </p:spPr>
        <p:txBody>
          <a:bodyPr wrap="square" lIns="9144" rIns="9144" tIns="0" bIns="0">
            <a:spAutoFit/>
          </a:bodyPr>
          <a:lstStyle/>
          <a:p>
            <a:pPr>
              <a:lnSpc>
                <a:spcPct val="106000"/>
              </a:lnSpc>
              <a:spcAft>
                <a:spcPts val="400"/>
              </a:spcAft>
              <a:defRPr sz="2400" b="0">
                <a:solidFill>
                  <a:srgbClr val="F2F5F8"/>
                </a:solidFill>
                <a:latin typeface="Helvetica Neue"/>
              </a:defRPr>
            </a:pPr>
            <a:r>
              <a:t>10</a:t>
            </a:r>
          </a:p>
        </p:txBody>
      </p:sp>
      <p:sp>
        <p:nvSpPr>
          <p:cNvPr id="18" name="text:8 bps threshold"/>
          <p:cNvSpPr txBox="1"/>
          <p:nvPr/>
        </p:nvSpPr>
        <p:spPr>
          <a:xfrm>
            <a:off x="3977640" y="2377440"/>
            <a:ext cx="1280160" cy="457200"/>
          </a:xfrm>
          <a:prstGeom prst="rect">
            <a:avLst/>
          </a:prstGeom>
          <a:noFill/>
        </p:spPr>
        <p:txBody>
          <a:bodyPr wrap="square" lIns="9144" rIns="9144" tIns="0" bIns="0">
            <a:spAutoFit/>
          </a:bodyPr>
          <a:lstStyle/>
          <a:p>
            <a:pPr>
              <a:lnSpc>
                <a:spcPct val="106000"/>
              </a:lnSpc>
              <a:spcAft>
                <a:spcPts val="400"/>
              </a:spcAft>
              <a:defRPr sz="850" b="0">
                <a:solidFill>
                  <a:srgbClr val="9A9AA2"/>
                </a:solidFill>
                <a:latin typeface="Helvetica Neue"/>
              </a:defRPr>
            </a:pPr>
            <a:r>
              <a:t>8 bps threshold</a:t>
            </a:r>
          </a:p>
        </p:txBody>
      </p:sp>
      <p:cxnSp>
        <p:nvCxnSpPr>
          <p:cNvPr id="19" name="Connector 18"/>
          <p:cNvCxnSpPr/>
          <p:nvPr/>
        </p:nvCxnSpPr>
        <p:spPr>
          <a:xfrm>
            <a:off x="5340096" y="2194560"/>
            <a:ext cx="128016" cy="0"/>
          </a:xfrm>
          <a:prstGeom prst="line">
            <a:avLst/>
          </a:prstGeom>
          <a:ln w="10160">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486400" y="1463040"/>
            <a:ext cx="1481328" cy="1417320"/>
          </a:xfrm>
          <a:prstGeom prst="roundRect">
            <a:avLst>
              <a:gd name="adj" fmla="val 9032"/>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ORDERS"/>
          <p:cNvSpPr txBox="1"/>
          <p:nvPr/>
        </p:nvSpPr>
        <p:spPr>
          <a:xfrm>
            <a:off x="5623560" y="1572768"/>
            <a:ext cx="1280160" cy="182880"/>
          </a:xfrm>
          <a:prstGeom prst="rect">
            <a:avLst/>
          </a:prstGeom>
          <a:noFill/>
        </p:spPr>
        <p:txBody>
          <a:bodyPr wrap="square" lIns="9144" rIns="9144" tIns="0" bIns="0">
            <a:spAutoFit/>
          </a:bodyPr>
          <a:lstStyle/>
          <a:p>
            <a:pPr>
              <a:lnSpc>
                <a:spcPct val="106000"/>
              </a:lnSpc>
              <a:spcAft>
                <a:spcPts val="400"/>
              </a:spcAft>
              <a:defRPr sz="850" b="0">
                <a:solidFill>
                  <a:srgbClr val="3DDC97"/>
                </a:solidFill>
                <a:latin typeface="Helvetica Neue"/>
              </a:defRPr>
            </a:pPr>
            <a:r>
              <a:t>ORDERS</a:t>
            </a:r>
          </a:p>
        </p:txBody>
      </p:sp>
      <p:sp>
        <p:nvSpPr>
          <p:cNvPr id="22" name="text:9 / 1"/>
          <p:cNvSpPr txBox="1"/>
          <p:nvPr/>
        </p:nvSpPr>
        <p:spPr>
          <a:xfrm>
            <a:off x="5623560" y="1828800"/>
            <a:ext cx="1280160" cy="457200"/>
          </a:xfrm>
          <a:prstGeom prst="rect">
            <a:avLst/>
          </a:prstGeom>
          <a:noFill/>
        </p:spPr>
        <p:txBody>
          <a:bodyPr wrap="square" lIns="9144" rIns="9144" tIns="0" bIns="0">
            <a:spAutoFit/>
          </a:bodyPr>
          <a:lstStyle/>
          <a:p>
            <a:pPr>
              <a:lnSpc>
                <a:spcPct val="106000"/>
              </a:lnSpc>
              <a:spcAft>
                <a:spcPts val="400"/>
              </a:spcAft>
              <a:defRPr sz="2400" b="0">
                <a:solidFill>
                  <a:srgbClr val="F2F5F8"/>
                </a:solidFill>
                <a:latin typeface="Helvetica Neue"/>
              </a:defRPr>
            </a:pPr>
            <a:r>
              <a:t>9 / 1</a:t>
            </a:r>
          </a:p>
        </p:txBody>
      </p:sp>
      <p:sp>
        <p:nvSpPr>
          <p:cNvPr id="23" name="text:accepted / refused by the risk hook"/>
          <p:cNvSpPr txBox="1"/>
          <p:nvPr/>
        </p:nvSpPr>
        <p:spPr>
          <a:xfrm>
            <a:off x="5623560" y="2377440"/>
            <a:ext cx="1280160" cy="457200"/>
          </a:xfrm>
          <a:prstGeom prst="rect">
            <a:avLst/>
          </a:prstGeom>
          <a:noFill/>
        </p:spPr>
        <p:txBody>
          <a:bodyPr wrap="square" lIns="9144" rIns="9144" tIns="0" bIns="0">
            <a:spAutoFit/>
          </a:bodyPr>
          <a:lstStyle/>
          <a:p>
            <a:pPr>
              <a:lnSpc>
                <a:spcPct val="106000"/>
              </a:lnSpc>
              <a:spcAft>
                <a:spcPts val="400"/>
              </a:spcAft>
              <a:defRPr sz="850" b="0">
                <a:solidFill>
                  <a:srgbClr val="9A9AA2"/>
                </a:solidFill>
                <a:latin typeface="Helvetica Neue"/>
              </a:defRPr>
            </a:pPr>
            <a:r>
              <a:t>accepted / refused by the risk hook</a:t>
            </a:r>
          </a:p>
        </p:txBody>
      </p:sp>
      <p:cxnSp>
        <p:nvCxnSpPr>
          <p:cNvPr id="24" name="Connector 23"/>
          <p:cNvCxnSpPr/>
          <p:nvPr/>
        </p:nvCxnSpPr>
        <p:spPr>
          <a:xfrm>
            <a:off x="6986016" y="2194560"/>
            <a:ext cx="128016" cy="0"/>
          </a:xfrm>
          <a:prstGeom prst="line">
            <a:avLst/>
          </a:prstGeom>
          <a:ln w="10160">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132320" y="1463040"/>
            <a:ext cx="1481328" cy="1417320"/>
          </a:xfrm>
          <a:prstGeom prst="roundRect">
            <a:avLst>
              <a:gd name="adj" fmla="val 9032"/>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LEDGER"/>
          <p:cNvSpPr txBox="1"/>
          <p:nvPr/>
        </p:nvSpPr>
        <p:spPr>
          <a:xfrm>
            <a:off x="7269480" y="1572768"/>
            <a:ext cx="1280160" cy="182880"/>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Helvetica Neue"/>
              </a:defRPr>
            </a:pPr>
            <a:r>
              <a:t>LEDGER</a:t>
            </a:r>
          </a:p>
        </p:txBody>
      </p:sp>
      <p:sp>
        <p:nvSpPr>
          <p:cNvPr id="27" name="text:9"/>
          <p:cNvSpPr txBox="1"/>
          <p:nvPr/>
        </p:nvSpPr>
        <p:spPr>
          <a:xfrm>
            <a:off x="7269480" y="1828800"/>
            <a:ext cx="1280160" cy="457200"/>
          </a:xfrm>
          <a:prstGeom prst="rect">
            <a:avLst/>
          </a:prstGeom>
          <a:noFill/>
        </p:spPr>
        <p:txBody>
          <a:bodyPr wrap="square" lIns="9144" rIns="9144" tIns="0" bIns="0">
            <a:spAutoFit/>
          </a:bodyPr>
          <a:lstStyle/>
          <a:p>
            <a:pPr>
              <a:lnSpc>
                <a:spcPct val="106000"/>
              </a:lnSpc>
              <a:spcAft>
                <a:spcPts val="400"/>
              </a:spcAft>
              <a:defRPr sz="2400" b="0">
                <a:solidFill>
                  <a:srgbClr val="F2F5F8"/>
                </a:solidFill>
                <a:latin typeface="Helvetica Neue"/>
              </a:defRPr>
            </a:pPr>
            <a:r>
              <a:t>9</a:t>
            </a:r>
          </a:p>
        </p:txBody>
      </p:sp>
      <p:sp>
        <p:nvSpPr>
          <p:cNvPr id="28" name="text:fills, next swap price"/>
          <p:cNvSpPr txBox="1"/>
          <p:nvPr/>
        </p:nvSpPr>
        <p:spPr>
          <a:xfrm>
            <a:off x="7269480" y="2377440"/>
            <a:ext cx="1280160" cy="457200"/>
          </a:xfrm>
          <a:prstGeom prst="rect">
            <a:avLst/>
          </a:prstGeom>
          <a:noFill/>
        </p:spPr>
        <p:txBody>
          <a:bodyPr wrap="square" lIns="9144" rIns="9144" tIns="0" bIns="0">
            <a:spAutoFit/>
          </a:bodyPr>
          <a:lstStyle/>
          <a:p>
            <a:pPr>
              <a:lnSpc>
                <a:spcPct val="106000"/>
              </a:lnSpc>
              <a:spcAft>
                <a:spcPts val="400"/>
              </a:spcAft>
              <a:defRPr sz="850" b="0">
                <a:solidFill>
                  <a:srgbClr val="9A9AA2"/>
                </a:solidFill>
                <a:latin typeface="Helvetica Neue"/>
              </a:defRPr>
            </a:pPr>
            <a:r>
              <a:t>fills, next swap price</a:t>
            </a:r>
          </a:p>
        </p:txBody>
      </p:sp>
      <p:sp>
        <p:nvSpPr>
          <p:cNvPr id="29" name="Rounded Rectangle 28"/>
          <p:cNvSpPr/>
          <p:nvPr/>
        </p:nvSpPr>
        <p:spPr>
          <a:xfrm>
            <a:off x="548640" y="3063240"/>
            <a:ext cx="3931920" cy="1005840"/>
          </a:xfrm>
          <a:prstGeom prst="roundRect">
            <a:avLst>
              <a:gd name="adj" fmla="val 12727"/>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WINDOW"/>
          <p:cNvSpPr txBox="1"/>
          <p:nvPr/>
        </p:nvSpPr>
        <p:spPr>
          <a:xfrm>
            <a:off x="731520" y="3136392"/>
            <a:ext cx="1828800" cy="164592"/>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Helvetica Neue"/>
              </a:defRPr>
            </a:pPr>
            <a:r>
              <a:t>WINDOW</a:t>
            </a:r>
          </a:p>
        </p:txBody>
      </p:sp>
      <p:sp>
        <p:nvSpPr>
          <p:cNvPr id="31" name="text:18:13:46 to 18:30:20 UTC, 21 Oct 202"/>
          <p:cNvSpPr txBox="1"/>
          <p:nvPr/>
        </p:nvSpPr>
        <p:spPr>
          <a:xfrm>
            <a:off x="731520" y="3337560"/>
            <a:ext cx="3657600" cy="256032"/>
          </a:xfrm>
          <a:prstGeom prst="rect">
            <a:avLst/>
          </a:prstGeom>
          <a:noFill/>
        </p:spPr>
        <p:txBody>
          <a:bodyPr wrap="square" lIns="9144" rIns="9144" tIns="0" bIns="0">
            <a:spAutoFit/>
          </a:bodyPr>
          <a:lstStyle/>
          <a:p>
            <a:pPr>
              <a:lnSpc>
                <a:spcPct val="106000"/>
              </a:lnSpc>
              <a:spcAft>
                <a:spcPts val="400"/>
              </a:spcAft>
              <a:defRPr sz="1300" b="0">
                <a:solidFill>
                  <a:srgbClr val="F2F5F8"/>
                </a:solidFill>
                <a:latin typeface="Helvetica Neue"/>
              </a:defRPr>
            </a:pPr>
            <a:r>
              <a:t>18:13:46 to 18:30:20 UTC, 21 Oct 2026</a:t>
            </a:r>
          </a:p>
        </p:txBody>
      </p:sp>
      <p:sp>
        <p:nvSpPr>
          <p:cNvPr id="32" name="text:2,900 swaps recorded; 1,114 used aft"/>
          <p:cNvSpPr txBox="1"/>
          <p:nvPr/>
        </p:nvSpPr>
        <p:spPr>
          <a:xfrm>
            <a:off x="731520" y="3657600"/>
            <a:ext cx="3657600" cy="365760"/>
          </a:xfrm>
          <a:prstGeom prst="rect">
            <a:avLst/>
          </a:prstGeom>
          <a:noFill/>
        </p:spPr>
        <p:txBody>
          <a:bodyPr wrap="square" lIns="9144" rIns="9144" tIns="0" bIns="0">
            <a:spAutoFit/>
          </a:bodyPr>
          <a:lstStyle/>
          <a:p>
            <a:pPr>
              <a:lnSpc>
                <a:spcPct val="106000"/>
              </a:lnSpc>
              <a:spcAft>
                <a:spcPts val="400"/>
              </a:spcAft>
              <a:defRPr sz="950" b="0">
                <a:solidFill>
                  <a:srgbClr val="9A9AA2"/>
                </a:solidFill>
                <a:latin typeface="Helvetica Neue"/>
              </a:defRPr>
            </a:pPr>
            <a:r>
              <a:t>2,900 swaps recorded; 1,114 used after cleaning and the Pyth window</a:t>
            </a:r>
          </a:p>
        </p:txBody>
      </p:sp>
      <p:sp>
        <p:nvSpPr>
          <p:cNvPr id="33" name="Rounded Rectangle 32"/>
          <p:cNvSpPr/>
          <p:nvPr/>
        </p:nvSpPr>
        <p:spPr>
          <a:xfrm>
            <a:off x="4663440" y="3063240"/>
            <a:ext cx="3977639" cy="1005840"/>
          </a:xfrm>
          <a:prstGeom prst="roundRect">
            <a:avLst>
              <a:gd name="adj" fmla="val 12727"/>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SCORECARD (NOT SCORED BY JUDGES)"/>
          <p:cNvSpPr txBox="1"/>
          <p:nvPr/>
        </p:nvSpPr>
        <p:spPr>
          <a:xfrm>
            <a:off x="4846320" y="3136392"/>
            <a:ext cx="3657600" cy="164592"/>
          </a:xfrm>
          <a:prstGeom prst="rect">
            <a:avLst/>
          </a:prstGeom>
          <a:noFill/>
        </p:spPr>
        <p:txBody>
          <a:bodyPr wrap="square" lIns="9144" rIns="9144" tIns="0" bIns="0">
            <a:spAutoFit/>
          </a:bodyPr>
          <a:lstStyle/>
          <a:p>
            <a:pPr>
              <a:lnSpc>
                <a:spcPct val="106000"/>
              </a:lnSpc>
              <a:spcAft>
                <a:spcPts val="400"/>
              </a:spcAft>
              <a:defRPr sz="850" b="0">
                <a:solidFill>
                  <a:srgbClr val="FD51FC"/>
                </a:solidFill>
                <a:latin typeface="Helvetica Neue"/>
              </a:defRPr>
            </a:pPr>
            <a:r>
              <a:t>SCORECARD (NOT SCORED BY JUDGES)</a:t>
            </a:r>
          </a:p>
        </p:txBody>
      </p:sp>
      <p:sp>
        <p:nvSpPr>
          <p:cNvPr id="35" name="text:+3.00 USD net, hit rate 67%, drawdow"/>
          <p:cNvSpPr txBox="1"/>
          <p:nvPr/>
        </p:nvSpPr>
        <p:spPr>
          <a:xfrm>
            <a:off x="4846320" y="3337560"/>
            <a:ext cx="3657600" cy="256032"/>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+3.00 USD net, hit rate 67%, drawdown 8.03 USD</a:t>
            </a:r>
          </a:p>
        </p:txBody>
      </p:sp>
      <p:sp>
        <p:nvSpPr>
          <p:cNvPr id="36" name="text:Simulated, on recorded data; not adv"/>
          <p:cNvSpPr txBox="1"/>
          <p:nvPr/>
        </p:nvSpPr>
        <p:spPr>
          <a:xfrm>
            <a:off x="4846320" y="3657600"/>
            <a:ext cx="3657600" cy="365760"/>
          </a:xfrm>
          <a:prstGeom prst="rect">
            <a:avLst/>
          </a:prstGeom>
          <a:noFill/>
        </p:spPr>
        <p:txBody>
          <a:bodyPr wrap="square" lIns="9144" rIns="9144" tIns="0" bIns="0">
            <a:spAutoFit/>
          </a:bodyPr>
          <a:lstStyle/>
          <a:p>
            <a:pPr>
              <a:lnSpc>
                <a:spcPct val="106000"/>
              </a:lnSpc>
              <a:spcAft>
                <a:spcPts val="400"/>
              </a:spcAft>
              <a:defRPr sz="950" b="0">
                <a:solidFill>
                  <a:srgbClr val="9A9AA2"/>
                </a:solidFill>
                <a:latin typeface="Helvetica Neue"/>
              </a:defRPr>
            </a:pPr>
            <a:r>
              <a:t>Simulated, on recorded data; not advice. Tests: 51 passing, 0 failing.</a:t>
            </a:r>
          </a:p>
        </p:txBody>
      </p:sp>
      <p:sp>
        <p:nvSpPr>
          <p:cNvPr id="37" name="Rounded Rectangle 36"/>
          <p:cNvSpPr/>
          <p:nvPr/>
        </p:nvSpPr>
        <p:spPr>
          <a:xfrm>
            <a:off x="548640" y="4206240"/>
            <a:ext cx="8092440" cy="457200"/>
          </a:xfrm>
          <a:prstGeom prst="roundRect">
            <a:avLst>
              <a:gd name="adj" fmla="val 28000"/>
            </a:avLst>
          </a:prstGeom>
          <a:solidFill>
            <a:srgbClr val="100821"/>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Reads use public mainnet data; every"/>
          <p:cNvSpPr txBox="1"/>
          <p:nvPr/>
        </p:nvSpPr>
        <p:spPr>
          <a:xfrm>
            <a:off x="713232" y="4206240"/>
            <a:ext cx="7818120" cy="457200"/>
          </a:xfrm>
          <a:prstGeom prst="rect">
            <a:avLst/>
          </a:prstGeom>
          <a:noFill/>
        </p:spPr>
        <p:txBody>
          <a:bodyPr wrap="square" lIns="9144" rIns="9144" tIns="0" bIns="0" anchor="ctr">
            <a:spAutoFit/>
          </a:bodyPr>
          <a:lstStyle/>
          <a:p>
            <a:pPr>
              <a:lnSpc>
                <a:spcPct val="106000"/>
              </a:lnSpc>
              <a:spcAft>
                <a:spcPts val="400"/>
              </a:spcAft>
              <a:defRPr sz="1100" b="0">
                <a:solidFill>
                  <a:srgbClr val="F2F5F8"/>
                </a:solidFill>
                <a:latin typeface="Helvetica Neue"/>
              </a:defRPr>
            </a:pPr>
            <a:r>
              <a:t>Reads use public mainnet data; every write is devnet only; no real funds.</a:t>
            </a:r>
          </a:p>
        </p:txBody>
      </p:sp>
      <p:sp>
        <p:nvSpPr>
          <p:cNvPr id="39" name="text:Source: demo-repo/code/out/walkthrou"/>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demo-repo/code/out/walkthrough.json; recorded data from recorded/SOURCES.md. Simulated; not advice.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The decision in code"/>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The decision in code</a:t>
            </a:r>
          </a:p>
        </p:txBody>
      </p:sp>
      <p:sp>
        <p:nvSpPr>
          <p:cNvPr id="3" name="text:11"/>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11</a:t>
            </a:r>
          </a:p>
        </p:txBody>
      </p:sp>
      <p:sp>
        <p:nvSpPr>
          <p:cNvPr id="4" name="Rounded Rectangle 3"/>
          <p:cNvSpPr/>
          <p:nvPr/>
        </p:nvSpPr>
        <p:spPr>
          <a:xfrm>
            <a:off x="548640" y="1280160"/>
            <a:ext cx="5257800" cy="3108960"/>
          </a:xfrm>
          <a:prstGeom prst="roundRect">
            <a:avLst>
              <a:gd name="adj" fmla="val 4117"/>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demo-repo/code/src/agent.ts"/>
          <p:cNvSpPr txBox="1"/>
          <p:nvPr/>
        </p:nvSpPr>
        <p:spPr>
          <a:xfrm>
            <a:off x="731520" y="1389888"/>
            <a:ext cx="484632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Menlo"/>
              </a:defRPr>
            </a:pPr>
            <a:r>
              <a:t>demo-repo/code/src/agent.ts</a:t>
            </a:r>
          </a:p>
        </p:txBody>
      </p:sp>
      <p:sp>
        <p:nvSpPr>
          <p:cNvPr id="6" name="text:const side: Side = ev.direction === "/>
          <p:cNvSpPr txBox="1"/>
          <p:nvPr/>
        </p:nvSpPr>
        <p:spPr>
          <a:xfrm>
            <a:off x="731520" y="1737360"/>
            <a:ext cx="4983480" cy="2560320"/>
          </a:xfrm>
          <a:prstGeom prst="rect">
            <a:avLst/>
          </a:prstGeom>
          <a:noFill/>
        </p:spPr>
        <p:txBody>
          <a:bodyPr wrap="square" lIns="9144" rIns="9144" tIns="0" bIns="0">
            <a:spAutoFit/>
          </a:bodyPr>
          <a:lstStyle/>
          <a:p>
            <a:pPr>
              <a:lnSpc>
                <a:spcPct val="125000"/>
              </a:lnSpc>
              <a:spcAft>
                <a:spcPts val="400"/>
              </a:spcAft>
              <a:defRPr sz="900" b="0">
                <a:solidFill>
                  <a:srgbClr val="F2F5F8"/>
                </a:solidFill>
                <a:latin typeface="Menlo"/>
              </a:defRPr>
            </a:pPr>
            <a:r>
              <a:t>const side: Side = ev.direction === "up" ? "buy" : "sell";</a:t>
            </a:r>
          </a:p>
          <a:p>
            <a:pPr>
              <a:lnSpc>
                <a:spcPct val="125000"/>
              </a:lnSpc>
              <a:spcAft>
                <a:spcPts val="400"/>
              </a:spcAft>
              <a:defRPr sz="900" b="0">
                <a:solidFill>
                  <a:srgbClr val="F2F5F8"/>
                </a:solidFill>
                <a:latin typeface="Menlo"/>
              </a:defRPr>
            </a:pPr>
            <a:r>
              <a:t>const sizeUsd = Math.round(bucketBps * params.usdPerBps);</a:t>
            </a:r>
          </a:p>
          <a:p>
            <a:pPr>
              <a:lnSpc>
                <a:spcPct val="125000"/>
              </a:lnSpc>
              <a:spcAft>
                <a:spcPts val="400"/>
              </a:spcAft>
              <a:defRPr sz="900" b="0">
                <a:solidFill>
                  <a:srgbClr val="F2F5F8"/>
                </a:solidFill>
                <a:latin typeface="Menlo"/>
              </a:defRPr>
            </a:pPr>
            <a:r>
              <a:t>const order: Order = { side, sizeUsd, price: ev.price };</a:t>
            </a:r>
          </a:p>
          <a:p>
            <a:pPr>
              <a:lnSpc>
                <a:spcPct val="125000"/>
              </a:lnSpc>
              <a:spcAft>
                <a:spcPts val="400"/>
              </a:spcAft>
              <a:defRPr sz="900" b="0">
                <a:solidFill>
                  <a:srgbClr val="F2F5F8"/>
                </a:solidFill>
                <a:latin typeface="Menlo"/>
              </a:defRPr>
            </a:pPr>
            <a:r>
              <a:t>const oracleAgeSec = Math.max(0, ev.t - read.publishTime);</a:t>
            </a:r>
          </a:p>
          <a:p>
            <a:pPr>
              <a:lnSpc>
                <a:spcPct val="125000"/>
              </a:lnSpc>
              <a:spcAft>
                <a:spcPts val="400"/>
              </a:spcAft>
              <a:defRPr sz="900" b="0">
                <a:solidFill>
                  <a:srgbClr val="F2F5F8"/>
                </a:solidFill>
                <a:latin typeface="Menlo"/>
              </a:defRPr>
            </a:pPr>
            <a:r>
              <a:t>const context: RiskContext = { oraclePrice: read.price, oracleAgeSec };</a:t>
            </a:r>
          </a:p>
          <a:p>
            <a:pPr>
              <a:lnSpc>
                <a:spcPct val="125000"/>
              </a:lnSpc>
              <a:spcAft>
                <a:spcPts val="400"/>
              </a:spcAft>
              <a:defRPr sz="900" b="0">
                <a:solidFill>
                  <a:srgbClr val="F2F5F8"/>
                </a:solidFill>
                <a:latin typeface="Menlo"/>
              </a:defRPr>
            </a:pPr>
            <a:r>
              <a:t>const decision = checkOrder(order, context, params.limits);</a:t>
            </a:r>
          </a:p>
          <a:p>
            <a:pPr>
              <a:lnSpc>
                <a:spcPct val="125000"/>
              </a:lnSpc>
              <a:spcAft>
                <a:spcPts val="400"/>
              </a:spcAft>
              <a:defRPr sz="900" b="0">
                <a:solidFill>
                  <a:srgbClr val="F2F5F8"/>
                </a:solidFill>
                <a:latin typeface="Menlo"/>
              </a:defRPr>
            </a:pPr>
            <a:r>
              <a:t>if (!decision.ok) return;</a:t>
            </a:r>
          </a:p>
        </p:txBody>
      </p:sp>
      <p:sp>
        <p:nvSpPr>
          <p:cNvPr id="7" name="Rounded Rectangle 6"/>
          <p:cNvSpPr/>
          <p:nvPr/>
        </p:nvSpPr>
        <p:spPr>
          <a:xfrm>
            <a:off x="6035040" y="1280160"/>
            <a:ext cx="2606040" cy="914400"/>
          </a:xfrm>
          <a:prstGeom prst="roundRect">
            <a:avLst>
              <a:gd name="adj" fmla="val 1400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1"/>
          <p:cNvSpPr txBox="1"/>
          <p:nvPr/>
        </p:nvSpPr>
        <p:spPr>
          <a:xfrm>
            <a:off x="6199632" y="1371600"/>
            <a:ext cx="274320" cy="365760"/>
          </a:xfrm>
          <a:prstGeom prst="rect">
            <a:avLst/>
          </a:prstGeom>
          <a:noFill/>
        </p:spPr>
        <p:txBody>
          <a:bodyPr wrap="square" lIns="9144" rIns="9144" tIns="0" bIns="0">
            <a:spAutoFit/>
          </a:bodyPr>
          <a:lstStyle/>
          <a:p>
            <a:pPr>
              <a:lnSpc>
                <a:spcPct val="106000"/>
              </a:lnSpc>
              <a:spcAft>
                <a:spcPts val="400"/>
              </a:spcAft>
              <a:defRPr sz="2000" b="0">
                <a:solidFill>
                  <a:srgbClr val="3DDC97"/>
                </a:solidFill>
                <a:latin typeface="Helvetica Neue"/>
              </a:defRPr>
            </a:pPr>
            <a:r>
              <a:t>1</a:t>
            </a:r>
          </a:p>
        </p:txBody>
      </p:sp>
      <p:sp>
        <p:nvSpPr>
          <p:cNvPr id="9" name="text:The alert proposes an order."/>
          <p:cNvSpPr txBox="1"/>
          <p:nvPr/>
        </p:nvSpPr>
        <p:spPr>
          <a:xfrm>
            <a:off x="6537960" y="1417319"/>
            <a:ext cx="2011680" cy="68580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The alert proposes an order.</a:t>
            </a:r>
          </a:p>
        </p:txBody>
      </p:sp>
      <p:sp>
        <p:nvSpPr>
          <p:cNvPr id="10" name="Rounded Rectangle 9"/>
          <p:cNvSpPr/>
          <p:nvPr/>
        </p:nvSpPr>
        <p:spPr>
          <a:xfrm>
            <a:off x="6035040" y="2331720"/>
            <a:ext cx="2606040" cy="914400"/>
          </a:xfrm>
          <a:prstGeom prst="roundRect">
            <a:avLst>
              <a:gd name="adj" fmla="val 1400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2"/>
          <p:cNvSpPr txBox="1"/>
          <p:nvPr/>
        </p:nvSpPr>
        <p:spPr>
          <a:xfrm>
            <a:off x="6199632" y="2423160"/>
            <a:ext cx="274320" cy="365760"/>
          </a:xfrm>
          <a:prstGeom prst="rect">
            <a:avLst/>
          </a:prstGeom>
          <a:noFill/>
        </p:spPr>
        <p:txBody>
          <a:bodyPr wrap="square" lIns="9144" rIns="9144" tIns="0" bIns="0">
            <a:spAutoFit/>
          </a:bodyPr>
          <a:lstStyle/>
          <a:p>
            <a:pPr>
              <a:lnSpc>
                <a:spcPct val="106000"/>
              </a:lnSpc>
              <a:spcAft>
                <a:spcPts val="400"/>
              </a:spcAft>
              <a:defRPr sz="2000" b="0">
                <a:solidFill>
                  <a:srgbClr val="3DDC97"/>
                </a:solidFill>
                <a:latin typeface="Helvetica Neue"/>
              </a:defRPr>
            </a:pPr>
            <a:r>
              <a:t>2</a:t>
            </a:r>
          </a:p>
        </p:txBody>
      </p:sp>
      <p:sp>
        <p:nvSpPr>
          <p:cNvPr id="12" name="text:The oracle gives the context."/>
          <p:cNvSpPr txBox="1"/>
          <p:nvPr/>
        </p:nvSpPr>
        <p:spPr>
          <a:xfrm>
            <a:off x="6537960" y="2468879"/>
            <a:ext cx="2011680" cy="68580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The oracle gives the context.</a:t>
            </a:r>
          </a:p>
        </p:txBody>
      </p:sp>
      <p:sp>
        <p:nvSpPr>
          <p:cNvPr id="13" name="Rounded Rectangle 12"/>
          <p:cNvSpPr/>
          <p:nvPr/>
        </p:nvSpPr>
        <p:spPr>
          <a:xfrm>
            <a:off x="6035040" y="3383279"/>
            <a:ext cx="2606040" cy="914400"/>
          </a:xfrm>
          <a:prstGeom prst="roundRect">
            <a:avLst>
              <a:gd name="adj" fmla="val 1400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3"/>
          <p:cNvSpPr txBox="1"/>
          <p:nvPr/>
        </p:nvSpPr>
        <p:spPr>
          <a:xfrm>
            <a:off x="6199632" y="3474720"/>
            <a:ext cx="274320" cy="365760"/>
          </a:xfrm>
          <a:prstGeom prst="rect">
            <a:avLst/>
          </a:prstGeom>
          <a:noFill/>
        </p:spPr>
        <p:txBody>
          <a:bodyPr wrap="square" lIns="9144" rIns="9144" tIns="0" bIns="0">
            <a:spAutoFit/>
          </a:bodyPr>
          <a:lstStyle/>
          <a:p>
            <a:pPr>
              <a:lnSpc>
                <a:spcPct val="106000"/>
              </a:lnSpc>
              <a:spcAft>
                <a:spcPts val="400"/>
              </a:spcAft>
              <a:defRPr sz="2000" b="0">
                <a:solidFill>
                  <a:srgbClr val="3DDC97"/>
                </a:solidFill>
                <a:latin typeface="Helvetica Neue"/>
              </a:defRPr>
            </a:pPr>
            <a:r>
              <a:t>3</a:t>
            </a:r>
          </a:p>
        </p:txBody>
      </p:sp>
      <p:sp>
        <p:nvSpPr>
          <p:cNvPr id="15" name="text:The risk hook says yes or no, with t"/>
          <p:cNvSpPr txBox="1"/>
          <p:nvPr/>
        </p:nvSpPr>
        <p:spPr>
          <a:xfrm>
            <a:off x="6537960" y="3520439"/>
            <a:ext cx="2011680" cy="68580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The risk hook says yes or no, with the rule.</a:t>
            </a:r>
          </a:p>
        </p:txBody>
      </p:sp>
      <p:sp>
        <p:nvSpPr>
          <p:cNvPr id="16" name="text:Source: demo-repo/code/src/agent.ts "/>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demo-repo/code/src/agent.ts (excerpt: comments, blank lines and two bookkeeping lines removed)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When a live call fails"/>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When a live call fails</a:t>
            </a:r>
          </a:p>
        </p:txBody>
      </p:sp>
      <p:sp>
        <p:nvSpPr>
          <p:cNvPr id="3" name="text:One retry, then recorded data, then "/>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One retry, then recorded data, then the recording.</a:t>
            </a:r>
          </a:p>
        </p:txBody>
      </p:sp>
      <p:sp>
        <p:nvSpPr>
          <p:cNvPr id="4" name="text:12"/>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12</a:t>
            </a:r>
          </a:p>
        </p:txBody>
      </p:sp>
      <p:sp>
        <p:nvSpPr>
          <p:cNvPr id="5" name="Rounded Rectangle 4"/>
          <p:cNvSpPr/>
          <p:nvPr/>
        </p:nvSpPr>
        <p:spPr>
          <a:xfrm>
            <a:off x="548640" y="1463040"/>
            <a:ext cx="1481328" cy="868680"/>
          </a:xfrm>
          <a:prstGeom prst="roundRect">
            <a:avLst>
              <a:gd name="adj" fmla="val 14736"/>
            </a:avLst>
          </a:prstGeom>
          <a:noFill/>
          <a:ln w="1270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LIVE CALL"/>
          <p:cNvSpPr txBox="1"/>
          <p:nvPr/>
        </p:nvSpPr>
        <p:spPr>
          <a:xfrm>
            <a:off x="667512" y="1554480"/>
            <a:ext cx="1280160" cy="182880"/>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Helvetica Neue"/>
              </a:defRPr>
            </a:pPr>
            <a:r>
              <a:t>LIVE CALL</a:t>
            </a:r>
          </a:p>
        </p:txBody>
      </p:sp>
      <p:sp>
        <p:nvSpPr>
          <p:cNvPr id="7" name="text:fails once"/>
          <p:cNvSpPr txBox="1"/>
          <p:nvPr/>
        </p:nvSpPr>
        <p:spPr>
          <a:xfrm>
            <a:off x="667512" y="1810512"/>
            <a:ext cx="1280160" cy="457200"/>
          </a:xfrm>
          <a:prstGeom prst="rect">
            <a:avLst/>
          </a:prstGeom>
          <a:noFill/>
        </p:spPr>
        <p:txBody>
          <a:bodyPr wrap="square" lIns="9144" rIns="9144" tIns="0" bIns="0">
            <a:spAutoFit/>
          </a:bodyPr>
          <a:lstStyle/>
          <a:p>
            <a:pPr>
              <a:lnSpc>
                <a:spcPct val="106000"/>
              </a:lnSpc>
              <a:spcAft>
                <a:spcPts val="400"/>
              </a:spcAft>
              <a:defRPr sz="1100" b="0">
                <a:solidFill>
                  <a:srgbClr val="F2F5F8"/>
                </a:solidFill>
                <a:latin typeface="Helvetica Neue"/>
              </a:defRPr>
            </a:pPr>
            <a:r>
              <a:t>fails once</a:t>
            </a:r>
          </a:p>
        </p:txBody>
      </p:sp>
      <p:cxnSp>
        <p:nvCxnSpPr>
          <p:cNvPr id="8" name="Connector 7"/>
          <p:cNvCxnSpPr/>
          <p:nvPr/>
        </p:nvCxnSpPr>
        <p:spPr>
          <a:xfrm>
            <a:off x="2048255" y="1892807"/>
            <a:ext cx="128017" cy="0"/>
          </a:xfrm>
          <a:prstGeom prst="line">
            <a:avLst/>
          </a:prstGeom>
          <a:ln w="10160">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194560" y="1463040"/>
            <a:ext cx="1481328" cy="868680"/>
          </a:xfrm>
          <a:prstGeom prst="roundRect">
            <a:avLst>
              <a:gd name="adj" fmla="val 14736"/>
            </a:avLst>
          </a:prstGeom>
          <a:noFill/>
          <a:ln w="1270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RETRY"/>
          <p:cNvSpPr txBox="1"/>
          <p:nvPr/>
        </p:nvSpPr>
        <p:spPr>
          <a:xfrm>
            <a:off x="2313432" y="1554480"/>
            <a:ext cx="1280160" cy="182880"/>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Helvetica Neue"/>
              </a:defRPr>
            </a:pPr>
            <a:r>
              <a:t>RETRY</a:t>
            </a:r>
          </a:p>
        </p:txBody>
      </p:sp>
      <p:sp>
        <p:nvSpPr>
          <p:cNvPr id="11" name="text:once more"/>
          <p:cNvSpPr txBox="1"/>
          <p:nvPr/>
        </p:nvSpPr>
        <p:spPr>
          <a:xfrm>
            <a:off x="2313432" y="1810512"/>
            <a:ext cx="1280160" cy="457200"/>
          </a:xfrm>
          <a:prstGeom prst="rect">
            <a:avLst/>
          </a:prstGeom>
          <a:noFill/>
        </p:spPr>
        <p:txBody>
          <a:bodyPr wrap="square" lIns="9144" rIns="9144" tIns="0" bIns="0">
            <a:spAutoFit/>
          </a:bodyPr>
          <a:lstStyle/>
          <a:p>
            <a:pPr>
              <a:lnSpc>
                <a:spcPct val="106000"/>
              </a:lnSpc>
              <a:spcAft>
                <a:spcPts val="400"/>
              </a:spcAft>
              <a:defRPr sz="1100" b="0">
                <a:solidFill>
                  <a:srgbClr val="F2F5F8"/>
                </a:solidFill>
                <a:latin typeface="Helvetica Neue"/>
              </a:defRPr>
            </a:pPr>
            <a:r>
              <a:t>once more</a:t>
            </a:r>
          </a:p>
        </p:txBody>
      </p:sp>
      <p:cxnSp>
        <p:nvCxnSpPr>
          <p:cNvPr id="12" name="Connector 11"/>
          <p:cNvCxnSpPr/>
          <p:nvPr/>
        </p:nvCxnSpPr>
        <p:spPr>
          <a:xfrm>
            <a:off x="3694176" y="1892807"/>
            <a:ext cx="128015" cy="0"/>
          </a:xfrm>
          <a:prstGeom prst="line">
            <a:avLst/>
          </a:prstGeom>
          <a:ln w="10160">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840480" y="1463040"/>
            <a:ext cx="1481328" cy="868680"/>
          </a:xfrm>
          <a:prstGeom prst="roundRect">
            <a:avLst>
              <a:gd name="adj" fmla="val 14736"/>
            </a:avLst>
          </a:prstGeom>
          <a:noFill/>
          <a:ln w="1270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THIRD FAILURE"/>
          <p:cNvSpPr txBox="1"/>
          <p:nvPr/>
        </p:nvSpPr>
        <p:spPr>
          <a:xfrm>
            <a:off x="3959352" y="1554480"/>
            <a:ext cx="1280160" cy="182880"/>
          </a:xfrm>
          <a:prstGeom prst="rect">
            <a:avLst/>
          </a:prstGeom>
          <a:noFill/>
        </p:spPr>
        <p:txBody>
          <a:bodyPr wrap="square" lIns="9144" rIns="9144" tIns="0" bIns="0">
            <a:spAutoFit/>
          </a:bodyPr>
          <a:lstStyle/>
          <a:p>
            <a:pPr>
              <a:lnSpc>
                <a:spcPct val="106000"/>
              </a:lnSpc>
              <a:spcAft>
                <a:spcPts val="400"/>
              </a:spcAft>
              <a:defRPr sz="850" b="0">
                <a:solidFill>
                  <a:srgbClr val="FD51FC"/>
                </a:solidFill>
                <a:latin typeface="Helvetica Neue"/>
              </a:defRPr>
            </a:pPr>
            <a:r>
              <a:t>THIRD FAILURE</a:t>
            </a:r>
          </a:p>
        </p:txBody>
      </p:sp>
      <p:sp>
        <p:nvSpPr>
          <p:cNvPr id="15" name="text:in a row"/>
          <p:cNvSpPr txBox="1"/>
          <p:nvPr/>
        </p:nvSpPr>
        <p:spPr>
          <a:xfrm>
            <a:off x="3959352" y="1810512"/>
            <a:ext cx="1280160" cy="457200"/>
          </a:xfrm>
          <a:prstGeom prst="rect">
            <a:avLst/>
          </a:prstGeom>
          <a:noFill/>
        </p:spPr>
        <p:txBody>
          <a:bodyPr wrap="square" lIns="9144" rIns="9144" tIns="0" bIns="0">
            <a:spAutoFit/>
          </a:bodyPr>
          <a:lstStyle/>
          <a:p>
            <a:pPr>
              <a:lnSpc>
                <a:spcPct val="106000"/>
              </a:lnSpc>
              <a:spcAft>
                <a:spcPts val="400"/>
              </a:spcAft>
              <a:defRPr sz="1100" b="0">
                <a:solidFill>
                  <a:srgbClr val="F2F5F8"/>
                </a:solidFill>
                <a:latin typeface="Helvetica Neue"/>
              </a:defRPr>
            </a:pPr>
            <a:r>
              <a:t>in a row</a:t>
            </a:r>
          </a:p>
        </p:txBody>
      </p:sp>
      <p:cxnSp>
        <p:nvCxnSpPr>
          <p:cNvPr id="16" name="Connector 15"/>
          <p:cNvCxnSpPr/>
          <p:nvPr/>
        </p:nvCxnSpPr>
        <p:spPr>
          <a:xfrm>
            <a:off x="5340096" y="1892807"/>
            <a:ext cx="128016" cy="0"/>
          </a:xfrm>
          <a:prstGeom prst="line">
            <a:avLst/>
          </a:prstGeom>
          <a:ln w="10160">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486400" y="1463040"/>
            <a:ext cx="1481328" cy="868680"/>
          </a:xfrm>
          <a:prstGeom prst="roundRect">
            <a:avLst>
              <a:gd name="adj" fmla="val 14736"/>
            </a:avLst>
          </a:prstGeom>
          <a:noFill/>
          <a:ln w="1270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RECORDED DATA"/>
          <p:cNvSpPr txBox="1"/>
          <p:nvPr/>
        </p:nvSpPr>
        <p:spPr>
          <a:xfrm>
            <a:off x="5605272" y="1554480"/>
            <a:ext cx="1280160" cy="182880"/>
          </a:xfrm>
          <a:prstGeom prst="rect">
            <a:avLst/>
          </a:prstGeom>
          <a:noFill/>
        </p:spPr>
        <p:txBody>
          <a:bodyPr wrap="square" lIns="9144" rIns="9144" tIns="0" bIns="0">
            <a:spAutoFit/>
          </a:bodyPr>
          <a:lstStyle/>
          <a:p>
            <a:pPr>
              <a:lnSpc>
                <a:spcPct val="106000"/>
              </a:lnSpc>
              <a:spcAft>
                <a:spcPts val="400"/>
              </a:spcAft>
              <a:defRPr sz="850" b="0">
                <a:solidFill>
                  <a:srgbClr val="3DDC97"/>
                </a:solidFill>
                <a:latin typeface="Helvetica Neue"/>
              </a:defRPr>
            </a:pPr>
            <a:r>
              <a:t>RECORDED DATA</a:t>
            </a:r>
          </a:p>
        </p:txBody>
      </p:sp>
      <p:sp>
        <p:nvSpPr>
          <p:cNvPr id="19" name="text:same code, same screen"/>
          <p:cNvSpPr txBox="1"/>
          <p:nvPr/>
        </p:nvSpPr>
        <p:spPr>
          <a:xfrm>
            <a:off x="5605272" y="1810512"/>
            <a:ext cx="1280160" cy="457200"/>
          </a:xfrm>
          <a:prstGeom prst="rect">
            <a:avLst/>
          </a:prstGeom>
          <a:noFill/>
        </p:spPr>
        <p:txBody>
          <a:bodyPr wrap="square" lIns="9144" rIns="9144" tIns="0" bIns="0">
            <a:spAutoFit/>
          </a:bodyPr>
          <a:lstStyle/>
          <a:p>
            <a:pPr>
              <a:lnSpc>
                <a:spcPct val="106000"/>
              </a:lnSpc>
              <a:spcAft>
                <a:spcPts val="400"/>
              </a:spcAft>
              <a:defRPr sz="1100" b="0">
                <a:solidFill>
                  <a:srgbClr val="F2F5F8"/>
                </a:solidFill>
                <a:latin typeface="Helvetica Neue"/>
              </a:defRPr>
            </a:pPr>
            <a:r>
              <a:t>same code, same screen</a:t>
            </a:r>
          </a:p>
        </p:txBody>
      </p:sp>
      <p:cxnSp>
        <p:nvCxnSpPr>
          <p:cNvPr id="20" name="Connector 19"/>
          <p:cNvCxnSpPr/>
          <p:nvPr/>
        </p:nvCxnSpPr>
        <p:spPr>
          <a:xfrm>
            <a:off x="6986016" y="1892807"/>
            <a:ext cx="128016" cy="0"/>
          </a:xfrm>
          <a:prstGeom prst="line">
            <a:avLst/>
          </a:prstGeom>
          <a:ln w="10160">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132320" y="1463040"/>
            <a:ext cx="1481328" cy="868680"/>
          </a:xfrm>
          <a:prstGeom prst="roundRect">
            <a:avLst>
              <a:gd name="adj" fmla="val 14736"/>
            </a:avLst>
          </a:prstGeom>
          <a:noFill/>
          <a:ln w="1270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ACKUP RECORDING"/>
          <p:cNvSpPr txBox="1"/>
          <p:nvPr/>
        </p:nvSpPr>
        <p:spPr>
          <a:xfrm>
            <a:off x="7251192" y="1554480"/>
            <a:ext cx="1280160" cy="182880"/>
          </a:xfrm>
          <a:prstGeom prst="rect">
            <a:avLst/>
          </a:prstGeom>
          <a:noFill/>
        </p:spPr>
        <p:txBody>
          <a:bodyPr wrap="square" lIns="9144" rIns="9144" tIns="0" bIns="0">
            <a:spAutoFit/>
          </a:bodyPr>
          <a:lstStyle/>
          <a:p>
            <a:pPr>
              <a:lnSpc>
                <a:spcPct val="106000"/>
              </a:lnSpc>
              <a:spcAft>
                <a:spcPts val="400"/>
              </a:spcAft>
              <a:defRPr sz="850" b="0">
                <a:solidFill>
                  <a:srgbClr val="3DDC97"/>
                </a:solidFill>
                <a:latin typeface="Helvetica Neue"/>
              </a:defRPr>
            </a:pPr>
            <a:r>
              <a:t>BACKUP RECORDING</a:t>
            </a:r>
          </a:p>
        </p:txBody>
      </p:sp>
      <p:sp>
        <p:nvSpPr>
          <p:cNvPr id="23" name="text:if the screen fails"/>
          <p:cNvSpPr txBox="1"/>
          <p:nvPr/>
        </p:nvSpPr>
        <p:spPr>
          <a:xfrm>
            <a:off x="7251192" y="1810512"/>
            <a:ext cx="1280160" cy="457200"/>
          </a:xfrm>
          <a:prstGeom prst="rect">
            <a:avLst/>
          </a:prstGeom>
          <a:noFill/>
        </p:spPr>
        <p:txBody>
          <a:bodyPr wrap="square" lIns="9144" rIns="9144" tIns="0" bIns="0">
            <a:spAutoFit/>
          </a:bodyPr>
          <a:lstStyle/>
          <a:p>
            <a:pPr>
              <a:lnSpc>
                <a:spcPct val="106000"/>
              </a:lnSpc>
              <a:spcAft>
                <a:spcPts val="400"/>
              </a:spcAft>
              <a:defRPr sz="1100" b="0">
                <a:solidFill>
                  <a:srgbClr val="F2F5F8"/>
                </a:solidFill>
                <a:latin typeface="Helvetica Neue"/>
              </a:defRPr>
            </a:pPr>
            <a:r>
              <a:t>if the screen fails</a:t>
            </a:r>
          </a:p>
        </p:txBody>
      </p:sp>
      <p:sp>
        <p:nvSpPr>
          <p:cNvPr id="24" name="Rounded Rectangle 23"/>
          <p:cNvSpPr/>
          <p:nvPr/>
        </p:nvSpPr>
        <p:spPr>
          <a:xfrm>
            <a:off x="548640" y="2560320"/>
            <a:ext cx="3931920" cy="2011680"/>
          </a:xfrm>
          <a:prstGeom prst="roundRect">
            <a:avLst>
              <a:gd name="adj" fmla="val 6363"/>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THE RULE"/>
          <p:cNvSpPr txBox="1"/>
          <p:nvPr/>
        </p:nvSpPr>
        <p:spPr>
          <a:xfrm>
            <a:off x="731520" y="2670048"/>
            <a:ext cx="3200400" cy="182880"/>
          </a:xfrm>
          <a:prstGeom prst="rect">
            <a:avLst/>
          </a:prstGeom>
          <a:noFill/>
        </p:spPr>
        <p:txBody>
          <a:bodyPr wrap="square" lIns="9144" rIns="9144" tIns="0" bIns="0">
            <a:spAutoFit/>
          </a:bodyPr>
          <a:lstStyle/>
          <a:p>
            <a:pPr>
              <a:lnSpc>
                <a:spcPct val="106000"/>
              </a:lnSpc>
              <a:spcAft>
                <a:spcPts val="400"/>
              </a:spcAft>
              <a:defRPr sz="950" b="0">
                <a:solidFill>
                  <a:srgbClr val="B3A5FF"/>
                </a:solidFill>
                <a:latin typeface="Helvetica Neue"/>
              </a:defRPr>
            </a:pPr>
            <a:r>
              <a:t>THE RULE</a:t>
            </a:r>
          </a:p>
        </p:txBody>
      </p:sp>
      <p:sp>
        <p:nvSpPr>
          <p:cNvPr id="26" name="text:A failed call is tried again. The th"/>
          <p:cNvSpPr txBox="1"/>
          <p:nvPr/>
        </p:nvSpPr>
        <p:spPr>
          <a:xfrm>
            <a:off x="731520" y="2926080"/>
            <a:ext cx="3566160" cy="822960"/>
          </a:xfrm>
          <a:prstGeom prst="rect">
            <a:avLst/>
          </a:prstGeom>
          <a:noFill/>
        </p:spPr>
        <p:txBody>
          <a:bodyPr wrap="square" lIns="9144" rIns="9144" tIns="0" bIns="0">
            <a:spAutoFit/>
          </a:bodyPr>
          <a:lstStyle/>
          <a:p>
            <a:pPr>
              <a:lnSpc>
                <a:spcPct val="106000"/>
              </a:lnSpc>
              <a:spcAft>
                <a:spcPts val="400"/>
              </a:spcAft>
              <a:defRPr sz="1400" b="0">
                <a:solidFill>
                  <a:srgbClr val="F2F5F8"/>
                </a:solidFill>
                <a:latin typeface="Helvetica Neue"/>
              </a:defRPr>
            </a:pPr>
            <a:r>
              <a:t>A failed call is tried again. The third failure in a row switches to recorded data.</a:t>
            </a:r>
          </a:p>
        </p:txBody>
      </p:sp>
      <p:sp>
        <p:nvSpPr>
          <p:cNvPr id="27" name="Oval 26"/>
          <p:cNvSpPr/>
          <p:nvPr/>
        </p:nvSpPr>
        <p:spPr>
          <a:xfrm>
            <a:off x="777240" y="3886200"/>
            <a:ext cx="237744" cy="237744"/>
          </a:xfrm>
          <a:prstGeom prst="ellipse">
            <a:avLst/>
          </a:prstGeom>
          <a:solidFill>
            <a:srgbClr val="FD51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124712" y="3886200"/>
            <a:ext cx="237744" cy="237744"/>
          </a:xfrm>
          <a:prstGeom prst="ellipse">
            <a:avLst/>
          </a:prstGeom>
          <a:solidFill>
            <a:srgbClr val="FD51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472184" y="3886200"/>
            <a:ext cx="237744" cy="237744"/>
          </a:xfrm>
          <a:prstGeom prst="ellipse">
            <a:avLst/>
          </a:prstGeom>
          <a:solidFill>
            <a:srgbClr val="FD51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ack on track within 30 seconds."/>
          <p:cNvSpPr txBox="1"/>
          <p:nvPr/>
        </p:nvSpPr>
        <p:spPr>
          <a:xfrm>
            <a:off x="1920240" y="3886200"/>
            <a:ext cx="2468880" cy="274320"/>
          </a:xfrm>
          <a:prstGeom prst="rect">
            <a:avLst/>
          </a:prstGeom>
          <a:noFill/>
        </p:spPr>
        <p:txBody>
          <a:bodyPr wrap="square" lIns="9144" rIns="9144" tIns="0" bIns="0" anchor="ctr">
            <a:spAutoFit/>
          </a:bodyPr>
          <a:lstStyle/>
          <a:p>
            <a:pPr>
              <a:lnSpc>
                <a:spcPct val="106000"/>
              </a:lnSpc>
              <a:spcAft>
                <a:spcPts val="400"/>
              </a:spcAft>
              <a:defRPr sz="1200" b="0">
                <a:solidFill>
                  <a:srgbClr val="3DDC97"/>
                </a:solidFill>
                <a:latin typeface="Helvetica Neue"/>
              </a:defRPr>
            </a:pPr>
            <a:r>
              <a:t>Back on track within 30 seconds.</a:t>
            </a:r>
          </a:p>
        </p:txBody>
      </p:sp>
      <p:sp>
        <p:nvSpPr>
          <p:cNvPr id="31" name="Rounded Rectangle 30"/>
          <p:cNvSpPr/>
          <p:nvPr/>
        </p:nvSpPr>
        <p:spPr>
          <a:xfrm>
            <a:off x="4663440" y="2560320"/>
            <a:ext cx="3977639" cy="2011680"/>
          </a:xfrm>
          <a:prstGeom prst="roundRect">
            <a:avLst>
              <a:gd name="adj" fmla="val 6363"/>
            </a:avLst>
          </a:prstGeom>
          <a:solidFill>
            <a:srgbClr val="100821"/>
          </a:solid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WHAT YOU SAY, THEN CARRY ON"/>
          <p:cNvSpPr txBox="1"/>
          <p:nvPr/>
        </p:nvSpPr>
        <p:spPr>
          <a:xfrm>
            <a:off x="4846320" y="2670048"/>
            <a:ext cx="3566160" cy="182880"/>
          </a:xfrm>
          <a:prstGeom prst="rect">
            <a:avLst/>
          </a:prstGeom>
          <a:noFill/>
        </p:spPr>
        <p:txBody>
          <a:bodyPr wrap="square" lIns="9144" rIns="9144" tIns="0" bIns="0">
            <a:spAutoFit/>
          </a:bodyPr>
          <a:lstStyle/>
          <a:p>
            <a:pPr>
              <a:lnSpc>
                <a:spcPct val="106000"/>
              </a:lnSpc>
              <a:spcAft>
                <a:spcPts val="400"/>
              </a:spcAft>
              <a:defRPr sz="950" b="0">
                <a:solidFill>
                  <a:srgbClr val="3DDC97"/>
                </a:solidFill>
                <a:latin typeface="Helvetica Neue"/>
              </a:defRPr>
            </a:pPr>
            <a:r>
              <a:t>WHAT YOU SAY, THEN CARRY ON</a:t>
            </a:r>
          </a:p>
        </p:txBody>
      </p:sp>
      <p:sp>
        <p:nvSpPr>
          <p:cNvPr id="33" name="text:“The live call is not answering, so "/>
          <p:cNvSpPr txBox="1"/>
          <p:nvPr/>
        </p:nvSpPr>
        <p:spPr>
          <a:xfrm>
            <a:off x="4846320" y="2944368"/>
            <a:ext cx="3611880" cy="914400"/>
          </a:xfrm>
          <a:prstGeom prst="rect">
            <a:avLst/>
          </a:prstGeom>
          <a:noFill/>
        </p:spPr>
        <p:txBody>
          <a:bodyPr wrap="square" lIns="9144" rIns="9144" tIns="0" bIns="0">
            <a:spAutoFit/>
          </a:bodyPr>
          <a:lstStyle/>
          <a:p>
            <a:pPr>
              <a:lnSpc>
                <a:spcPct val="106000"/>
              </a:lnSpc>
              <a:spcAft>
                <a:spcPts val="400"/>
              </a:spcAft>
              <a:defRPr sz="1100" b="0">
                <a:solidFill>
                  <a:srgbClr val="F2F5F8"/>
                </a:solidFill>
                <a:latin typeface="Helvetica Neue"/>
              </a:defRPr>
            </a:pPr>
            <a:r>
              <a:t>“The live call is not answering, so I am switching to recorded data from 2026-10-21. It is the same logic on data I captured earlier.”</a:t>
            </a:r>
          </a:p>
        </p:txBody>
      </p:sp>
      <p:sp>
        <p:nvSpPr>
          <p:cNvPr id="34" name="text:“Same input shape, same rule, same r"/>
          <p:cNvSpPr txBox="1"/>
          <p:nvPr/>
        </p:nvSpPr>
        <p:spPr>
          <a:xfrm>
            <a:off x="4846320" y="3931920"/>
            <a:ext cx="3611880" cy="50292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“Same input shape, same rule, same refusal. Here is the decision.”</a:t>
            </a:r>
          </a:p>
        </p:txBody>
      </p:sp>
      <p:sp>
        <p:nvSpPr>
          <p:cNvPr id="35" name="text:Source: demo-repo/code/src/drill.ts "/>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demo-repo/code/src/drill.ts and out/drill.json.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DEMO 1"/>
          <p:cNvSpPr txBox="1"/>
          <p:nvPr/>
        </p:nvSpPr>
        <p:spPr>
          <a:xfrm>
            <a:off x="457200" y="237744"/>
            <a:ext cx="3657600" cy="18288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DEMO 1</a:t>
            </a:r>
          </a:p>
        </p:txBody>
      </p:sp>
      <p:sp>
        <p:nvSpPr>
          <p:cNvPr id="3" name="text:Demo: rehearsal timer"/>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Demo: rehearsal timer</a:t>
            </a:r>
          </a:p>
        </p:txBody>
      </p:sp>
      <p:sp>
        <p:nvSpPr>
          <p:cNvPr id="4" name="text:13"/>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13</a:t>
            </a:r>
          </a:p>
        </p:txBody>
      </p:sp>
      <p:sp>
        <p:nvSpPr>
          <p:cNvPr id="5" name="Rounded Rectangle 4"/>
          <p:cNvSpPr/>
          <p:nvPr/>
        </p:nvSpPr>
        <p:spPr>
          <a:xfrm>
            <a:off x="548640" y="1188720"/>
            <a:ext cx="3611880" cy="960120"/>
          </a:xfrm>
          <a:prstGeom prst="roundRect">
            <a:avLst>
              <a:gd name="adj" fmla="val 13333"/>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PREDICT FIRST"/>
          <p:cNvSpPr txBox="1"/>
          <p:nvPr/>
        </p:nvSpPr>
        <p:spPr>
          <a:xfrm>
            <a:off x="713232" y="1280160"/>
            <a:ext cx="32004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PREDICT FIRST</a:t>
            </a:r>
          </a:p>
        </p:txBody>
      </p:sp>
      <p:sp>
        <p:nvSpPr>
          <p:cNvPr id="7" name="text:With the budgets on the slide, which"/>
          <p:cNvSpPr txBox="1"/>
          <p:nvPr/>
        </p:nvSpPr>
        <p:spPr>
          <a:xfrm>
            <a:off x="713232" y="1508760"/>
            <a:ext cx="3337560" cy="59436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With the budgets on the slide, which part do you usually run over?</a:t>
            </a:r>
          </a:p>
        </p:txBody>
      </p:sp>
      <p:sp>
        <p:nvSpPr>
          <p:cNvPr id="8" name="Rounded Rectangle 7"/>
          <p:cNvSpPr/>
          <p:nvPr/>
        </p:nvSpPr>
        <p:spPr>
          <a:xfrm>
            <a:off x="548640" y="2286000"/>
            <a:ext cx="3611880" cy="457200"/>
          </a:xfrm>
          <a:prstGeom prst="roundRect">
            <a:avLst>
              <a:gd name="adj" fmla="val 28000"/>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 npm run demo -- --recorded"/>
          <p:cNvSpPr txBox="1"/>
          <p:nvPr/>
        </p:nvSpPr>
        <p:spPr>
          <a:xfrm>
            <a:off x="713232" y="2286000"/>
            <a:ext cx="3383280" cy="457200"/>
          </a:xfrm>
          <a:prstGeom prst="rect">
            <a:avLst/>
          </a:prstGeom>
          <a:noFill/>
        </p:spPr>
        <p:txBody>
          <a:bodyPr wrap="square" lIns="9144" rIns="9144" tIns="0" bIns="0" anchor="ctr">
            <a:spAutoFit/>
          </a:bodyPr>
          <a:lstStyle/>
          <a:p>
            <a:pPr>
              <a:lnSpc>
                <a:spcPct val="106000"/>
              </a:lnSpc>
              <a:spcAft>
                <a:spcPts val="400"/>
              </a:spcAft>
              <a:defRPr sz="1100" b="0">
                <a:solidFill>
                  <a:srgbClr val="3DDC97"/>
                </a:solidFill>
                <a:latin typeface="Menlo"/>
              </a:defRPr>
            </a:pPr>
            <a:r>
              <a:t>$ npm run demo -- --recorded</a:t>
            </a:r>
          </a:p>
        </p:txBody>
      </p:sp>
      <p:sp>
        <p:nvSpPr>
          <p:cNvPr id="10" name="Rounded Rectangle 9"/>
          <p:cNvSpPr/>
          <p:nvPr/>
        </p:nvSpPr>
        <p:spPr>
          <a:xfrm>
            <a:off x="548640" y="2880360"/>
            <a:ext cx="3611880" cy="1188720"/>
          </a:xfrm>
          <a:prstGeom prst="roundRect">
            <a:avLst>
              <a:gd name="adj" fmla="val 10769"/>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YOU SHOULD SEE"/>
          <p:cNvSpPr txBox="1"/>
          <p:nvPr/>
        </p:nvSpPr>
        <p:spPr>
          <a:xfrm>
            <a:off x="713232" y="2971800"/>
            <a:ext cx="320040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YOU SHOULD SEE</a:t>
            </a:r>
          </a:p>
        </p:txBody>
      </p:sp>
      <p:sp>
        <p:nvSpPr>
          <p:cNvPr id="12" name="Oval 11"/>
          <p:cNvSpPr/>
          <p:nvPr/>
        </p:nvSpPr>
        <p:spPr>
          <a:xfrm>
            <a:off x="731520" y="3337560"/>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four parts with a budget and a statu"/>
          <p:cNvSpPr txBox="1"/>
          <p:nvPr/>
        </p:nvSpPr>
        <p:spPr>
          <a:xfrm>
            <a:off x="896112" y="3291840"/>
            <a:ext cx="3154680" cy="411480"/>
          </a:xfrm>
          <a:prstGeom prst="rect">
            <a:avLst/>
          </a:prstGeom>
          <a:noFill/>
        </p:spPr>
        <p:txBody>
          <a:bodyPr wrap="square" lIns="9144" rIns="9144" tIns="0" bIns="0">
            <a:spAutoFit/>
          </a:bodyPr>
          <a:lstStyle/>
          <a:p>
            <a:pPr>
              <a:lnSpc>
                <a:spcPct val="106000"/>
              </a:lnSpc>
              <a:spcAft>
                <a:spcPts val="400"/>
              </a:spcAft>
              <a:defRPr sz="1050" b="0">
                <a:solidFill>
                  <a:srgbClr val="F2F5F8"/>
                </a:solidFill>
                <a:latin typeface="Helvetica Neue"/>
              </a:defRPr>
            </a:pPr>
            <a:r>
              <a:t>four parts with a budget and a status each</a:t>
            </a:r>
          </a:p>
        </p:txBody>
      </p:sp>
      <p:sp>
        <p:nvSpPr>
          <p:cNvPr id="14" name="Oval 13"/>
          <p:cNvSpPr/>
          <p:nvPr/>
        </p:nvSpPr>
        <p:spPr>
          <a:xfrm>
            <a:off x="731520" y="3685032"/>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a verdict from the nine-item check l"/>
          <p:cNvSpPr txBox="1"/>
          <p:nvPr/>
        </p:nvSpPr>
        <p:spPr>
          <a:xfrm>
            <a:off x="896112" y="3639312"/>
            <a:ext cx="3154680" cy="411480"/>
          </a:xfrm>
          <a:prstGeom prst="rect">
            <a:avLst/>
          </a:prstGeom>
          <a:noFill/>
        </p:spPr>
        <p:txBody>
          <a:bodyPr wrap="square" lIns="9144" rIns="9144" tIns="0" bIns="0">
            <a:spAutoFit/>
          </a:bodyPr>
          <a:lstStyle/>
          <a:p>
            <a:pPr>
              <a:lnSpc>
                <a:spcPct val="106000"/>
              </a:lnSpc>
              <a:spcAft>
                <a:spcPts val="400"/>
              </a:spcAft>
              <a:defRPr sz="1050" b="0">
                <a:solidFill>
                  <a:srgbClr val="F2F5F8"/>
                </a:solidFill>
                <a:latin typeface="Helvetica Neue"/>
              </a:defRPr>
            </a:pPr>
            <a:r>
              <a:t>a verdict from the nine-item check list</a:t>
            </a:r>
          </a:p>
        </p:txBody>
      </p:sp>
      <p:sp>
        <p:nvSpPr>
          <p:cNvPr id="16" name="Rounded Rectangle 15"/>
          <p:cNvSpPr/>
          <p:nvPr/>
        </p:nvSpPr>
        <p:spPr>
          <a:xfrm>
            <a:off x="548640" y="4206240"/>
            <a:ext cx="3611880" cy="411480"/>
          </a:xfrm>
          <a:prstGeom prst="roundRect">
            <a:avLst>
              <a:gd name="adj" fmla="val 31111"/>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Fallback: The timer needs no network"/>
          <p:cNvSpPr txBox="1"/>
          <p:nvPr/>
        </p:nvSpPr>
        <p:spPr>
          <a:xfrm>
            <a:off x="713232" y="4206240"/>
            <a:ext cx="3337560" cy="411480"/>
          </a:xfrm>
          <a:prstGeom prst="rect">
            <a:avLst/>
          </a:prstGeom>
          <a:noFill/>
        </p:spPr>
        <p:txBody>
          <a:bodyPr wrap="square" lIns="9144" rIns="9144" tIns="0" bIns="0" anchor="ctr">
            <a:spAutoFit/>
          </a:bodyPr>
          <a:lstStyle/>
          <a:p>
            <a:pPr>
              <a:lnSpc>
                <a:spcPct val="106000"/>
              </a:lnSpc>
              <a:spcAft>
                <a:spcPts val="400"/>
              </a:spcAft>
              <a:defRPr sz="950" b="0">
                <a:solidFill>
                  <a:srgbClr val="F2F5F8"/>
                </a:solidFill>
                <a:latin typeface="Helvetica Neue"/>
              </a:defRPr>
            </a:pPr>
            <a:r>
              <a:t>Fallback: The timer needs no network. Use the space bar.</a:t>
            </a:r>
          </a:p>
        </p:txBody>
      </p:sp>
      <p:pic>
        <p:nvPicPr>
          <p:cNvPr id="18" name="Picture 17" descr="01-rehearsal-timer.png"/>
          <p:cNvPicPr>
            <a:picLocks noChangeAspect="1"/>
          </p:cNvPicPr>
          <p:nvPr/>
        </p:nvPicPr>
        <p:blipFill>
          <a:blip r:embed="rId3"/>
          <a:stretch>
            <a:fillRect/>
          </a:stretch>
        </p:blipFill>
        <p:spPr>
          <a:xfrm>
            <a:off x="4389120" y="1190720"/>
            <a:ext cx="4251960" cy="2391727"/>
          </a:xfrm>
          <a:prstGeom prst="roundRect">
            <a:avLst>
              <a:gd name="adj" fmla="val 4587"/>
            </a:avLst>
          </a:prstGeom>
        </p:spPr>
      </p:pic>
      <p:sp>
        <p:nvSpPr>
          <p:cNvPr id="19" name="Rounded Rectangle 18"/>
          <p:cNvSpPr/>
          <p:nvPr/>
        </p:nvSpPr>
        <p:spPr>
          <a:xfrm>
            <a:off x="4389120" y="1190720"/>
            <a:ext cx="4251960" cy="2391727"/>
          </a:xfrm>
          <a:prstGeom prst="roundRect">
            <a:avLst>
              <a:gd name="adj" fmla="val 4587"/>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Lab demo, runs from disk, recorded d"/>
          <p:cNvSpPr txBox="1"/>
          <p:nvPr/>
        </p:nvSpPr>
        <p:spPr>
          <a:xfrm>
            <a:off x="4389120" y="3657600"/>
            <a:ext cx="425196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Lab demo, runs from disk, recorded data.</a:t>
            </a:r>
          </a:p>
        </p:txBody>
      </p:sp>
      <p:sp>
        <p:nvSpPr>
          <p:cNvPr id="21" name="text:Try it: https://nus-solana-demos.ver"/>
          <p:cNvSpPr txBox="1"/>
          <p:nvPr/>
        </p:nvSpPr>
        <p:spPr>
          <a:xfrm>
            <a:off x="4389120" y="3886200"/>
            <a:ext cx="4251960" cy="292608"/>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Menlo"/>
              </a:defRPr>
            </a:pPr>
            <a:r>
              <a:t>Try it: https://nus-solana-demos.vercel.app/0009/01-rehearsal-timer.html</a:t>
            </a:r>
          </a:p>
        </p:txBody>
      </p:sp>
      <p:sp>
        <p:nvSpPr>
          <p:cNvPr id="22" name="text:Live mode: switch it on to watch rea"/>
          <p:cNvSpPr txBox="1"/>
          <p:nvPr/>
        </p:nvSpPr>
        <p:spPr>
          <a:xfrm>
            <a:off x="4389120" y="4297680"/>
            <a:ext cx="4251960" cy="182880"/>
          </a:xfrm>
          <a:prstGeom prst="rect">
            <a:avLst/>
          </a:prstGeom>
          <a:noFill/>
        </p:spPr>
        <p:txBody>
          <a:bodyPr wrap="square" lIns="9144" rIns="9144" tIns="0" bIns="0">
            <a:spAutoFit/>
          </a:bodyPr>
          <a:lstStyle/>
          <a:p>
            <a:pPr>
              <a:lnSpc>
                <a:spcPct val="106000"/>
              </a:lnSpc>
              <a:spcAft>
                <a:spcPts val="400"/>
              </a:spcAft>
              <a:defRPr sz="950" b="0">
                <a:solidFill>
                  <a:srgbClr val="3DDC97"/>
                </a:solidFill>
                <a:latin typeface="Helvetica Neue"/>
              </a:defRPr>
            </a:pPr>
            <a:r>
              <a:t>Live mode: switch it on to watch real Solana data.</a:t>
            </a:r>
          </a:p>
        </p:txBody>
      </p:sp>
      <p:sp>
        <p:nvSpPr>
          <p:cNvPr id="23" name="text:Source: demo-repo/lab/screenshots (c"/>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demo-repo/lab/screenshots (captured from the lab demos on recorded data)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DEMO 2"/>
          <p:cNvSpPr txBox="1"/>
          <p:nvPr/>
        </p:nvSpPr>
        <p:spPr>
          <a:xfrm>
            <a:off x="457200" y="237744"/>
            <a:ext cx="3657600" cy="18288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DEMO 2</a:t>
            </a:r>
          </a:p>
        </p:txBody>
      </p:sp>
      <p:sp>
        <p:nvSpPr>
          <p:cNvPr id="3" name="text:Demo: what the judge sees"/>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Demo: what the judge sees</a:t>
            </a:r>
          </a:p>
        </p:txBody>
      </p:sp>
      <p:sp>
        <p:nvSpPr>
          <p:cNvPr id="4" name="text:14"/>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14</a:t>
            </a:r>
          </a:p>
        </p:txBody>
      </p:sp>
      <p:sp>
        <p:nvSpPr>
          <p:cNvPr id="5" name="Rounded Rectangle 4"/>
          <p:cNvSpPr/>
          <p:nvPr/>
        </p:nvSpPr>
        <p:spPr>
          <a:xfrm>
            <a:off x="548640" y="1188720"/>
            <a:ext cx="3611880" cy="960120"/>
          </a:xfrm>
          <a:prstGeom prst="roundRect">
            <a:avLst>
              <a:gd name="adj" fmla="val 13333"/>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PREDICT FIRST"/>
          <p:cNvSpPr txBox="1"/>
          <p:nvPr/>
        </p:nvSpPr>
        <p:spPr>
          <a:xfrm>
            <a:off x="713232" y="1280160"/>
            <a:ext cx="32004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PREDICT FIRST</a:t>
            </a:r>
          </a:p>
        </p:txBody>
      </p:sp>
      <p:sp>
        <p:nvSpPr>
          <p:cNvPr id="7" name="text:Which two checks does the sample pac"/>
          <p:cNvSpPr txBox="1"/>
          <p:nvPr/>
        </p:nvSpPr>
        <p:spPr>
          <a:xfrm>
            <a:off x="713232" y="1508760"/>
            <a:ext cx="3337560" cy="59436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Which two checks does the sample pack miss, and why?</a:t>
            </a:r>
          </a:p>
        </p:txBody>
      </p:sp>
      <p:sp>
        <p:nvSpPr>
          <p:cNvPr id="8" name="Rounded Rectangle 7"/>
          <p:cNvSpPr/>
          <p:nvPr/>
        </p:nvSpPr>
        <p:spPr>
          <a:xfrm>
            <a:off x="548640" y="2286000"/>
            <a:ext cx="3611880" cy="457200"/>
          </a:xfrm>
          <a:prstGeom prst="roundRect">
            <a:avLst>
              <a:gd name="adj" fmla="val 28000"/>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 npm run report &amp;&amp; npm run demo -- "/>
          <p:cNvSpPr txBox="1"/>
          <p:nvPr/>
        </p:nvSpPr>
        <p:spPr>
          <a:xfrm>
            <a:off x="713232" y="2286000"/>
            <a:ext cx="3383280" cy="457200"/>
          </a:xfrm>
          <a:prstGeom prst="rect">
            <a:avLst/>
          </a:prstGeom>
          <a:noFill/>
        </p:spPr>
        <p:txBody>
          <a:bodyPr wrap="square" lIns="9144" rIns="9144" tIns="0" bIns="0" anchor="ctr">
            <a:spAutoFit/>
          </a:bodyPr>
          <a:lstStyle/>
          <a:p>
            <a:pPr>
              <a:lnSpc>
                <a:spcPct val="106000"/>
              </a:lnSpc>
              <a:spcAft>
                <a:spcPts val="400"/>
              </a:spcAft>
              <a:defRPr sz="900" b="0">
                <a:solidFill>
                  <a:srgbClr val="3DDC97"/>
                </a:solidFill>
                <a:latin typeface="Menlo"/>
              </a:defRPr>
            </a:pPr>
            <a:r>
              <a:t>$ npm run report &amp;&amp; npm run demo -- --recorded</a:t>
            </a:r>
          </a:p>
        </p:txBody>
      </p:sp>
      <p:sp>
        <p:nvSpPr>
          <p:cNvPr id="10" name="Rounded Rectangle 9"/>
          <p:cNvSpPr/>
          <p:nvPr/>
        </p:nvSpPr>
        <p:spPr>
          <a:xfrm>
            <a:off x="548640" y="2880360"/>
            <a:ext cx="3611880" cy="1188720"/>
          </a:xfrm>
          <a:prstGeom prst="roundRect">
            <a:avLst>
              <a:gd name="adj" fmla="val 10769"/>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YOU SHOULD SEE"/>
          <p:cNvSpPr txBox="1"/>
          <p:nvPr/>
        </p:nvSpPr>
        <p:spPr>
          <a:xfrm>
            <a:off x="713232" y="2971800"/>
            <a:ext cx="320040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YOU SHOULD SEE</a:t>
            </a:r>
          </a:p>
        </p:txBody>
      </p:sp>
      <p:sp>
        <p:nvSpPr>
          <p:cNvPr id="12" name="Oval 11"/>
          <p:cNvSpPr/>
          <p:nvPr/>
        </p:nvSpPr>
        <p:spPr>
          <a:xfrm>
            <a:off x="731520" y="3337560"/>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12 checks, a score and a fix list"/>
          <p:cNvSpPr txBox="1"/>
          <p:nvPr/>
        </p:nvSpPr>
        <p:spPr>
          <a:xfrm>
            <a:off x="896112" y="3291840"/>
            <a:ext cx="3154680" cy="411480"/>
          </a:xfrm>
          <a:prstGeom prst="rect">
            <a:avLst/>
          </a:prstGeom>
          <a:noFill/>
        </p:spPr>
        <p:txBody>
          <a:bodyPr wrap="square" lIns="9144" rIns="9144" tIns="0" bIns="0">
            <a:spAutoFit/>
          </a:bodyPr>
          <a:lstStyle/>
          <a:p>
            <a:pPr>
              <a:lnSpc>
                <a:spcPct val="106000"/>
              </a:lnSpc>
              <a:spcAft>
                <a:spcPts val="400"/>
              </a:spcAft>
              <a:defRPr sz="1050" b="0">
                <a:solidFill>
                  <a:srgbClr val="F2F5F8"/>
                </a:solidFill>
                <a:latin typeface="Helvetica Neue"/>
              </a:defRPr>
            </a:pPr>
            <a:r>
              <a:t>12 checks, a score and a fix list</a:t>
            </a:r>
          </a:p>
        </p:txBody>
      </p:sp>
      <p:sp>
        <p:nvSpPr>
          <p:cNvPr id="14" name="Oval 13"/>
          <p:cNvSpPr/>
          <p:nvPr/>
        </p:nvSpPr>
        <p:spPr>
          <a:xfrm>
            <a:off x="731520" y="3685032"/>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a simulated return that never change"/>
          <p:cNvSpPr txBox="1"/>
          <p:nvPr/>
        </p:nvSpPr>
        <p:spPr>
          <a:xfrm>
            <a:off x="896112" y="3639312"/>
            <a:ext cx="3154680" cy="411480"/>
          </a:xfrm>
          <a:prstGeom prst="rect">
            <a:avLst/>
          </a:prstGeom>
          <a:noFill/>
        </p:spPr>
        <p:txBody>
          <a:bodyPr wrap="square" lIns="9144" rIns="9144" tIns="0" bIns="0">
            <a:spAutoFit/>
          </a:bodyPr>
          <a:lstStyle/>
          <a:p>
            <a:pPr>
              <a:lnSpc>
                <a:spcPct val="106000"/>
              </a:lnSpc>
              <a:spcAft>
                <a:spcPts val="400"/>
              </a:spcAft>
              <a:defRPr sz="1050" b="0">
                <a:solidFill>
                  <a:srgbClr val="F2F5F8"/>
                </a:solidFill>
                <a:latin typeface="Helvetica Neue"/>
              </a:defRPr>
            </a:pPr>
            <a:r>
              <a:t>a simulated return that never changes the score</a:t>
            </a:r>
          </a:p>
        </p:txBody>
      </p:sp>
      <p:sp>
        <p:nvSpPr>
          <p:cNvPr id="16" name="Rounded Rectangle 15"/>
          <p:cNvSpPr/>
          <p:nvPr/>
        </p:nvSpPr>
        <p:spPr>
          <a:xfrm>
            <a:off x="548640" y="4206240"/>
            <a:ext cx="3611880" cy="411480"/>
          </a:xfrm>
          <a:prstGeom prst="roundRect">
            <a:avLst>
              <a:gd name="adj" fmla="val 31111"/>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Fallback: Recorded data is the defau"/>
          <p:cNvSpPr txBox="1"/>
          <p:nvPr/>
        </p:nvSpPr>
        <p:spPr>
          <a:xfrm>
            <a:off x="713232" y="4206240"/>
            <a:ext cx="3337560" cy="411480"/>
          </a:xfrm>
          <a:prstGeom prst="rect">
            <a:avLst/>
          </a:prstGeom>
          <a:noFill/>
        </p:spPr>
        <p:txBody>
          <a:bodyPr wrap="square" lIns="9144" rIns="9144" tIns="0" bIns="0" anchor="ctr">
            <a:spAutoFit/>
          </a:bodyPr>
          <a:lstStyle/>
          <a:p>
            <a:pPr>
              <a:lnSpc>
                <a:spcPct val="106000"/>
              </a:lnSpc>
              <a:spcAft>
                <a:spcPts val="400"/>
              </a:spcAft>
              <a:defRPr sz="950" b="0">
                <a:solidFill>
                  <a:srgbClr val="F2F5F8"/>
                </a:solidFill>
                <a:latin typeface="Helvetica Neue"/>
              </a:defRPr>
            </a:pPr>
            <a:r>
              <a:t>Fallback: Recorded data is the default. The rubric needs no network.</a:t>
            </a:r>
          </a:p>
        </p:txBody>
      </p:sp>
      <p:pic>
        <p:nvPicPr>
          <p:cNvPr id="18" name="Picture 17" descr="02-judge-view.png"/>
          <p:cNvPicPr>
            <a:picLocks noChangeAspect="1"/>
          </p:cNvPicPr>
          <p:nvPr/>
        </p:nvPicPr>
        <p:blipFill>
          <a:blip r:embed="rId3"/>
          <a:stretch>
            <a:fillRect/>
          </a:stretch>
        </p:blipFill>
        <p:spPr>
          <a:xfrm>
            <a:off x="4389120" y="1190720"/>
            <a:ext cx="4251960" cy="2391727"/>
          </a:xfrm>
          <a:prstGeom prst="roundRect">
            <a:avLst>
              <a:gd name="adj" fmla="val 4587"/>
            </a:avLst>
          </a:prstGeom>
        </p:spPr>
      </p:pic>
      <p:sp>
        <p:nvSpPr>
          <p:cNvPr id="19" name="Rounded Rectangle 18"/>
          <p:cNvSpPr/>
          <p:nvPr/>
        </p:nvSpPr>
        <p:spPr>
          <a:xfrm>
            <a:off x="4389120" y="1190720"/>
            <a:ext cx="4251960" cy="2391727"/>
          </a:xfrm>
          <a:prstGeom prst="roundRect">
            <a:avLst>
              <a:gd name="adj" fmla="val 4587"/>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Lab demo, runs from disk, recorded d"/>
          <p:cNvSpPr txBox="1"/>
          <p:nvPr/>
        </p:nvSpPr>
        <p:spPr>
          <a:xfrm>
            <a:off x="4389120" y="3657600"/>
            <a:ext cx="425196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Lab demo, runs from disk, recorded data.</a:t>
            </a:r>
          </a:p>
        </p:txBody>
      </p:sp>
      <p:sp>
        <p:nvSpPr>
          <p:cNvPr id="21" name="text:Try it: https://nus-solana-demos.ver"/>
          <p:cNvSpPr txBox="1"/>
          <p:nvPr/>
        </p:nvSpPr>
        <p:spPr>
          <a:xfrm>
            <a:off x="4389120" y="3886200"/>
            <a:ext cx="4251960" cy="292608"/>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Menlo"/>
              </a:defRPr>
            </a:pPr>
            <a:r>
              <a:t>Try it: https://nus-solana-demos.vercel.app/0009/02-judge-view.html</a:t>
            </a:r>
          </a:p>
        </p:txBody>
      </p:sp>
      <p:sp>
        <p:nvSpPr>
          <p:cNvPr id="22" name="text:Live mode: switch it on to watch rea"/>
          <p:cNvSpPr txBox="1"/>
          <p:nvPr/>
        </p:nvSpPr>
        <p:spPr>
          <a:xfrm>
            <a:off x="4389120" y="4297680"/>
            <a:ext cx="4251960" cy="182880"/>
          </a:xfrm>
          <a:prstGeom prst="rect">
            <a:avLst/>
          </a:prstGeom>
          <a:noFill/>
        </p:spPr>
        <p:txBody>
          <a:bodyPr wrap="square" lIns="9144" rIns="9144" tIns="0" bIns="0">
            <a:spAutoFit/>
          </a:bodyPr>
          <a:lstStyle/>
          <a:p>
            <a:pPr>
              <a:lnSpc>
                <a:spcPct val="106000"/>
              </a:lnSpc>
              <a:spcAft>
                <a:spcPts val="400"/>
              </a:spcAft>
              <a:defRPr sz="950" b="0">
                <a:solidFill>
                  <a:srgbClr val="3DDC97"/>
                </a:solidFill>
                <a:latin typeface="Helvetica Neue"/>
              </a:defRPr>
            </a:pPr>
            <a:r>
              <a:t>Live mode: switch it on to watch real Solana data.</a:t>
            </a:r>
          </a:p>
        </p:txBody>
      </p:sp>
      <p:sp>
        <p:nvSpPr>
          <p:cNvPr id="23" name="text:Source: demo-repo/lab/screenshots (c"/>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demo-repo/lab/screenshots (captured from the lab demos on recorded data)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DEMO 3"/>
          <p:cNvSpPr txBox="1"/>
          <p:nvPr/>
        </p:nvSpPr>
        <p:spPr>
          <a:xfrm>
            <a:off x="457200" y="237744"/>
            <a:ext cx="3657600" cy="18288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DEMO 3</a:t>
            </a:r>
          </a:p>
        </p:txBody>
      </p:sp>
      <p:sp>
        <p:nvSpPr>
          <p:cNvPr id="3" name="text:Demo: live to recorded switch"/>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Demo: live to recorded switch</a:t>
            </a:r>
          </a:p>
        </p:txBody>
      </p:sp>
      <p:sp>
        <p:nvSpPr>
          <p:cNvPr id="4" name="text:15"/>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15</a:t>
            </a:r>
          </a:p>
        </p:txBody>
      </p:sp>
      <p:sp>
        <p:nvSpPr>
          <p:cNvPr id="5" name="Rounded Rectangle 4"/>
          <p:cNvSpPr/>
          <p:nvPr/>
        </p:nvSpPr>
        <p:spPr>
          <a:xfrm>
            <a:off x="548640" y="1188720"/>
            <a:ext cx="3611880" cy="960120"/>
          </a:xfrm>
          <a:prstGeom prst="roundRect">
            <a:avLst>
              <a:gd name="adj" fmla="val 13333"/>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PREDICT FIRST"/>
          <p:cNvSpPr txBox="1"/>
          <p:nvPr/>
        </p:nvSpPr>
        <p:spPr>
          <a:xfrm>
            <a:off x="713232" y="1280160"/>
            <a:ext cx="32004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PREDICT FIRST</a:t>
            </a:r>
          </a:p>
        </p:txBody>
      </p:sp>
      <p:sp>
        <p:nvSpPr>
          <p:cNvPr id="7" name="text:How many seconds from the first fail"/>
          <p:cNvSpPr txBox="1"/>
          <p:nvPr/>
        </p:nvSpPr>
        <p:spPr>
          <a:xfrm>
            <a:off x="713232" y="1508760"/>
            <a:ext cx="3337560" cy="59436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How many seconds from the first failed call to carrying on?</a:t>
            </a:r>
          </a:p>
        </p:txBody>
      </p:sp>
      <p:sp>
        <p:nvSpPr>
          <p:cNvPr id="8" name="Rounded Rectangle 7"/>
          <p:cNvSpPr/>
          <p:nvPr/>
        </p:nvSpPr>
        <p:spPr>
          <a:xfrm>
            <a:off x="548640" y="2286000"/>
            <a:ext cx="3611880" cy="457200"/>
          </a:xfrm>
          <a:prstGeom prst="roundRect">
            <a:avLst>
              <a:gd name="adj" fmla="val 28000"/>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 npm run demo -- --recorded"/>
          <p:cNvSpPr txBox="1"/>
          <p:nvPr/>
        </p:nvSpPr>
        <p:spPr>
          <a:xfrm>
            <a:off x="713232" y="2286000"/>
            <a:ext cx="3383280" cy="457200"/>
          </a:xfrm>
          <a:prstGeom prst="rect">
            <a:avLst/>
          </a:prstGeom>
          <a:noFill/>
        </p:spPr>
        <p:txBody>
          <a:bodyPr wrap="square" lIns="9144" rIns="9144" tIns="0" bIns="0" anchor="ctr">
            <a:spAutoFit/>
          </a:bodyPr>
          <a:lstStyle/>
          <a:p>
            <a:pPr>
              <a:lnSpc>
                <a:spcPct val="106000"/>
              </a:lnSpc>
              <a:spcAft>
                <a:spcPts val="400"/>
              </a:spcAft>
              <a:defRPr sz="1100" b="0">
                <a:solidFill>
                  <a:srgbClr val="3DDC97"/>
                </a:solidFill>
                <a:latin typeface="Menlo"/>
              </a:defRPr>
            </a:pPr>
            <a:r>
              <a:t>$ npm run demo -- --recorded</a:t>
            </a:r>
          </a:p>
        </p:txBody>
      </p:sp>
      <p:sp>
        <p:nvSpPr>
          <p:cNvPr id="10" name="Rounded Rectangle 9"/>
          <p:cNvSpPr/>
          <p:nvPr/>
        </p:nvSpPr>
        <p:spPr>
          <a:xfrm>
            <a:off x="548640" y="2880360"/>
            <a:ext cx="3611880" cy="1188720"/>
          </a:xfrm>
          <a:prstGeom prst="roundRect">
            <a:avLst>
              <a:gd name="adj" fmla="val 10769"/>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YOU SHOULD SEE"/>
          <p:cNvSpPr txBox="1"/>
          <p:nvPr/>
        </p:nvSpPr>
        <p:spPr>
          <a:xfrm>
            <a:off x="713232" y="2971800"/>
            <a:ext cx="320040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YOU SHOULD SEE</a:t>
            </a:r>
          </a:p>
        </p:txBody>
      </p:sp>
      <p:sp>
        <p:nvSpPr>
          <p:cNvPr id="12" name="Oval 11"/>
          <p:cNvSpPr/>
          <p:nvPr/>
        </p:nvSpPr>
        <p:spPr>
          <a:xfrm>
            <a:off x="731520" y="3337560"/>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three failed calls in a row, then th"/>
          <p:cNvSpPr txBox="1"/>
          <p:nvPr/>
        </p:nvSpPr>
        <p:spPr>
          <a:xfrm>
            <a:off x="896112" y="3291840"/>
            <a:ext cx="3154680" cy="411480"/>
          </a:xfrm>
          <a:prstGeom prst="rect">
            <a:avLst/>
          </a:prstGeom>
          <a:noFill/>
        </p:spPr>
        <p:txBody>
          <a:bodyPr wrap="square" lIns="9144" rIns="9144" tIns="0" bIns="0">
            <a:spAutoFit/>
          </a:bodyPr>
          <a:lstStyle/>
          <a:p>
            <a:pPr>
              <a:lnSpc>
                <a:spcPct val="106000"/>
              </a:lnSpc>
              <a:spcAft>
                <a:spcPts val="400"/>
              </a:spcAft>
              <a:defRPr sz="1050" b="0">
                <a:solidFill>
                  <a:srgbClr val="F2F5F8"/>
                </a:solidFill>
                <a:latin typeface="Helvetica Neue"/>
              </a:defRPr>
            </a:pPr>
            <a:r>
              <a:t>three failed calls in a row, then the switch</a:t>
            </a:r>
          </a:p>
        </p:txBody>
      </p:sp>
      <p:sp>
        <p:nvSpPr>
          <p:cNvPr id="14" name="Oval 13"/>
          <p:cNvSpPr/>
          <p:nvPr/>
        </p:nvSpPr>
        <p:spPr>
          <a:xfrm>
            <a:off x="731520" y="3685032"/>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a stopwatch against the 30 second bu"/>
          <p:cNvSpPr txBox="1"/>
          <p:nvPr/>
        </p:nvSpPr>
        <p:spPr>
          <a:xfrm>
            <a:off x="896112" y="3639312"/>
            <a:ext cx="3154680" cy="411480"/>
          </a:xfrm>
          <a:prstGeom prst="rect">
            <a:avLst/>
          </a:prstGeom>
          <a:noFill/>
        </p:spPr>
        <p:txBody>
          <a:bodyPr wrap="square" lIns="9144" rIns="9144" tIns="0" bIns="0">
            <a:spAutoFit/>
          </a:bodyPr>
          <a:lstStyle/>
          <a:p>
            <a:pPr>
              <a:lnSpc>
                <a:spcPct val="106000"/>
              </a:lnSpc>
              <a:spcAft>
                <a:spcPts val="400"/>
              </a:spcAft>
              <a:defRPr sz="1050" b="0">
                <a:solidFill>
                  <a:srgbClr val="F2F5F8"/>
                </a:solidFill>
                <a:latin typeface="Helvetica Neue"/>
              </a:defRPr>
            </a:pPr>
            <a:r>
              <a:t>a stopwatch against the 30 second budget</a:t>
            </a:r>
          </a:p>
        </p:txBody>
      </p:sp>
      <p:sp>
        <p:nvSpPr>
          <p:cNvPr id="16" name="Rounded Rectangle 15"/>
          <p:cNvSpPr/>
          <p:nvPr/>
        </p:nvSpPr>
        <p:spPr>
          <a:xfrm>
            <a:off x="548640" y="4206240"/>
            <a:ext cx="3611880" cy="411480"/>
          </a:xfrm>
          <a:prstGeom prst="roundRect">
            <a:avLst>
              <a:gd name="adj" fmla="val 31111"/>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Fallback: Recorded mode simulates th"/>
          <p:cNvSpPr txBox="1"/>
          <p:nvPr/>
        </p:nvSpPr>
        <p:spPr>
          <a:xfrm>
            <a:off x="713232" y="4206240"/>
            <a:ext cx="3337560" cy="411480"/>
          </a:xfrm>
          <a:prstGeom prst="rect">
            <a:avLst/>
          </a:prstGeom>
          <a:noFill/>
        </p:spPr>
        <p:txBody>
          <a:bodyPr wrap="square" lIns="9144" rIns="9144" tIns="0" bIns="0" anchor="ctr">
            <a:spAutoFit/>
          </a:bodyPr>
          <a:lstStyle/>
          <a:p>
            <a:pPr>
              <a:lnSpc>
                <a:spcPct val="106000"/>
              </a:lnSpc>
              <a:spcAft>
                <a:spcPts val="400"/>
              </a:spcAft>
              <a:defRPr sz="950" b="0">
                <a:solidFill>
                  <a:srgbClr val="F2F5F8"/>
                </a:solidFill>
                <a:latin typeface="Helvetica Neue"/>
              </a:defRPr>
            </a:pPr>
            <a:r>
              <a:t>Fallback: Recorded mode simulates the failures. Nothing is sent.</a:t>
            </a:r>
          </a:p>
        </p:txBody>
      </p:sp>
      <p:pic>
        <p:nvPicPr>
          <p:cNvPr id="18" name="Picture 17" descr="03-switch-drill.png"/>
          <p:cNvPicPr>
            <a:picLocks noChangeAspect="1"/>
          </p:cNvPicPr>
          <p:nvPr/>
        </p:nvPicPr>
        <p:blipFill>
          <a:blip r:embed="rId3"/>
          <a:stretch>
            <a:fillRect/>
          </a:stretch>
        </p:blipFill>
        <p:spPr>
          <a:xfrm>
            <a:off x="4389120" y="1190720"/>
            <a:ext cx="4251960" cy="2391727"/>
          </a:xfrm>
          <a:prstGeom prst="roundRect">
            <a:avLst>
              <a:gd name="adj" fmla="val 4587"/>
            </a:avLst>
          </a:prstGeom>
        </p:spPr>
      </p:pic>
      <p:sp>
        <p:nvSpPr>
          <p:cNvPr id="19" name="Rounded Rectangle 18"/>
          <p:cNvSpPr/>
          <p:nvPr/>
        </p:nvSpPr>
        <p:spPr>
          <a:xfrm>
            <a:off x="4389120" y="1190720"/>
            <a:ext cx="4251960" cy="2391727"/>
          </a:xfrm>
          <a:prstGeom prst="roundRect">
            <a:avLst>
              <a:gd name="adj" fmla="val 4587"/>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Lab demo, runs from disk, recorded d"/>
          <p:cNvSpPr txBox="1"/>
          <p:nvPr/>
        </p:nvSpPr>
        <p:spPr>
          <a:xfrm>
            <a:off x="4389120" y="3657600"/>
            <a:ext cx="425196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Lab demo, runs from disk, recorded data.</a:t>
            </a:r>
          </a:p>
        </p:txBody>
      </p:sp>
      <p:sp>
        <p:nvSpPr>
          <p:cNvPr id="21" name="text:Try it: https://nus-solana-demos.ver"/>
          <p:cNvSpPr txBox="1"/>
          <p:nvPr/>
        </p:nvSpPr>
        <p:spPr>
          <a:xfrm>
            <a:off x="4389120" y="3886200"/>
            <a:ext cx="4251960" cy="292608"/>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Menlo"/>
              </a:defRPr>
            </a:pPr>
            <a:r>
              <a:t>Try it: https://nus-solana-demos.vercel.app/0009/03-switch-drill.html</a:t>
            </a:r>
          </a:p>
        </p:txBody>
      </p:sp>
      <p:sp>
        <p:nvSpPr>
          <p:cNvPr id="22" name="text:Live mode: switch it on to watch rea"/>
          <p:cNvSpPr txBox="1"/>
          <p:nvPr/>
        </p:nvSpPr>
        <p:spPr>
          <a:xfrm>
            <a:off x="4389120" y="4297680"/>
            <a:ext cx="4251960" cy="182880"/>
          </a:xfrm>
          <a:prstGeom prst="rect">
            <a:avLst/>
          </a:prstGeom>
          <a:noFill/>
        </p:spPr>
        <p:txBody>
          <a:bodyPr wrap="square" lIns="9144" rIns="9144" tIns="0" bIns="0">
            <a:spAutoFit/>
          </a:bodyPr>
          <a:lstStyle/>
          <a:p>
            <a:pPr>
              <a:lnSpc>
                <a:spcPct val="106000"/>
              </a:lnSpc>
              <a:spcAft>
                <a:spcPts val="400"/>
              </a:spcAft>
              <a:defRPr sz="950" b="0">
                <a:solidFill>
                  <a:srgbClr val="3DDC97"/>
                </a:solidFill>
                <a:latin typeface="Helvetica Neue"/>
              </a:defRPr>
            </a:pPr>
            <a:r>
              <a:t>Live mode: switch it on to watch real Solana data.</a:t>
            </a:r>
          </a:p>
        </p:txBody>
      </p:sp>
      <p:sp>
        <p:nvSpPr>
          <p:cNvPr id="23" name="text:Source: demo-repo/lab/screenshots (c"/>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demo-repo/lab/screenshots (captured from the lab demos on recorded data)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DEMO 4"/>
          <p:cNvSpPr txBox="1"/>
          <p:nvPr/>
        </p:nvSpPr>
        <p:spPr>
          <a:xfrm>
            <a:off x="457200" y="237744"/>
            <a:ext cx="3657600" cy="18288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DEMO 4</a:t>
            </a:r>
          </a:p>
        </p:txBody>
      </p:sp>
      <p:sp>
        <p:nvSpPr>
          <p:cNvPr id="3" name="text:Demo: sample project walk-through"/>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Demo: sample project walk-through</a:t>
            </a:r>
          </a:p>
        </p:txBody>
      </p:sp>
      <p:sp>
        <p:nvSpPr>
          <p:cNvPr id="4" name="text:16"/>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16</a:t>
            </a:r>
          </a:p>
        </p:txBody>
      </p:sp>
      <p:sp>
        <p:nvSpPr>
          <p:cNvPr id="5" name="Rounded Rectangle 4"/>
          <p:cNvSpPr/>
          <p:nvPr/>
        </p:nvSpPr>
        <p:spPr>
          <a:xfrm>
            <a:off x="548640" y="1188720"/>
            <a:ext cx="3611880" cy="960120"/>
          </a:xfrm>
          <a:prstGeom prst="roundRect">
            <a:avLst>
              <a:gd name="adj" fmla="val 13333"/>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PREDICT FIRST"/>
          <p:cNvSpPr txBox="1"/>
          <p:nvPr/>
        </p:nvSpPr>
        <p:spPr>
          <a:xfrm>
            <a:off x="713232" y="1280160"/>
            <a:ext cx="32004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PREDICT FIRST</a:t>
            </a:r>
          </a:p>
        </p:txBody>
      </p:sp>
      <p:sp>
        <p:nvSpPr>
          <p:cNvPr id="7" name="text:Which alert will the risk hook refus"/>
          <p:cNvSpPr txBox="1"/>
          <p:nvPr/>
        </p:nvSpPr>
        <p:spPr>
          <a:xfrm>
            <a:off x="713232" y="1508760"/>
            <a:ext cx="3337560" cy="59436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Which alert will the risk hook refuse, and which rule fires?</a:t>
            </a:r>
          </a:p>
        </p:txBody>
      </p:sp>
      <p:sp>
        <p:nvSpPr>
          <p:cNvPr id="8" name="Rounded Rectangle 7"/>
          <p:cNvSpPr/>
          <p:nvPr/>
        </p:nvSpPr>
        <p:spPr>
          <a:xfrm>
            <a:off x="548640" y="2286000"/>
            <a:ext cx="3611880" cy="457200"/>
          </a:xfrm>
          <a:prstGeom prst="roundRect">
            <a:avLst>
              <a:gd name="adj" fmla="val 28000"/>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 npm run demo -- --recorded --max-n"/>
          <p:cNvSpPr txBox="1"/>
          <p:nvPr/>
        </p:nvSpPr>
        <p:spPr>
          <a:xfrm>
            <a:off x="713232" y="2286000"/>
            <a:ext cx="3383280" cy="457200"/>
          </a:xfrm>
          <a:prstGeom prst="rect">
            <a:avLst/>
          </a:prstGeom>
          <a:noFill/>
        </p:spPr>
        <p:txBody>
          <a:bodyPr wrap="square" lIns="9144" rIns="9144" tIns="0" bIns="0" anchor="ctr">
            <a:spAutoFit/>
          </a:bodyPr>
          <a:lstStyle/>
          <a:p>
            <a:pPr>
              <a:lnSpc>
                <a:spcPct val="106000"/>
              </a:lnSpc>
              <a:spcAft>
                <a:spcPts val="400"/>
              </a:spcAft>
              <a:defRPr sz="900" b="0">
                <a:solidFill>
                  <a:srgbClr val="3DDC97"/>
                </a:solidFill>
                <a:latin typeface="Menlo"/>
              </a:defRPr>
            </a:pPr>
            <a:r>
              <a:t>$ npm run demo -- --recorded --max-notional 800</a:t>
            </a:r>
          </a:p>
        </p:txBody>
      </p:sp>
      <p:sp>
        <p:nvSpPr>
          <p:cNvPr id="10" name="Rounded Rectangle 9"/>
          <p:cNvSpPr/>
          <p:nvPr/>
        </p:nvSpPr>
        <p:spPr>
          <a:xfrm>
            <a:off x="548640" y="2880360"/>
            <a:ext cx="3611880" cy="1188720"/>
          </a:xfrm>
          <a:prstGeom prst="roundRect">
            <a:avLst>
              <a:gd name="adj" fmla="val 10769"/>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YOU SHOULD SEE"/>
          <p:cNvSpPr txBox="1"/>
          <p:nvPr/>
        </p:nvSpPr>
        <p:spPr>
          <a:xfrm>
            <a:off x="713232" y="2971800"/>
            <a:ext cx="320040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YOU SHOULD SEE</a:t>
            </a:r>
          </a:p>
        </p:txBody>
      </p:sp>
      <p:sp>
        <p:nvSpPr>
          <p:cNvPr id="12" name="Oval 11"/>
          <p:cNvSpPr/>
          <p:nvPr/>
        </p:nvSpPr>
        <p:spPr>
          <a:xfrm>
            <a:off x="731520" y="3337560"/>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one decision at a time: order, oracl"/>
          <p:cNvSpPr txBox="1"/>
          <p:nvPr/>
        </p:nvSpPr>
        <p:spPr>
          <a:xfrm>
            <a:off x="896112" y="3291840"/>
            <a:ext cx="3154680" cy="411480"/>
          </a:xfrm>
          <a:prstGeom prst="rect">
            <a:avLst/>
          </a:prstGeom>
          <a:noFill/>
        </p:spPr>
        <p:txBody>
          <a:bodyPr wrap="square" lIns="9144" rIns="9144" tIns="0" bIns="0">
            <a:spAutoFit/>
          </a:bodyPr>
          <a:lstStyle/>
          <a:p>
            <a:pPr>
              <a:lnSpc>
                <a:spcPct val="106000"/>
              </a:lnSpc>
              <a:spcAft>
                <a:spcPts val="400"/>
              </a:spcAft>
              <a:defRPr sz="1050" b="0">
                <a:solidFill>
                  <a:srgbClr val="F2F5F8"/>
                </a:solidFill>
                <a:latin typeface="Helvetica Neue"/>
              </a:defRPr>
            </a:pPr>
            <a:r>
              <a:t>one decision at a time: order, oracle, rule</a:t>
            </a:r>
          </a:p>
        </p:txBody>
      </p:sp>
      <p:sp>
        <p:nvSpPr>
          <p:cNvPr id="14" name="Oval 13"/>
          <p:cNvSpPr/>
          <p:nvPr/>
        </p:nvSpPr>
        <p:spPr>
          <a:xfrm>
            <a:off x="731520" y="3685032"/>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the failure test refusing four bad o"/>
          <p:cNvSpPr txBox="1"/>
          <p:nvPr/>
        </p:nvSpPr>
        <p:spPr>
          <a:xfrm>
            <a:off x="896112" y="3639312"/>
            <a:ext cx="3154680" cy="411480"/>
          </a:xfrm>
          <a:prstGeom prst="rect">
            <a:avLst/>
          </a:prstGeom>
          <a:noFill/>
        </p:spPr>
        <p:txBody>
          <a:bodyPr wrap="square" lIns="9144" rIns="9144" tIns="0" bIns="0">
            <a:spAutoFit/>
          </a:bodyPr>
          <a:lstStyle/>
          <a:p>
            <a:pPr>
              <a:lnSpc>
                <a:spcPct val="106000"/>
              </a:lnSpc>
              <a:spcAft>
                <a:spcPts val="400"/>
              </a:spcAft>
              <a:defRPr sz="1050" b="0">
                <a:solidFill>
                  <a:srgbClr val="F2F5F8"/>
                </a:solidFill>
                <a:latin typeface="Helvetica Neue"/>
              </a:defRPr>
            </a:pPr>
            <a:r>
              <a:t>the failure test refusing four bad orders</a:t>
            </a:r>
          </a:p>
        </p:txBody>
      </p:sp>
      <p:sp>
        <p:nvSpPr>
          <p:cNvPr id="16" name="Rounded Rectangle 15"/>
          <p:cNvSpPr/>
          <p:nvPr/>
        </p:nvSpPr>
        <p:spPr>
          <a:xfrm>
            <a:off x="548640" y="4206240"/>
            <a:ext cx="3611880" cy="411480"/>
          </a:xfrm>
          <a:prstGeom prst="roundRect">
            <a:avLst>
              <a:gd name="adj" fmla="val 31111"/>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Fallback: Same recorded data. The de"/>
          <p:cNvSpPr txBox="1"/>
          <p:nvPr/>
        </p:nvSpPr>
        <p:spPr>
          <a:xfrm>
            <a:off x="713232" y="4206240"/>
            <a:ext cx="3337560" cy="411480"/>
          </a:xfrm>
          <a:prstGeom prst="rect">
            <a:avLst/>
          </a:prstGeom>
          <a:noFill/>
        </p:spPr>
        <p:txBody>
          <a:bodyPr wrap="square" lIns="9144" rIns="9144" tIns="0" bIns="0" anchor="ctr">
            <a:spAutoFit/>
          </a:bodyPr>
          <a:lstStyle/>
          <a:p>
            <a:pPr>
              <a:lnSpc>
                <a:spcPct val="106000"/>
              </a:lnSpc>
              <a:spcAft>
                <a:spcPts val="400"/>
              </a:spcAft>
              <a:defRPr sz="950" b="0">
                <a:solidFill>
                  <a:srgbClr val="F2F5F8"/>
                </a:solidFill>
                <a:latin typeface="Helvetica Neue"/>
              </a:defRPr>
            </a:pPr>
            <a:r>
              <a:t>Fallback: Same recorded data. The decisions are the same every run.</a:t>
            </a:r>
          </a:p>
        </p:txBody>
      </p:sp>
      <p:pic>
        <p:nvPicPr>
          <p:cNvPr id="18" name="Picture 17" descr="04-sample-walkthrough.png"/>
          <p:cNvPicPr>
            <a:picLocks noChangeAspect="1"/>
          </p:cNvPicPr>
          <p:nvPr/>
        </p:nvPicPr>
        <p:blipFill>
          <a:blip r:embed="rId3"/>
          <a:stretch>
            <a:fillRect/>
          </a:stretch>
        </p:blipFill>
        <p:spPr>
          <a:xfrm>
            <a:off x="4389120" y="1190720"/>
            <a:ext cx="4251960" cy="2391727"/>
          </a:xfrm>
          <a:prstGeom prst="roundRect">
            <a:avLst>
              <a:gd name="adj" fmla="val 4587"/>
            </a:avLst>
          </a:prstGeom>
        </p:spPr>
      </p:pic>
      <p:sp>
        <p:nvSpPr>
          <p:cNvPr id="19" name="Rounded Rectangle 18"/>
          <p:cNvSpPr/>
          <p:nvPr/>
        </p:nvSpPr>
        <p:spPr>
          <a:xfrm>
            <a:off x="4389120" y="1190720"/>
            <a:ext cx="4251960" cy="2391727"/>
          </a:xfrm>
          <a:prstGeom prst="roundRect">
            <a:avLst>
              <a:gd name="adj" fmla="val 4587"/>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Lab demo, runs from disk, recorded d"/>
          <p:cNvSpPr txBox="1"/>
          <p:nvPr/>
        </p:nvSpPr>
        <p:spPr>
          <a:xfrm>
            <a:off x="4389120" y="3657600"/>
            <a:ext cx="425196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Lab demo, runs from disk, recorded data.</a:t>
            </a:r>
          </a:p>
        </p:txBody>
      </p:sp>
      <p:sp>
        <p:nvSpPr>
          <p:cNvPr id="21" name="text:Try it: https://nus-solana-demos.ver"/>
          <p:cNvSpPr txBox="1"/>
          <p:nvPr/>
        </p:nvSpPr>
        <p:spPr>
          <a:xfrm>
            <a:off x="4389120" y="3886200"/>
            <a:ext cx="4251960" cy="292608"/>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Menlo"/>
              </a:defRPr>
            </a:pPr>
            <a:r>
              <a:t>Try it: https://nus-solana-demos.vercel.app/0009/04-sample-walkthrough.html</a:t>
            </a:r>
          </a:p>
        </p:txBody>
      </p:sp>
      <p:sp>
        <p:nvSpPr>
          <p:cNvPr id="22" name="text:Live mode: switch it on to watch rea"/>
          <p:cNvSpPr txBox="1"/>
          <p:nvPr/>
        </p:nvSpPr>
        <p:spPr>
          <a:xfrm>
            <a:off x="4389120" y="4297680"/>
            <a:ext cx="4251960" cy="182880"/>
          </a:xfrm>
          <a:prstGeom prst="rect">
            <a:avLst/>
          </a:prstGeom>
          <a:noFill/>
        </p:spPr>
        <p:txBody>
          <a:bodyPr wrap="square" lIns="9144" rIns="9144" tIns="0" bIns="0">
            <a:spAutoFit/>
          </a:bodyPr>
          <a:lstStyle/>
          <a:p>
            <a:pPr>
              <a:lnSpc>
                <a:spcPct val="106000"/>
              </a:lnSpc>
              <a:spcAft>
                <a:spcPts val="400"/>
              </a:spcAft>
              <a:defRPr sz="950" b="0">
                <a:solidFill>
                  <a:srgbClr val="3DDC97"/>
                </a:solidFill>
                <a:latin typeface="Helvetica Neue"/>
              </a:defRPr>
            </a:pPr>
            <a:r>
              <a:t>Live mode: switch it on to watch real Solana data.</a:t>
            </a:r>
          </a:p>
        </p:txBody>
      </p:sp>
      <p:sp>
        <p:nvSpPr>
          <p:cNvPr id="23" name="text:Source: demo-repo/lab/screenshots (c"/>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demo-repo/lab/screenshots (captured from the lab demos on recorded data)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Try the demos yourself"/>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Try the demos yourself</a:t>
            </a:r>
          </a:p>
        </p:txBody>
      </p:sp>
      <p:sp>
        <p:nvSpPr>
          <p:cNvPr id="3" name="text:17"/>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17</a:t>
            </a:r>
          </a:p>
        </p:txBody>
      </p:sp>
      <p:sp>
        <p:nvSpPr>
          <p:cNvPr id="4" name="Rounded Rectangle 3"/>
          <p:cNvSpPr/>
          <p:nvPr/>
        </p:nvSpPr>
        <p:spPr>
          <a:xfrm>
            <a:off x="5394960" y="1325880"/>
            <a:ext cx="2834640" cy="2834640"/>
          </a:xfrm>
          <a:prstGeom prst="roundRect">
            <a:avLst>
              <a:gd name="adj" fmla="val 4516"/>
            </a:avLst>
          </a:prstGeom>
          <a:solidFill>
            <a:srgbClr val="F2F5F8"/>
          </a:solidFill>
          <a:ln w="10160">
            <a:solidFill>
              <a:srgbClr val="F2F5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qr-demos-0009.png"/>
          <p:cNvPicPr>
            <a:picLocks noChangeAspect="1"/>
          </p:cNvPicPr>
          <p:nvPr/>
        </p:nvPicPr>
        <p:blipFill>
          <a:blip r:embed="rId3"/>
          <a:stretch>
            <a:fillRect/>
          </a:stretch>
        </p:blipFill>
        <p:spPr>
          <a:xfrm>
            <a:off x="5532120" y="1463040"/>
            <a:ext cx="2560320" cy="2560320"/>
          </a:xfrm>
          <a:prstGeom prst="rect">
            <a:avLst/>
          </a:prstGeom>
        </p:spPr>
      </p:pic>
      <p:sp>
        <p:nvSpPr>
          <p:cNvPr id="6" name="text:Scan to open the demos"/>
          <p:cNvSpPr txBox="1"/>
          <p:nvPr/>
        </p:nvSpPr>
        <p:spPr>
          <a:xfrm>
            <a:off x="5394960" y="4251960"/>
            <a:ext cx="2834640" cy="182880"/>
          </a:xfrm>
          <a:prstGeom prst="rect">
            <a:avLst/>
          </a:prstGeom>
          <a:noFill/>
        </p:spPr>
        <p:txBody>
          <a:bodyPr wrap="square" lIns="9144" rIns="9144" tIns="0" bIns="0">
            <a:spAutoFit/>
          </a:bodyPr>
          <a:lstStyle/>
          <a:p>
            <a:pPr algn="ctr">
              <a:lnSpc>
                <a:spcPct val="106000"/>
              </a:lnSpc>
              <a:spcAft>
                <a:spcPts val="400"/>
              </a:spcAft>
              <a:defRPr sz="1000" b="0">
                <a:solidFill>
                  <a:srgbClr val="9A9AA2"/>
                </a:solidFill>
                <a:latin typeface="Helvetica Neue"/>
              </a:defRPr>
            </a:pPr>
            <a:r>
              <a:t>Scan to open the demos</a:t>
            </a:r>
          </a:p>
        </p:txBody>
      </p:sp>
      <p:sp>
        <p:nvSpPr>
          <p:cNvPr id="7" name="Rounded Rectangle 6"/>
          <p:cNvSpPr/>
          <p:nvPr/>
        </p:nvSpPr>
        <p:spPr>
          <a:xfrm>
            <a:off x="548640" y="1554480"/>
            <a:ext cx="4480560" cy="777240"/>
          </a:xfrm>
          <a:prstGeom prst="roundRect">
            <a:avLst>
              <a:gd name="adj" fmla="val 16470"/>
            </a:avLst>
          </a:prstGeom>
          <a:solidFill>
            <a:srgbClr val="100821"/>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DEMOS"/>
          <p:cNvSpPr txBox="1"/>
          <p:nvPr/>
        </p:nvSpPr>
        <p:spPr>
          <a:xfrm>
            <a:off x="731520" y="1627632"/>
            <a:ext cx="18288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DEMOS</a:t>
            </a:r>
          </a:p>
        </p:txBody>
      </p:sp>
      <p:sp>
        <p:nvSpPr>
          <p:cNvPr id="9" name="text:nus-solana-demos.vercel.app/0009/"/>
          <p:cNvSpPr txBox="1"/>
          <p:nvPr/>
        </p:nvSpPr>
        <p:spPr>
          <a:xfrm>
            <a:off x="731520" y="1874519"/>
            <a:ext cx="4206240" cy="320040"/>
          </a:xfrm>
          <a:prstGeom prst="rect">
            <a:avLst/>
          </a:prstGeom>
          <a:noFill/>
        </p:spPr>
        <p:txBody>
          <a:bodyPr wrap="square" lIns="9144" rIns="9144" tIns="0" bIns="0">
            <a:spAutoFit/>
          </a:bodyPr>
          <a:lstStyle/>
          <a:p>
            <a:pPr>
              <a:lnSpc>
                <a:spcPct val="106000"/>
              </a:lnSpc>
              <a:spcAft>
                <a:spcPts val="400"/>
              </a:spcAft>
              <a:defRPr sz="1300" b="0">
                <a:solidFill>
                  <a:srgbClr val="F2F5F8"/>
                </a:solidFill>
                <a:latin typeface="Menlo"/>
              </a:defRPr>
            </a:pPr>
            <a:r>
              <a:t>nus-solana-demos.vercel.app/0009/</a:t>
            </a:r>
          </a:p>
        </p:txBody>
      </p:sp>
      <p:sp>
        <p:nvSpPr>
          <p:cNvPr id="10" name="text:Open on your laptop. Run your own pi"/>
          <p:cNvSpPr txBox="1"/>
          <p:nvPr/>
        </p:nvSpPr>
        <p:spPr>
          <a:xfrm>
            <a:off x="548640" y="2651760"/>
            <a:ext cx="4480560" cy="914400"/>
          </a:xfrm>
          <a:prstGeom prst="rect">
            <a:avLst/>
          </a:prstGeom>
          <a:noFill/>
        </p:spPr>
        <p:txBody>
          <a:bodyPr wrap="square" lIns="9144" rIns="9144" tIns="0" bIns="0">
            <a:spAutoFit/>
          </a:bodyPr>
          <a:lstStyle/>
          <a:p>
            <a:pPr>
              <a:lnSpc>
                <a:spcPct val="106000"/>
              </a:lnSpc>
              <a:spcAft>
                <a:spcPts val="400"/>
              </a:spcAft>
              <a:defRPr sz="2000" b="0">
                <a:solidFill>
                  <a:srgbClr val="3DDC97"/>
                </a:solidFill>
                <a:latin typeface="Helvetica Neue"/>
              </a:defRPr>
            </a:pPr>
            <a:r>
              <a:t>Open on your laptop. Run your own pitch against the timer.</a:t>
            </a:r>
          </a:p>
        </p:txBody>
      </p:sp>
      <p:sp>
        <p:nvSpPr>
          <p:cNvPr id="11" name="text:No install. The same files are in th"/>
          <p:cNvSpPr txBox="1"/>
          <p:nvPr/>
        </p:nvSpPr>
        <p:spPr>
          <a:xfrm>
            <a:off x="548640" y="3749039"/>
            <a:ext cx="4480560" cy="45720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No install. The same files are in the repo and open from disk.</a:t>
            </a:r>
          </a:p>
        </p:txBody>
      </p:sp>
      <p:sp>
        <p:nvSpPr>
          <p:cNvPr id="12" name="text:Source: demo-repo/lab (the four lab "/>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demo-repo/lab (the four lab demos, deployed as static pages, recorded data)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Your mission"/>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Your mission</a:t>
            </a:r>
          </a:p>
        </p:txBody>
      </p:sp>
      <p:sp>
        <p:nvSpPr>
          <p:cNvPr id="3" name="text:Rehearsal 1 and the fix block, 18:35"/>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Rehearsal 1 and the fix block, 18:35 to 19:35.</a:t>
            </a:r>
          </a:p>
        </p:txBody>
      </p:sp>
      <p:sp>
        <p:nvSpPr>
          <p:cNvPr id="4" name="text:18"/>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18</a:t>
            </a:r>
          </a:p>
        </p:txBody>
      </p:sp>
      <p:sp>
        <p:nvSpPr>
          <p:cNvPr id="5" name="Rounded Rectangle 4"/>
          <p:cNvSpPr/>
          <p:nvPr/>
        </p:nvSpPr>
        <p:spPr>
          <a:xfrm>
            <a:off x="548640" y="1600200"/>
            <a:ext cx="1920240" cy="2148840"/>
          </a:xfrm>
          <a:prstGeom prst="roundRect">
            <a:avLst>
              <a:gd name="adj" fmla="val 666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1"/>
          <p:cNvSpPr txBox="1"/>
          <p:nvPr/>
        </p:nvSpPr>
        <p:spPr>
          <a:xfrm>
            <a:off x="731520" y="1737360"/>
            <a:ext cx="548640" cy="548640"/>
          </a:xfrm>
          <a:prstGeom prst="rect">
            <a:avLst/>
          </a:prstGeom>
          <a:noFill/>
        </p:spPr>
        <p:txBody>
          <a:bodyPr wrap="square" lIns="9144" rIns="9144" tIns="0" bIns="0">
            <a:spAutoFit/>
          </a:bodyPr>
          <a:lstStyle/>
          <a:p>
            <a:pPr>
              <a:lnSpc>
                <a:spcPct val="106000"/>
              </a:lnSpc>
              <a:spcAft>
                <a:spcPts val="400"/>
              </a:spcAft>
              <a:defRPr sz="3600" b="0">
                <a:solidFill>
                  <a:srgbClr val="3DDC97"/>
                </a:solidFill>
                <a:latin typeface="Helvetica Neue"/>
              </a:defRPr>
            </a:pPr>
            <a:r>
              <a:t>1</a:t>
            </a:r>
          </a:p>
        </p:txBody>
      </p:sp>
      <p:sp>
        <p:nvSpPr>
          <p:cNvPr id="7" name="text:Time"/>
          <p:cNvSpPr txBox="1"/>
          <p:nvPr/>
        </p:nvSpPr>
        <p:spPr>
          <a:xfrm>
            <a:off x="731520" y="2468880"/>
            <a:ext cx="1645920" cy="320040"/>
          </a:xfrm>
          <a:prstGeom prst="rect">
            <a:avLst/>
          </a:prstGeom>
          <a:noFill/>
        </p:spPr>
        <p:txBody>
          <a:bodyPr wrap="square" lIns="9144" rIns="9144" tIns="0" bIns="0">
            <a:spAutoFit/>
          </a:bodyPr>
          <a:lstStyle/>
          <a:p>
            <a:pPr>
              <a:lnSpc>
                <a:spcPct val="106000"/>
              </a:lnSpc>
              <a:spcAft>
                <a:spcPts val="400"/>
              </a:spcAft>
              <a:defRPr sz="1800" b="0">
                <a:solidFill>
                  <a:srgbClr val="F2F5F8"/>
                </a:solidFill>
                <a:latin typeface="Helvetica Neue"/>
              </a:defRPr>
            </a:pPr>
            <a:r>
              <a:t>Time</a:t>
            </a:r>
          </a:p>
        </p:txBody>
      </p:sp>
      <p:sp>
        <p:nvSpPr>
          <p:cNvPr id="8" name="text:Run your 3 minutes on the timer"/>
          <p:cNvSpPr txBox="1"/>
          <p:nvPr/>
        </p:nvSpPr>
        <p:spPr>
          <a:xfrm>
            <a:off x="731520" y="2880360"/>
            <a:ext cx="1600200" cy="82296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Run your 3 minutes on the timer</a:t>
            </a:r>
          </a:p>
        </p:txBody>
      </p:sp>
      <p:cxnSp>
        <p:nvCxnSpPr>
          <p:cNvPr id="9" name="Connector 8"/>
          <p:cNvCxnSpPr/>
          <p:nvPr/>
        </p:nvCxnSpPr>
        <p:spPr>
          <a:xfrm>
            <a:off x="2496312" y="2651760"/>
            <a:ext cx="82296" cy="0"/>
          </a:xfrm>
          <a:prstGeom prst="line">
            <a:avLst/>
          </a:prstGeom>
          <a:ln w="10160">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606040" y="1600200"/>
            <a:ext cx="1920240" cy="2148840"/>
          </a:xfrm>
          <a:prstGeom prst="roundRect">
            <a:avLst>
              <a:gd name="adj" fmla="val 666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2"/>
          <p:cNvSpPr txBox="1"/>
          <p:nvPr/>
        </p:nvSpPr>
        <p:spPr>
          <a:xfrm>
            <a:off x="2788920" y="1737360"/>
            <a:ext cx="548640" cy="548640"/>
          </a:xfrm>
          <a:prstGeom prst="rect">
            <a:avLst/>
          </a:prstGeom>
          <a:noFill/>
        </p:spPr>
        <p:txBody>
          <a:bodyPr wrap="square" lIns="9144" rIns="9144" tIns="0" bIns="0">
            <a:spAutoFit/>
          </a:bodyPr>
          <a:lstStyle/>
          <a:p>
            <a:pPr>
              <a:lnSpc>
                <a:spcPct val="106000"/>
              </a:lnSpc>
              <a:spcAft>
                <a:spcPts val="400"/>
              </a:spcAft>
              <a:defRPr sz="3600" b="0">
                <a:solidFill>
                  <a:srgbClr val="3DDC97"/>
                </a:solidFill>
                <a:latin typeface="Helvetica Neue"/>
              </a:defRPr>
            </a:pPr>
            <a:r>
              <a:t>2</a:t>
            </a:r>
          </a:p>
        </p:txBody>
      </p:sp>
      <p:sp>
        <p:nvSpPr>
          <p:cNvPr id="12" name="text:Listen"/>
          <p:cNvSpPr txBox="1"/>
          <p:nvPr/>
        </p:nvSpPr>
        <p:spPr>
          <a:xfrm>
            <a:off x="2788920" y="2468880"/>
            <a:ext cx="1645920" cy="320040"/>
          </a:xfrm>
          <a:prstGeom prst="rect">
            <a:avLst/>
          </a:prstGeom>
          <a:noFill/>
        </p:spPr>
        <p:txBody>
          <a:bodyPr wrap="square" lIns="9144" rIns="9144" tIns="0" bIns="0">
            <a:spAutoFit/>
          </a:bodyPr>
          <a:lstStyle/>
          <a:p>
            <a:pPr>
              <a:lnSpc>
                <a:spcPct val="106000"/>
              </a:lnSpc>
              <a:spcAft>
                <a:spcPts val="400"/>
              </a:spcAft>
              <a:defRPr sz="1800" b="0">
                <a:solidFill>
                  <a:srgbClr val="F2F5F8"/>
                </a:solidFill>
                <a:latin typeface="Helvetica Neue"/>
              </a:defRPr>
            </a:pPr>
            <a:r>
              <a:t>Listen</a:t>
            </a:r>
          </a:p>
        </p:txBody>
      </p:sp>
      <p:sp>
        <p:nvSpPr>
          <p:cNvPr id="13" name="text:Peers note one unclear claim"/>
          <p:cNvSpPr txBox="1"/>
          <p:nvPr/>
        </p:nvSpPr>
        <p:spPr>
          <a:xfrm>
            <a:off x="2788920" y="2880360"/>
            <a:ext cx="1600200" cy="82296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Peers note one unclear claim</a:t>
            </a:r>
          </a:p>
        </p:txBody>
      </p:sp>
      <p:cxnSp>
        <p:nvCxnSpPr>
          <p:cNvPr id="14" name="Connector 13"/>
          <p:cNvCxnSpPr/>
          <p:nvPr/>
        </p:nvCxnSpPr>
        <p:spPr>
          <a:xfrm>
            <a:off x="4553712" y="2651760"/>
            <a:ext cx="82296" cy="0"/>
          </a:xfrm>
          <a:prstGeom prst="line">
            <a:avLst/>
          </a:prstGeom>
          <a:ln w="10160">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663440" y="1600200"/>
            <a:ext cx="1920240" cy="2148840"/>
          </a:xfrm>
          <a:prstGeom prst="roundRect">
            <a:avLst>
              <a:gd name="adj" fmla="val 666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3"/>
          <p:cNvSpPr txBox="1"/>
          <p:nvPr/>
        </p:nvSpPr>
        <p:spPr>
          <a:xfrm>
            <a:off x="4846320" y="1737360"/>
            <a:ext cx="548640" cy="548640"/>
          </a:xfrm>
          <a:prstGeom prst="rect">
            <a:avLst/>
          </a:prstGeom>
          <a:noFill/>
        </p:spPr>
        <p:txBody>
          <a:bodyPr wrap="square" lIns="9144" rIns="9144" tIns="0" bIns="0">
            <a:spAutoFit/>
          </a:bodyPr>
          <a:lstStyle/>
          <a:p>
            <a:pPr>
              <a:lnSpc>
                <a:spcPct val="106000"/>
              </a:lnSpc>
              <a:spcAft>
                <a:spcPts val="400"/>
              </a:spcAft>
              <a:defRPr sz="3600" b="0">
                <a:solidFill>
                  <a:srgbClr val="3DDC97"/>
                </a:solidFill>
                <a:latin typeface="Helvetica Neue"/>
              </a:defRPr>
            </a:pPr>
            <a:r>
              <a:t>3</a:t>
            </a:r>
          </a:p>
        </p:txBody>
      </p:sp>
      <p:sp>
        <p:nvSpPr>
          <p:cNvPr id="17" name="text:Fix"/>
          <p:cNvSpPr txBox="1"/>
          <p:nvPr/>
        </p:nvSpPr>
        <p:spPr>
          <a:xfrm>
            <a:off x="4846320" y="2468880"/>
            <a:ext cx="1645920" cy="320040"/>
          </a:xfrm>
          <a:prstGeom prst="rect">
            <a:avLst/>
          </a:prstGeom>
          <a:noFill/>
        </p:spPr>
        <p:txBody>
          <a:bodyPr wrap="square" lIns="9144" rIns="9144" tIns="0" bIns="0">
            <a:spAutoFit/>
          </a:bodyPr>
          <a:lstStyle/>
          <a:p>
            <a:pPr>
              <a:lnSpc>
                <a:spcPct val="106000"/>
              </a:lnSpc>
              <a:spcAft>
                <a:spcPts val="400"/>
              </a:spcAft>
              <a:defRPr sz="1800" b="0">
                <a:solidFill>
                  <a:srgbClr val="F2F5F8"/>
                </a:solidFill>
                <a:latin typeface="Helvetica Neue"/>
              </a:defRPr>
            </a:pPr>
            <a:r>
              <a:t>Fix</a:t>
            </a:r>
          </a:p>
        </p:txBody>
      </p:sp>
      <p:sp>
        <p:nvSpPr>
          <p:cNvPr id="18" name="text:The weakest claim, then rerun the co"/>
          <p:cNvSpPr txBox="1"/>
          <p:nvPr/>
        </p:nvSpPr>
        <p:spPr>
          <a:xfrm>
            <a:off x="4846320" y="2880360"/>
            <a:ext cx="1600200" cy="82296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The weakest claim, then rerun the core test</a:t>
            </a:r>
          </a:p>
        </p:txBody>
      </p:sp>
      <p:cxnSp>
        <p:nvCxnSpPr>
          <p:cNvPr id="19" name="Connector 18"/>
          <p:cNvCxnSpPr/>
          <p:nvPr/>
        </p:nvCxnSpPr>
        <p:spPr>
          <a:xfrm>
            <a:off x="6611112" y="2651760"/>
            <a:ext cx="82296" cy="0"/>
          </a:xfrm>
          <a:prstGeom prst="line">
            <a:avLst/>
          </a:prstGeom>
          <a:ln w="10160">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720840" y="1600200"/>
            <a:ext cx="1920240" cy="2148840"/>
          </a:xfrm>
          <a:prstGeom prst="roundRect">
            <a:avLst>
              <a:gd name="adj" fmla="val 666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4"/>
          <p:cNvSpPr txBox="1"/>
          <p:nvPr/>
        </p:nvSpPr>
        <p:spPr>
          <a:xfrm>
            <a:off x="6903720" y="1737360"/>
            <a:ext cx="548640" cy="548640"/>
          </a:xfrm>
          <a:prstGeom prst="rect">
            <a:avLst/>
          </a:prstGeom>
          <a:noFill/>
        </p:spPr>
        <p:txBody>
          <a:bodyPr wrap="square" lIns="9144" rIns="9144" tIns="0" bIns="0">
            <a:spAutoFit/>
          </a:bodyPr>
          <a:lstStyle/>
          <a:p>
            <a:pPr>
              <a:lnSpc>
                <a:spcPct val="106000"/>
              </a:lnSpc>
              <a:spcAft>
                <a:spcPts val="400"/>
              </a:spcAft>
              <a:defRPr sz="3600" b="0">
                <a:solidFill>
                  <a:srgbClr val="3DDC97"/>
                </a:solidFill>
                <a:latin typeface="Helvetica Neue"/>
              </a:defRPr>
            </a:pPr>
            <a:r>
              <a:t>4</a:t>
            </a:r>
          </a:p>
        </p:txBody>
      </p:sp>
      <p:sp>
        <p:nvSpPr>
          <p:cNvPr id="22" name="text:Backup"/>
          <p:cNvSpPr txBox="1"/>
          <p:nvPr/>
        </p:nvSpPr>
        <p:spPr>
          <a:xfrm>
            <a:off x="6903720" y="2468880"/>
            <a:ext cx="1645920" cy="320040"/>
          </a:xfrm>
          <a:prstGeom prst="rect">
            <a:avLst/>
          </a:prstGeom>
          <a:noFill/>
        </p:spPr>
        <p:txBody>
          <a:bodyPr wrap="square" lIns="9144" rIns="9144" tIns="0" bIns="0">
            <a:spAutoFit/>
          </a:bodyPr>
          <a:lstStyle/>
          <a:p>
            <a:pPr>
              <a:lnSpc>
                <a:spcPct val="106000"/>
              </a:lnSpc>
              <a:spcAft>
                <a:spcPts val="400"/>
              </a:spcAft>
              <a:defRPr sz="1800" b="0">
                <a:solidFill>
                  <a:srgbClr val="F2F5F8"/>
                </a:solidFill>
                <a:latin typeface="Helvetica Neue"/>
              </a:defRPr>
            </a:pPr>
            <a:r>
              <a:t>Backup</a:t>
            </a:r>
          </a:p>
        </p:txBody>
      </p:sp>
      <p:sp>
        <p:nvSpPr>
          <p:cNvPr id="23" name="text:Play your recording with Wi-Fi off"/>
          <p:cNvSpPr txBox="1"/>
          <p:nvPr/>
        </p:nvSpPr>
        <p:spPr>
          <a:xfrm>
            <a:off x="6903720" y="2880360"/>
            <a:ext cx="1600200" cy="82296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Play your recording with Wi-Fi off</a:t>
            </a:r>
          </a:p>
        </p:txBody>
      </p:sp>
      <p:sp>
        <p:nvSpPr>
          <p:cNvPr id="24" name="Rounded Rectangle 23"/>
          <p:cNvSpPr/>
          <p:nvPr/>
        </p:nvSpPr>
        <p:spPr>
          <a:xfrm>
            <a:off x="548640" y="3977639"/>
            <a:ext cx="8092440" cy="566928"/>
          </a:xfrm>
          <a:prstGeom prst="roundRect">
            <a:avLst>
              <a:gd name="adj" fmla="val 22580"/>
            </a:avLst>
          </a:prstGeom>
          <a:solidFill>
            <a:srgbClr val="100821"/>
          </a:solidFill>
          <a:ln w="1524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Finish line: one claim that a listen"/>
          <p:cNvSpPr txBox="1"/>
          <p:nvPr/>
        </p:nvSpPr>
        <p:spPr>
          <a:xfrm>
            <a:off x="731520" y="3977639"/>
            <a:ext cx="7772400" cy="566928"/>
          </a:xfrm>
          <a:prstGeom prst="rect">
            <a:avLst/>
          </a:prstGeom>
          <a:noFill/>
        </p:spPr>
        <p:txBody>
          <a:bodyPr wrap="square" lIns="9144" rIns="9144" tIns="0" bIns="0" anchor="ctr">
            <a:spAutoFit/>
          </a:bodyPr>
          <a:lstStyle/>
          <a:p>
            <a:pPr>
              <a:lnSpc>
                <a:spcPct val="106000"/>
              </a:lnSpc>
              <a:spcAft>
                <a:spcPts val="400"/>
              </a:spcAft>
              <a:defRPr sz="1400" b="0">
                <a:solidFill>
                  <a:srgbClr val="F2F5F8"/>
                </a:solidFill>
                <a:latin typeface="Helvetica Neue"/>
              </a:defRPr>
            </a:pPr>
            <a:r>
              <a:t>Finish line: one claim that a listener can restate.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Build menu"/>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Build menu</a:t>
            </a:r>
          </a:p>
        </p:txBody>
      </p:sp>
      <p:sp>
        <p:nvSpPr>
          <p:cNvPr id="3" name="text:Between rehearsals. Pick one, or fix"/>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Between rehearsals. Pick one, or fix your own weakest claim.</a:t>
            </a:r>
          </a:p>
        </p:txBody>
      </p:sp>
      <p:sp>
        <p:nvSpPr>
          <p:cNvPr id="4" name="text:19"/>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19</a:t>
            </a:r>
          </a:p>
        </p:txBody>
      </p:sp>
      <p:sp>
        <p:nvSpPr>
          <p:cNvPr id="5" name="Rounded Rectangle 4"/>
          <p:cNvSpPr/>
          <p:nvPr/>
        </p:nvSpPr>
        <p:spPr>
          <a:xfrm>
            <a:off x="548640" y="1554480"/>
            <a:ext cx="8092440" cy="502920"/>
          </a:xfrm>
          <a:prstGeom prst="roundRect">
            <a:avLst>
              <a:gd name="adj" fmla="val 25454"/>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82495"/>
            <a:ext cx="914400" cy="246888"/>
          </a:xfrm>
          <a:prstGeom prst="roundRect">
            <a:avLst>
              <a:gd name="adj" fmla="val 44444"/>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EGINNER"/>
          <p:cNvSpPr txBox="1"/>
          <p:nvPr/>
        </p:nvSpPr>
        <p:spPr>
          <a:xfrm>
            <a:off x="731520" y="1700784"/>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3DDC97"/>
                </a:solidFill>
                <a:latin typeface="Helvetica Neue"/>
              </a:defRPr>
            </a:pPr>
            <a:r>
              <a:t>BEGINNER</a:t>
            </a:r>
          </a:p>
        </p:txBody>
      </p:sp>
      <p:sp>
        <p:nvSpPr>
          <p:cNvPr id="8" name="text:Tighten the script to the budget"/>
          <p:cNvSpPr txBox="1"/>
          <p:nvPr/>
        </p:nvSpPr>
        <p:spPr>
          <a:xfrm>
            <a:off x="1874519" y="1554480"/>
            <a:ext cx="6675120" cy="502920"/>
          </a:xfrm>
          <a:prstGeom prst="rect">
            <a:avLst/>
          </a:prstGeom>
          <a:noFill/>
        </p:spPr>
        <p:txBody>
          <a:bodyPr wrap="square" lIns="9144" rIns="9144" tIns="0" bIns="0" anchor="ctr">
            <a:spAutoFit/>
          </a:bodyPr>
          <a:lstStyle/>
          <a:p>
            <a:pPr>
              <a:lnSpc>
                <a:spcPct val="106000"/>
              </a:lnSpc>
              <a:spcAft>
                <a:spcPts val="400"/>
              </a:spcAft>
              <a:defRPr sz="1500" b="0">
                <a:solidFill>
                  <a:srgbClr val="F2F5F8"/>
                </a:solidFill>
                <a:latin typeface="Helvetica Neue"/>
              </a:defRPr>
            </a:pPr>
            <a:r>
              <a:t>Tighten the script to the budget</a:t>
            </a:r>
          </a:p>
        </p:txBody>
      </p:sp>
      <p:sp>
        <p:nvSpPr>
          <p:cNvPr id="9" name="Rounded Rectangle 8"/>
          <p:cNvSpPr/>
          <p:nvPr/>
        </p:nvSpPr>
        <p:spPr>
          <a:xfrm>
            <a:off x="548640" y="2157984"/>
            <a:ext cx="8092440" cy="502920"/>
          </a:xfrm>
          <a:prstGeom prst="roundRect">
            <a:avLst>
              <a:gd name="adj" fmla="val 25454"/>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2286000"/>
            <a:ext cx="914400" cy="246888"/>
          </a:xfrm>
          <a:prstGeom prst="roundRect">
            <a:avLst>
              <a:gd name="adj" fmla="val 44444"/>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STANDARD"/>
          <p:cNvSpPr txBox="1"/>
          <p:nvPr/>
        </p:nvSpPr>
        <p:spPr>
          <a:xfrm>
            <a:off x="731520" y="2304288"/>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B3A5FF"/>
                </a:solidFill>
                <a:latin typeface="Helvetica Neue"/>
              </a:defRPr>
            </a:pPr>
            <a:r>
              <a:t>STANDARD</a:t>
            </a:r>
          </a:p>
        </p:txBody>
      </p:sp>
      <p:sp>
        <p:nvSpPr>
          <p:cNvPr id="12" name="text:Add the missing evidence to the pack"/>
          <p:cNvSpPr txBox="1"/>
          <p:nvPr/>
        </p:nvSpPr>
        <p:spPr>
          <a:xfrm>
            <a:off x="1874519" y="2157984"/>
            <a:ext cx="6675120" cy="502920"/>
          </a:xfrm>
          <a:prstGeom prst="rect">
            <a:avLst/>
          </a:prstGeom>
          <a:noFill/>
        </p:spPr>
        <p:txBody>
          <a:bodyPr wrap="square" lIns="9144" rIns="9144" tIns="0" bIns="0" anchor="ctr">
            <a:spAutoFit/>
          </a:bodyPr>
          <a:lstStyle/>
          <a:p>
            <a:pPr>
              <a:lnSpc>
                <a:spcPct val="106000"/>
              </a:lnSpc>
              <a:spcAft>
                <a:spcPts val="400"/>
              </a:spcAft>
              <a:defRPr sz="1500" b="0">
                <a:solidFill>
                  <a:srgbClr val="F2F5F8"/>
                </a:solidFill>
                <a:latin typeface="Helvetica Neue"/>
              </a:defRPr>
            </a:pPr>
            <a:r>
              <a:t>Add the missing evidence to the pack</a:t>
            </a:r>
          </a:p>
        </p:txBody>
      </p:sp>
      <p:sp>
        <p:nvSpPr>
          <p:cNvPr id="13" name="Rounded Rectangle 12"/>
          <p:cNvSpPr/>
          <p:nvPr/>
        </p:nvSpPr>
        <p:spPr>
          <a:xfrm>
            <a:off x="548640" y="2761488"/>
            <a:ext cx="8092440" cy="502920"/>
          </a:xfrm>
          <a:prstGeom prst="roundRect">
            <a:avLst>
              <a:gd name="adj" fmla="val 25454"/>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31520" y="2889504"/>
            <a:ext cx="914400" cy="246888"/>
          </a:xfrm>
          <a:prstGeom prst="roundRect">
            <a:avLst>
              <a:gd name="adj" fmla="val 44444"/>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STANDARD"/>
          <p:cNvSpPr txBox="1"/>
          <p:nvPr/>
        </p:nvSpPr>
        <p:spPr>
          <a:xfrm>
            <a:off x="731520" y="2907792"/>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B3A5FF"/>
                </a:solidFill>
                <a:latin typeface="Helvetica Neue"/>
              </a:defRPr>
            </a:pPr>
            <a:r>
              <a:t>STANDARD</a:t>
            </a:r>
          </a:p>
        </p:txBody>
      </p:sp>
      <p:sp>
        <p:nvSpPr>
          <p:cNvPr id="16" name="text:Rehearse offline from the recording"/>
          <p:cNvSpPr txBox="1"/>
          <p:nvPr/>
        </p:nvSpPr>
        <p:spPr>
          <a:xfrm>
            <a:off x="1874519" y="2761488"/>
            <a:ext cx="6675120" cy="502920"/>
          </a:xfrm>
          <a:prstGeom prst="rect">
            <a:avLst/>
          </a:prstGeom>
          <a:noFill/>
        </p:spPr>
        <p:txBody>
          <a:bodyPr wrap="square" lIns="9144" rIns="9144" tIns="0" bIns="0" anchor="ctr">
            <a:spAutoFit/>
          </a:bodyPr>
          <a:lstStyle/>
          <a:p>
            <a:pPr>
              <a:lnSpc>
                <a:spcPct val="106000"/>
              </a:lnSpc>
              <a:spcAft>
                <a:spcPts val="400"/>
              </a:spcAft>
              <a:defRPr sz="1500" b="0">
                <a:solidFill>
                  <a:srgbClr val="F2F5F8"/>
                </a:solidFill>
                <a:latin typeface="Helvetica Neue"/>
              </a:defRPr>
            </a:pPr>
            <a:r>
              <a:t>Rehearse offline from the recording</a:t>
            </a:r>
          </a:p>
        </p:txBody>
      </p:sp>
      <p:sp>
        <p:nvSpPr>
          <p:cNvPr id="17" name="Rounded Rectangle 16"/>
          <p:cNvSpPr/>
          <p:nvPr/>
        </p:nvSpPr>
        <p:spPr>
          <a:xfrm>
            <a:off x="548640" y="3364991"/>
            <a:ext cx="8092440" cy="502920"/>
          </a:xfrm>
          <a:prstGeom prst="roundRect">
            <a:avLst>
              <a:gd name="adj" fmla="val 25454"/>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31520" y="3493008"/>
            <a:ext cx="914400" cy="246888"/>
          </a:xfrm>
          <a:prstGeom prst="roundRect">
            <a:avLst>
              <a:gd name="adj" fmla="val 44444"/>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ADVANCED"/>
          <p:cNvSpPr txBox="1"/>
          <p:nvPr/>
        </p:nvSpPr>
        <p:spPr>
          <a:xfrm>
            <a:off x="731520" y="3511296"/>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FD51FC"/>
                </a:solidFill>
                <a:latin typeface="Helvetica Neue"/>
              </a:defRPr>
            </a:pPr>
            <a:r>
              <a:t>ADVANCED</a:t>
            </a:r>
          </a:p>
        </p:txBody>
      </p:sp>
      <p:sp>
        <p:nvSpPr>
          <p:cNvPr id="20" name="text:Add a test for the failure you demo"/>
          <p:cNvSpPr txBox="1"/>
          <p:nvPr/>
        </p:nvSpPr>
        <p:spPr>
          <a:xfrm>
            <a:off x="1874519" y="3364991"/>
            <a:ext cx="6675120" cy="502920"/>
          </a:xfrm>
          <a:prstGeom prst="rect">
            <a:avLst/>
          </a:prstGeom>
          <a:noFill/>
        </p:spPr>
        <p:txBody>
          <a:bodyPr wrap="square" lIns="9144" rIns="9144" tIns="0" bIns="0" anchor="ctr">
            <a:spAutoFit/>
          </a:bodyPr>
          <a:lstStyle/>
          <a:p>
            <a:pPr>
              <a:lnSpc>
                <a:spcPct val="106000"/>
              </a:lnSpc>
              <a:spcAft>
                <a:spcPts val="400"/>
              </a:spcAft>
              <a:defRPr sz="1500" b="0">
                <a:solidFill>
                  <a:srgbClr val="F2F5F8"/>
                </a:solidFill>
                <a:latin typeface="Helvetica Neue"/>
              </a:defRPr>
            </a:pPr>
            <a:r>
              <a:t>Add a test for the failure you demo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Three takeaways"/>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Three takeaways</a:t>
            </a:r>
          </a:p>
        </p:txBody>
      </p:sp>
      <p:sp>
        <p:nvSpPr>
          <p:cNvPr id="3" name="text:20"/>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20</a:t>
            </a:r>
          </a:p>
        </p:txBody>
      </p:sp>
      <p:sp>
        <p:nvSpPr>
          <p:cNvPr id="4" name="Rounded Rectangle 3"/>
          <p:cNvSpPr/>
          <p:nvPr/>
        </p:nvSpPr>
        <p:spPr>
          <a:xfrm>
            <a:off x="548640" y="1417320"/>
            <a:ext cx="8092440" cy="868680"/>
          </a:xfrm>
          <a:prstGeom prst="roundRect">
            <a:avLst>
              <a:gd name="adj" fmla="val 1473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1"/>
          <p:cNvSpPr txBox="1"/>
          <p:nvPr/>
        </p:nvSpPr>
        <p:spPr>
          <a:xfrm>
            <a:off x="777240" y="1417320"/>
            <a:ext cx="457200" cy="868680"/>
          </a:xfrm>
          <a:prstGeom prst="rect">
            <a:avLst/>
          </a:prstGeom>
          <a:noFill/>
        </p:spPr>
        <p:txBody>
          <a:bodyPr wrap="square" lIns="9144" rIns="9144" tIns="0" bIns="0" anchor="ctr">
            <a:spAutoFit/>
          </a:bodyPr>
          <a:lstStyle/>
          <a:p>
            <a:pPr>
              <a:lnSpc>
                <a:spcPct val="106000"/>
              </a:lnSpc>
              <a:spcAft>
                <a:spcPts val="400"/>
              </a:spcAft>
              <a:defRPr sz="2600" b="0">
                <a:solidFill>
                  <a:srgbClr val="3DDC97"/>
                </a:solidFill>
                <a:latin typeface="Helvetica Neue"/>
              </a:defRPr>
            </a:pPr>
            <a:r>
              <a:t>1</a:t>
            </a:r>
          </a:p>
        </p:txBody>
      </p:sp>
      <p:sp>
        <p:nvSpPr>
          <p:cNvPr id="6" name="text:Use the same evidence in the pitch, "/>
          <p:cNvSpPr txBox="1"/>
          <p:nvPr/>
        </p:nvSpPr>
        <p:spPr>
          <a:xfrm>
            <a:off x="1371600" y="1417320"/>
            <a:ext cx="7132320" cy="868680"/>
          </a:xfrm>
          <a:prstGeom prst="rect">
            <a:avLst/>
          </a:prstGeom>
          <a:noFill/>
        </p:spPr>
        <p:txBody>
          <a:bodyPr wrap="square" lIns="9144" rIns="9144" tIns="0" bIns="0" anchor="ctr">
            <a:spAutoFit/>
          </a:bodyPr>
          <a:lstStyle/>
          <a:p>
            <a:pPr>
              <a:lnSpc>
                <a:spcPct val="106000"/>
              </a:lnSpc>
              <a:spcAft>
                <a:spcPts val="400"/>
              </a:spcAft>
              <a:defRPr sz="1900" b="0">
                <a:solidFill>
                  <a:srgbClr val="F2F5F8"/>
                </a:solidFill>
                <a:latin typeface="Helvetica Neue"/>
              </a:defRPr>
            </a:pPr>
            <a:r>
              <a:t>Use the same evidence in the pitch, the repo and the running demo.</a:t>
            </a:r>
          </a:p>
        </p:txBody>
      </p:sp>
      <p:sp>
        <p:nvSpPr>
          <p:cNvPr id="7" name="Rounded Rectangle 6"/>
          <p:cNvSpPr/>
          <p:nvPr/>
        </p:nvSpPr>
        <p:spPr>
          <a:xfrm>
            <a:off x="548640" y="2441448"/>
            <a:ext cx="8092440" cy="868680"/>
          </a:xfrm>
          <a:prstGeom prst="roundRect">
            <a:avLst>
              <a:gd name="adj" fmla="val 1473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2"/>
          <p:cNvSpPr txBox="1"/>
          <p:nvPr/>
        </p:nvSpPr>
        <p:spPr>
          <a:xfrm>
            <a:off x="777240" y="2441448"/>
            <a:ext cx="457200" cy="868680"/>
          </a:xfrm>
          <a:prstGeom prst="rect">
            <a:avLst/>
          </a:prstGeom>
          <a:noFill/>
        </p:spPr>
        <p:txBody>
          <a:bodyPr wrap="square" lIns="9144" rIns="9144" tIns="0" bIns="0" anchor="ctr">
            <a:spAutoFit/>
          </a:bodyPr>
          <a:lstStyle/>
          <a:p>
            <a:pPr>
              <a:lnSpc>
                <a:spcPct val="106000"/>
              </a:lnSpc>
              <a:spcAft>
                <a:spcPts val="400"/>
              </a:spcAft>
              <a:defRPr sz="2600" b="0">
                <a:solidFill>
                  <a:srgbClr val="3DDC97"/>
                </a:solidFill>
                <a:latin typeface="Helvetica Neue"/>
              </a:defRPr>
            </a:pPr>
            <a:r>
              <a:t>2</a:t>
            </a:r>
          </a:p>
        </p:txBody>
      </p:sp>
      <p:sp>
        <p:nvSpPr>
          <p:cNvPr id="9" name="text:Say what works, what failed and what"/>
          <p:cNvSpPr txBox="1"/>
          <p:nvPr/>
        </p:nvSpPr>
        <p:spPr>
          <a:xfrm>
            <a:off x="1371600" y="2441448"/>
            <a:ext cx="7132320" cy="868680"/>
          </a:xfrm>
          <a:prstGeom prst="rect">
            <a:avLst/>
          </a:prstGeom>
          <a:noFill/>
        </p:spPr>
        <p:txBody>
          <a:bodyPr wrap="square" lIns="9144" rIns="9144" tIns="0" bIns="0" anchor="ctr">
            <a:spAutoFit/>
          </a:bodyPr>
          <a:lstStyle/>
          <a:p>
            <a:pPr>
              <a:lnSpc>
                <a:spcPct val="106000"/>
              </a:lnSpc>
              <a:spcAft>
                <a:spcPts val="400"/>
              </a:spcAft>
              <a:defRPr sz="1900" b="0">
                <a:solidFill>
                  <a:srgbClr val="F2F5F8"/>
                </a:solidFill>
                <a:latin typeface="Helvetica Neue"/>
              </a:defRPr>
            </a:pPr>
            <a:r>
              <a:t>Say what works, what failed and what is untested.</a:t>
            </a:r>
          </a:p>
        </p:txBody>
      </p:sp>
      <p:sp>
        <p:nvSpPr>
          <p:cNvPr id="10" name="Rounded Rectangle 9"/>
          <p:cNvSpPr/>
          <p:nvPr/>
        </p:nvSpPr>
        <p:spPr>
          <a:xfrm>
            <a:off x="548640" y="3465576"/>
            <a:ext cx="8092440" cy="868680"/>
          </a:xfrm>
          <a:prstGeom prst="roundRect">
            <a:avLst>
              <a:gd name="adj" fmla="val 1473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3"/>
          <p:cNvSpPr txBox="1"/>
          <p:nvPr/>
        </p:nvSpPr>
        <p:spPr>
          <a:xfrm>
            <a:off x="777240" y="3465576"/>
            <a:ext cx="457200" cy="868680"/>
          </a:xfrm>
          <a:prstGeom prst="rect">
            <a:avLst/>
          </a:prstGeom>
          <a:noFill/>
        </p:spPr>
        <p:txBody>
          <a:bodyPr wrap="square" lIns="9144" rIns="9144" tIns="0" bIns="0" anchor="ctr">
            <a:spAutoFit/>
          </a:bodyPr>
          <a:lstStyle/>
          <a:p>
            <a:pPr>
              <a:lnSpc>
                <a:spcPct val="106000"/>
              </a:lnSpc>
              <a:spcAft>
                <a:spcPts val="400"/>
              </a:spcAft>
              <a:defRPr sz="2600" b="0">
                <a:solidFill>
                  <a:srgbClr val="3DDC97"/>
                </a:solidFill>
                <a:latin typeface="Helvetica Neue"/>
              </a:defRPr>
            </a:pPr>
            <a:r>
              <a:t>3</a:t>
            </a:r>
          </a:p>
        </p:txBody>
      </p:sp>
      <p:sp>
        <p:nvSpPr>
          <p:cNvPr id="12" name="text:A good answer points to a test or ad"/>
          <p:cNvSpPr txBox="1"/>
          <p:nvPr/>
        </p:nvSpPr>
        <p:spPr>
          <a:xfrm>
            <a:off x="1371600" y="3465576"/>
            <a:ext cx="7132320" cy="868680"/>
          </a:xfrm>
          <a:prstGeom prst="rect">
            <a:avLst/>
          </a:prstGeom>
          <a:noFill/>
        </p:spPr>
        <p:txBody>
          <a:bodyPr wrap="square" lIns="9144" rIns="9144" tIns="0" bIns="0" anchor="ctr">
            <a:spAutoFit/>
          </a:bodyPr>
          <a:lstStyle/>
          <a:p>
            <a:pPr>
              <a:lnSpc>
                <a:spcPct val="106000"/>
              </a:lnSpc>
              <a:spcAft>
                <a:spcPts val="400"/>
              </a:spcAft>
              <a:defRPr sz="1900" b="0">
                <a:solidFill>
                  <a:srgbClr val="F2F5F8"/>
                </a:solidFill>
                <a:latin typeface="Helvetica Neue"/>
              </a:defRPr>
            </a:pPr>
            <a:r>
              <a:t>A good answer points to a test or admits a limitation.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Branch out"/>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Branch out</a:t>
            </a:r>
          </a:p>
        </p:txBody>
      </p:sp>
      <p:sp>
        <p:nvSpPr>
          <p:cNvPr id="3" name="text:Before Demo Day, in your own time."/>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Before Demo Day, in your own time.</a:t>
            </a:r>
          </a:p>
        </p:txBody>
      </p:sp>
      <p:sp>
        <p:nvSpPr>
          <p:cNvPr id="4" name="text:21"/>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21</a:t>
            </a:r>
          </a:p>
        </p:txBody>
      </p:sp>
      <p:sp>
        <p:nvSpPr>
          <p:cNvPr id="5" name="Rounded Rectangle 4"/>
          <p:cNvSpPr/>
          <p:nvPr/>
        </p:nvSpPr>
        <p:spPr>
          <a:xfrm>
            <a:off x="548640" y="1600200"/>
            <a:ext cx="2560320" cy="2377440"/>
          </a:xfrm>
          <a:prstGeom prst="roundRect">
            <a:avLst>
              <a:gd name="adj" fmla="val 5384"/>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49808" y="1801368"/>
            <a:ext cx="914400" cy="246888"/>
          </a:xfrm>
          <a:prstGeom prst="roundRect">
            <a:avLst>
              <a:gd name="adj" fmla="val 44444"/>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EGINNER"/>
          <p:cNvSpPr txBox="1"/>
          <p:nvPr/>
        </p:nvSpPr>
        <p:spPr>
          <a:xfrm>
            <a:off x="749808" y="1819656"/>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3DDC97"/>
                </a:solidFill>
                <a:latin typeface="Helvetica Neue"/>
              </a:defRPr>
            </a:pPr>
            <a:r>
              <a:t>BEGINNER</a:t>
            </a:r>
          </a:p>
        </p:txBody>
      </p:sp>
      <p:sp>
        <p:nvSpPr>
          <p:cNvPr id="8" name="text:Time your pitch three times and trim"/>
          <p:cNvSpPr txBox="1"/>
          <p:nvPr/>
        </p:nvSpPr>
        <p:spPr>
          <a:xfrm>
            <a:off x="749808" y="2286000"/>
            <a:ext cx="2194560" cy="1600200"/>
          </a:xfrm>
          <a:prstGeom prst="rect">
            <a:avLst/>
          </a:prstGeom>
          <a:noFill/>
        </p:spPr>
        <p:txBody>
          <a:bodyPr wrap="square" lIns="9144" rIns="9144" tIns="0" bIns="0">
            <a:spAutoFit/>
          </a:bodyPr>
          <a:lstStyle/>
          <a:p>
            <a:pPr>
              <a:lnSpc>
                <a:spcPct val="106000"/>
              </a:lnSpc>
              <a:spcAft>
                <a:spcPts val="400"/>
              </a:spcAft>
              <a:defRPr sz="1400" b="0">
                <a:solidFill>
                  <a:srgbClr val="F2F5F8"/>
                </a:solidFill>
                <a:latin typeface="Helvetica Neue"/>
              </a:defRPr>
            </a:pPr>
            <a:r>
              <a:t>Time your pitch three times and trim the part that always runs long.</a:t>
            </a:r>
          </a:p>
        </p:txBody>
      </p:sp>
      <p:sp>
        <p:nvSpPr>
          <p:cNvPr id="9" name="Rounded Rectangle 8"/>
          <p:cNvSpPr/>
          <p:nvPr/>
        </p:nvSpPr>
        <p:spPr>
          <a:xfrm>
            <a:off x="3337560" y="1600200"/>
            <a:ext cx="2560320" cy="2377440"/>
          </a:xfrm>
          <a:prstGeom prst="roundRect">
            <a:avLst>
              <a:gd name="adj" fmla="val 5384"/>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538728" y="1801368"/>
            <a:ext cx="914400" cy="246888"/>
          </a:xfrm>
          <a:prstGeom prst="roundRect">
            <a:avLst>
              <a:gd name="adj" fmla="val 44444"/>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STANDARD"/>
          <p:cNvSpPr txBox="1"/>
          <p:nvPr/>
        </p:nvSpPr>
        <p:spPr>
          <a:xfrm>
            <a:off x="3538728" y="1819656"/>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B3A5FF"/>
                </a:solidFill>
                <a:latin typeface="Helvetica Neue"/>
              </a:defRPr>
            </a:pPr>
            <a:r>
              <a:t>STANDARD</a:t>
            </a:r>
          </a:p>
        </p:txBody>
      </p:sp>
      <p:sp>
        <p:nvSpPr>
          <p:cNvPr id="12" name="text:Fill your own demo pack in the rubri"/>
          <p:cNvSpPr txBox="1"/>
          <p:nvPr/>
        </p:nvSpPr>
        <p:spPr>
          <a:xfrm>
            <a:off x="3538728" y="2286000"/>
            <a:ext cx="2194560" cy="1600200"/>
          </a:xfrm>
          <a:prstGeom prst="rect">
            <a:avLst/>
          </a:prstGeom>
          <a:noFill/>
        </p:spPr>
        <p:txBody>
          <a:bodyPr wrap="square" lIns="9144" rIns="9144" tIns="0" bIns="0">
            <a:spAutoFit/>
          </a:bodyPr>
          <a:lstStyle/>
          <a:p>
            <a:pPr>
              <a:lnSpc>
                <a:spcPct val="106000"/>
              </a:lnSpc>
              <a:spcAft>
                <a:spcPts val="400"/>
              </a:spcAft>
              <a:defRPr sz="1400" b="0">
                <a:solidFill>
                  <a:srgbClr val="F2F5F8"/>
                </a:solidFill>
                <a:latin typeface="Helvetica Neue"/>
              </a:defRPr>
            </a:pPr>
            <a:r>
              <a:t>Fill your own demo pack in the rubric and fix the first missing check.</a:t>
            </a:r>
          </a:p>
        </p:txBody>
      </p:sp>
      <p:sp>
        <p:nvSpPr>
          <p:cNvPr id="13" name="Rounded Rectangle 12"/>
          <p:cNvSpPr/>
          <p:nvPr/>
        </p:nvSpPr>
        <p:spPr>
          <a:xfrm>
            <a:off x="6126479" y="1600200"/>
            <a:ext cx="2560320" cy="2377440"/>
          </a:xfrm>
          <a:prstGeom prst="roundRect">
            <a:avLst>
              <a:gd name="adj" fmla="val 5384"/>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327647" y="1801368"/>
            <a:ext cx="914400" cy="246888"/>
          </a:xfrm>
          <a:prstGeom prst="roundRect">
            <a:avLst>
              <a:gd name="adj" fmla="val 44444"/>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ADVANCED"/>
          <p:cNvSpPr txBox="1"/>
          <p:nvPr/>
        </p:nvSpPr>
        <p:spPr>
          <a:xfrm>
            <a:off x="6327647" y="1819656"/>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FD51FC"/>
                </a:solidFill>
                <a:latin typeface="Helvetica Neue"/>
              </a:defRPr>
            </a:pPr>
            <a:r>
              <a:t>ADVANCED</a:t>
            </a:r>
          </a:p>
        </p:txBody>
      </p:sp>
      <p:sp>
        <p:nvSpPr>
          <p:cNvPr id="16" name="text:Write one funded devnet transaction "/>
          <p:cNvSpPr txBox="1"/>
          <p:nvPr/>
        </p:nvSpPr>
        <p:spPr>
          <a:xfrm>
            <a:off x="6327647" y="2286000"/>
            <a:ext cx="2194560" cy="1600200"/>
          </a:xfrm>
          <a:prstGeom prst="rect">
            <a:avLst/>
          </a:prstGeom>
          <a:noFill/>
        </p:spPr>
        <p:txBody>
          <a:bodyPr wrap="square" lIns="9144" rIns="9144" tIns="0" bIns="0">
            <a:spAutoFit/>
          </a:bodyPr>
          <a:lstStyle/>
          <a:p>
            <a:pPr>
              <a:lnSpc>
                <a:spcPct val="106000"/>
              </a:lnSpc>
              <a:spcAft>
                <a:spcPts val="400"/>
              </a:spcAft>
              <a:defRPr sz="1400" b="0">
                <a:solidFill>
                  <a:srgbClr val="F2F5F8"/>
                </a:solidFill>
                <a:latin typeface="Helvetica Neue"/>
              </a:defRPr>
            </a:pPr>
            <a:r>
              <a:t>Write one funded devnet transaction per decision and open the link in your pitch.</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Share back"/>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Share back</a:t>
            </a:r>
          </a:p>
        </p:txBody>
      </p:sp>
      <p:sp>
        <p:nvSpPr>
          <p:cNvPr id="3" name="text:Before you leave, and by Demo Day."/>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Before you leave, and by Demo Day.</a:t>
            </a:r>
          </a:p>
        </p:txBody>
      </p:sp>
      <p:sp>
        <p:nvSpPr>
          <p:cNvPr id="4" name="text:22"/>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22</a:t>
            </a:r>
          </a:p>
        </p:txBody>
      </p:sp>
      <p:sp>
        <p:nvSpPr>
          <p:cNvPr id="5" name="Rounded Rectangle 4"/>
          <p:cNvSpPr/>
          <p:nvPr/>
        </p:nvSpPr>
        <p:spPr>
          <a:xfrm>
            <a:off x="548640" y="1691640"/>
            <a:ext cx="2560320" cy="2103120"/>
          </a:xfrm>
          <a:prstGeom prst="roundRect">
            <a:avLst>
              <a:gd name="adj" fmla="val 6086"/>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TONIGHT"/>
          <p:cNvSpPr txBox="1"/>
          <p:nvPr/>
        </p:nvSpPr>
        <p:spPr>
          <a:xfrm>
            <a:off x="749808" y="1874519"/>
            <a:ext cx="2194560" cy="22860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TONIGHT</a:t>
            </a:r>
          </a:p>
        </p:txBody>
      </p:sp>
      <p:sp>
        <p:nvSpPr>
          <p:cNvPr id="7" name="text:1"/>
          <p:cNvSpPr txBox="1"/>
          <p:nvPr/>
        </p:nvSpPr>
        <p:spPr>
          <a:xfrm>
            <a:off x="749808" y="2194560"/>
            <a:ext cx="548640" cy="548640"/>
          </a:xfrm>
          <a:prstGeom prst="rect">
            <a:avLst/>
          </a:prstGeom>
          <a:noFill/>
        </p:spPr>
        <p:txBody>
          <a:bodyPr wrap="square" lIns="9144" rIns="9144" tIns="0" bIns="0">
            <a:spAutoFit/>
          </a:bodyPr>
          <a:lstStyle/>
          <a:p>
            <a:pPr>
              <a:lnSpc>
                <a:spcPct val="106000"/>
              </a:lnSpc>
              <a:spcAft>
                <a:spcPts val="400"/>
              </a:spcAft>
              <a:defRPr sz="3200" b="0">
                <a:solidFill>
                  <a:srgbClr val="3DDC97"/>
                </a:solidFill>
                <a:latin typeface="Helvetica Neue"/>
              </a:defRPr>
            </a:pPr>
            <a:r>
              <a:t>1</a:t>
            </a:r>
          </a:p>
        </p:txBody>
      </p:sp>
      <p:sp>
        <p:nvSpPr>
          <p:cNvPr id="8" name="text:Freeze the commit and send the demo "/>
          <p:cNvSpPr txBox="1"/>
          <p:nvPr/>
        </p:nvSpPr>
        <p:spPr>
          <a:xfrm>
            <a:off x="749808" y="2880360"/>
            <a:ext cx="2194560" cy="82296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Freeze the commit and send the demo pack.</a:t>
            </a:r>
          </a:p>
        </p:txBody>
      </p:sp>
      <p:sp>
        <p:nvSpPr>
          <p:cNvPr id="9" name="Rounded Rectangle 8"/>
          <p:cNvSpPr/>
          <p:nvPr/>
        </p:nvSpPr>
        <p:spPr>
          <a:xfrm>
            <a:off x="3337560" y="1691640"/>
            <a:ext cx="2560320" cy="2103120"/>
          </a:xfrm>
          <a:prstGeom prst="roundRect">
            <a:avLst>
              <a:gd name="adj" fmla="val 608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THU 18 FEB"/>
          <p:cNvSpPr txBox="1"/>
          <p:nvPr/>
        </p:nvSpPr>
        <p:spPr>
          <a:xfrm>
            <a:off x="3538728" y="1874519"/>
            <a:ext cx="2194560" cy="22860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THU 18 FEB</a:t>
            </a:r>
          </a:p>
        </p:txBody>
      </p:sp>
      <p:sp>
        <p:nvSpPr>
          <p:cNvPr id="11" name="text:2"/>
          <p:cNvSpPr txBox="1"/>
          <p:nvPr/>
        </p:nvSpPr>
        <p:spPr>
          <a:xfrm>
            <a:off x="3538728" y="2194560"/>
            <a:ext cx="548640" cy="548640"/>
          </a:xfrm>
          <a:prstGeom prst="rect">
            <a:avLst/>
          </a:prstGeom>
          <a:noFill/>
        </p:spPr>
        <p:txBody>
          <a:bodyPr wrap="square" lIns="9144" rIns="9144" tIns="0" bIns="0">
            <a:spAutoFit/>
          </a:bodyPr>
          <a:lstStyle/>
          <a:p>
            <a:pPr>
              <a:lnSpc>
                <a:spcPct val="106000"/>
              </a:lnSpc>
              <a:spcAft>
                <a:spcPts val="400"/>
              </a:spcAft>
              <a:defRPr sz="3200" b="0">
                <a:solidFill>
                  <a:srgbClr val="3DDC97"/>
                </a:solidFill>
                <a:latin typeface="Helvetica Neue"/>
              </a:defRPr>
            </a:pPr>
            <a:r>
              <a:t>2</a:t>
            </a:r>
          </a:p>
        </p:txBody>
      </p:sp>
      <p:sp>
        <p:nvSpPr>
          <p:cNvPr id="12" name="text:Present at Demo Day, same evidence, "/>
          <p:cNvSpPr txBox="1"/>
          <p:nvPr/>
        </p:nvSpPr>
        <p:spPr>
          <a:xfrm>
            <a:off x="3538728" y="2880360"/>
            <a:ext cx="2194560" cy="82296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Present at Demo Day, same evidence, same script.</a:t>
            </a:r>
          </a:p>
        </p:txBody>
      </p:sp>
      <p:sp>
        <p:nvSpPr>
          <p:cNvPr id="13" name="Rounded Rectangle 12"/>
          <p:cNvSpPr/>
          <p:nvPr/>
        </p:nvSpPr>
        <p:spPr>
          <a:xfrm>
            <a:off x="6126479" y="1691640"/>
            <a:ext cx="2560320" cy="2103120"/>
          </a:xfrm>
          <a:prstGeom prst="roundRect">
            <a:avLst>
              <a:gd name="adj" fmla="val 608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ANY TIME"/>
          <p:cNvSpPr txBox="1"/>
          <p:nvPr/>
        </p:nvSpPr>
        <p:spPr>
          <a:xfrm>
            <a:off x="6327647" y="1874519"/>
            <a:ext cx="2194560" cy="22860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ANY TIME</a:t>
            </a:r>
          </a:p>
        </p:txBody>
      </p:sp>
      <p:sp>
        <p:nvSpPr>
          <p:cNvPr id="15" name="text:3"/>
          <p:cNvSpPr txBox="1"/>
          <p:nvPr/>
        </p:nvSpPr>
        <p:spPr>
          <a:xfrm>
            <a:off x="6327647" y="2194560"/>
            <a:ext cx="548640" cy="548640"/>
          </a:xfrm>
          <a:prstGeom prst="rect">
            <a:avLst/>
          </a:prstGeom>
          <a:noFill/>
        </p:spPr>
        <p:txBody>
          <a:bodyPr wrap="square" lIns="9144" rIns="9144" tIns="0" bIns="0">
            <a:spAutoFit/>
          </a:bodyPr>
          <a:lstStyle/>
          <a:p>
            <a:pPr>
              <a:lnSpc>
                <a:spcPct val="106000"/>
              </a:lnSpc>
              <a:spcAft>
                <a:spcPts val="400"/>
              </a:spcAft>
              <a:defRPr sz="3200" b="0">
                <a:solidFill>
                  <a:srgbClr val="3DDC97"/>
                </a:solidFill>
                <a:latin typeface="Helvetica Neue"/>
              </a:defRPr>
            </a:pPr>
            <a:r>
              <a:t>3</a:t>
            </a:r>
          </a:p>
        </p:txBody>
      </p:sp>
      <p:sp>
        <p:nvSpPr>
          <p:cNvPr id="16" name="text:Send your repo link to the leads."/>
          <p:cNvSpPr txBox="1"/>
          <p:nvPr/>
        </p:nvSpPr>
        <p:spPr>
          <a:xfrm>
            <a:off x="6327647" y="2880360"/>
            <a:ext cx="2194560" cy="82296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Send your repo link to the leads.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Get the code"/>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Get the code</a:t>
            </a:r>
          </a:p>
        </p:txBody>
      </p:sp>
      <p:sp>
        <p:nvSpPr>
          <p:cNvPr id="3" name="text:23"/>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23</a:t>
            </a:r>
          </a:p>
        </p:txBody>
      </p:sp>
      <p:sp>
        <p:nvSpPr>
          <p:cNvPr id="4" name="Rounded Rectangle 3"/>
          <p:cNvSpPr/>
          <p:nvPr/>
        </p:nvSpPr>
        <p:spPr>
          <a:xfrm>
            <a:off x="548640" y="1371600"/>
            <a:ext cx="4846320" cy="1051560"/>
          </a:xfrm>
          <a:prstGeom prst="roundRect">
            <a:avLst>
              <a:gd name="adj" fmla="val 12173"/>
            </a:avLst>
          </a:prstGeom>
          <a:solidFill>
            <a:srgbClr val="100821"/>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REPO"/>
          <p:cNvSpPr txBox="1"/>
          <p:nvPr/>
        </p:nvSpPr>
        <p:spPr>
          <a:xfrm>
            <a:off x="731520" y="1444752"/>
            <a:ext cx="18288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REPO</a:t>
            </a:r>
          </a:p>
        </p:txBody>
      </p:sp>
      <p:sp>
        <p:nvSpPr>
          <p:cNvPr id="6" name="text:github.com/travisim/solana-agentic-t"/>
          <p:cNvSpPr txBox="1"/>
          <p:nvPr/>
        </p:nvSpPr>
        <p:spPr>
          <a:xfrm>
            <a:off x="731520" y="1673352"/>
            <a:ext cx="4526280" cy="274320"/>
          </a:xfrm>
          <a:prstGeom prst="rect">
            <a:avLst/>
          </a:prstGeom>
          <a:noFill/>
        </p:spPr>
        <p:txBody>
          <a:bodyPr wrap="square" lIns="9144" rIns="9144" tIns="0" bIns="0">
            <a:spAutoFit/>
          </a:bodyPr>
          <a:lstStyle/>
          <a:p>
            <a:pPr>
              <a:lnSpc>
                <a:spcPct val="106000"/>
              </a:lnSpc>
              <a:spcAft>
                <a:spcPts val="400"/>
              </a:spcAft>
              <a:defRPr sz="1100" b="0">
                <a:solidFill>
                  <a:srgbClr val="F2F5F8"/>
                </a:solidFill>
                <a:latin typeface="Menlo"/>
              </a:defRPr>
            </a:pPr>
            <a:r>
              <a:t>github.com/travisim/solana-agentic-trading-nus</a:t>
            </a:r>
          </a:p>
        </p:txBody>
      </p:sp>
      <p:sp>
        <p:nvSpPr>
          <p:cNvPr id="7" name="text:folder: 0009-demo-rehearsal/demo"/>
          <p:cNvSpPr txBox="1"/>
          <p:nvPr/>
        </p:nvSpPr>
        <p:spPr>
          <a:xfrm>
            <a:off x="731520" y="2011680"/>
            <a:ext cx="4526280" cy="228600"/>
          </a:xfrm>
          <a:prstGeom prst="rect">
            <a:avLst/>
          </a:prstGeom>
          <a:noFill/>
        </p:spPr>
        <p:txBody>
          <a:bodyPr wrap="square" lIns="9144" rIns="9144" tIns="0" bIns="0">
            <a:spAutoFit/>
          </a:bodyPr>
          <a:lstStyle/>
          <a:p>
            <a:pPr>
              <a:lnSpc>
                <a:spcPct val="106000"/>
              </a:lnSpc>
              <a:spcAft>
                <a:spcPts val="400"/>
              </a:spcAft>
              <a:defRPr sz="900" b="0">
                <a:solidFill>
                  <a:srgbClr val="3DDC97"/>
                </a:solidFill>
                <a:latin typeface="Menlo"/>
              </a:defRPr>
            </a:pPr>
            <a:r>
              <a:t>folder: 0009-demo-rehearsal/demo</a:t>
            </a:r>
          </a:p>
        </p:txBody>
      </p:sp>
      <p:sp>
        <p:nvSpPr>
          <p:cNvPr id="8" name="Rounded Rectangle 7"/>
          <p:cNvSpPr/>
          <p:nvPr/>
        </p:nvSpPr>
        <p:spPr>
          <a:xfrm>
            <a:off x="548640" y="2606040"/>
            <a:ext cx="4846320" cy="502920"/>
          </a:xfrm>
          <a:prstGeom prst="roundRect">
            <a:avLst>
              <a:gd name="adj" fmla="val 25454"/>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1"/>
          <p:cNvSpPr txBox="1"/>
          <p:nvPr/>
        </p:nvSpPr>
        <p:spPr>
          <a:xfrm>
            <a:off x="731520" y="2606040"/>
            <a:ext cx="274320" cy="502920"/>
          </a:xfrm>
          <a:prstGeom prst="rect">
            <a:avLst/>
          </a:prstGeom>
          <a:noFill/>
        </p:spPr>
        <p:txBody>
          <a:bodyPr wrap="square" lIns="9144" rIns="9144" tIns="0" bIns="0" anchor="ctr">
            <a:spAutoFit/>
          </a:bodyPr>
          <a:lstStyle/>
          <a:p>
            <a:pPr>
              <a:lnSpc>
                <a:spcPct val="106000"/>
              </a:lnSpc>
              <a:spcAft>
                <a:spcPts val="400"/>
              </a:spcAft>
              <a:defRPr sz="1800" b="0">
                <a:solidFill>
                  <a:srgbClr val="3DDC97"/>
                </a:solidFill>
                <a:latin typeface="Helvetica Neue"/>
              </a:defRPr>
            </a:pPr>
            <a:r>
              <a:t>1</a:t>
            </a:r>
          </a:p>
        </p:txBody>
      </p:sp>
      <p:sp>
        <p:nvSpPr>
          <p:cNvPr id="10" name="text:$ npm install"/>
          <p:cNvSpPr txBox="1"/>
          <p:nvPr/>
        </p:nvSpPr>
        <p:spPr>
          <a:xfrm>
            <a:off x="1097280" y="2606040"/>
            <a:ext cx="4206240" cy="502920"/>
          </a:xfrm>
          <a:prstGeom prst="rect">
            <a:avLst/>
          </a:prstGeom>
          <a:noFill/>
        </p:spPr>
        <p:txBody>
          <a:bodyPr wrap="square" lIns="9144" rIns="9144" tIns="0" bIns="0" anchor="ctr">
            <a:spAutoFit/>
          </a:bodyPr>
          <a:lstStyle/>
          <a:p>
            <a:pPr>
              <a:lnSpc>
                <a:spcPct val="106000"/>
              </a:lnSpc>
              <a:spcAft>
                <a:spcPts val="400"/>
              </a:spcAft>
              <a:defRPr sz="1300" b="0">
                <a:solidFill>
                  <a:srgbClr val="F2F5F8"/>
                </a:solidFill>
                <a:latin typeface="Menlo"/>
              </a:defRPr>
            </a:pPr>
            <a:r>
              <a:t>$ npm install</a:t>
            </a:r>
          </a:p>
        </p:txBody>
      </p:sp>
      <p:sp>
        <p:nvSpPr>
          <p:cNvPr id="11" name="Rounded Rectangle 10"/>
          <p:cNvSpPr/>
          <p:nvPr/>
        </p:nvSpPr>
        <p:spPr>
          <a:xfrm>
            <a:off x="548640" y="3209544"/>
            <a:ext cx="4846320" cy="502920"/>
          </a:xfrm>
          <a:prstGeom prst="roundRect">
            <a:avLst>
              <a:gd name="adj" fmla="val 25454"/>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2"/>
          <p:cNvSpPr txBox="1"/>
          <p:nvPr/>
        </p:nvSpPr>
        <p:spPr>
          <a:xfrm>
            <a:off x="731520" y="3209544"/>
            <a:ext cx="274320" cy="502920"/>
          </a:xfrm>
          <a:prstGeom prst="rect">
            <a:avLst/>
          </a:prstGeom>
          <a:noFill/>
        </p:spPr>
        <p:txBody>
          <a:bodyPr wrap="square" lIns="9144" rIns="9144" tIns="0" bIns="0" anchor="ctr">
            <a:spAutoFit/>
          </a:bodyPr>
          <a:lstStyle/>
          <a:p>
            <a:pPr>
              <a:lnSpc>
                <a:spcPct val="106000"/>
              </a:lnSpc>
              <a:spcAft>
                <a:spcPts val="400"/>
              </a:spcAft>
              <a:defRPr sz="1800" b="0">
                <a:solidFill>
                  <a:srgbClr val="3DDC97"/>
                </a:solidFill>
                <a:latin typeface="Helvetica Neue"/>
              </a:defRPr>
            </a:pPr>
            <a:r>
              <a:t>2</a:t>
            </a:r>
          </a:p>
        </p:txBody>
      </p:sp>
      <p:sp>
        <p:nvSpPr>
          <p:cNvPr id="13" name="text:$ npm run demo -- --recorded"/>
          <p:cNvSpPr txBox="1"/>
          <p:nvPr/>
        </p:nvSpPr>
        <p:spPr>
          <a:xfrm>
            <a:off x="1097280" y="3209544"/>
            <a:ext cx="4206240" cy="502920"/>
          </a:xfrm>
          <a:prstGeom prst="rect">
            <a:avLst/>
          </a:prstGeom>
          <a:noFill/>
        </p:spPr>
        <p:txBody>
          <a:bodyPr wrap="square" lIns="9144" rIns="9144" tIns="0" bIns="0" anchor="ctr">
            <a:spAutoFit/>
          </a:bodyPr>
          <a:lstStyle/>
          <a:p>
            <a:pPr>
              <a:lnSpc>
                <a:spcPct val="106000"/>
              </a:lnSpc>
              <a:spcAft>
                <a:spcPts val="400"/>
              </a:spcAft>
              <a:defRPr sz="1300" b="0">
                <a:solidFill>
                  <a:srgbClr val="F2F5F8"/>
                </a:solidFill>
                <a:latin typeface="Menlo"/>
              </a:defRPr>
            </a:pPr>
            <a:r>
              <a:t>$ npm run demo -- --recorded</a:t>
            </a:r>
          </a:p>
        </p:txBody>
      </p:sp>
      <p:sp>
        <p:nvSpPr>
          <p:cNvPr id="14" name="text:Run both from the demo/code folder. "/>
          <p:cNvSpPr txBox="1"/>
          <p:nvPr/>
        </p:nvSpPr>
        <p:spPr>
          <a:xfrm>
            <a:off x="548640" y="3931920"/>
            <a:ext cx="4846320" cy="45720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Run both from the demo/code folder. Node 24. No keys, no AI credits. Recorded data is bundled.</a:t>
            </a:r>
          </a:p>
        </p:txBody>
      </p:sp>
      <p:sp>
        <p:nvSpPr>
          <p:cNvPr id="15" name="Rounded Rectangle 14"/>
          <p:cNvSpPr/>
          <p:nvPr/>
        </p:nvSpPr>
        <p:spPr>
          <a:xfrm>
            <a:off x="5806440" y="1371600"/>
            <a:ext cx="2834640" cy="2834640"/>
          </a:xfrm>
          <a:prstGeom prst="roundRect">
            <a:avLst>
              <a:gd name="adj" fmla="val 4516"/>
            </a:avLst>
          </a:prstGeom>
          <a:solidFill>
            <a:srgbClr val="F2F5F8"/>
          </a:solidFill>
          <a:ln w="10160">
            <a:solidFill>
              <a:srgbClr val="F2F5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qr-github-0009.png"/>
          <p:cNvPicPr>
            <a:picLocks noChangeAspect="1"/>
          </p:cNvPicPr>
          <p:nvPr/>
        </p:nvPicPr>
        <p:blipFill>
          <a:blip r:embed="rId3"/>
          <a:stretch>
            <a:fillRect/>
          </a:stretch>
        </p:blipFill>
        <p:spPr>
          <a:xfrm>
            <a:off x="5943600" y="1508760"/>
            <a:ext cx="2560320" cy="2560320"/>
          </a:xfrm>
          <a:prstGeom prst="rect">
            <a:avLst/>
          </a:prstGeom>
        </p:spPr>
      </p:pic>
      <p:sp>
        <p:nvSpPr>
          <p:cNvPr id="17" name="text:Scan for this session's code"/>
          <p:cNvSpPr txBox="1"/>
          <p:nvPr/>
        </p:nvSpPr>
        <p:spPr>
          <a:xfrm>
            <a:off x="5806440" y="4297680"/>
            <a:ext cx="2834640" cy="182880"/>
          </a:xfrm>
          <a:prstGeom prst="rect">
            <a:avLst/>
          </a:prstGeom>
          <a:noFill/>
        </p:spPr>
        <p:txBody>
          <a:bodyPr wrap="square" lIns="9144" rIns="9144" tIns="0" bIns="0">
            <a:spAutoFit/>
          </a:bodyPr>
          <a:lstStyle/>
          <a:p>
            <a:pPr algn="ctr">
              <a:lnSpc>
                <a:spcPct val="106000"/>
              </a:lnSpc>
              <a:spcAft>
                <a:spcPts val="400"/>
              </a:spcAft>
              <a:defRPr sz="1000" b="0">
                <a:solidFill>
                  <a:srgbClr val="9A9AA2"/>
                </a:solidFill>
                <a:latin typeface="Helvetica Neue"/>
              </a:defRPr>
            </a:pPr>
            <a:r>
              <a:t>Scan for this session's code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Let's connect"/>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Let's connect</a:t>
            </a:r>
          </a:p>
        </p:txBody>
      </p:sp>
      <p:sp>
        <p:nvSpPr>
          <p:cNvPr id="3" name="text:24"/>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24</a:t>
            </a:r>
          </a:p>
        </p:txBody>
      </p:sp>
      <p:sp>
        <p:nvSpPr>
          <p:cNvPr id="4" name="Rounded Rectangle 3"/>
          <p:cNvSpPr/>
          <p:nvPr/>
        </p:nvSpPr>
        <p:spPr>
          <a:xfrm>
            <a:off x="914400" y="1325880"/>
            <a:ext cx="2286000" cy="2286000"/>
          </a:xfrm>
          <a:prstGeom prst="roundRect">
            <a:avLst>
              <a:gd name="adj" fmla="val 5600"/>
            </a:avLst>
          </a:prstGeom>
          <a:solidFill>
            <a:srgbClr val="F2F5F8"/>
          </a:solidFill>
          <a:ln w="10160">
            <a:solidFill>
              <a:srgbClr val="F2F5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qr-linkedin.png"/>
          <p:cNvPicPr>
            <a:picLocks noChangeAspect="1"/>
          </p:cNvPicPr>
          <p:nvPr/>
        </p:nvPicPr>
        <p:blipFill>
          <a:blip r:embed="rId3"/>
          <a:stretch>
            <a:fillRect/>
          </a:stretch>
        </p:blipFill>
        <p:spPr>
          <a:xfrm>
            <a:off x="1005840" y="1417320"/>
            <a:ext cx="2103120" cy="2103120"/>
          </a:xfrm>
          <a:prstGeom prst="rect">
            <a:avLst/>
          </a:prstGeom>
        </p:spPr>
      </p:pic>
      <p:sp>
        <p:nvSpPr>
          <p:cNvPr id="6" name="text:LinkedIn"/>
          <p:cNvSpPr txBox="1"/>
          <p:nvPr/>
        </p:nvSpPr>
        <p:spPr>
          <a:xfrm>
            <a:off x="914400" y="3749039"/>
            <a:ext cx="3291840" cy="27432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LinkedIn</a:t>
            </a:r>
          </a:p>
        </p:txBody>
      </p:sp>
      <p:sp>
        <p:nvSpPr>
          <p:cNvPr id="7" name="text:linkedin.com/in/travisim"/>
          <p:cNvSpPr txBox="1"/>
          <p:nvPr/>
        </p:nvSpPr>
        <p:spPr>
          <a:xfrm>
            <a:off x="914400" y="4069080"/>
            <a:ext cx="3291840" cy="274320"/>
          </a:xfrm>
          <a:prstGeom prst="rect">
            <a:avLst/>
          </a:prstGeom>
          <a:noFill/>
        </p:spPr>
        <p:txBody>
          <a:bodyPr wrap="square" lIns="9144" rIns="9144" tIns="0" bIns="0">
            <a:spAutoFit/>
          </a:bodyPr>
          <a:lstStyle/>
          <a:p>
            <a:pPr>
              <a:lnSpc>
                <a:spcPct val="106000"/>
              </a:lnSpc>
              <a:spcAft>
                <a:spcPts val="400"/>
              </a:spcAft>
              <a:defRPr sz="1300" b="0">
                <a:solidFill>
                  <a:srgbClr val="B3A5FF"/>
                </a:solidFill>
                <a:latin typeface="Helvetica Neue"/>
              </a:defRPr>
            </a:pPr>
            <a:r>
              <a:t>linkedin.com/in/travisim</a:t>
            </a:r>
          </a:p>
        </p:txBody>
      </p:sp>
      <p:sp>
        <p:nvSpPr>
          <p:cNvPr id="8" name="Rounded Rectangle 7"/>
          <p:cNvSpPr/>
          <p:nvPr/>
        </p:nvSpPr>
        <p:spPr>
          <a:xfrm>
            <a:off x="4754880" y="1325880"/>
            <a:ext cx="2286000" cy="2286000"/>
          </a:xfrm>
          <a:prstGeom prst="roundRect">
            <a:avLst>
              <a:gd name="adj" fmla="val 5600"/>
            </a:avLst>
          </a:prstGeom>
          <a:solidFill>
            <a:srgbClr val="F2F5F8"/>
          </a:solidFill>
          <a:ln w="10160">
            <a:solidFill>
              <a:srgbClr val="F2F5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qr-telegram.png"/>
          <p:cNvPicPr>
            <a:picLocks noChangeAspect="1"/>
          </p:cNvPicPr>
          <p:nvPr/>
        </p:nvPicPr>
        <p:blipFill>
          <a:blip r:embed="rId4"/>
          <a:stretch>
            <a:fillRect/>
          </a:stretch>
        </p:blipFill>
        <p:spPr>
          <a:xfrm>
            <a:off x="4846320" y="1417320"/>
            <a:ext cx="2103120" cy="2103120"/>
          </a:xfrm>
          <a:prstGeom prst="rect">
            <a:avLst/>
          </a:prstGeom>
        </p:spPr>
      </p:pic>
      <p:sp>
        <p:nvSpPr>
          <p:cNvPr id="10" name="text:Telegram"/>
          <p:cNvSpPr txBox="1"/>
          <p:nvPr/>
        </p:nvSpPr>
        <p:spPr>
          <a:xfrm>
            <a:off x="4754880" y="3749039"/>
            <a:ext cx="3291840" cy="27432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Telegram</a:t>
            </a:r>
          </a:p>
        </p:txBody>
      </p:sp>
      <p:sp>
        <p:nvSpPr>
          <p:cNvPr id="11" name="text:t.me/travisim"/>
          <p:cNvSpPr txBox="1"/>
          <p:nvPr/>
        </p:nvSpPr>
        <p:spPr>
          <a:xfrm>
            <a:off x="4754880" y="4069080"/>
            <a:ext cx="3291840" cy="274320"/>
          </a:xfrm>
          <a:prstGeom prst="rect">
            <a:avLst/>
          </a:prstGeom>
          <a:noFill/>
        </p:spPr>
        <p:txBody>
          <a:bodyPr wrap="square" lIns="9144" rIns="9144" tIns="0" bIns="0">
            <a:spAutoFit/>
          </a:bodyPr>
          <a:lstStyle/>
          <a:p>
            <a:pPr>
              <a:lnSpc>
                <a:spcPct val="106000"/>
              </a:lnSpc>
              <a:spcAft>
                <a:spcPts val="400"/>
              </a:spcAft>
              <a:defRPr sz="1300" b="0">
                <a:solidFill>
                  <a:srgbClr val="B3A5FF"/>
                </a:solidFill>
                <a:latin typeface="Helvetica Neue"/>
              </a:defRPr>
            </a:pPr>
            <a:r>
              <a:t>t.me/travisim</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pic>
        <p:nvPicPr>
          <p:cNvPr id="2" name="Picture 1" descr="solana-logo.png"/>
          <p:cNvPicPr>
            <a:picLocks noChangeAspect="1"/>
          </p:cNvPicPr>
          <p:nvPr/>
        </p:nvPicPr>
        <p:blipFill>
          <a:blip r:embed="rId3"/>
          <a:stretch>
            <a:fillRect/>
          </a:stretch>
        </p:blipFill>
        <p:spPr>
          <a:xfrm>
            <a:off x="1828800" y="2103120"/>
            <a:ext cx="5486400" cy="815644"/>
          </a:xfrm>
          <a:prstGeom prst="rect">
            <a:avLst/>
          </a:prstGeom>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B6B0FF"/>
      </a:hlink>
      <a:folHlink>
        <a:srgbClr val="B6B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B6B0FF"/>
      </a:hlink>
      <a:folHlink>
        <a:srgbClr val="B6B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20_BasicBlack">
  <a:themeElements>
    <a:clrScheme name="20_BasicBlack">
      <a:dk1>
        <a:srgbClr val="000000"/>
      </a:dk1>
      <a:lt1>
        <a:srgbClr val="A9A9A9"/>
      </a:lt1>
      <a:dk2>
        <a:srgbClr val="434343"/>
      </a:dk2>
      <a:lt2>
        <a:srgbClr val="A9A9A9"/>
      </a:lt2>
      <a:accent1>
        <a:srgbClr val="0076BA"/>
      </a:accent1>
      <a:accent2>
        <a:srgbClr val="05A89D"/>
      </a:accent2>
      <a:accent3>
        <a:srgbClr val="1DB100"/>
      </a:accent3>
      <a:accent4>
        <a:srgbClr val="F9B900"/>
      </a:accent4>
      <a:accent5>
        <a:srgbClr val="EE220D"/>
      </a:accent5>
      <a:accent6>
        <a:srgbClr val="CB297B"/>
      </a:accent6>
      <a:hlink>
        <a:srgbClr val="B6B0FF"/>
      </a:hlink>
      <a:folHlink>
        <a:srgbClr val="B6B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B6B0FF"/>
      </a:hlink>
      <a:folHlink>
        <a:srgbClr val="B6B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