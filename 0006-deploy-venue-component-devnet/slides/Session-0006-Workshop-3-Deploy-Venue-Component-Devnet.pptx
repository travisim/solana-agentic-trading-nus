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6" r:id="rId4"/>
    <p:sldMasterId id="2147483747" r:id="rId5"/>
    <p:sldMasterId id="2147483748" r:id="rId6"/>
  </p:sldMasterIdLst>
  <p:notesMasterIdLst>
    <p:notesMasterId r:id="rId7"/>
  </p:notesMasterIdLst>
  <p:sldIdLst>
    <p:sldId id="256" r:id="rId46"/>
    <p:sldId id="257" r:id="rId47"/>
    <p:sldId id="258" r:id="rId48"/>
    <p:sldId id="259" r:id="rId49"/>
    <p:sldId id="260" r:id="rId50"/>
    <p:sldId id="261" r:id="rId51"/>
    <p:sldId id="262" r:id="rId52"/>
    <p:sldId id="263" r:id="rId53"/>
    <p:sldId id="264" r:id="rId54"/>
    <p:sldId id="265" r:id="rId55"/>
    <p:sldId id="266" r:id="rId56"/>
    <p:sldId id="267" r:id="rId57"/>
    <p:sldId id="268" r:id="rId58"/>
    <p:sldId id="269" r:id="rId59"/>
    <p:sldId id="270" r:id="rId60"/>
    <p:sldId id="271" r:id="rId61"/>
    <p:sldId id="272" r:id="rId62"/>
    <p:sldId id="273" r:id="rId63"/>
    <p:sldId id="274" r:id="rId64"/>
    <p:sldId id="275" r:id="rId65"/>
    <p:sldId id="276" r:id="rId66"/>
    <p:sldId id="277" r:id="rId67"/>
    <p:sldId id="278" r:id="rId68"/>
    <p:sldId id="279" r:id="rId69"/>
    <p:sldId id="280" r:id="rId70"/>
    <p:sldId id="281" r:id="rId71"/>
    <p:sldId id="282" r:id="rId72"/>
    <p:sldId id="283" r:id="rId73"/>
    <p:sldId id="284" r:id="rId74"/>
    <p:sldId id="285" r:id="rId75"/>
    <p:sldId id="286" r:id="rId76"/>
    <p:sldId id="287" r:id="rId77"/>
    <p:sldId id="288" r:id="rId78"/>
    <p:sldId id="289" r:id="rId79"/>
    <p:sldId id="290" r:id="rId80"/>
    <p:sldId id="291" r:id="rId81"/>
    <p:sldId id="292" r:id="rId82"/>
    <p:sldId id="293" r:id="rId83"/>
  </p:sldIdLst>
  <p:sldSz cy="5143500" cx="9144000"/>
  <p:notesSz cx="6858000" cy="9144000"/>
  <p:embeddedFontLst>
    <p:embeddedFont>
      <p:font typeface="Space Mono"/>
      <p:regular r:id="rId119"/>
      <p:bold r:id="rId120"/>
      <p:italic r:id="rId121"/>
      <p:boldItalic r:id="rId122"/>
    </p:embeddedFont>
    <p:embeddedFont>
      <p:font typeface="Source Code Pro Light"/>
      <p:regular r:id="rId123"/>
      <p:bold r:id="rId124"/>
      <p:italic r:id="rId125"/>
      <p:boldItalic r:id="rId126"/>
    </p:embeddedFont>
    <p:embeddedFont>
      <p:font typeface="Inter SemiBold"/>
      <p:regular r:id="rId127"/>
      <p:bold r:id="rId128"/>
      <p:italic r:id="rId129"/>
      <p:boldItalic r:id="rId130"/>
    </p:embeddedFont>
    <p:embeddedFont>
      <p:font typeface="Source Code Pro ExtraLight"/>
      <p:regular r:id="rId131"/>
      <p:bold r:id="rId132"/>
      <p:italic r:id="rId133"/>
      <p:boldItalic r:id="rId134"/>
    </p:embeddedFont>
    <p:embeddedFont>
      <p:font typeface="Inter"/>
      <p:regular r:id="rId135"/>
      <p:bold r:id="rId136"/>
      <p:italic r:id="rId137"/>
      <p:boldItalic r:id="rId138"/>
    </p:embeddedFont>
    <p:embeddedFont>
      <p:font typeface="Source Code Pro"/>
      <p:regular r:id="rId139"/>
      <p:bold r:id="rId140"/>
      <p:italic r:id="rId141"/>
      <p:boldItalic r:id="rId142"/>
    </p:embeddedFont>
    <p:embeddedFont>
      <p:font typeface="Inter ExtraBold"/>
      <p:bold r:id="rId143"/>
      <p:boldItalic r:id="rId144"/>
    </p:embeddedFont>
    <p:embeddedFont>
      <p:font typeface="Helvetica Neue"/>
      <p:regular r:id="rId145"/>
      <p:bold r:id="rId146"/>
      <p:italic r:id="rId147"/>
      <p:boldItalic r:id="rId148"/>
    </p:embeddedFont>
    <p:embeddedFont>
      <p:font typeface="Helvetica Neue Light"/>
      <p:regular r:id="rId149"/>
      <p:bold r:id="rId150"/>
      <p:italic r:id="rId151"/>
      <p:boldItalic r:id="rId152"/>
    </p:embeddedFont>
    <p:embeddedFont>
      <p:font typeface="Inter Medium"/>
      <p:regular r:id="rId153"/>
      <p:bold r:id="rId154"/>
      <p:italic r:id="rId155"/>
      <p:boldItalic r:id="rId1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46" Type="http://schemas.openxmlformats.org/officeDocument/2006/relationships/slide" Target="slides/slide1.xml"/><Relationship Id="rId47" Type="http://schemas.openxmlformats.org/officeDocument/2006/relationships/slide" Target="slides/slide2.xml"/><Relationship Id="rId48" Type="http://schemas.openxmlformats.org/officeDocument/2006/relationships/slide" Target="slides/slide3.xml"/><Relationship Id="rId49" Type="http://schemas.openxmlformats.org/officeDocument/2006/relationships/slide" Target="slides/slide4.xml"/><Relationship Id="rId50" Type="http://schemas.openxmlformats.org/officeDocument/2006/relationships/slide" Target="slides/slide5.xml"/><Relationship Id="rId51" Type="http://schemas.openxmlformats.org/officeDocument/2006/relationships/slide" Target="slides/slide6.xml"/><Relationship Id="rId52" Type="http://schemas.openxmlformats.org/officeDocument/2006/relationships/slide" Target="slides/slide7.xml"/><Relationship Id="rId53" Type="http://schemas.openxmlformats.org/officeDocument/2006/relationships/slide" Target="slides/slide8.xml"/><Relationship Id="rId54" Type="http://schemas.openxmlformats.org/officeDocument/2006/relationships/slide" Target="slides/slide9.xml"/><Relationship Id="rId55" Type="http://schemas.openxmlformats.org/officeDocument/2006/relationships/slide" Target="slides/slide10.xml"/><Relationship Id="rId56" Type="http://schemas.openxmlformats.org/officeDocument/2006/relationships/slide" Target="slides/slide11.xml"/><Relationship Id="rId57" Type="http://schemas.openxmlformats.org/officeDocument/2006/relationships/slide" Target="slides/slide12.xml"/><Relationship Id="rId58" Type="http://schemas.openxmlformats.org/officeDocument/2006/relationships/slide" Target="slides/slide13.xml"/><Relationship Id="rId59" Type="http://schemas.openxmlformats.org/officeDocument/2006/relationships/slide" Target="slides/slide14.xml"/><Relationship Id="rId60" Type="http://schemas.openxmlformats.org/officeDocument/2006/relationships/slide" Target="slides/slide15.xml"/><Relationship Id="rId61" Type="http://schemas.openxmlformats.org/officeDocument/2006/relationships/slide" Target="slides/slide16.xml"/><Relationship Id="rId62" Type="http://schemas.openxmlformats.org/officeDocument/2006/relationships/slide" Target="slides/slide17.xml"/><Relationship Id="rId63" Type="http://schemas.openxmlformats.org/officeDocument/2006/relationships/slide" Target="slides/slide18.xml"/><Relationship Id="rId64" Type="http://schemas.openxmlformats.org/officeDocument/2006/relationships/slide" Target="slides/slide19.xml"/><Relationship Id="rId65" Type="http://schemas.openxmlformats.org/officeDocument/2006/relationships/slide" Target="slides/slide20.xml"/><Relationship Id="rId66" Type="http://schemas.openxmlformats.org/officeDocument/2006/relationships/slide" Target="slides/slide21.xml"/><Relationship Id="rId67" Type="http://schemas.openxmlformats.org/officeDocument/2006/relationships/slide" Target="slides/slide22.xml"/><Relationship Id="rId68" Type="http://schemas.openxmlformats.org/officeDocument/2006/relationships/slide" Target="slides/slide23.xml"/><Relationship Id="rId69" Type="http://schemas.openxmlformats.org/officeDocument/2006/relationships/slide" Target="slides/slide24.xml"/><Relationship Id="rId70" Type="http://schemas.openxmlformats.org/officeDocument/2006/relationships/slide" Target="slides/slide25.xml"/><Relationship Id="rId71" Type="http://schemas.openxmlformats.org/officeDocument/2006/relationships/slide" Target="slides/slide26.xml"/><Relationship Id="rId72" Type="http://schemas.openxmlformats.org/officeDocument/2006/relationships/slide" Target="slides/slide27.xml"/><Relationship Id="rId73" Type="http://schemas.openxmlformats.org/officeDocument/2006/relationships/slide" Target="slides/slide28.xml"/><Relationship Id="rId74" Type="http://schemas.openxmlformats.org/officeDocument/2006/relationships/slide" Target="slides/slide29.xml"/><Relationship Id="rId75" Type="http://schemas.openxmlformats.org/officeDocument/2006/relationships/slide" Target="slides/slide30.xml"/><Relationship Id="rId76" Type="http://schemas.openxmlformats.org/officeDocument/2006/relationships/slide" Target="slides/slide31.xml"/><Relationship Id="rId77" Type="http://schemas.openxmlformats.org/officeDocument/2006/relationships/slide" Target="slides/slide32.xml"/><Relationship Id="rId78" Type="http://schemas.openxmlformats.org/officeDocument/2006/relationships/slide" Target="slides/slide33.xml"/><Relationship Id="rId79" Type="http://schemas.openxmlformats.org/officeDocument/2006/relationships/slide" Target="slides/slide34.xml"/><Relationship Id="rId80" Type="http://schemas.openxmlformats.org/officeDocument/2006/relationships/slide" Target="slides/slide35.xml"/><Relationship Id="rId81" Type="http://schemas.openxmlformats.org/officeDocument/2006/relationships/slide" Target="slides/slide36.xml"/><Relationship Id="rId82" Type="http://schemas.openxmlformats.org/officeDocument/2006/relationships/slide" Target="slides/slide37.xml"/><Relationship Id="rId83" Type="http://schemas.openxmlformats.org/officeDocument/2006/relationships/slide" Target="slides/slide38.xml"/><Relationship Id="rId119" Type="http://schemas.openxmlformats.org/officeDocument/2006/relationships/font" Target="fonts/SpaceMono-regular.fntdata"/><Relationship Id="rId120" Type="http://schemas.openxmlformats.org/officeDocument/2006/relationships/font" Target="fonts/SpaceMono-bold.fntdata"/><Relationship Id="rId121" Type="http://schemas.openxmlformats.org/officeDocument/2006/relationships/font" Target="fonts/SpaceMono-italic.fntdata"/><Relationship Id="rId122" Type="http://schemas.openxmlformats.org/officeDocument/2006/relationships/font" Target="fonts/SpaceMono-boldItalic.fntdata"/><Relationship Id="rId123" Type="http://schemas.openxmlformats.org/officeDocument/2006/relationships/font" Target="fonts/SourceCodeProLight-regular.fntdata"/><Relationship Id="rId124" Type="http://schemas.openxmlformats.org/officeDocument/2006/relationships/font" Target="fonts/SourceCodeProLight-bold.fntdata"/><Relationship Id="rId125" Type="http://schemas.openxmlformats.org/officeDocument/2006/relationships/font" Target="fonts/SourceCodeProLight-italic.fntdata"/><Relationship Id="rId126" Type="http://schemas.openxmlformats.org/officeDocument/2006/relationships/font" Target="fonts/SourceCodeProLight-boldItalic.fntdata"/><Relationship Id="rId127" Type="http://schemas.openxmlformats.org/officeDocument/2006/relationships/font" Target="fonts/InterSemiBold-regular.fntdata"/><Relationship Id="rId128" Type="http://schemas.openxmlformats.org/officeDocument/2006/relationships/font" Target="fonts/InterSemiBold-bold.fntdata"/><Relationship Id="rId129" Type="http://schemas.openxmlformats.org/officeDocument/2006/relationships/font" Target="fonts/InterSemiBold-italic.fntdata"/><Relationship Id="rId130" Type="http://schemas.openxmlformats.org/officeDocument/2006/relationships/font" Target="fonts/InterSemiBold-boldItalic.fntdata"/><Relationship Id="rId131" Type="http://schemas.openxmlformats.org/officeDocument/2006/relationships/font" Target="fonts/SourceCodeProExtraLight-regular.fntdata"/><Relationship Id="rId132" Type="http://schemas.openxmlformats.org/officeDocument/2006/relationships/font" Target="fonts/SourceCodeProExtraLight-bold.fntdata"/><Relationship Id="rId133" Type="http://schemas.openxmlformats.org/officeDocument/2006/relationships/font" Target="fonts/SourceCodeProExtraLight-italic.fntdata"/><Relationship Id="rId134" Type="http://schemas.openxmlformats.org/officeDocument/2006/relationships/font" Target="fonts/SourceCodeProExtraLight-boldItalic.fntdata"/><Relationship Id="rId135" Type="http://schemas.openxmlformats.org/officeDocument/2006/relationships/font" Target="fonts/Inter-regular.fntdata"/><Relationship Id="rId136" Type="http://schemas.openxmlformats.org/officeDocument/2006/relationships/font" Target="fonts/Inter-bold.fntdata"/><Relationship Id="rId137" Type="http://schemas.openxmlformats.org/officeDocument/2006/relationships/font" Target="fonts/Inter-italic.fntdata"/><Relationship Id="rId138" Type="http://schemas.openxmlformats.org/officeDocument/2006/relationships/font" Target="fonts/Inter-boldItalic.fntdata"/><Relationship Id="rId139" Type="http://schemas.openxmlformats.org/officeDocument/2006/relationships/font" Target="fonts/SourceCodePro-regular.fntdata"/><Relationship Id="rId140" Type="http://schemas.openxmlformats.org/officeDocument/2006/relationships/font" Target="fonts/SourceCodePro-bold.fntdata"/><Relationship Id="rId141" Type="http://schemas.openxmlformats.org/officeDocument/2006/relationships/font" Target="fonts/SourceCodePro-italic.fntdata"/><Relationship Id="rId142" Type="http://schemas.openxmlformats.org/officeDocument/2006/relationships/font" Target="fonts/SourceCodePro-boldItalic.fntdata"/><Relationship Id="rId143" Type="http://schemas.openxmlformats.org/officeDocument/2006/relationships/font" Target="fonts/InterExtraBold-bold.fntdata"/><Relationship Id="rId144" Type="http://schemas.openxmlformats.org/officeDocument/2006/relationships/font" Target="fonts/InterExtraBold-boldItalic.fntdata"/><Relationship Id="rId145" Type="http://schemas.openxmlformats.org/officeDocument/2006/relationships/font" Target="fonts/HelveticaNeue-regular.fntdata"/><Relationship Id="rId146" Type="http://schemas.openxmlformats.org/officeDocument/2006/relationships/font" Target="fonts/HelveticaNeue-bold.fntdata"/><Relationship Id="rId147" Type="http://schemas.openxmlformats.org/officeDocument/2006/relationships/font" Target="fonts/HelveticaNeue-italic.fntdata"/><Relationship Id="rId148" Type="http://schemas.openxmlformats.org/officeDocument/2006/relationships/font" Target="fonts/HelveticaNeue-boldItalic.fntdata"/><Relationship Id="rId149" Type="http://schemas.openxmlformats.org/officeDocument/2006/relationships/font" Target="fonts/HelveticaNeueLight-regular.fntdata"/><Relationship Id="rId150" Type="http://schemas.openxmlformats.org/officeDocument/2006/relationships/font" Target="fonts/HelveticaNeueLight-bold.fntdata"/><Relationship Id="rId151" Type="http://schemas.openxmlformats.org/officeDocument/2006/relationships/font" Target="fonts/HelveticaNeueLight-italic.fntdata"/><Relationship Id="rId152" Type="http://schemas.openxmlformats.org/officeDocument/2006/relationships/font" Target="fonts/HelveticaNeueLight-boldItalic.fntdata"/><Relationship Id="rId153" Type="http://schemas.openxmlformats.org/officeDocument/2006/relationships/font" Target="fonts/InterMedium-regular.fntdata"/><Relationship Id="rId154" Type="http://schemas.openxmlformats.org/officeDocument/2006/relationships/font" Target="fonts/InterMedium-bold.fntdata"/><Relationship Id="rId155" Type="http://schemas.openxmlformats.org/officeDocument/2006/relationships/font" Target="fonts/InterMedium-italic.fntdata"/><Relationship Id="rId156" Type="http://schemas.openxmlformats.org/officeDocument/2006/relationships/font" Target="fonts/Inter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[18:00] Welcome back after the break, thanks for coming. I'm Travis. Tonight is Workshop 3. The first two workshops were about agents and data. Tonight we go to the other side: the venue the agent trades on. You will read a real order book, we will look at a tiny venue component that is deployed on devnet, and then you pick a starter and build. The headline for tonight is simple: leave with a program address and transaction links. If you have not run the setup, do it now while I talk, and wave if you are stuck.</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[18:02] Quick progress circle. Build night 3 was in November: position sizing and the trade ledger. Then the break. Tonight is Workshop 3, the venue side. Next Thursday the twenty-eighth of January is build night 4, backtest validation and failure testing, so whatever you build tonight can be failure tested next week. Go round the room: one line each, what did you do over the break, and is your project still running? Do not worry if the answer is nothing. Then we start.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[18:08] Here is the shape of the night. Forty minutes of slides, about twenty-five minutes of live demos where you predict before I run anything, a fifteen minute mini-lab where you read one market and compute a spread by hand, then twenty-five minutes of open build, and a five minute push at the end. The slides are in this order on purpose: first the numbers you can get from an order book, then what belongs on-chain, then why sent is not confirmed, then the thing we deployed.</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[18:09] The goal is on the slide: leave with a deployed program address and transaction links, and be able to explain one accepted case and one rejected case. The three rules matter more than the goal. Reads use public mainnet data. Every write goes to devnet only. Nobody here needs real funds. And keys: never paste a seed phrase anywhere, and keep key files out of git. Our repo ignores them, but check your own. Devnet SOL is free but the faucet is rate limited, so we have a plan for that on the funding slide.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[18:10] An order book is everyone's standing offers sorted by price. Bids on the left: people who want to buy, with the highest price at the top. Asks on the right: people who want to sell, lowest price at the top. The best bid and best ask are the top of the book. A trade happens when someone is willing to cross the gap. This book is made up so the maths stays simple: the real ones come in a few slides. Ask the room: if you wanted to buy right now at once, which side of the book do you hit?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[18:13] Two numbers. Spread: best ask minus best bid. We usually quote it in basis points, a hundredth of a percent, divided by the mid price, so different markets can be compared. Depth: how much size is standing within a band around the mid, for example within fifty basis points. A narrow spread with deep depth is a cheap market to trade. A wide spread or thin depth means you pay to get in and pay again to get out. Both are standard order book measures. They are cheap to compute and an agent can use them as a filter: do not trade when the spread is above a limit.</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[18:16] Imbalance compares the size at the top of the book: bid size minus ask size, divided by the total. Between minus one and one. Positive means more buyers waiting than sellers. The microprice is a size-weighted mid: it leans toward the side that is thinner, because that side is about to get consumed. Both are fast signals and both are noisy, so we treat them as features for an agent to consider, not as a trading rule. Nothing here predicts returns on its own. You will see a real test of that later in the order flow demo.</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[18:19] The measures so far look at one snapshot. Order flow imbalance looks at how the top of the book changed between two snapshots. If the best bid grew or moved up, that is buy pressure. If the best ask shrank or moved up, also buy pressure. The mirror cases are sell pressure. Add the changes up over a window and you have a flow measure. It is inspired by the order flow imbalance idea from Cont, Kukanov and Stoikov. The point for tonight is that you need the book at two moments, so you need a data collection run. That is why the demo has snapshots fifteen seconds apart.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[18:22] Here is the link back to venues. Every measure so far needs the book: spread needs the best bid and ask, depth needs the ladder, order flow needs snapshots. If a venue hides its book you cannot compute any of this. On Solana the book of an on-chain venue is just an account anyone can read. That is a big part of why exchange builders matter: what they choose to publish decides what everyone else can measure. Keep this in mind when you design your own component.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[18:25] This is a real book. Phoenix is an on-chain order book on Solana, and this is the SOL/USDC market on mainnet, read straight from the market account and decoded by our own code, not by an SDK. We checked our decoder against the official SDK output on the same account, and the numbers match. Read the cards: best bid, best ask, spread in basis points, and the Orca price at the same moment for reference. Notice anything odd? The spread is very wide. Hold that thought, it is the next two slides. This is recorded data, captured on the date at the bottom. Reads only, no writes.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[18:28] Same decoder, three mainnet markets in the same minute: SOL/USDC, JitoSOL/SOL and mSOL/SOL, plus the two devnet markets for comparison. The spreads are hundreds or thousands of basis points. A thousand basis points is ten percent. That is not how a healthy market looks. The Phoenix markets we are reading here are the older legacy markets, and they are thin. Devnet is worse: one market has only an ask, the other is empty because its orders had expired. It is honest data, and the lesson is on the next slide.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[18:31] A decoder that works is not the same as a market that is busy. In the eight minutes of data collection, the top five levels of the SOL/USDC book changed once. A feature like imbalance computed from a book that never moves is not information. So before you trust any book feature, check how often the top of the book changes, and compare the mid to an independent price such as Orca or Pyth. The right answer when a book is thin is not to hide it, it is to say so. The demo has a Live switch: if you turn it on you will see what the market is doing right now.</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[18:33] When you cannot see a book you can still say something from trades. The tick rule labels each trade as a buy if the price went up from the previous trade, and a sell if it went down. The Roll model estimates the spread from how prices bounce back and forth. Both ideas are in the book Advances in Financial Machine Learning, chapter nineteen, section three. The number on the slide is from real Orca swaps. Careful with the story here: when we first ran this the tick rule agreed only thirty-nine percent of the time, which is worse than a coin flip. The cause was the recording: within one slot the swaps were stored in reverse. Once we put them back in order the agreement went to ninety-six percent. Lesson: check your data order before you trust a result.</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[18:36] The design question for any venue component: what goes on-chain? Put on-chain only what must be trusted by people who do not trust each other: who owns what, the rule that moves funds, and the record of what happened. Keep off-chain everything that is cheap to redo or that changes often: the strategy, charts, retries, monitoring. Our component keeps the matching rule and the record of fills on-chain, and everything that watches it off-chain. On-chain space and compute cost real money, so smaller is better.</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[18:38] A transaction passes through three commitment levels. Processed: a node has run it. Confirmed: a supermajority of validators voted for it. Finalized: it cannot be rolled back. Each step is slower and safer. The mistake to avoid is treating sent as done. Your wallet says sent, your code moves on, and then the transaction fails or is dropped. The rule for money: credit at the level your risk allows, and never before you know the transaction did not fail. For small devnet amounts, confirmed is fine. For large amounts, wait for finalized.</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[18:40] We measured it. Nine real devnet transactions, using websocket subscriptions to see the moment each level arrived. Median: processed in about a third of a second, confirmed in a bit over seven tenths of a second. On this devnet, confirmed and finalized arrived together, so you could not tell them apart. On a local validator, finalized took about seventeen seconds. So the gap can be large or invisible depending on the network. Do not hard-code a wait time. Subscribe, and credit when the level you chose arrives.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[18:42] Starter number one, and a pattern you will see everywhere. A watcher subscribes to the logs of a vault address, and for each transaction it decides whether to credit. Our rule: credit at confirmed, only if the transaction did not fail. In the real devnet run there were three transfers to a fresh vault. Two succeeded and were credited. The third tried to send more than the sender held, it failed, and it was not credited. A watcher that only looks at the vault balance would miss the failed case entirely, and one that only looks at the log would credit it. Check the error field.</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[18:44] Now the thing we deployed. mini_book is a limit order book in one account, 272 bytes: a header with a magic number, the next order id, the number of fills and the last price, then sixteen slots, each with an id, a side, a price and a quantity. Three instructions: init, place and cancel. Written in Rust with no libraries so the compiled program is about five and a half kilobytes, which keeps the devnet rent small. The warning on the slide matters: this is a teaching toy. It has no balances, no owners and no signer checks. It is not a venue.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[18:46] Four rules. Price priority: the best price fills first. Time priority: at the same price the lowest order id, the oldest order, fills first. Maker price: a fill happens at the price of the order that was already resting. Leftovers rest: any quantity not filled joins the book. The example is from the real run: an ask for nine at ninety-nine arrives when bids of seven at one hundred and one and six at ninety-nine are resting. It fills two at one hundred and one first, because that is the better price for a seller, then six at ninety-nine, and the last one rests. Pause here and ask someone to predict before showing the demo later.</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[18:47] This is the core of the program, with comments stripped. A loop: find the best resting order that crosses, fill the smaller of what is left and what is resting, write a FILL line to the log, clear or reduce the resting order, repeat. When nothing crosses, whatever is left rests. The logs are the receipt: every order and every fill is a text line in the transaction logs, so an explorer shows exactly what happened. The same logic is also written in TypeScript against the same bytes, and a test checks that the two agree with what the chain actually did.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[18:48] Real addresses, all devnet. The program id, the slot it was deployed in, the size, the hash of the file, and the signature of the deploy transaction. We verified the on-chain bytes equal our built file by dumping the program back from the chain and comparing hashes. Be honest about the caveat on the slide: the faucet returned rate-limit errors all day, so the deployer was funded by a transfer from a leftover devnet test wallet. That is why you may need the same trick for your own keys. Open the explorer link on your laptop and look at the program account.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[18:49] A scripted session against the deployed program: init, two asks, two bids, a bid that crosses, an ask that crosses two orders, a bad order, and a cancel. Nine transactions, each with a real signature and slot. Look at the compute units column: the init is cheap and the crossing orders cost more because they do more work. Total fees were fifty thousand lamports, 0.00005 SOL. Find the one that failed. We come back to it on the next slide.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[18:49] Step eight: a bid with quantity zero. The program returned custom error five. The book did not change, because the runtime discards every write of a failed transaction. But the fee was still charged. A rejected transaction is not free. On the right: what this toy does not do. No balances, no owners, no signer checks, and only sixteen orders. Real venues add all three. If a student asks why we did not add them, it is because each one is a lesson on its own, and a venue is a team project, not a workshop.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[18:51] Pick one. The deposit watcher is the gentlest: a ledger, commitment levels and failed transactions. The mini order book is for people who want to extend the Rust or the TypeScript mirror: a new order type, more tests. The Phoenix ladder reader is for anyone who wants a book feature for their agent: spread, depth, imbalance. The Orca whirlpool lab turns a sqrt price into a price and reads swaps, and it is the hardest. Every starter reads real data and writes devnet only. If you are not sure, take the one with the tier you are comfortable with.</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[18:53] Devnet SOL is the one thing we cannot guarantee. Level one: no SOL at all. You run the Phoenix reader and the Orca lab and all the recorded demos, and you can still finish the mini-lab. Level two: about three thousandths of a SOL, enough to run the deposit watcher and place orders on the book we deployed. Level three: about seven hundredths of a SOL, enough to deploy your own copy of the program. The faucet is rate limited. We will pre-fund throwaway keys for people who need them. Never send funds from a real wallet to a devnet key.</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[18:55] Demo one. Predict first: how wide is the spread on this market, in basis points? Take guesses from three people. Then open the ladder. You will see bids and asks as depth bars, with spread, depth bands and imbalance beside them. Move the slider to change the band, switch market with the buttons. The Live switch reads the account over the public RPC right now; if it fails three times in a row it falls back to recorded and says so. What to point out: the one-sided devnet market and the expired orders.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[19:00] Demo two: orders matching one at a time. Predict first: when the ask at ninety-nine arrives, which resting order fills first? Then step through. On the left the book before and after, on the right the log lines the program wrote. Both the TypeScript engine and the on-chain program produced these lines, and they match. Step seven is the one to dwell on: the price priority. Step eight shows the rejected order. If someone asks, the Live mode here reads the real book account on devnet.</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[19:04] Demo three is an explorer-style replay of the nine real transactions. Predict first: which one fails and does it still cost a fee? Each row has the signature, the slot, the fee, the compute units and the processed, confirmed and finalized times. Click a row to see the logs. The signatures link to the Solana explorer, so you can open the real thing. Live mode reads the signatures of the deployed program from devnet, so anything people send to our book while we talk shows up.</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[19:08] Demo four: a deposit travelling from wallet to vault to ledger, with sent and confirmed as two stages. Predict first: at which stage should the ledger credit, and what happens if the transaction failed? Use the toggle to fail a deposit and see the ledger refuse to credit it. This is the watcher from the starter, drawn out. Live mode watches the vault we used and shows the real devnet slots.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[19:11] Demo five goes back to the question from the start. Real Orca swaps, grouped into one-minute windows, each with a buy volume, a sell volume and an imbalance. Predict first: does the imbalance in one minute say anything about the next? The numbers say: it correlates with the return in the same window, but almost not at all with the next one. That is the honest answer. A feature that explains the minute that just happened is not a prediction. This is recorded data, simulated and not advice.</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[19:14] Scan the code or type the address. No install: the five demos open in a browser, recorded by default. The same files are in the repo and open from disk if the Wi-Fi is bad. Switch Live on to see real Solana data. If Live fails, the demo falls back to recorded by itself. Take one minute now to open demo one on your laptop. Then we start the mini-lab.</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[19:15] Fifteen minutes. Four steps. Read: open the ladder demo and pick a market. By hand: take the best ask minus the best bid, divide by the mid, multiply by ten thousand. In code: run the ladder command and compare. Pick a starter and start extending it. You are done with the lab when your hand number and your code number agree. If they differ, find out why: the usual cause is a rounding or using the wrong price units. Leads rotate and help.</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[19:55] Three things. Spread, depth and imbalance all come from seeing the book. Put on-chain only what must be trusted. Sent is not confirmed: credit at the level your risk allows. Two questions for the discussion, or take them home. What does the on-chain component add for this user? Does a successful transaction prove the project did the right thing? My answer to the second is no: a transaction can succeed and still do the wrong thing, and that is exactly what next week's failure testing is for.</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[19:56] Three ways to go further, by level. Beginner: run the deposit watcher against a second kind of failure, for example a transfer to the wrong address. Standard: add a new order type to mini_book with a test, such as an order that only rests and never fills. Advanced: add an owner and a signer check to the program, so only the owner can cancel an order. Pick one, write it down, and bring it to the next session.</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[19:57] Share back so we can learn from each other and so I can report the session. By tonight: push your code and paste your program address in the group. Within forty-eight hours: post your transaction links and one lesson learned. Next session: bring it to build night 4 for failure testing. Do not paste any key or seed phrase, ever. Addresses and signatures are public and safe to share.</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[19:58] Everything from tonight is in one public repo: the demos, the sample code, the program source and the recorded data. Scan the code or type the address. Then three commands from the code folder: install, test, run the demo with the recorded flag. The recorded flag is the default so it works offline. Writes are devnet only. The folder is the one on the slide, and the program's README explains how to build and deploy your own copy.</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[19:59] If you want to follow up, ask a question, or share what you built, here are LinkedIn and Telegram. Scan either one. Thanks everyone. Push your code before you leave, and I will see you at build night 4 next Thursday.</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[20:00] End of session. Leave this slide up while people pack up. Remind everyone to submit the post-workshop feedback form and that the report goes out within forty-eight hours, so by Saturday the twenty-third of January.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4.png"/><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4.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png"/><Relationship Id="rId4" Type="http://schemas.openxmlformats.org/officeDocument/2006/relationships/image" Target="../media/image1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 Id="rId3"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 Id="rId4"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33.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6.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3.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8.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9.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5.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7.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9.png"/><Relationship Id="rId7" Type="http://schemas.openxmlformats.org/officeDocument/2006/relationships/image" Target="../media/image1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3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19.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19.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7.png"/><Relationship Id="rId6" Type="http://schemas.openxmlformats.org/officeDocument/2006/relationships/image" Target="../media/image49.png"/><Relationship Id="rId7" Type="http://schemas.openxmlformats.org/officeDocument/2006/relationships/image" Target="../media/image43.png"/><Relationship Id="rId8" Type="http://schemas.openxmlformats.org/officeDocument/2006/relationships/image" Target="../media/image47.png"/><Relationship Id="rId9" Type="http://schemas.openxmlformats.org/officeDocument/2006/relationships/image" Target="../media/image44.png"/><Relationship Id="rId10" Type="http://schemas.openxmlformats.org/officeDocument/2006/relationships/image" Target="../media/image46.png"/><Relationship Id="rId11" Type="http://schemas.openxmlformats.org/officeDocument/2006/relationships/image" Target="../media/image40.png"/><Relationship Id="rId12" Type="http://schemas.openxmlformats.org/officeDocument/2006/relationships/image" Target="../media/image42.png"/><Relationship Id="rId13" Type="http://schemas.openxmlformats.org/officeDocument/2006/relationships/image" Target="../media/image39.png"/><Relationship Id="rId14" Type="http://schemas.openxmlformats.org/officeDocument/2006/relationships/image" Target="../media/image41.png"/><Relationship Id="rId15" Type="http://schemas.openxmlformats.org/officeDocument/2006/relationships/image" Target="../media/image55.png"/><Relationship Id="rId16" Type="http://schemas.openxmlformats.org/officeDocument/2006/relationships/image" Target="../media/image51.png"/><Relationship Id="rId17" Type="http://schemas.openxmlformats.org/officeDocument/2006/relationships/image" Target="../media/image45.png"/><Relationship Id="rId18" Type="http://schemas.openxmlformats.org/officeDocument/2006/relationships/image" Target="../media/image60.png"/><Relationship Id="rId19" Type="http://schemas.openxmlformats.org/officeDocument/2006/relationships/image" Target="../media/image50.png"/><Relationship Id="rId20" Type="http://schemas.openxmlformats.org/officeDocument/2006/relationships/image" Target="../media/image53.png"/><Relationship Id="rId21" Type="http://schemas.openxmlformats.org/officeDocument/2006/relationships/image" Target="../media/image54.png"/><Relationship Id="rId22" Type="http://schemas.openxmlformats.org/officeDocument/2006/relationships/image" Target="../media/image48.png"/><Relationship Id="rId23" Type="http://schemas.openxmlformats.org/officeDocument/2006/relationships/image" Target="../media/image56.png"/><Relationship Id="rId24" Type="http://schemas.openxmlformats.org/officeDocument/2006/relationships/image" Target="../media/image58.png"/><Relationship Id="rId25" Type="http://schemas.openxmlformats.org/officeDocument/2006/relationships/image" Target="../media/image65.png"/><Relationship Id="rId26" Type="http://schemas.openxmlformats.org/officeDocument/2006/relationships/image" Target="../media/image64.png"/><Relationship Id="rId27" Type="http://schemas.openxmlformats.org/officeDocument/2006/relationships/image" Target="../media/image62.png"/><Relationship Id="rId28" Type="http://schemas.openxmlformats.org/officeDocument/2006/relationships/image" Target="../media/image57.png"/><Relationship Id="rId29" Type="http://schemas.openxmlformats.org/officeDocument/2006/relationships/image" Target="../media/image59.png"/><Relationship Id="rId30" Type="http://schemas.openxmlformats.org/officeDocument/2006/relationships/image" Target="../media/image77.png"/><Relationship Id="rId31" Type="http://schemas.openxmlformats.org/officeDocument/2006/relationships/image" Target="../media/image71.png"/><Relationship Id="rId32" Type="http://schemas.openxmlformats.org/officeDocument/2006/relationships/image" Target="../media/image63.png"/><Relationship Id="rId33" Type="http://schemas.openxmlformats.org/officeDocument/2006/relationships/image" Target="../media/image7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52" name="Google Shape;52;p13"/>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53" name="Google Shape;53;p13"/>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54" name="Google Shape;54;p13"/>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55" name="Google Shape;55;p13"/>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56" name="Google Shape;56;p13"/>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57" name="Shape 57"/>
        <p:cNvGrpSpPr/>
        <p:nvPr/>
      </p:nvGrpSpPr>
      <p:grpSpPr>
        <a:xfrm>
          <a:off x="0" y="0"/>
          <a:ext cx="0" cy="0"/>
          <a:chOff x="0" y="0"/>
          <a:chExt cx="0" cy="0"/>
        </a:xfrm>
      </p:grpSpPr>
      <p:pic>
        <p:nvPicPr>
          <p:cNvPr id="58" name="Google Shape;58;p14"/>
          <p:cNvPicPr preferRelativeResize="0"/>
          <p:nvPr/>
        </p:nvPicPr>
        <p:blipFill>
          <a:blip r:embed="rId2">
            <a:alphaModFix/>
          </a:blip>
          <a:stretch>
            <a:fillRect/>
          </a:stretch>
        </p:blipFill>
        <p:spPr>
          <a:xfrm>
            <a:off x="0" y="0"/>
            <a:ext cx="2286000" cy="5143500"/>
          </a:xfrm>
          <a:prstGeom prst="rect">
            <a:avLst/>
          </a:prstGeom>
          <a:noFill/>
          <a:ln>
            <a:noFill/>
          </a:ln>
        </p:spPr>
      </p:pic>
      <p:sp>
        <p:nvSpPr>
          <p:cNvPr id="59" name="Google Shape;59;p14"/>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60" name="Google Shape;60;p1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61" name="Google Shape;61;p14"/>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62" name="Google Shape;62;p14"/>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3" name="Google Shape;63;p14"/>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4" name="Google Shape;64;p14"/>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5" name="Google Shape;65;p14"/>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6" name="Google Shape;66;p14"/>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7" name="Google Shape;67;p14"/>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8" name="Google Shape;68;p14"/>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9" name="Google Shape;69;p14"/>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0" name="Google Shape;70;p14"/>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1" name="Google Shape;71;p14"/>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2" name="Google Shape;72;p14"/>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3" name="Google Shape;73;p14"/>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4" name="Google Shape;74;p14"/>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5" name="Google Shape;75;p14"/>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6" name="Google Shape;76;p14"/>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7" name="Google Shape;77;p14"/>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8" name="Google Shape;78;p14"/>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79" name="Google Shape;79;p14"/>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80" name="Shape 80"/>
        <p:cNvGrpSpPr/>
        <p:nvPr/>
      </p:nvGrpSpPr>
      <p:grpSpPr>
        <a:xfrm>
          <a:off x="0" y="0"/>
          <a:ext cx="0" cy="0"/>
          <a:chOff x="0" y="0"/>
          <a:chExt cx="0" cy="0"/>
        </a:xfrm>
      </p:grpSpPr>
      <p:sp>
        <p:nvSpPr>
          <p:cNvPr id="81" name="Google Shape;81;p1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 name="Google Shape;82;p1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83" name="Google Shape;83;p1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84" name="Google Shape;84;p1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pic>
        <p:nvPicPr>
          <p:cNvPr id="85" name="Google Shape;85;p15"/>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86" name="Google Shape;86;p1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88" name="Shape 88"/>
        <p:cNvGrpSpPr/>
        <p:nvPr/>
      </p:nvGrpSpPr>
      <p:grpSpPr>
        <a:xfrm>
          <a:off x="0" y="0"/>
          <a:ext cx="0" cy="0"/>
          <a:chOff x="0" y="0"/>
          <a:chExt cx="0" cy="0"/>
        </a:xfrm>
      </p:grpSpPr>
      <p:pic>
        <p:nvPicPr>
          <p:cNvPr id="89" name="Google Shape;89;p16"/>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90" name="Google Shape;90;p16"/>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91" name="Google Shape;91;p16"/>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92" name="Google Shape;92;p16"/>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93" name="Google Shape;9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4" name="Google Shape;94;p16"/>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95" name="Google Shape;95;p16"/>
          <p:cNvSpPr/>
          <p:nvPr>
            <p:ph idx="2" type="pic"/>
          </p:nvPr>
        </p:nvSpPr>
        <p:spPr>
          <a:xfrm>
            <a:off x="535276" y="1720023"/>
            <a:ext cx="315900" cy="315900"/>
          </a:xfrm>
          <a:prstGeom prst="rect">
            <a:avLst/>
          </a:prstGeom>
          <a:noFill/>
          <a:ln>
            <a:noFill/>
          </a:ln>
        </p:spPr>
      </p:sp>
      <p:sp>
        <p:nvSpPr>
          <p:cNvPr id="96" name="Google Shape;96;p16"/>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97" name="Google Shape;97;p16"/>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98" name="Google Shape;98;p16"/>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99" name="Google Shape;99;p16"/>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100" name="Google Shape;100;p16"/>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101" name="Google Shape;101;p16"/>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102" name="Google Shape;102;p16"/>
          <p:cNvSpPr/>
          <p:nvPr>
            <p:ph idx="5" type="pic"/>
          </p:nvPr>
        </p:nvSpPr>
        <p:spPr>
          <a:xfrm>
            <a:off x="2665988" y="1720023"/>
            <a:ext cx="315900" cy="315900"/>
          </a:xfrm>
          <a:prstGeom prst="rect">
            <a:avLst/>
          </a:prstGeom>
          <a:noFill/>
          <a:ln>
            <a:noFill/>
          </a:ln>
        </p:spPr>
      </p:sp>
      <p:sp>
        <p:nvSpPr>
          <p:cNvPr id="103" name="Google Shape;103;p16"/>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4" name="Google Shape;104;p16"/>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5" name="Google Shape;105;p16"/>
          <p:cNvSpPr/>
          <p:nvPr>
            <p:ph idx="8" type="pic"/>
          </p:nvPr>
        </p:nvSpPr>
        <p:spPr>
          <a:xfrm>
            <a:off x="4780001" y="1720023"/>
            <a:ext cx="315900" cy="315900"/>
          </a:xfrm>
          <a:prstGeom prst="rect">
            <a:avLst/>
          </a:prstGeom>
          <a:noFill/>
          <a:ln>
            <a:noFill/>
          </a:ln>
        </p:spPr>
      </p:sp>
      <p:sp>
        <p:nvSpPr>
          <p:cNvPr id="106" name="Google Shape;106;p16"/>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7" name="Google Shape;107;p16"/>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8" name="Google Shape;108;p16"/>
          <p:cNvSpPr/>
          <p:nvPr>
            <p:ph idx="14" type="pic"/>
          </p:nvPr>
        </p:nvSpPr>
        <p:spPr>
          <a:xfrm>
            <a:off x="6896376" y="1720023"/>
            <a:ext cx="315900" cy="315900"/>
          </a:xfrm>
          <a:prstGeom prst="rect">
            <a:avLst/>
          </a:prstGeom>
          <a:noFill/>
          <a:ln>
            <a:noFill/>
          </a:ln>
        </p:spPr>
      </p:sp>
      <p:sp>
        <p:nvSpPr>
          <p:cNvPr id="109" name="Google Shape;109;p16"/>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10" name="Google Shape;110;p16"/>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11" name="Google Shape;111;p1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16"/>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113" name="Shape 113"/>
        <p:cNvGrpSpPr/>
        <p:nvPr/>
      </p:nvGrpSpPr>
      <p:grpSpPr>
        <a:xfrm>
          <a:off x="0" y="0"/>
          <a:ext cx="0" cy="0"/>
          <a:chOff x="0" y="0"/>
          <a:chExt cx="0" cy="0"/>
        </a:xfrm>
      </p:grpSpPr>
      <p:sp>
        <p:nvSpPr>
          <p:cNvPr id="114" name="Google Shape;114;p17"/>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5" name="Google Shape;115;p17"/>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6" name="Google Shape;116;p17"/>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17"/>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118" name="Google Shape;118;p1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119" name="Google Shape;119;p17"/>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20" name="Google Shape;120;p17"/>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121" name="Shape 121"/>
        <p:cNvGrpSpPr/>
        <p:nvPr/>
      </p:nvGrpSpPr>
      <p:grpSpPr>
        <a:xfrm>
          <a:off x="0" y="0"/>
          <a:ext cx="0" cy="0"/>
          <a:chOff x="0" y="0"/>
          <a:chExt cx="0" cy="0"/>
        </a:xfrm>
      </p:grpSpPr>
      <p:pic>
        <p:nvPicPr>
          <p:cNvPr id="122" name="Google Shape;122;p18"/>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123" name="Google Shape;123;p18"/>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124" name="Google Shape;124;p18"/>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125" name="Google Shape;125;p18"/>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126" name="Google Shape;126;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7" name="Google Shape;127;p18"/>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128" name="Google Shape;128;p18"/>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129" name="Google Shape;129;p18"/>
          <p:cNvSpPr/>
          <p:nvPr>
            <p:ph idx="2" type="pic"/>
          </p:nvPr>
        </p:nvSpPr>
        <p:spPr>
          <a:xfrm>
            <a:off x="535276" y="1372373"/>
            <a:ext cx="315900" cy="315900"/>
          </a:xfrm>
          <a:prstGeom prst="rect">
            <a:avLst/>
          </a:prstGeom>
          <a:noFill/>
          <a:ln>
            <a:noFill/>
          </a:ln>
        </p:spPr>
      </p:sp>
      <p:sp>
        <p:nvSpPr>
          <p:cNvPr id="130" name="Google Shape;130;p18"/>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1" name="Google Shape;131;p18"/>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2" name="Google Shape;132;p18"/>
          <p:cNvSpPr/>
          <p:nvPr>
            <p:ph idx="4" type="pic"/>
          </p:nvPr>
        </p:nvSpPr>
        <p:spPr>
          <a:xfrm>
            <a:off x="3358251" y="1372373"/>
            <a:ext cx="315900" cy="315900"/>
          </a:xfrm>
          <a:prstGeom prst="rect">
            <a:avLst/>
          </a:prstGeom>
          <a:noFill/>
          <a:ln>
            <a:noFill/>
          </a:ln>
        </p:spPr>
      </p:sp>
      <p:sp>
        <p:nvSpPr>
          <p:cNvPr id="133" name="Google Shape;133;p18"/>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4" name="Google Shape;134;p18"/>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5" name="Google Shape;135;p18"/>
          <p:cNvSpPr/>
          <p:nvPr>
            <p:ph idx="7" type="pic"/>
          </p:nvPr>
        </p:nvSpPr>
        <p:spPr>
          <a:xfrm>
            <a:off x="6181226" y="1372373"/>
            <a:ext cx="315900" cy="315900"/>
          </a:xfrm>
          <a:prstGeom prst="rect">
            <a:avLst/>
          </a:prstGeom>
          <a:noFill/>
          <a:ln>
            <a:noFill/>
          </a:ln>
        </p:spPr>
      </p:sp>
      <p:sp>
        <p:nvSpPr>
          <p:cNvPr id="136" name="Google Shape;136;p18"/>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7" name="Google Shape;137;p18"/>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8" name="Google Shape;138;p1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8"/>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140" name="Shape 140"/>
        <p:cNvGrpSpPr/>
        <p:nvPr/>
      </p:nvGrpSpPr>
      <p:grpSpPr>
        <a:xfrm>
          <a:off x="0" y="0"/>
          <a:ext cx="0" cy="0"/>
          <a:chOff x="0" y="0"/>
          <a:chExt cx="0" cy="0"/>
        </a:xfrm>
      </p:grpSpPr>
      <p:sp>
        <p:nvSpPr>
          <p:cNvPr id="141" name="Google Shape;14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2" name="Google Shape;142;p1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43" name="Google Shape;143;p1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44" name="Google Shape;144;p1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45" name="Google Shape;145;p19"/>
          <p:cNvSpPr/>
          <p:nvPr>
            <p:ph idx="2" type="pic"/>
          </p:nvPr>
        </p:nvSpPr>
        <p:spPr>
          <a:xfrm>
            <a:off x="410476" y="1541323"/>
            <a:ext cx="315900" cy="315900"/>
          </a:xfrm>
          <a:prstGeom prst="rect">
            <a:avLst/>
          </a:prstGeom>
          <a:noFill/>
          <a:ln>
            <a:noFill/>
          </a:ln>
        </p:spPr>
      </p:sp>
      <p:sp>
        <p:nvSpPr>
          <p:cNvPr id="146" name="Google Shape;146;p1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47" name="Google Shape;147;p1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48" name="Google Shape;148;p19"/>
          <p:cNvSpPr/>
          <p:nvPr>
            <p:ph idx="5" type="pic"/>
          </p:nvPr>
        </p:nvSpPr>
        <p:spPr>
          <a:xfrm>
            <a:off x="4803338" y="1541323"/>
            <a:ext cx="315900" cy="315900"/>
          </a:xfrm>
          <a:prstGeom prst="rect">
            <a:avLst/>
          </a:prstGeom>
          <a:noFill/>
          <a:ln>
            <a:noFill/>
          </a:ln>
        </p:spPr>
      </p:sp>
      <p:sp>
        <p:nvSpPr>
          <p:cNvPr id="149" name="Google Shape;149;p1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50" name="Google Shape;150;p1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51" name="Google Shape;151;p1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2" name="Google Shape;152;p1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_NUMBER_1">
    <p:bg>
      <p:bgPr>
        <a:solidFill>
          <a:schemeClr val="dk1"/>
        </a:solidFill>
      </p:bgPr>
    </p:bg>
    <p:spTree>
      <p:nvGrpSpPr>
        <p:cNvPr id="153" name="Shape 153"/>
        <p:cNvGrpSpPr/>
        <p:nvPr/>
      </p:nvGrpSpPr>
      <p:grpSpPr>
        <a:xfrm>
          <a:off x="0" y="0"/>
          <a:ext cx="0" cy="0"/>
          <a:chOff x="0" y="0"/>
          <a:chExt cx="0" cy="0"/>
        </a:xfrm>
      </p:grpSpPr>
      <p:pic>
        <p:nvPicPr>
          <p:cNvPr id="154" name="Google Shape;154;p20"/>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155" name="Google Shape;155;p20"/>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56" name="Google Shape;156;p20"/>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7" name="Google Shape;157;p2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58" name="Google Shape;158;p20"/>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159" name="Google Shape;159;p20"/>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0" name="Google Shape;160;p20"/>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61" name="Google Shape;161;p20"/>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62" name="Google Shape;162;p2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3" name="Google Shape;163;p2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0"/>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165" name="Shape 165"/>
        <p:cNvGrpSpPr/>
        <p:nvPr/>
      </p:nvGrpSpPr>
      <p:grpSpPr>
        <a:xfrm>
          <a:off x="0" y="0"/>
          <a:ext cx="0" cy="0"/>
          <a:chOff x="0" y="0"/>
          <a:chExt cx="0" cy="0"/>
        </a:xfrm>
      </p:grpSpPr>
      <p:sp>
        <p:nvSpPr>
          <p:cNvPr id="166" name="Google Shape;166;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7" name="Google Shape;167;p2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68" name="Google Shape;168;p2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9" name="Google Shape;169;p2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0" name="Google Shape;170;p2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1" name="Google Shape;171;p21"/>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72" name="Google Shape;172;p21"/>
          <p:cNvPicPr preferRelativeResize="0"/>
          <p:nvPr/>
        </p:nvPicPr>
        <p:blipFill>
          <a:blip r:embed="rId2">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
    <p:bg>
      <p:bgPr>
        <a:solidFill>
          <a:schemeClr val="dk1"/>
        </a:solidFill>
      </p:bgPr>
    </p:bg>
    <p:spTree>
      <p:nvGrpSpPr>
        <p:cNvPr id="173" name="Shape 173"/>
        <p:cNvGrpSpPr/>
        <p:nvPr/>
      </p:nvGrpSpPr>
      <p:grpSpPr>
        <a:xfrm>
          <a:off x="0" y="0"/>
          <a:ext cx="0" cy="0"/>
          <a:chOff x="0" y="0"/>
          <a:chExt cx="0" cy="0"/>
        </a:xfrm>
      </p:grpSpPr>
      <p:sp>
        <p:nvSpPr>
          <p:cNvPr id="174" name="Google Shape;174;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75" name="Google Shape;175;p22"/>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76" name="Google Shape;176;p22"/>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77" name="Google Shape;177;p22"/>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8" name="Google Shape;178;p2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9" name="Google Shape;179;p22"/>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180" name="Shape 180"/>
        <p:cNvGrpSpPr/>
        <p:nvPr/>
      </p:nvGrpSpPr>
      <p:grpSpPr>
        <a:xfrm>
          <a:off x="0" y="0"/>
          <a:ext cx="0" cy="0"/>
          <a:chOff x="0" y="0"/>
          <a:chExt cx="0" cy="0"/>
        </a:xfrm>
      </p:grpSpPr>
      <p:sp>
        <p:nvSpPr>
          <p:cNvPr id="181" name="Google Shape;181;p23"/>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82" name="Google Shape;182;p23"/>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pic>
        <p:nvPicPr>
          <p:cNvPr id="183" name="Google Shape;183;p23"/>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184" name="Google Shape;184;p2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86" name="Google Shape;186;p23"/>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_1">
    <p:spTree>
      <p:nvGrpSpPr>
        <p:cNvPr id="187" name="Shape 187"/>
        <p:cNvGrpSpPr/>
        <p:nvPr/>
      </p:nvGrpSpPr>
      <p:grpSpPr>
        <a:xfrm>
          <a:off x="0" y="0"/>
          <a:ext cx="0" cy="0"/>
          <a:chOff x="0" y="0"/>
          <a:chExt cx="0" cy="0"/>
        </a:xfrm>
      </p:grpSpPr>
      <p:sp>
        <p:nvSpPr>
          <p:cNvPr id="188" name="Google Shape;188;p24"/>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9" name="Google Shape;189;p24"/>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0" name="Google Shape;190;p2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4"/>
          <p:cNvSpPr/>
          <p:nvPr>
            <p:ph idx="3" type="pic"/>
          </p:nvPr>
        </p:nvSpPr>
        <p:spPr>
          <a:xfrm>
            <a:off x="444075" y="1157850"/>
            <a:ext cx="760800" cy="760800"/>
          </a:xfrm>
          <a:prstGeom prst="ellipse">
            <a:avLst/>
          </a:prstGeom>
          <a:noFill/>
          <a:ln>
            <a:noFill/>
          </a:ln>
        </p:spPr>
      </p:sp>
      <p:sp>
        <p:nvSpPr>
          <p:cNvPr id="192" name="Google Shape;192;p24"/>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3" name="Google Shape;193;p24"/>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4" name="Google Shape;194;p24"/>
          <p:cNvSpPr/>
          <p:nvPr>
            <p:ph idx="6" type="pic"/>
          </p:nvPr>
        </p:nvSpPr>
        <p:spPr>
          <a:xfrm>
            <a:off x="3091025" y="1157850"/>
            <a:ext cx="760800" cy="760800"/>
          </a:xfrm>
          <a:prstGeom prst="ellipse">
            <a:avLst/>
          </a:prstGeom>
          <a:noFill/>
          <a:ln>
            <a:noFill/>
          </a:ln>
        </p:spPr>
      </p:sp>
      <p:sp>
        <p:nvSpPr>
          <p:cNvPr id="195" name="Google Shape;195;p24"/>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24"/>
          <p:cNvSpPr/>
          <p:nvPr>
            <p:ph idx="8" type="pic"/>
          </p:nvPr>
        </p:nvSpPr>
        <p:spPr>
          <a:xfrm>
            <a:off x="5737975" y="1157850"/>
            <a:ext cx="760800" cy="760800"/>
          </a:xfrm>
          <a:prstGeom prst="ellipse">
            <a:avLst/>
          </a:prstGeom>
          <a:noFill/>
          <a:ln>
            <a:noFill/>
          </a:ln>
        </p:spPr>
      </p:sp>
      <p:sp>
        <p:nvSpPr>
          <p:cNvPr id="197" name="Google Shape;197;p24"/>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24"/>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9" name="Google Shape;199;p24"/>
          <p:cNvSpPr/>
          <p:nvPr>
            <p:ph idx="14" type="pic"/>
          </p:nvPr>
        </p:nvSpPr>
        <p:spPr>
          <a:xfrm>
            <a:off x="444075" y="3020950"/>
            <a:ext cx="760800" cy="760800"/>
          </a:xfrm>
          <a:prstGeom prst="ellipse">
            <a:avLst/>
          </a:prstGeom>
          <a:noFill/>
          <a:ln>
            <a:noFill/>
          </a:ln>
        </p:spPr>
      </p:sp>
      <p:sp>
        <p:nvSpPr>
          <p:cNvPr id="200" name="Google Shape;200;p24"/>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4"/>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2" name="Google Shape;202;p24"/>
          <p:cNvSpPr/>
          <p:nvPr>
            <p:ph idx="17" type="pic"/>
          </p:nvPr>
        </p:nvSpPr>
        <p:spPr>
          <a:xfrm>
            <a:off x="3091025" y="3020950"/>
            <a:ext cx="760800" cy="760800"/>
          </a:xfrm>
          <a:prstGeom prst="ellipse">
            <a:avLst/>
          </a:prstGeom>
          <a:noFill/>
          <a:ln>
            <a:noFill/>
          </a:ln>
        </p:spPr>
      </p:sp>
      <p:sp>
        <p:nvSpPr>
          <p:cNvPr id="203" name="Google Shape;203;p24"/>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4" name="Google Shape;204;p24"/>
          <p:cNvSpPr/>
          <p:nvPr>
            <p:ph idx="19" type="pic"/>
          </p:nvPr>
        </p:nvSpPr>
        <p:spPr>
          <a:xfrm>
            <a:off x="5737975" y="3020950"/>
            <a:ext cx="760800" cy="760800"/>
          </a:xfrm>
          <a:prstGeom prst="ellipse">
            <a:avLst/>
          </a:prstGeom>
          <a:noFill/>
          <a:ln>
            <a:noFill/>
          </a:ln>
        </p:spPr>
      </p:sp>
      <p:sp>
        <p:nvSpPr>
          <p:cNvPr id="205" name="Google Shape;205;p2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06" name="Google Shape;206;p24"/>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207" name="Google Shape;207;p24"/>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8" name="Google Shape;208;p24"/>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pic>
        <p:nvPicPr>
          <p:cNvPr id="209" name="Google Shape;209;p2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210" name="Shape 210"/>
        <p:cNvGrpSpPr/>
        <p:nvPr/>
      </p:nvGrpSpPr>
      <p:grpSpPr>
        <a:xfrm>
          <a:off x="0" y="0"/>
          <a:ext cx="0" cy="0"/>
          <a:chOff x="0" y="0"/>
          <a:chExt cx="0" cy="0"/>
        </a:xfrm>
      </p:grpSpPr>
      <p:pic>
        <p:nvPicPr>
          <p:cNvPr id="211" name="Google Shape;211;p25"/>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212" name="Google Shape;212;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3" name="Google Shape;213;p2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14" name="Google Shape;214;p25"/>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_1">
    <p:bg>
      <p:bgPr>
        <a:solidFill>
          <a:schemeClr val="dk1"/>
        </a:solidFill>
      </p:bgPr>
    </p:bg>
    <p:spTree>
      <p:nvGrpSpPr>
        <p:cNvPr id="215" name="Shape 215"/>
        <p:cNvGrpSpPr/>
        <p:nvPr/>
      </p:nvGrpSpPr>
      <p:grpSpPr>
        <a:xfrm>
          <a:off x="0" y="0"/>
          <a:ext cx="0" cy="0"/>
          <a:chOff x="0" y="0"/>
          <a:chExt cx="0" cy="0"/>
        </a:xfrm>
      </p:grpSpPr>
      <p:sp>
        <p:nvSpPr>
          <p:cNvPr id="216" name="Google Shape;216;p26"/>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7" name="Google Shape;217;p26"/>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18" name="Google Shape;218;p26"/>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219" name="Google Shape;219;p26"/>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0"/>
              </a:spcBef>
              <a:spcAft>
                <a:spcPts val="0"/>
              </a:spcAft>
              <a:buClr>
                <a:srgbClr val="D9D9D9"/>
              </a:buClr>
              <a:buSzPts val="1400"/>
              <a:buChar char="○"/>
              <a:defRPr>
                <a:solidFill>
                  <a:srgbClr val="D9D9D9"/>
                </a:solidFill>
              </a:defRPr>
            </a:lvl2pPr>
            <a:lvl3pPr indent="-317500" lvl="2" marL="1371600" rtl="0">
              <a:spcBef>
                <a:spcPts val="0"/>
              </a:spcBef>
              <a:spcAft>
                <a:spcPts val="0"/>
              </a:spcAft>
              <a:buClr>
                <a:srgbClr val="D9D9D9"/>
              </a:buClr>
              <a:buSzPts val="1400"/>
              <a:buChar char="■"/>
              <a:defRPr>
                <a:solidFill>
                  <a:srgbClr val="D9D9D9"/>
                </a:solidFill>
              </a:defRPr>
            </a:lvl3pPr>
            <a:lvl4pPr indent="-317500" lvl="3" marL="1828800" rtl="0">
              <a:spcBef>
                <a:spcPts val="0"/>
              </a:spcBef>
              <a:spcAft>
                <a:spcPts val="0"/>
              </a:spcAft>
              <a:buClr>
                <a:srgbClr val="D9D9D9"/>
              </a:buClr>
              <a:buSzPts val="1400"/>
              <a:buChar char="●"/>
              <a:defRPr>
                <a:solidFill>
                  <a:srgbClr val="D9D9D9"/>
                </a:solidFill>
              </a:defRPr>
            </a:lvl4pPr>
            <a:lvl5pPr indent="-317500" lvl="4" marL="2286000" rtl="0">
              <a:spcBef>
                <a:spcPts val="0"/>
              </a:spcBef>
              <a:spcAft>
                <a:spcPts val="0"/>
              </a:spcAft>
              <a:buClr>
                <a:srgbClr val="D9D9D9"/>
              </a:buClr>
              <a:buSzPts val="1400"/>
              <a:buChar char="○"/>
              <a:defRPr>
                <a:solidFill>
                  <a:srgbClr val="D9D9D9"/>
                </a:solidFill>
              </a:defRPr>
            </a:lvl5pPr>
            <a:lvl6pPr indent="-317500" lvl="5" marL="2743200" rtl="0">
              <a:spcBef>
                <a:spcPts val="0"/>
              </a:spcBef>
              <a:spcAft>
                <a:spcPts val="0"/>
              </a:spcAft>
              <a:buClr>
                <a:srgbClr val="D9D9D9"/>
              </a:buClr>
              <a:buSzPts val="1400"/>
              <a:buChar char="■"/>
              <a:defRPr>
                <a:solidFill>
                  <a:srgbClr val="D9D9D9"/>
                </a:solidFill>
              </a:defRPr>
            </a:lvl6pPr>
            <a:lvl7pPr indent="-317500" lvl="6" marL="3200400" rtl="0">
              <a:spcBef>
                <a:spcPts val="0"/>
              </a:spcBef>
              <a:spcAft>
                <a:spcPts val="0"/>
              </a:spcAft>
              <a:buClr>
                <a:srgbClr val="D9D9D9"/>
              </a:buClr>
              <a:buSzPts val="1400"/>
              <a:buChar char="●"/>
              <a:defRPr>
                <a:solidFill>
                  <a:srgbClr val="D9D9D9"/>
                </a:solidFill>
              </a:defRPr>
            </a:lvl7pPr>
            <a:lvl8pPr indent="-317500" lvl="7" marL="3657600" rtl="0">
              <a:spcBef>
                <a:spcPts val="0"/>
              </a:spcBef>
              <a:spcAft>
                <a:spcPts val="0"/>
              </a:spcAft>
              <a:buClr>
                <a:srgbClr val="D9D9D9"/>
              </a:buClr>
              <a:buSzPts val="1400"/>
              <a:buChar char="○"/>
              <a:defRPr>
                <a:solidFill>
                  <a:srgbClr val="D9D9D9"/>
                </a:solidFill>
              </a:defRPr>
            </a:lvl8pPr>
            <a:lvl9pPr indent="-317500" lvl="8" marL="4114800" rtl="0">
              <a:spcBef>
                <a:spcPts val="0"/>
              </a:spcBef>
              <a:spcAft>
                <a:spcPts val="0"/>
              </a:spcAft>
              <a:buClr>
                <a:srgbClr val="D9D9D9"/>
              </a:buClr>
              <a:buSzPts val="1400"/>
              <a:buChar char="■"/>
              <a:defRPr>
                <a:solidFill>
                  <a:srgbClr val="D9D9D9"/>
                </a:solidFill>
              </a:defRPr>
            </a:lvl9pPr>
          </a:lstStyle>
          <a:p/>
        </p:txBody>
      </p:sp>
      <p:sp>
        <p:nvSpPr>
          <p:cNvPr id="220" name="Google Shape;220;p26"/>
          <p:cNvSpPr/>
          <p:nvPr>
            <p:ph idx="3" type="pic"/>
          </p:nvPr>
        </p:nvSpPr>
        <p:spPr>
          <a:xfrm>
            <a:off x="5133600" y="0"/>
            <a:ext cx="4010400" cy="2775900"/>
          </a:xfrm>
          <a:prstGeom prst="rect">
            <a:avLst/>
          </a:prstGeom>
          <a:noFill/>
          <a:ln>
            <a:noFill/>
          </a:ln>
        </p:spPr>
      </p:sp>
      <p:pic>
        <p:nvPicPr>
          <p:cNvPr id="221" name="Google Shape;221;p26"/>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222" name="Google Shape;222;p26"/>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223" name="Google Shape;223;p26"/>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224" name="Google Shape;224;p2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6"/>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226" name="Google Shape;226;p26"/>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227" name="Shape 227"/>
        <p:cNvGrpSpPr/>
        <p:nvPr/>
      </p:nvGrpSpPr>
      <p:grpSpPr>
        <a:xfrm>
          <a:off x="0" y="0"/>
          <a:ext cx="0" cy="0"/>
          <a:chOff x="0" y="0"/>
          <a:chExt cx="0" cy="0"/>
        </a:xfrm>
      </p:grpSpPr>
      <p:sp>
        <p:nvSpPr>
          <p:cNvPr id="228" name="Google Shape;228;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29" name="Google Shape;229;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blipFill>
          <a:blip r:embed="rId2">
            <a:alphaModFix/>
          </a:blip>
          <a:stretch>
            <a:fillRect/>
          </a:stretch>
        </a:blipFill>
      </p:bgPr>
    </p:bg>
    <p:spTree>
      <p:nvGrpSpPr>
        <p:cNvPr id="234" name="Shape 234"/>
        <p:cNvGrpSpPr/>
        <p:nvPr/>
      </p:nvGrpSpPr>
      <p:grpSpPr>
        <a:xfrm>
          <a:off x="0" y="0"/>
          <a:ext cx="0" cy="0"/>
          <a:chOff x="0" y="0"/>
          <a:chExt cx="0" cy="0"/>
        </a:xfrm>
      </p:grpSpPr>
      <p:pic>
        <p:nvPicPr>
          <p:cNvPr id="235" name="Google Shape;235;p29"/>
          <p:cNvPicPr preferRelativeResize="0"/>
          <p:nvPr/>
        </p:nvPicPr>
        <p:blipFill rotWithShape="1">
          <a:blip r:embed="rId3">
            <a:alphaModFix/>
          </a:blip>
          <a:srcRect b="-803" l="-566" r="-566" t="-813"/>
          <a:stretch/>
        </p:blipFill>
        <p:spPr>
          <a:xfrm>
            <a:off x="1286050" y="747975"/>
            <a:ext cx="6572150" cy="3647601"/>
          </a:xfrm>
          <a:prstGeom prst="rect">
            <a:avLst/>
          </a:prstGeom>
          <a:noFill/>
          <a:ln>
            <a:noFill/>
          </a:ln>
        </p:spPr>
      </p:pic>
      <p:sp>
        <p:nvSpPr>
          <p:cNvPr id="236" name="Google Shape;236;p29"/>
          <p:cNvSpPr/>
          <p:nvPr/>
        </p:nvSpPr>
        <p:spPr>
          <a:xfrm>
            <a:off x="1422300" y="777025"/>
            <a:ext cx="6299400" cy="3589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9"/>
          <p:cNvSpPr txBox="1"/>
          <p:nvPr>
            <p:ph type="ctrTitle"/>
          </p:nvPr>
        </p:nvSpPr>
        <p:spPr>
          <a:xfrm>
            <a:off x="1422350" y="1250875"/>
            <a:ext cx="6299400" cy="24189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5500"/>
              <a:buNone/>
              <a:defRPr b="1" sz="55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38" name="Google Shape;238;p29"/>
          <p:cNvSpPr txBox="1"/>
          <p:nvPr>
            <p:ph idx="1" type="subTitle"/>
          </p:nvPr>
        </p:nvSpPr>
        <p:spPr>
          <a:xfrm>
            <a:off x="1732725" y="3364675"/>
            <a:ext cx="26886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39" name="Google Shape;239;p29"/>
          <p:cNvPicPr preferRelativeResize="0"/>
          <p:nvPr/>
        </p:nvPicPr>
        <p:blipFill>
          <a:blip r:embed="rId4">
            <a:alphaModFix/>
          </a:blip>
          <a:stretch>
            <a:fillRect/>
          </a:stretch>
        </p:blipFill>
        <p:spPr>
          <a:xfrm>
            <a:off x="1804962" y="1107025"/>
            <a:ext cx="1262574" cy="188225"/>
          </a:xfrm>
          <a:prstGeom prst="rect">
            <a:avLst/>
          </a:prstGeom>
          <a:noFill/>
          <a:ln>
            <a:noFill/>
          </a:ln>
        </p:spPr>
      </p:pic>
      <p:sp>
        <p:nvSpPr>
          <p:cNvPr id="240" name="Google Shape;240;p29"/>
          <p:cNvSpPr txBox="1"/>
          <p:nvPr>
            <p:ph idx="2" type="subTitle"/>
          </p:nvPr>
        </p:nvSpPr>
        <p:spPr>
          <a:xfrm>
            <a:off x="4722750" y="3364675"/>
            <a:ext cx="2688600" cy="7839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000"/>
              <a:buFont typeface="Space Mono"/>
              <a:buNone/>
              <a:defRPr sz="10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1" name="Google Shape;241;p29"/>
          <p:cNvPicPr preferRelativeResize="0"/>
          <p:nvPr/>
        </p:nvPicPr>
        <p:blipFill>
          <a:blip r:embed="rId5">
            <a:alphaModFix/>
          </a:blip>
          <a:stretch>
            <a:fillRect/>
          </a:stretch>
        </p:blipFill>
        <p:spPr>
          <a:xfrm>
            <a:off x="-762396" y="0"/>
            <a:ext cx="548700" cy="2288640"/>
          </a:xfrm>
          <a:prstGeom prst="rect">
            <a:avLst/>
          </a:prstGeom>
          <a:noFill/>
          <a:ln>
            <a:noFill/>
          </a:ln>
        </p:spPr>
      </p:pic>
      <p:sp>
        <p:nvSpPr>
          <p:cNvPr id="242" name="Google Shape;242;p29"/>
          <p:cNvSpPr txBox="1"/>
          <p:nvPr>
            <p:ph idx="3" type="subTitle"/>
          </p:nvPr>
        </p:nvSpPr>
        <p:spPr>
          <a:xfrm>
            <a:off x="4683500" y="1003625"/>
            <a:ext cx="2727900" cy="849600"/>
          </a:xfrm>
          <a:prstGeom prst="rect">
            <a:avLst/>
          </a:prstGeom>
        </p:spPr>
        <p:txBody>
          <a:bodyPr anchorCtr="0" anchor="t"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1pPr>
            <a:lvl2pPr lvl="1" rtl="0" algn="r">
              <a:lnSpc>
                <a:spcPct val="100000"/>
              </a:lnSpc>
              <a:spcBef>
                <a:spcPts val="0"/>
              </a:spcBef>
              <a:spcAft>
                <a:spcPts val="0"/>
              </a:spcAft>
              <a:buSzPts val="2800"/>
              <a:buFont typeface="Inter"/>
              <a:buNone/>
              <a:defRPr sz="2800">
                <a:latin typeface="Inter"/>
                <a:ea typeface="Inter"/>
                <a:cs typeface="Inter"/>
                <a:sym typeface="Inter"/>
              </a:defRPr>
            </a:lvl2pPr>
            <a:lvl3pPr lvl="2" rtl="0" algn="r">
              <a:lnSpc>
                <a:spcPct val="100000"/>
              </a:lnSpc>
              <a:spcBef>
                <a:spcPts val="0"/>
              </a:spcBef>
              <a:spcAft>
                <a:spcPts val="0"/>
              </a:spcAft>
              <a:buSzPts val="2800"/>
              <a:buFont typeface="Inter"/>
              <a:buNone/>
              <a:defRPr sz="2800">
                <a:latin typeface="Inter"/>
                <a:ea typeface="Inter"/>
                <a:cs typeface="Inter"/>
                <a:sym typeface="Inter"/>
              </a:defRPr>
            </a:lvl3pPr>
            <a:lvl4pPr lvl="3" rtl="0" algn="r">
              <a:lnSpc>
                <a:spcPct val="100000"/>
              </a:lnSpc>
              <a:spcBef>
                <a:spcPts val="0"/>
              </a:spcBef>
              <a:spcAft>
                <a:spcPts val="0"/>
              </a:spcAft>
              <a:buSzPts val="2800"/>
              <a:buFont typeface="Inter"/>
              <a:buNone/>
              <a:defRPr sz="2800">
                <a:latin typeface="Inter"/>
                <a:ea typeface="Inter"/>
                <a:cs typeface="Inter"/>
                <a:sym typeface="Inter"/>
              </a:defRPr>
            </a:lvl4pPr>
            <a:lvl5pPr lvl="4" rtl="0" algn="r">
              <a:lnSpc>
                <a:spcPct val="100000"/>
              </a:lnSpc>
              <a:spcBef>
                <a:spcPts val="0"/>
              </a:spcBef>
              <a:spcAft>
                <a:spcPts val="0"/>
              </a:spcAft>
              <a:buSzPts val="2800"/>
              <a:buFont typeface="Inter"/>
              <a:buNone/>
              <a:defRPr sz="2800">
                <a:latin typeface="Inter"/>
                <a:ea typeface="Inter"/>
                <a:cs typeface="Inter"/>
                <a:sym typeface="Inter"/>
              </a:defRPr>
            </a:lvl5pPr>
            <a:lvl6pPr lvl="5" rtl="0" algn="r">
              <a:lnSpc>
                <a:spcPct val="100000"/>
              </a:lnSpc>
              <a:spcBef>
                <a:spcPts val="0"/>
              </a:spcBef>
              <a:spcAft>
                <a:spcPts val="0"/>
              </a:spcAft>
              <a:buSzPts val="2800"/>
              <a:buFont typeface="Inter"/>
              <a:buNone/>
              <a:defRPr sz="2800">
                <a:latin typeface="Inter"/>
                <a:ea typeface="Inter"/>
                <a:cs typeface="Inter"/>
                <a:sym typeface="Inter"/>
              </a:defRPr>
            </a:lvl6pPr>
            <a:lvl7pPr lvl="6" rtl="0" algn="r">
              <a:lnSpc>
                <a:spcPct val="100000"/>
              </a:lnSpc>
              <a:spcBef>
                <a:spcPts val="0"/>
              </a:spcBef>
              <a:spcAft>
                <a:spcPts val="0"/>
              </a:spcAft>
              <a:buSzPts val="2800"/>
              <a:buFont typeface="Inter"/>
              <a:buNone/>
              <a:defRPr sz="2800">
                <a:latin typeface="Inter"/>
                <a:ea typeface="Inter"/>
                <a:cs typeface="Inter"/>
                <a:sym typeface="Inter"/>
              </a:defRPr>
            </a:lvl7pPr>
            <a:lvl8pPr lvl="7" rtl="0" algn="r">
              <a:lnSpc>
                <a:spcPct val="100000"/>
              </a:lnSpc>
              <a:spcBef>
                <a:spcPts val="0"/>
              </a:spcBef>
              <a:spcAft>
                <a:spcPts val="0"/>
              </a:spcAft>
              <a:buSzPts val="2800"/>
              <a:buFont typeface="Inter"/>
              <a:buNone/>
              <a:defRPr sz="2800">
                <a:latin typeface="Inter"/>
                <a:ea typeface="Inter"/>
                <a:cs typeface="Inter"/>
                <a:sym typeface="Inter"/>
              </a:defRPr>
            </a:lvl8pPr>
            <a:lvl9pPr lvl="8" rtl="0" algn="r">
              <a:lnSpc>
                <a:spcPct val="100000"/>
              </a:lnSpc>
              <a:spcBef>
                <a:spcPts val="0"/>
              </a:spcBef>
              <a:spcAft>
                <a:spcPts val="0"/>
              </a:spcAft>
              <a:buSzPts val="2800"/>
              <a:buFont typeface="Inter"/>
              <a:buNone/>
              <a:defRPr sz="2800">
                <a:latin typeface="Inter"/>
                <a:ea typeface="Inter"/>
                <a:cs typeface="Inter"/>
                <a:sym typeface="Inte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bg>
      <p:bgPr>
        <a:blipFill>
          <a:blip r:embed="rId2">
            <a:alphaModFix/>
          </a:blip>
          <a:stretch>
            <a:fillRect/>
          </a:stretch>
        </a:blipFill>
      </p:bgPr>
    </p:bg>
    <p:spTree>
      <p:nvGrpSpPr>
        <p:cNvPr id="243" name="Shape 243"/>
        <p:cNvGrpSpPr/>
        <p:nvPr/>
      </p:nvGrpSpPr>
      <p:grpSpPr>
        <a:xfrm>
          <a:off x="0" y="0"/>
          <a:ext cx="0" cy="0"/>
          <a:chOff x="0" y="0"/>
          <a:chExt cx="0" cy="0"/>
        </a:xfrm>
      </p:grpSpPr>
      <p:pic>
        <p:nvPicPr>
          <p:cNvPr id="244" name="Google Shape;244;p30"/>
          <p:cNvPicPr preferRelativeResize="0"/>
          <p:nvPr/>
        </p:nvPicPr>
        <p:blipFill>
          <a:blip r:embed="rId3">
            <a:alphaModFix/>
          </a:blip>
          <a:stretch>
            <a:fillRect/>
          </a:stretch>
        </p:blipFill>
        <p:spPr>
          <a:xfrm>
            <a:off x="329825" y="304850"/>
            <a:ext cx="8484350" cy="4049675"/>
          </a:xfrm>
          <a:prstGeom prst="rect">
            <a:avLst/>
          </a:prstGeom>
          <a:noFill/>
          <a:ln>
            <a:noFill/>
          </a:ln>
        </p:spPr>
      </p:pic>
      <p:sp>
        <p:nvSpPr>
          <p:cNvPr id="245" name="Google Shape;245;p30"/>
          <p:cNvSpPr txBox="1"/>
          <p:nvPr>
            <p:ph type="ctrTitle"/>
          </p:nvPr>
        </p:nvSpPr>
        <p:spPr>
          <a:xfrm>
            <a:off x="562450" y="523025"/>
            <a:ext cx="7995000" cy="3146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7000"/>
              <a:buNone/>
              <a:defRPr b="1" sz="70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46" name="Google Shape;246;p30"/>
          <p:cNvSpPr txBox="1"/>
          <p:nvPr>
            <p:ph idx="1" type="subTitle"/>
          </p:nvPr>
        </p:nvSpPr>
        <p:spPr>
          <a:xfrm>
            <a:off x="550200" y="3381025"/>
            <a:ext cx="20763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47" name="Google Shape;247;p30"/>
          <p:cNvPicPr preferRelativeResize="0"/>
          <p:nvPr/>
        </p:nvPicPr>
        <p:blipFill>
          <a:blip r:embed="rId4">
            <a:alphaModFix/>
          </a:blip>
          <a:stretch>
            <a:fillRect/>
          </a:stretch>
        </p:blipFill>
        <p:spPr>
          <a:xfrm>
            <a:off x="6396000" y="3736800"/>
            <a:ext cx="2076451" cy="309550"/>
          </a:xfrm>
          <a:prstGeom prst="rect">
            <a:avLst/>
          </a:prstGeom>
          <a:noFill/>
          <a:ln>
            <a:noFill/>
          </a:ln>
        </p:spPr>
      </p:pic>
      <p:sp>
        <p:nvSpPr>
          <p:cNvPr id="248" name="Google Shape;248;p30"/>
          <p:cNvSpPr txBox="1"/>
          <p:nvPr>
            <p:ph idx="2" type="subTitle"/>
          </p:nvPr>
        </p:nvSpPr>
        <p:spPr>
          <a:xfrm>
            <a:off x="5944025" y="4354525"/>
            <a:ext cx="2688600" cy="5748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9" name="Google Shape;249;p30"/>
          <p:cNvPicPr preferRelativeResize="0"/>
          <p:nvPr/>
        </p:nvPicPr>
        <p:blipFill>
          <a:blip r:embed="rId5">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250" name="Shape 250"/>
        <p:cNvGrpSpPr/>
        <p:nvPr/>
      </p:nvGrpSpPr>
      <p:grpSpPr>
        <a:xfrm>
          <a:off x="0" y="0"/>
          <a:ext cx="0" cy="0"/>
          <a:chOff x="0" y="0"/>
          <a:chExt cx="0" cy="0"/>
        </a:xfrm>
      </p:grpSpPr>
      <p:sp>
        <p:nvSpPr>
          <p:cNvPr id="251" name="Google Shape;251;p31"/>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252" name="Google Shape;252;p31"/>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53" name="Google Shape;253;p31"/>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54" name="Google Shape;254;p3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255" name="Google Shape;255;p31"/>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256" name="Google Shape;256;p31"/>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1">
    <p:bg>
      <p:bgPr>
        <a:solidFill>
          <a:schemeClr val="dk1"/>
        </a:solidFill>
      </p:bgPr>
    </p:bg>
    <p:spTree>
      <p:nvGrpSpPr>
        <p:cNvPr id="257" name="Shape 257"/>
        <p:cNvGrpSpPr/>
        <p:nvPr/>
      </p:nvGrpSpPr>
      <p:grpSpPr>
        <a:xfrm>
          <a:off x="0" y="0"/>
          <a:ext cx="0" cy="0"/>
          <a:chOff x="0" y="0"/>
          <a:chExt cx="0" cy="0"/>
        </a:xfrm>
      </p:grpSpPr>
      <p:sp>
        <p:nvSpPr>
          <p:cNvPr id="258" name="Google Shape;258;p32"/>
          <p:cNvSpPr/>
          <p:nvPr/>
        </p:nvSpPr>
        <p:spPr>
          <a:xfrm>
            <a:off x="1500850" y="854700"/>
            <a:ext cx="6142200" cy="343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2"/>
          <p:cNvSpPr txBox="1"/>
          <p:nvPr>
            <p:ph type="ctrTitle"/>
          </p:nvPr>
        </p:nvSpPr>
        <p:spPr>
          <a:xfrm>
            <a:off x="688400" y="1063650"/>
            <a:ext cx="5671200" cy="16734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5000"/>
              <a:buFont typeface="Inter Medium"/>
              <a:buNone/>
              <a:defRPr sz="5000">
                <a:solidFill>
                  <a:schemeClr val="lt1"/>
                </a:solidFill>
                <a:latin typeface="Inter Medium"/>
                <a:ea typeface="Inter Medium"/>
                <a:cs typeface="Inter Medium"/>
                <a:sym typeface="Inter Medium"/>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60" name="Google Shape;260;p32"/>
          <p:cNvSpPr txBox="1"/>
          <p:nvPr>
            <p:ph idx="1" type="subTitle"/>
          </p:nvPr>
        </p:nvSpPr>
        <p:spPr>
          <a:xfrm>
            <a:off x="3516925" y="3916825"/>
            <a:ext cx="2842500" cy="7464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400"/>
              <a:buFont typeface="Space Mono"/>
              <a:buNone/>
              <a:defRPr sz="14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gn="r">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gn="r">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gn="r">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gn="r">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gn="r">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gn="r">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gn="r">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61" name="Google Shape;26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62" name="Google Shape;262;p32"/>
          <p:cNvPicPr preferRelativeResize="0"/>
          <p:nvPr/>
        </p:nvPicPr>
        <p:blipFill>
          <a:blip r:embed="rId2">
            <a:alphaModFix/>
          </a:blip>
          <a:stretch>
            <a:fillRect/>
          </a:stretch>
        </p:blipFill>
        <p:spPr>
          <a:xfrm>
            <a:off x="-1092126" y="0"/>
            <a:ext cx="852650" cy="2590802"/>
          </a:xfrm>
          <a:prstGeom prst="rect">
            <a:avLst/>
          </a:prstGeom>
          <a:noFill/>
          <a:ln>
            <a:noFill/>
          </a:ln>
        </p:spPr>
      </p:pic>
      <p:pic>
        <p:nvPicPr>
          <p:cNvPr id="263" name="Google Shape;263;p32"/>
          <p:cNvPicPr preferRelativeResize="0"/>
          <p:nvPr/>
        </p:nvPicPr>
        <p:blipFill>
          <a:blip r:embed="rId3">
            <a:alphaModFix/>
          </a:blip>
          <a:stretch>
            <a:fillRect/>
          </a:stretch>
        </p:blipFill>
        <p:spPr>
          <a:xfrm>
            <a:off x="6858000" y="0"/>
            <a:ext cx="2286000" cy="5143500"/>
          </a:xfrm>
          <a:prstGeom prst="rect">
            <a:avLst/>
          </a:prstGeom>
          <a:noFill/>
          <a:ln>
            <a:noFill/>
          </a:ln>
        </p:spPr>
      </p:pic>
      <p:sp>
        <p:nvSpPr>
          <p:cNvPr id="264" name="Google Shape;264;p32"/>
          <p:cNvSpPr txBox="1"/>
          <p:nvPr>
            <p:ph idx="2" type="subTitle"/>
          </p:nvPr>
        </p:nvSpPr>
        <p:spPr>
          <a:xfrm>
            <a:off x="688400" y="488925"/>
            <a:ext cx="5671200" cy="5748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600"/>
              <a:buFont typeface="Space Mono"/>
              <a:buNone/>
              <a:defRPr sz="1600">
                <a:solidFill>
                  <a:schemeClr val="lt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65" name="Google Shape;265;p32"/>
          <p:cNvSpPr/>
          <p:nvPr>
            <p:ph idx="3" type="pic"/>
          </p:nvPr>
        </p:nvSpPr>
        <p:spPr>
          <a:xfrm>
            <a:off x="7143150" y="2959375"/>
            <a:ext cx="1715700" cy="1715700"/>
          </a:xfrm>
          <a:prstGeom prst="rect">
            <a:avLst/>
          </a:prstGeom>
          <a:noFill/>
          <a:ln>
            <a:noFill/>
          </a:ln>
        </p:spPr>
      </p:sp>
      <p:pic>
        <p:nvPicPr>
          <p:cNvPr id="266" name="Google Shape;266;p32"/>
          <p:cNvPicPr preferRelativeResize="0"/>
          <p:nvPr/>
        </p:nvPicPr>
        <p:blipFill>
          <a:blip r:embed="rId4">
            <a:alphaModFix/>
          </a:blip>
          <a:stretch>
            <a:fillRect/>
          </a:stretch>
        </p:blipFill>
        <p:spPr>
          <a:xfrm>
            <a:off x="797747" y="4336402"/>
            <a:ext cx="1470794" cy="22062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267" name="Shape 267"/>
        <p:cNvGrpSpPr/>
        <p:nvPr/>
      </p:nvGrpSpPr>
      <p:grpSpPr>
        <a:xfrm>
          <a:off x="0" y="0"/>
          <a:ext cx="0" cy="0"/>
          <a:chOff x="0" y="0"/>
          <a:chExt cx="0" cy="0"/>
        </a:xfrm>
      </p:grpSpPr>
      <p:pic>
        <p:nvPicPr>
          <p:cNvPr id="268" name="Google Shape;268;p33"/>
          <p:cNvPicPr preferRelativeResize="0"/>
          <p:nvPr/>
        </p:nvPicPr>
        <p:blipFill>
          <a:blip r:embed="rId2">
            <a:alphaModFix/>
          </a:blip>
          <a:stretch>
            <a:fillRect/>
          </a:stretch>
        </p:blipFill>
        <p:spPr>
          <a:xfrm>
            <a:off x="0" y="0"/>
            <a:ext cx="2286000" cy="5143500"/>
          </a:xfrm>
          <a:prstGeom prst="rect">
            <a:avLst/>
          </a:prstGeom>
          <a:noFill/>
          <a:ln>
            <a:noFill/>
          </a:ln>
        </p:spPr>
      </p:pic>
      <p:sp>
        <p:nvSpPr>
          <p:cNvPr id="269" name="Google Shape;269;p33"/>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70" name="Google Shape;270;p33"/>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71" name="Google Shape;271;p33"/>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72" name="Google Shape;272;p33"/>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3" name="Google Shape;273;p33"/>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4" name="Google Shape;274;p33"/>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5" name="Google Shape;275;p33"/>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6" name="Google Shape;276;p33"/>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7" name="Google Shape;277;p33"/>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8" name="Google Shape;278;p33"/>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9" name="Google Shape;279;p33"/>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0" name="Google Shape;280;p33"/>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1" name="Google Shape;281;p33"/>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2" name="Google Shape;282;p33"/>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3" name="Google Shape;283;p33"/>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4" name="Google Shape;284;p33"/>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5" name="Google Shape;285;p33"/>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6" name="Google Shape;286;p33"/>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7" name="Google Shape;287;p33"/>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8" name="Google Shape;288;p33"/>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89" name="Google Shape;289;p33"/>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2)">
  <p:cSld name="TITLE_1_1_1">
    <p:bg>
      <p:bgPr>
        <a:solidFill>
          <a:schemeClr val="dk1"/>
        </a:solidFill>
      </p:bgPr>
    </p:bg>
    <p:spTree>
      <p:nvGrpSpPr>
        <p:cNvPr id="290" name="Shape 290"/>
        <p:cNvGrpSpPr/>
        <p:nvPr/>
      </p:nvGrpSpPr>
      <p:grpSpPr>
        <a:xfrm>
          <a:off x="0" y="0"/>
          <a:ext cx="0" cy="0"/>
          <a:chOff x="0" y="0"/>
          <a:chExt cx="0" cy="0"/>
        </a:xfrm>
      </p:grpSpPr>
      <p:pic>
        <p:nvPicPr>
          <p:cNvPr id="291" name="Google Shape;291;p34"/>
          <p:cNvPicPr preferRelativeResize="0"/>
          <p:nvPr/>
        </p:nvPicPr>
        <p:blipFill>
          <a:blip r:embed="rId2">
            <a:alphaModFix/>
          </a:blip>
          <a:stretch>
            <a:fillRect/>
          </a:stretch>
        </p:blipFill>
        <p:spPr>
          <a:xfrm>
            <a:off x="0" y="0"/>
            <a:ext cx="2286000" cy="5143500"/>
          </a:xfrm>
          <a:prstGeom prst="rect">
            <a:avLst/>
          </a:prstGeom>
          <a:noFill/>
          <a:ln>
            <a:noFill/>
          </a:ln>
        </p:spPr>
      </p:pic>
      <p:pic>
        <p:nvPicPr>
          <p:cNvPr id="292" name="Google Shape;292;p3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93" name="Google Shape;293;p34"/>
          <p:cNvSpPr txBox="1"/>
          <p:nvPr>
            <p:ph idx="1"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94" name="Google Shape;294;p34"/>
          <p:cNvSpPr txBox="1"/>
          <p:nvPr>
            <p:ph idx="2" type="subTitle"/>
          </p:nvPr>
        </p:nvSpPr>
        <p:spPr>
          <a:xfrm>
            <a:off x="2868200" y="415700"/>
            <a:ext cx="57756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95" name="Google Shape;295;p34"/>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296" name="Google Shape;296;p34"/>
          <p:cNvSpPr txBox="1"/>
          <p:nvPr>
            <p:ph idx="3" type="body"/>
          </p:nvPr>
        </p:nvSpPr>
        <p:spPr>
          <a:xfrm>
            <a:off x="2868200"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297" name="Google Shape;297;p34"/>
          <p:cNvSpPr txBox="1"/>
          <p:nvPr>
            <p:ph idx="4" type="body"/>
          </p:nvPr>
        </p:nvSpPr>
        <p:spPr>
          <a:xfrm>
            <a:off x="5944323"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Middle)" type="secHead">
  <p:cSld name="SECTION_HEADER">
    <p:bg>
      <p:bgPr>
        <a:blipFill>
          <a:blip r:embed="rId2">
            <a:alphaModFix/>
          </a:blip>
          <a:stretch>
            <a:fillRect/>
          </a:stretch>
        </a:blipFill>
      </p:bgPr>
    </p:bg>
    <p:spTree>
      <p:nvGrpSpPr>
        <p:cNvPr id="298" name="Shape 298"/>
        <p:cNvGrpSpPr/>
        <p:nvPr/>
      </p:nvGrpSpPr>
      <p:grpSpPr>
        <a:xfrm>
          <a:off x="0" y="0"/>
          <a:ext cx="0" cy="0"/>
          <a:chOff x="0" y="0"/>
          <a:chExt cx="0" cy="0"/>
        </a:xfrm>
      </p:grpSpPr>
      <p:sp>
        <p:nvSpPr>
          <p:cNvPr id="299" name="Google Shape;299;p35"/>
          <p:cNvSpPr txBox="1"/>
          <p:nvPr>
            <p:ph type="title"/>
          </p:nvPr>
        </p:nvSpPr>
        <p:spPr>
          <a:xfrm>
            <a:off x="1181525" y="1586600"/>
            <a:ext cx="6780900" cy="19704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6000"/>
              <a:buFont typeface="Inter SemiBold"/>
              <a:buNone/>
              <a:defRPr sz="6000">
                <a:solidFill>
                  <a:schemeClr val="lt1"/>
                </a:solidFill>
                <a:latin typeface="Inter SemiBold"/>
                <a:ea typeface="Inter SemiBold"/>
                <a:cs typeface="Inter SemiBold"/>
                <a:sym typeface="Inter SemiBol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pic>
        <p:nvPicPr>
          <p:cNvPr id="300" name="Google Shape;300;p35"/>
          <p:cNvPicPr preferRelativeResize="0"/>
          <p:nvPr/>
        </p:nvPicPr>
        <p:blipFill>
          <a:blip r:embed="rId3">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1" name="Shape 301"/>
        <p:cNvGrpSpPr/>
        <p:nvPr/>
      </p:nvGrpSpPr>
      <p:grpSpPr>
        <a:xfrm>
          <a:off x="0" y="0"/>
          <a:ext cx="0" cy="0"/>
          <a:chOff x="0" y="0"/>
          <a:chExt cx="0" cy="0"/>
        </a:xfrm>
      </p:grpSpPr>
      <p:sp>
        <p:nvSpPr>
          <p:cNvPr id="302" name="Google Shape;302;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3" name="Google Shape;30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000"/>
              </a:spcBef>
              <a:spcAft>
                <a:spcPts val="0"/>
              </a:spcAft>
              <a:buClr>
                <a:schemeClr val="lt1"/>
              </a:buClr>
              <a:buSzPts val="1400"/>
              <a:buChar char="○"/>
              <a:defRPr>
                <a:solidFill>
                  <a:schemeClr val="lt1"/>
                </a:solidFill>
              </a:defRPr>
            </a:lvl2pPr>
            <a:lvl3pPr indent="-317500" lvl="2" marL="1371600" rtl="0">
              <a:spcBef>
                <a:spcPts val="1000"/>
              </a:spcBef>
              <a:spcAft>
                <a:spcPts val="0"/>
              </a:spcAft>
              <a:buClr>
                <a:schemeClr val="lt1"/>
              </a:buClr>
              <a:buSzPts val="1400"/>
              <a:buChar char="■"/>
              <a:defRPr>
                <a:solidFill>
                  <a:schemeClr val="lt1"/>
                </a:solidFill>
              </a:defRPr>
            </a:lvl3pPr>
            <a:lvl4pPr indent="-317500" lvl="3" marL="1828800" rtl="0">
              <a:spcBef>
                <a:spcPts val="1000"/>
              </a:spcBef>
              <a:spcAft>
                <a:spcPts val="0"/>
              </a:spcAft>
              <a:buClr>
                <a:schemeClr val="lt1"/>
              </a:buClr>
              <a:buSzPts val="1400"/>
              <a:buChar char="●"/>
              <a:defRPr>
                <a:solidFill>
                  <a:schemeClr val="lt1"/>
                </a:solidFill>
              </a:defRPr>
            </a:lvl4pPr>
            <a:lvl5pPr indent="-317500" lvl="4" marL="2286000" rtl="0">
              <a:spcBef>
                <a:spcPts val="1000"/>
              </a:spcBef>
              <a:spcAft>
                <a:spcPts val="0"/>
              </a:spcAft>
              <a:buClr>
                <a:schemeClr val="lt1"/>
              </a:buClr>
              <a:buSzPts val="1400"/>
              <a:buChar char="○"/>
              <a:defRPr>
                <a:solidFill>
                  <a:schemeClr val="lt1"/>
                </a:solidFill>
              </a:defRPr>
            </a:lvl5pPr>
            <a:lvl6pPr indent="-317500" lvl="5" marL="2743200" rtl="0">
              <a:spcBef>
                <a:spcPts val="1000"/>
              </a:spcBef>
              <a:spcAft>
                <a:spcPts val="0"/>
              </a:spcAft>
              <a:buClr>
                <a:schemeClr val="lt1"/>
              </a:buClr>
              <a:buSzPts val="1400"/>
              <a:buChar char="■"/>
              <a:defRPr>
                <a:solidFill>
                  <a:schemeClr val="lt1"/>
                </a:solidFill>
              </a:defRPr>
            </a:lvl6pPr>
            <a:lvl7pPr indent="-317500" lvl="6" marL="3200400" rtl="0">
              <a:spcBef>
                <a:spcPts val="1000"/>
              </a:spcBef>
              <a:spcAft>
                <a:spcPts val="0"/>
              </a:spcAft>
              <a:buClr>
                <a:schemeClr val="lt1"/>
              </a:buClr>
              <a:buSzPts val="1400"/>
              <a:buChar char="●"/>
              <a:defRPr>
                <a:solidFill>
                  <a:schemeClr val="lt1"/>
                </a:solidFill>
              </a:defRPr>
            </a:lvl7pPr>
            <a:lvl8pPr indent="-317500" lvl="7" marL="3657600" rtl="0">
              <a:spcBef>
                <a:spcPts val="1000"/>
              </a:spcBef>
              <a:spcAft>
                <a:spcPts val="0"/>
              </a:spcAft>
              <a:buClr>
                <a:schemeClr val="lt1"/>
              </a:buClr>
              <a:buSzPts val="1400"/>
              <a:buChar char="○"/>
              <a:defRPr>
                <a:solidFill>
                  <a:schemeClr val="lt1"/>
                </a:solidFill>
              </a:defRPr>
            </a:lvl8pPr>
            <a:lvl9pPr indent="-317500" lvl="8" marL="4114800" rtl="0">
              <a:spcBef>
                <a:spcPts val="1000"/>
              </a:spcBef>
              <a:spcAft>
                <a:spcPts val="1000"/>
              </a:spcAft>
              <a:buClr>
                <a:schemeClr val="lt1"/>
              </a:buClr>
              <a:buSzPts val="1400"/>
              <a:buChar char="■"/>
              <a:defRPr>
                <a:solidFill>
                  <a:schemeClr val="lt1"/>
                </a:solidFill>
              </a:defRPr>
            </a:lvl9pPr>
          </a:lstStyle>
          <a:p/>
        </p:txBody>
      </p:sp>
      <p:pic>
        <p:nvPicPr>
          <p:cNvPr id="304" name="Google Shape;304;p3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305" name="Google Shape;305;p3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3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7" name="Shape 307"/>
        <p:cNvGrpSpPr/>
        <p:nvPr/>
      </p:nvGrpSpPr>
      <p:grpSpPr>
        <a:xfrm>
          <a:off x="0" y="0"/>
          <a:ext cx="0" cy="0"/>
          <a:chOff x="0" y="0"/>
          <a:chExt cx="0" cy="0"/>
        </a:xfrm>
      </p:grpSpPr>
      <p:pic>
        <p:nvPicPr>
          <p:cNvPr id="308" name="Google Shape;308;p3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309" name="Google Shape;309;p37"/>
          <p:cNvSpPr/>
          <p:nvPr/>
        </p:nvSpPr>
        <p:spPr>
          <a:xfrm>
            <a:off x="420300" y="1260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1" name="Google Shape;311;p37"/>
          <p:cNvSpPr txBox="1"/>
          <p:nvPr>
            <p:ph idx="2" type="title"/>
          </p:nvPr>
        </p:nvSpPr>
        <p:spPr>
          <a:xfrm>
            <a:off x="1741300" y="1260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2" name="Google Shape;312;p37"/>
          <p:cNvSpPr txBox="1"/>
          <p:nvPr>
            <p:ph idx="1" type="subTitle"/>
          </p:nvPr>
        </p:nvSpPr>
        <p:spPr>
          <a:xfrm>
            <a:off x="600450" y="2401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3" name="Google Shape;313;p37"/>
          <p:cNvSpPr/>
          <p:nvPr/>
        </p:nvSpPr>
        <p:spPr>
          <a:xfrm>
            <a:off x="420300" y="2847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7"/>
          <p:cNvSpPr txBox="1"/>
          <p:nvPr>
            <p:ph idx="3" type="title"/>
          </p:nvPr>
        </p:nvSpPr>
        <p:spPr>
          <a:xfrm>
            <a:off x="1741300" y="2847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5" name="Google Shape;315;p37"/>
          <p:cNvSpPr txBox="1"/>
          <p:nvPr>
            <p:ph idx="4" type="subTitle"/>
          </p:nvPr>
        </p:nvSpPr>
        <p:spPr>
          <a:xfrm>
            <a:off x="600450" y="3988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6" name="Google Shape;316;p37"/>
          <p:cNvSpPr/>
          <p:nvPr>
            <p:ph idx="5" type="pic"/>
          </p:nvPr>
        </p:nvSpPr>
        <p:spPr>
          <a:xfrm>
            <a:off x="5078100" y="1260950"/>
            <a:ext cx="3611400" cy="3174000"/>
          </a:xfrm>
          <a:prstGeom prst="rect">
            <a:avLst/>
          </a:prstGeom>
          <a:noFill/>
          <a:ln>
            <a:noFill/>
          </a:ln>
        </p:spPr>
      </p:sp>
      <p:cxnSp>
        <p:nvCxnSpPr>
          <p:cNvPr id="317" name="Google Shape;317;p37"/>
          <p:cNvCxnSpPr/>
          <p:nvPr/>
        </p:nvCxnSpPr>
        <p:spPr>
          <a:xfrm>
            <a:off x="599250" y="2847950"/>
            <a:ext cx="3810900" cy="0"/>
          </a:xfrm>
          <a:prstGeom prst="straightConnector1">
            <a:avLst/>
          </a:prstGeom>
          <a:noFill/>
          <a:ln cap="flat" cmpd="sng" w="9525">
            <a:solidFill>
              <a:schemeClr val="dk1"/>
            </a:solidFill>
            <a:prstDash val="solid"/>
            <a:round/>
            <a:headEnd len="med" w="med" type="none"/>
            <a:tailEnd len="med" w="med" type="none"/>
          </a:ln>
        </p:spPr>
      </p:cxnSp>
      <p:pic>
        <p:nvPicPr>
          <p:cNvPr id="318" name="Google Shape;318;p37"/>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19" name="Google Shape;319;p3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20" name="Google Shape;320;p37"/>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1"/>
        </a:solidFill>
      </p:bgPr>
    </p:bg>
    <p:spTree>
      <p:nvGrpSpPr>
        <p:cNvPr id="321" name="Shape 321"/>
        <p:cNvGrpSpPr/>
        <p:nvPr/>
      </p:nvGrpSpPr>
      <p:grpSpPr>
        <a:xfrm>
          <a:off x="0" y="0"/>
          <a:ext cx="0" cy="0"/>
          <a:chOff x="0" y="0"/>
          <a:chExt cx="0" cy="0"/>
        </a:xfrm>
      </p:grpSpPr>
      <p:pic>
        <p:nvPicPr>
          <p:cNvPr id="322" name="Google Shape;322;p3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23" name="Google Shape;323;p3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24" name="Google Shape;324;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5" name="Google Shape;325;p38"/>
          <p:cNvSpPr txBox="1"/>
          <p:nvPr>
            <p:ph idx="1"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26" name="Google Shape;326;p38"/>
          <p:cNvPicPr preferRelativeResize="0"/>
          <p:nvPr/>
        </p:nvPicPr>
        <p:blipFill>
          <a:blip r:embed="rId4">
            <a:alphaModFix/>
          </a:blip>
          <a:stretch>
            <a:fillRect/>
          </a:stretch>
        </p:blipFill>
        <p:spPr>
          <a:xfrm>
            <a:off x="457531" y="1522850"/>
            <a:ext cx="3321314" cy="3214174"/>
          </a:xfrm>
          <a:prstGeom prst="rect">
            <a:avLst/>
          </a:prstGeom>
          <a:noFill/>
          <a:ln>
            <a:noFill/>
          </a:ln>
        </p:spPr>
      </p:pic>
      <p:sp>
        <p:nvSpPr>
          <p:cNvPr id="327" name="Google Shape;327;p38"/>
          <p:cNvSpPr/>
          <p:nvPr>
            <p:ph idx="2" type="pic"/>
          </p:nvPr>
        </p:nvSpPr>
        <p:spPr>
          <a:xfrm>
            <a:off x="553351" y="1658623"/>
            <a:ext cx="315900" cy="315900"/>
          </a:xfrm>
          <a:prstGeom prst="rect">
            <a:avLst/>
          </a:prstGeom>
          <a:noFill/>
          <a:ln>
            <a:noFill/>
          </a:ln>
        </p:spPr>
      </p:sp>
      <p:sp>
        <p:nvSpPr>
          <p:cNvPr id="328" name="Google Shape;328;p38"/>
          <p:cNvSpPr txBox="1"/>
          <p:nvPr>
            <p:ph idx="3" type="body"/>
          </p:nvPr>
        </p:nvSpPr>
        <p:spPr>
          <a:xfrm>
            <a:off x="55340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29" name="Google Shape;329;p38"/>
          <p:cNvSpPr txBox="1"/>
          <p:nvPr>
            <p:ph idx="4" type="subTitle"/>
          </p:nvPr>
        </p:nvSpPr>
        <p:spPr>
          <a:xfrm>
            <a:off x="55335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pic>
        <p:nvPicPr>
          <p:cNvPr id="330" name="Google Shape;330;p38"/>
          <p:cNvPicPr preferRelativeResize="0"/>
          <p:nvPr/>
        </p:nvPicPr>
        <p:blipFill>
          <a:blip r:embed="rId4">
            <a:alphaModFix/>
          </a:blip>
          <a:stretch>
            <a:fillRect/>
          </a:stretch>
        </p:blipFill>
        <p:spPr>
          <a:xfrm>
            <a:off x="4172281" y="1522850"/>
            <a:ext cx="3321314" cy="3214174"/>
          </a:xfrm>
          <a:prstGeom prst="rect">
            <a:avLst/>
          </a:prstGeom>
          <a:noFill/>
          <a:ln>
            <a:noFill/>
          </a:ln>
        </p:spPr>
      </p:pic>
      <p:sp>
        <p:nvSpPr>
          <p:cNvPr id="331" name="Google Shape;331;p38"/>
          <p:cNvSpPr/>
          <p:nvPr>
            <p:ph idx="5" type="pic"/>
          </p:nvPr>
        </p:nvSpPr>
        <p:spPr>
          <a:xfrm>
            <a:off x="4268101" y="1658623"/>
            <a:ext cx="315900" cy="315900"/>
          </a:xfrm>
          <a:prstGeom prst="rect">
            <a:avLst/>
          </a:prstGeom>
          <a:noFill/>
          <a:ln>
            <a:noFill/>
          </a:ln>
        </p:spPr>
      </p:sp>
      <p:sp>
        <p:nvSpPr>
          <p:cNvPr id="332" name="Google Shape;332;p38"/>
          <p:cNvSpPr txBox="1"/>
          <p:nvPr>
            <p:ph idx="6" type="body"/>
          </p:nvPr>
        </p:nvSpPr>
        <p:spPr>
          <a:xfrm>
            <a:off x="426815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33" name="Google Shape;333;p38"/>
          <p:cNvSpPr txBox="1"/>
          <p:nvPr>
            <p:ph idx="7" type="subTitle"/>
          </p:nvPr>
        </p:nvSpPr>
        <p:spPr>
          <a:xfrm>
            <a:off x="426810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34" name="Google Shape;334;p3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8"/>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336" name="Shape 336"/>
        <p:cNvGrpSpPr/>
        <p:nvPr/>
      </p:nvGrpSpPr>
      <p:grpSpPr>
        <a:xfrm>
          <a:off x="0" y="0"/>
          <a:ext cx="0" cy="0"/>
          <a:chOff x="0" y="0"/>
          <a:chExt cx="0" cy="0"/>
        </a:xfrm>
      </p:grpSpPr>
      <p:sp>
        <p:nvSpPr>
          <p:cNvPr id="337" name="Google Shape;337;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8" name="Google Shape;338;p3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39" name="Google Shape;339;p3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40" name="Google Shape;340;p3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41" name="Google Shape;341;p39"/>
          <p:cNvSpPr/>
          <p:nvPr>
            <p:ph idx="2" type="pic"/>
          </p:nvPr>
        </p:nvSpPr>
        <p:spPr>
          <a:xfrm>
            <a:off x="410476" y="1541323"/>
            <a:ext cx="315900" cy="315900"/>
          </a:xfrm>
          <a:prstGeom prst="rect">
            <a:avLst/>
          </a:prstGeom>
          <a:noFill/>
          <a:ln>
            <a:noFill/>
          </a:ln>
        </p:spPr>
      </p:sp>
      <p:sp>
        <p:nvSpPr>
          <p:cNvPr id="342" name="Google Shape;342;p3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3" name="Google Shape;343;p3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4" name="Google Shape;344;p39"/>
          <p:cNvSpPr/>
          <p:nvPr>
            <p:ph idx="5" type="pic"/>
          </p:nvPr>
        </p:nvSpPr>
        <p:spPr>
          <a:xfrm>
            <a:off x="4803338" y="1541323"/>
            <a:ext cx="315900" cy="315900"/>
          </a:xfrm>
          <a:prstGeom prst="rect">
            <a:avLst/>
          </a:prstGeom>
          <a:noFill/>
          <a:ln>
            <a:noFill/>
          </a:ln>
        </p:spPr>
      </p:sp>
      <p:sp>
        <p:nvSpPr>
          <p:cNvPr id="345" name="Google Shape;345;p3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6" name="Google Shape;346;p3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7" name="Google Shape;347;p3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48" name="Google Shape;348;p3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349" name="Shape 349"/>
        <p:cNvGrpSpPr/>
        <p:nvPr/>
      </p:nvGrpSpPr>
      <p:grpSpPr>
        <a:xfrm>
          <a:off x="0" y="0"/>
          <a:ext cx="0" cy="0"/>
          <a:chOff x="0" y="0"/>
          <a:chExt cx="0" cy="0"/>
        </a:xfrm>
      </p:grpSpPr>
      <p:sp>
        <p:nvSpPr>
          <p:cNvPr id="350" name="Google Shape;350;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1" name="Google Shape;351;p40"/>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52" name="Google Shape;352;p4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53" name="Google Shape;353;p4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54" name="Google Shape;354;p4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55" name="Google Shape;355;p4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p:cSld name="TITLE_ONLY_2_2">
    <p:bg>
      <p:bgPr>
        <a:solidFill>
          <a:schemeClr val="dk1"/>
        </a:solidFill>
      </p:bgPr>
    </p:bg>
    <p:spTree>
      <p:nvGrpSpPr>
        <p:cNvPr id="356" name="Shape 356"/>
        <p:cNvGrpSpPr/>
        <p:nvPr/>
      </p:nvGrpSpPr>
      <p:grpSpPr>
        <a:xfrm>
          <a:off x="0" y="0"/>
          <a:ext cx="0" cy="0"/>
          <a:chOff x="0" y="0"/>
          <a:chExt cx="0" cy="0"/>
        </a:xfrm>
      </p:grpSpPr>
      <p:pic>
        <p:nvPicPr>
          <p:cNvPr id="357" name="Google Shape;357;p41"/>
          <p:cNvPicPr preferRelativeResize="0"/>
          <p:nvPr/>
        </p:nvPicPr>
        <p:blipFill>
          <a:blip r:embed="rId2">
            <a:alphaModFix/>
          </a:blip>
          <a:stretch>
            <a:fillRect/>
          </a:stretch>
        </p:blipFill>
        <p:spPr>
          <a:xfrm>
            <a:off x="412825" y="1658625"/>
            <a:ext cx="2682475" cy="2595924"/>
          </a:xfrm>
          <a:prstGeom prst="rect">
            <a:avLst/>
          </a:prstGeom>
          <a:noFill/>
          <a:ln>
            <a:noFill/>
          </a:ln>
        </p:spPr>
      </p:pic>
      <p:pic>
        <p:nvPicPr>
          <p:cNvPr id="358" name="Google Shape;358;p41"/>
          <p:cNvPicPr preferRelativeResize="0"/>
          <p:nvPr/>
        </p:nvPicPr>
        <p:blipFill>
          <a:blip r:embed="rId2">
            <a:alphaModFix/>
          </a:blip>
          <a:stretch>
            <a:fillRect/>
          </a:stretch>
        </p:blipFill>
        <p:spPr>
          <a:xfrm>
            <a:off x="3230763" y="1658625"/>
            <a:ext cx="2682475" cy="2595924"/>
          </a:xfrm>
          <a:prstGeom prst="rect">
            <a:avLst/>
          </a:prstGeom>
          <a:noFill/>
          <a:ln>
            <a:noFill/>
          </a:ln>
        </p:spPr>
      </p:pic>
      <p:pic>
        <p:nvPicPr>
          <p:cNvPr id="359" name="Google Shape;359;p41"/>
          <p:cNvPicPr preferRelativeResize="0"/>
          <p:nvPr/>
        </p:nvPicPr>
        <p:blipFill>
          <a:blip r:embed="rId2">
            <a:alphaModFix/>
          </a:blip>
          <a:stretch>
            <a:fillRect/>
          </a:stretch>
        </p:blipFill>
        <p:spPr>
          <a:xfrm>
            <a:off x="6048687" y="1658625"/>
            <a:ext cx="2682475" cy="2595924"/>
          </a:xfrm>
          <a:prstGeom prst="rect">
            <a:avLst/>
          </a:prstGeom>
          <a:noFill/>
          <a:ln>
            <a:noFill/>
          </a:ln>
        </p:spPr>
      </p:pic>
      <p:sp>
        <p:nvSpPr>
          <p:cNvPr id="360" name="Google Shape;360;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61" name="Google Shape;361;p41"/>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362" name="Google Shape;362;p4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63" name="Google Shape;363;p41"/>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364" name="Google Shape;364;p41"/>
          <p:cNvSpPr/>
          <p:nvPr>
            <p:ph idx="2" type="pic"/>
          </p:nvPr>
        </p:nvSpPr>
        <p:spPr>
          <a:xfrm>
            <a:off x="535276" y="1720023"/>
            <a:ext cx="315900" cy="315900"/>
          </a:xfrm>
          <a:prstGeom prst="rect">
            <a:avLst/>
          </a:prstGeom>
          <a:noFill/>
          <a:ln>
            <a:noFill/>
          </a:ln>
        </p:spPr>
      </p:sp>
      <p:sp>
        <p:nvSpPr>
          <p:cNvPr id="365" name="Google Shape;365;p41"/>
          <p:cNvSpPr txBox="1"/>
          <p:nvPr>
            <p:ph idx="3" type="body"/>
          </p:nvPr>
        </p:nvSpPr>
        <p:spPr>
          <a:xfrm>
            <a:off x="50507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6" name="Google Shape;366;p41"/>
          <p:cNvSpPr txBox="1"/>
          <p:nvPr>
            <p:ph idx="4" type="subTitle"/>
          </p:nvPr>
        </p:nvSpPr>
        <p:spPr>
          <a:xfrm>
            <a:off x="50507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67" name="Google Shape;367;p41"/>
          <p:cNvSpPr/>
          <p:nvPr>
            <p:ph idx="5" type="pic"/>
          </p:nvPr>
        </p:nvSpPr>
        <p:spPr>
          <a:xfrm>
            <a:off x="3358251" y="1720023"/>
            <a:ext cx="315900" cy="315900"/>
          </a:xfrm>
          <a:prstGeom prst="rect">
            <a:avLst/>
          </a:prstGeom>
          <a:noFill/>
          <a:ln>
            <a:noFill/>
          </a:ln>
        </p:spPr>
      </p:sp>
      <p:sp>
        <p:nvSpPr>
          <p:cNvPr id="368" name="Google Shape;368;p41"/>
          <p:cNvSpPr txBox="1"/>
          <p:nvPr>
            <p:ph idx="6" type="body"/>
          </p:nvPr>
        </p:nvSpPr>
        <p:spPr>
          <a:xfrm>
            <a:off x="3328050"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9" name="Google Shape;369;p41"/>
          <p:cNvSpPr txBox="1"/>
          <p:nvPr>
            <p:ph idx="7" type="subTitle"/>
          </p:nvPr>
        </p:nvSpPr>
        <p:spPr>
          <a:xfrm>
            <a:off x="3328050"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0" name="Google Shape;370;p41"/>
          <p:cNvSpPr/>
          <p:nvPr>
            <p:ph idx="8" type="pic"/>
          </p:nvPr>
        </p:nvSpPr>
        <p:spPr>
          <a:xfrm>
            <a:off x="6181226" y="1720023"/>
            <a:ext cx="315900" cy="315900"/>
          </a:xfrm>
          <a:prstGeom prst="rect">
            <a:avLst/>
          </a:prstGeom>
          <a:noFill/>
          <a:ln>
            <a:noFill/>
          </a:ln>
        </p:spPr>
      </p:sp>
      <p:sp>
        <p:nvSpPr>
          <p:cNvPr id="371" name="Google Shape;371;p41"/>
          <p:cNvSpPr txBox="1"/>
          <p:nvPr>
            <p:ph idx="9" type="body"/>
          </p:nvPr>
        </p:nvSpPr>
        <p:spPr>
          <a:xfrm>
            <a:off x="615102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72" name="Google Shape;372;p41"/>
          <p:cNvSpPr txBox="1"/>
          <p:nvPr>
            <p:ph idx="13" type="subTitle"/>
          </p:nvPr>
        </p:nvSpPr>
        <p:spPr>
          <a:xfrm>
            <a:off x="615102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3" name="Google Shape;373;p4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74" name="Google Shape;374;p41"/>
          <p:cNvSpPr txBox="1"/>
          <p:nvPr>
            <p:ph idx="1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375" name="Shape 375"/>
        <p:cNvGrpSpPr/>
        <p:nvPr/>
      </p:nvGrpSpPr>
      <p:grpSpPr>
        <a:xfrm>
          <a:off x="0" y="0"/>
          <a:ext cx="0" cy="0"/>
          <a:chOff x="0" y="0"/>
          <a:chExt cx="0" cy="0"/>
        </a:xfrm>
      </p:grpSpPr>
      <p:pic>
        <p:nvPicPr>
          <p:cNvPr id="376" name="Google Shape;376;p42"/>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377" name="Google Shape;377;p42"/>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378" name="Google Shape;378;p42"/>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379" name="Google Shape;379;p42"/>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380" name="Google Shape;380;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42"/>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382" name="Google Shape;382;p42"/>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383" name="Google Shape;383;p42"/>
          <p:cNvSpPr/>
          <p:nvPr>
            <p:ph idx="2" type="pic"/>
          </p:nvPr>
        </p:nvSpPr>
        <p:spPr>
          <a:xfrm>
            <a:off x="535276" y="1372373"/>
            <a:ext cx="315900" cy="315900"/>
          </a:xfrm>
          <a:prstGeom prst="rect">
            <a:avLst/>
          </a:prstGeom>
          <a:noFill/>
          <a:ln>
            <a:noFill/>
          </a:ln>
        </p:spPr>
      </p:sp>
      <p:sp>
        <p:nvSpPr>
          <p:cNvPr id="384" name="Google Shape;384;p42"/>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5" name="Google Shape;385;p42"/>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6" name="Google Shape;386;p42"/>
          <p:cNvSpPr/>
          <p:nvPr>
            <p:ph idx="4" type="pic"/>
          </p:nvPr>
        </p:nvSpPr>
        <p:spPr>
          <a:xfrm>
            <a:off x="3358251" y="1372373"/>
            <a:ext cx="315900" cy="315900"/>
          </a:xfrm>
          <a:prstGeom prst="rect">
            <a:avLst/>
          </a:prstGeom>
          <a:noFill/>
          <a:ln>
            <a:noFill/>
          </a:ln>
        </p:spPr>
      </p:sp>
      <p:sp>
        <p:nvSpPr>
          <p:cNvPr id="387" name="Google Shape;387;p42"/>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8" name="Google Shape;388;p42"/>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9" name="Google Shape;389;p42"/>
          <p:cNvSpPr/>
          <p:nvPr>
            <p:ph idx="7" type="pic"/>
          </p:nvPr>
        </p:nvSpPr>
        <p:spPr>
          <a:xfrm>
            <a:off x="6181226" y="1372373"/>
            <a:ext cx="315900" cy="315900"/>
          </a:xfrm>
          <a:prstGeom prst="rect">
            <a:avLst/>
          </a:prstGeom>
          <a:noFill/>
          <a:ln>
            <a:noFill/>
          </a:ln>
        </p:spPr>
      </p:sp>
      <p:sp>
        <p:nvSpPr>
          <p:cNvPr id="390" name="Google Shape;390;p42"/>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91" name="Google Shape;391;p42"/>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92" name="Google Shape;392;p4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93" name="Google Shape;393;p4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394" name="Shape 394"/>
        <p:cNvGrpSpPr/>
        <p:nvPr/>
      </p:nvGrpSpPr>
      <p:grpSpPr>
        <a:xfrm>
          <a:off x="0" y="0"/>
          <a:ext cx="0" cy="0"/>
          <a:chOff x="0" y="0"/>
          <a:chExt cx="0" cy="0"/>
        </a:xfrm>
      </p:grpSpPr>
      <p:pic>
        <p:nvPicPr>
          <p:cNvPr id="395" name="Google Shape;395;p43"/>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396" name="Google Shape;396;p43"/>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397" name="Google Shape;397;p43"/>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398" name="Google Shape;398;p43"/>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399" name="Google Shape;399;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43"/>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401" name="Google Shape;401;p43"/>
          <p:cNvSpPr/>
          <p:nvPr>
            <p:ph idx="2" type="pic"/>
          </p:nvPr>
        </p:nvSpPr>
        <p:spPr>
          <a:xfrm>
            <a:off x="535276" y="1720023"/>
            <a:ext cx="315900" cy="315900"/>
          </a:xfrm>
          <a:prstGeom prst="rect">
            <a:avLst/>
          </a:prstGeom>
          <a:noFill/>
          <a:ln>
            <a:noFill/>
          </a:ln>
        </p:spPr>
      </p:sp>
      <p:sp>
        <p:nvSpPr>
          <p:cNvPr id="402" name="Google Shape;402;p43"/>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03" name="Google Shape;403;p43"/>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04" name="Google Shape;404;p43"/>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05" name="Google Shape;405;p43"/>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406" name="Google Shape;406;p43"/>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407" name="Google Shape;407;p43"/>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408" name="Google Shape;408;p43"/>
          <p:cNvSpPr/>
          <p:nvPr>
            <p:ph idx="5" type="pic"/>
          </p:nvPr>
        </p:nvSpPr>
        <p:spPr>
          <a:xfrm>
            <a:off x="2665988" y="1720023"/>
            <a:ext cx="315900" cy="315900"/>
          </a:xfrm>
          <a:prstGeom prst="rect">
            <a:avLst/>
          </a:prstGeom>
          <a:noFill/>
          <a:ln>
            <a:noFill/>
          </a:ln>
        </p:spPr>
      </p:sp>
      <p:sp>
        <p:nvSpPr>
          <p:cNvPr id="409" name="Google Shape;409;p43"/>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0" name="Google Shape;410;p43"/>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1" name="Google Shape;411;p43"/>
          <p:cNvSpPr/>
          <p:nvPr>
            <p:ph idx="8" type="pic"/>
          </p:nvPr>
        </p:nvSpPr>
        <p:spPr>
          <a:xfrm>
            <a:off x="4780001" y="1720023"/>
            <a:ext cx="315900" cy="315900"/>
          </a:xfrm>
          <a:prstGeom prst="rect">
            <a:avLst/>
          </a:prstGeom>
          <a:noFill/>
          <a:ln>
            <a:noFill/>
          </a:ln>
        </p:spPr>
      </p:sp>
      <p:sp>
        <p:nvSpPr>
          <p:cNvPr id="412" name="Google Shape;412;p43"/>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3" name="Google Shape;413;p43"/>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4" name="Google Shape;414;p43"/>
          <p:cNvSpPr/>
          <p:nvPr>
            <p:ph idx="14" type="pic"/>
          </p:nvPr>
        </p:nvSpPr>
        <p:spPr>
          <a:xfrm>
            <a:off x="6896376" y="1720023"/>
            <a:ext cx="315900" cy="315900"/>
          </a:xfrm>
          <a:prstGeom prst="rect">
            <a:avLst/>
          </a:prstGeom>
          <a:noFill/>
          <a:ln>
            <a:noFill/>
          </a:ln>
        </p:spPr>
      </p:sp>
      <p:sp>
        <p:nvSpPr>
          <p:cNvPr id="415" name="Google Shape;415;p43"/>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6" name="Google Shape;416;p43"/>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7" name="Google Shape;417;p4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43"/>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419" name="Shape 419"/>
        <p:cNvGrpSpPr/>
        <p:nvPr/>
      </p:nvGrpSpPr>
      <p:grpSpPr>
        <a:xfrm>
          <a:off x="0" y="0"/>
          <a:ext cx="0" cy="0"/>
          <a:chOff x="0" y="0"/>
          <a:chExt cx="0" cy="0"/>
        </a:xfrm>
      </p:grpSpPr>
      <p:pic>
        <p:nvPicPr>
          <p:cNvPr id="420" name="Google Shape;420;p44"/>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421" name="Google Shape;421;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44"/>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23" name="Google Shape;423;p44"/>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TITLE_ONLY_2_1">
    <p:bg>
      <p:bgPr>
        <a:blipFill>
          <a:blip r:embed="rId2">
            <a:alphaModFix/>
          </a:blip>
          <a:stretch>
            <a:fillRect/>
          </a:stretch>
        </a:blipFill>
      </p:bgPr>
    </p:bg>
    <p:spTree>
      <p:nvGrpSpPr>
        <p:cNvPr id="424" name="Shape 424"/>
        <p:cNvGrpSpPr/>
        <p:nvPr/>
      </p:nvGrpSpPr>
      <p:grpSpPr>
        <a:xfrm>
          <a:off x="0" y="0"/>
          <a:ext cx="0" cy="0"/>
          <a:chOff x="0" y="0"/>
          <a:chExt cx="0" cy="0"/>
        </a:xfrm>
      </p:grpSpPr>
      <p:sp>
        <p:nvSpPr>
          <p:cNvPr id="425" name="Google Shape;425;p4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6" name="Google Shape;426;p4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27" name="Google Shape;427;p4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28" name="Google Shape;428;p4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29" name="Google Shape;429;p45"/>
          <p:cNvPicPr preferRelativeResize="0"/>
          <p:nvPr/>
        </p:nvPicPr>
        <p:blipFill>
          <a:blip r:embed="rId4">
            <a:alphaModFix/>
          </a:blip>
          <a:stretch>
            <a:fillRect/>
          </a:stretch>
        </p:blipFill>
        <p:spPr>
          <a:xfrm>
            <a:off x="324503" y="4543525"/>
            <a:ext cx="950126" cy="141650"/>
          </a:xfrm>
          <a:prstGeom prst="rect">
            <a:avLst/>
          </a:prstGeom>
          <a:noFill/>
          <a:ln>
            <a:noFill/>
          </a:ln>
        </p:spPr>
      </p:pic>
      <p:sp>
        <p:nvSpPr>
          <p:cNvPr id="430" name="Google Shape;430;p4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1" name="Google Shape;431;p4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TITLE_ONLY_2_1_2">
    <p:bg>
      <p:bgPr>
        <a:blipFill>
          <a:blip r:embed="rId2">
            <a:alphaModFix/>
          </a:blip>
          <a:stretch>
            <a:fillRect/>
          </a:stretch>
        </a:blipFill>
      </p:bgPr>
    </p:bg>
    <p:spTree>
      <p:nvGrpSpPr>
        <p:cNvPr id="432" name="Shape 432"/>
        <p:cNvGrpSpPr/>
        <p:nvPr/>
      </p:nvGrpSpPr>
      <p:grpSpPr>
        <a:xfrm>
          <a:off x="0" y="0"/>
          <a:ext cx="0" cy="0"/>
          <a:chOff x="0" y="0"/>
          <a:chExt cx="0" cy="0"/>
        </a:xfrm>
      </p:grpSpPr>
      <p:sp>
        <p:nvSpPr>
          <p:cNvPr id="433" name="Google Shape;433;p46"/>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4" name="Google Shape;434;p46"/>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35" name="Google Shape;435;p46"/>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36" name="Google Shape;436;p46"/>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37" name="Google Shape;437;p46"/>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438" name="Google Shape;438;p4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9" name="Google Shape;439;p46"/>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440" name="Shape 440"/>
        <p:cNvGrpSpPr/>
        <p:nvPr/>
      </p:nvGrpSpPr>
      <p:grpSpPr>
        <a:xfrm>
          <a:off x="0" y="0"/>
          <a:ext cx="0" cy="0"/>
          <a:chOff x="0" y="0"/>
          <a:chExt cx="0" cy="0"/>
        </a:xfrm>
      </p:grpSpPr>
      <p:sp>
        <p:nvSpPr>
          <p:cNvPr id="441" name="Google Shape;441;p47"/>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2" name="Google Shape;442;p47"/>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43" name="Google Shape;443;p47"/>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44" name="Google Shape;444;p47"/>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45" name="Google Shape;445;p47"/>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46" name="Google Shape;446;p4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4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4)">
  <p:cSld name="TITLE_ONLY_2_1_2_1_2">
    <p:bg>
      <p:bgPr>
        <a:blipFill>
          <a:blip r:embed="rId2">
            <a:alphaModFix/>
          </a:blip>
          <a:stretch>
            <a:fillRect/>
          </a:stretch>
        </a:blipFill>
      </p:bgPr>
    </p:bg>
    <p:spTree>
      <p:nvGrpSpPr>
        <p:cNvPr id="448" name="Shape 448"/>
        <p:cNvGrpSpPr/>
        <p:nvPr/>
      </p:nvGrpSpPr>
      <p:grpSpPr>
        <a:xfrm>
          <a:off x="0" y="0"/>
          <a:ext cx="0" cy="0"/>
          <a:chOff x="0" y="0"/>
          <a:chExt cx="0" cy="0"/>
        </a:xfrm>
      </p:grpSpPr>
      <p:sp>
        <p:nvSpPr>
          <p:cNvPr id="449" name="Google Shape;449;p48"/>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0" name="Google Shape;450;p48"/>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1" name="Google Shape;451;p48"/>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52" name="Google Shape;452;p48"/>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53" name="Google Shape;453;p48"/>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54" name="Google Shape;454;p4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55" name="Google Shape;455;p48"/>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5)">
  <p:cSld name="TITLE_ONLY_2_1_2_1_1">
    <p:bg>
      <p:bgPr>
        <a:blipFill>
          <a:blip r:embed="rId2">
            <a:alphaModFix/>
          </a:blip>
          <a:stretch>
            <a:fillRect/>
          </a:stretch>
        </a:blipFill>
      </p:bgPr>
    </p:bg>
    <p:spTree>
      <p:nvGrpSpPr>
        <p:cNvPr id="456" name="Shape 456"/>
        <p:cNvGrpSpPr/>
        <p:nvPr/>
      </p:nvGrpSpPr>
      <p:grpSpPr>
        <a:xfrm>
          <a:off x="0" y="0"/>
          <a:ext cx="0" cy="0"/>
          <a:chOff x="0" y="0"/>
          <a:chExt cx="0" cy="0"/>
        </a:xfrm>
      </p:grpSpPr>
      <p:sp>
        <p:nvSpPr>
          <p:cNvPr id="457" name="Google Shape;457;p49"/>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8" name="Google Shape;458;p49"/>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9" name="Google Shape;459;p49"/>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0" name="Google Shape;460;p49"/>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61" name="Google Shape;461;p49"/>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62" name="Google Shape;462;p4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3" name="Google Shape;463;p49"/>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464" name="Shape 464"/>
        <p:cNvGrpSpPr/>
        <p:nvPr/>
      </p:nvGrpSpPr>
      <p:grpSpPr>
        <a:xfrm>
          <a:off x="0" y="0"/>
          <a:ext cx="0" cy="0"/>
          <a:chOff x="0" y="0"/>
          <a:chExt cx="0" cy="0"/>
        </a:xfrm>
      </p:grpSpPr>
      <p:sp>
        <p:nvSpPr>
          <p:cNvPr id="465" name="Google Shape;465;p50"/>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466" name="Google Shape;466;p50"/>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pic>
        <p:nvPicPr>
          <p:cNvPr id="467" name="Google Shape;467;p50"/>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8" name="Google Shape;468;p5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9" name="Google Shape;469;p5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470" name="Google Shape;470;p50"/>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bg>
      <p:bgPr>
        <a:solidFill>
          <a:schemeClr val="dk1"/>
        </a:solidFill>
      </p:bgPr>
    </p:bg>
    <p:spTree>
      <p:nvGrpSpPr>
        <p:cNvPr id="471" name="Shape 471"/>
        <p:cNvGrpSpPr/>
        <p:nvPr/>
      </p:nvGrpSpPr>
      <p:grpSpPr>
        <a:xfrm>
          <a:off x="0" y="0"/>
          <a:ext cx="0" cy="0"/>
          <a:chOff x="0" y="0"/>
          <a:chExt cx="0" cy="0"/>
        </a:xfrm>
      </p:grpSpPr>
      <p:sp>
        <p:nvSpPr>
          <p:cNvPr id="472" name="Google Shape;472;p5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Medium"/>
              <a:buNone/>
              <a:defRPr sz="3200">
                <a:solidFill>
                  <a:schemeClr val="lt1"/>
                </a:solidFill>
                <a:latin typeface="Inter Medium"/>
                <a:ea typeface="Inter Medium"/>
                <a:cs typeface="Inter Medium"/>
                <a:sym typeface="Inter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3" name="Google Shape;473;p5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74" name="Google Shape;474;p51"/>
          <p:cNvSpPr/>
          <p:nvPr/>
        </p:nvSpPr>
        <p:spPr>
          <a:xfrm>
            <a:off x="3252525" y="1724150"/>
            <a:ext cx="2638800" cy="2693400"/>
          </a:xfrm>
          <a:prstGeom prst="rect">
            <a:avLst/>
          </a:prstGeom>
          <a:solidFill>
            <a:srgbClr val="994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1"/>
          <p:cNvSpPr/>
          <p:nvPr/>
        </p:nvSpPr>
        <p:spPr>
          <a:xfrm>
            <a:off x="454625" y="1724150"/>
            <a:ext cx="2638800" cy="26934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51"/>
          <p:cNvSpPr/>
          <p:nvPr/>
        </p:nvSpPr>
        <p:spPr>
          <a:xfrm>
            <a:off x="6050425" y="1724150"/>
            <a:ext cx="2638800" cy="2693400"/>
          </a:xfrm>
          <a:prstGeom prst="rect">
            <a:avLst/>
          </a:prstGeom>
          <a:solidFill>
            <a:srgbClr val="FD5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7" name="Google Shape;477;p51"/>
          <p:cNvPicPr preferRelativeResize="0"/>
          <p:nvPr/>
        </p:nvPicPr>
        <p:blipFill>
          <a:blip r:embed="rId2">
            <a:alphaModFix/>
          </a:blip>
          <a:stretch>
            <a:fillRect/>
          </a:stretch>
        </p:blipFill>
        <p:spPr>
          <a:xfrm>
            <a:off x="-762396" y="0"/>
            <a:ext cx="548700" cy="2288640"/>
          </a:xfrm>
          <a:prstGeom prst="rect">
            <a:avLst/>
          </a:prstGeom>
          <a:noFill/>
          <a:ln>
            <a:noFill/>
          </a:ln>
        </p:spPr>
      </p:pic>
      <p:sp>
        <p:nvSpPr>
          <p:cNvPr id="478" name="Google Shape;478;p51"/>
          <p:cNvSpPr txBox="1"/>
          <p:nvPr>
            <p:ph idx="2" type="body"/>
          </p:nvPr>
        </p:nvSpPr>
        <p:spPr>
          <a:xfrm>
            <a:off x="5918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79" name="Google Shape;479;p51"/>
          <p:cNvSpPr/>
          <p:nvPr>
            <p:ph idx="3" type="pic"/>
          </p:nvPr>
        </p:nvSpPr>
        <p:spPr>
          <a:xfrm>
            <a:off x="717350" y="1835650"/>
            <a:ext cx="548700" cy="548700"/>
          </a:xfrm>
          <a:prstGeom prst="rect">
            <a:avLst/>
          </a:prstGeom>
          <a:noFill/>
          <a:ln>
            <a:noFill/>
          </a:ln>
        </p:spPr>
      </p:sp>
      <p:sp>
        <p:nvSpPr>
          <p:cNvPr id="480" name="Google Shape;480;p51"/>
          <p:cNvSpPr txBox="1"/>
          <p:nvPr>
            <p:ph idx="4" type="subTitle"/>
          </p:nvPr>
        </p:nvSpPr>
        <p:spPr>
          <a:xfrm>
            <a:off x="5918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1" name="Google Shape;481;p51"/>
          <p:cNvSpPr txBox="1"/>
          <p:nvPr>
            <p:ph idx="5" type="body"/>
          </p:nvPr>
        </p:nvSpPr>
        <p:spPr>
          <a:xfrm>
            <a:off x="338962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82" name="Google Shape;482;p51"/>
          <p:cNvSpPr/>
          <p:nvPr>
            <p:ph idx="6" type="pic"/>
          </p:nvPr>
        </p:nvSpPr>
        <p:spPr>
          <a:xfrm>
            <a:off x="3515100" y="1835650"/>
            <a:ext cx="548700" cy="548700"/>
          </a:xfrm>
          <a:prstGeom prst="rect">
            <a:avLst/>
          </a:prstGeom>
          <a:noFill/>
          <a:ln>
            <a:noFill/>
          </a:ln>
        </p:spPr>
      </p:sp>
      <p:sp>
        <p:nvSpPr>
          <p:cNvPr id="483" name="Google Shape;483;p51"/>
          <p:cNvSpPr txBox="1"/>
          <p:nvPr>
            <p:ph idx="7" type="subTitle"/>
          </p:nvPr>
        </p:nvSpPr>
        <p:spPr>
          <a:xfrm>
            <a:off x="338962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4" name="Google Shape;484;p51"/>
          <p:cNvSpPr/>
          <p:nvPr>
            <p:ph idx="8" type="pic"/>
          </p:nvPr>
        </p:nvSpPr>
        <p:spPr>
          <a:xfrm>
            <a:off x="6312850" y="1835650"/>
            <a:ext cx="548700" cy="548700"/>
          </a:xfrm>
          <a:prstGeom prst="rect">
            <a:avLst/>
          </a:prstGeom>
          <a:noFill/>
          <a:ln>
            <a:noFill/>
          </a:ln>
        </p:spPr>
      </p:sp>
      <p:sp>
        <p:nvSpPr>
          <p:cNvPr id="485" name="Google Shape;485;p51"/>
          <p:cNvSpPr txBox="1"/>
          <p:nvPr>
            <p:ph idx="9" type="subTitle"/>
          </p:nvPr>
        </p:nvSpPr>
        <p:spPr>
          <a:xfrm>
            <a:off x="61873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pic>
        <p:nvPicPr>
          <p:cNvPr id="486" name="Google Shape;486;p5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487" name="Google Shape;487;p5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88" name="Google Shape;488;p51"/>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
        <p:nvSpPr>
          <p:cNvPr id="489" name="Google Shape;489;p51"/>
          <p:cNvSpPr txBox="1"/>
          <p:nvPr>
            <p:ph idx="14" type="body"/>
          </p:nvPr>
        </p:nvSpPr>
        <p:spPr>
          <a:xfrm>
            <a:off x="61873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1">
  <p:cSld name="TITLE_ONLY_1_1">
    <p:bg>
      <p:bgPr>
        <a:solidFill>
          <a:schemeClr val="dk1"/>
        </a:solidFill>
      </p:bgPr>
    </p:bg>
    <p:spTree>
      <p:nvGrpSpPr>
        <p:cNvPr id="490" name="Shape 490"/>
        <p:cNvGrpSpPr/>
        <p:nvPr/>
      </p:nvGrpSpPr>
      <p:grpSpPr>
        <a:xfrm>
          <a:off x="0" y="0"/>
          <a:ext cx="0" cy="0"/>
          <a:chOff x="0" y="0"/>
          <a:chExt cx="0" cy="0"/>
        </a:xfrm>
      </p:grpSpPr>
      <p:pic>
        <p:nvPicPr>
          <p:cNvPr id="491" name="Google Shape;491;p52"/>
          <p:cNvPicPr preferRelativeResize="0"/>
          <p:nvPr/>
        </p:nvPicPr>
        <p:blipFill>
          <a:blip r:embed="rId2">
            <a:alphaModFix/>
          </a:blip>
          <a:stretch>
            <a:fillRect/>
          </a:stretch>
        </p:blipFill>
        <p:spPr>
          <a:xfrm>
            <a:off x="409575" y="1136775"/>
            <a:ext cx="2917548" cy="1305947"/>
          </a:xfrm>
          <a:prstGeom prst="rect">
            <a:avLst/>
          </a:prstGeom>
          <a:noFill/>
          <a:ln>
            <a:noFill/>
          </a:ln>
        </p:spPr>
      </p:pic>
      <p:pic>
        <p:nvPicPr>
          <p:cNvPr id="492" name="Google Shape;492;p52"/>
          <p:cNvPicPr preferRelativeResize="0"/>
          <p:nvPr/>
        </p:nvPicPr>
        <p:blipFill>
          <a:blip r:embed="rId3">
            <a:alphaModFix/>
          </a:blip>
          <a:stretch>
            <a:fillRect/>
          </a:stretch>
        </p:blipFill>
        <p:spPr>
          <a:xfrm>
            <a:off x="3524880" y="1136781"/>
            <a:ext cx="2917548" cy="1305947"/>
          </a:xfrm>
          <a:prstGeom prst="rect">
            <a:avLst/>
          </a:prstGeom>
          <a:noFill/>
          <a:ln>
            <a:noFill/>
          </a:ln>
        </p:spPr>
      </p:pic>
      <p:pic>
        <p:nvPicPr>
          <p:cNvPr id="493" name="Google Shape;493;p52"/>
          <p:cNvPicPr preferRelativeResize="0"/>
          <p:nvPr/>
        </p:nvPicPr>
        <p:blipFill>
          <a:blip r:embed="rId4">
            <a:alphaModFix/>
          </a:blip>
          <a:stretch>
            <a:fillRect/>
          </a:stretch>
        </p:blipFill>
        <p:spPr>
          <a:xfrm>
            <a:off x="409586" y="2641499"/>
            <a:ext cx="2917548" cy="1305947"/>
          </a:xfrm>
          <a:prstGeom prst="rect">
            <a:avLst/>
          </a:prstGeom>
          <a:noFill/>
          <a:ln>
            <a:noFill/>
          </a:ln>
        </p:spPr>
      </p:pic>
      <p:pic>
        <p:nvPicPr>
          <p:cNvPr id="494" name="Google Shape;494;p52"/>
          <p:cNvPicPr preferRelativeResize="0"/>
          <p:nvPr/>
        </p:nvPicPr>
        <p:blipFill>
          <a:blip r:embed="rId5">
            <a:alphaModFix/>
          </a:blip>
          <a:stretch>
            <a:fillRect/>
          </a:stretch>
        </p:blipFill>
        <p:spPr>
          <a:xfrm>
            <a:off x="3524877" y="2641490"/>
            <a:ext cx="2917548" cy="1305947"/>
          </a:xfrm>
          <a:prstGeom prst="rect">
            <a:avLst/>
          </a:prstGeom>
          <a:noFill/>
          <a:ln>
            <a:noFill/>
          </a:ln>
        </p:spPr>
      </p:pic>
      <p:sp>
        <p:nvSpPr>
          <p:cNvPr id="495" name="Google Shape;495;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96" name="Google Shape;496;p52"/>
          <p:cNvPicPr preferRelativeResize="0"/>
          <p:nvPr/>
        </p:nvPicPr>
        <p:blipFill>
          <a:blip r:embed="rId6">
            <a:alphaModFix/>
          </a:blip>
          <a:stretch>
            <a:fillRect/>
          </a:stretch>
        </p:blipFill>
        <p:spPr>
          <a:xfrm>
            <a:off x="-762396" y="0"/>
            <a:ext cx="548700" cy="2288640"/>
          </a:xfrm>
          <a:prstGeom prst="rect">
            <a:avLst/>
          </a:prstGeom>
          <a:noFill/>
          <a:ln>
            <a:noFill/>
          </a:ln>
        </p:spPr>
      </p:pic>
      <p:sp>
        <p:nvSpPr>
          <p:cNvPr id="497" name="Google Shape;497;p52"/>
          <p:cNvSpPr/>
          <p:nvPr>
            <p:ph idx="2" type="pic"/>
          </p:nvPr>
        </p:nvSpPr>
        <p:spPr>
          <a:xfrm>
            <a:off x="8595300" y="0"/>
            <a:ext cx="548700" cy="548700"/>
          </a:xfrm>
          <a:prstGeom prst="rect">
            <a:avLst/>
          </a:prstGeom>
          <a:noFill/>
          <a:ln>
            <a:noFill/>
          </a:ln>
        </p:spPr>
      </p:sp>
      <p:sp>
        <p:nvSpPr>
          <p:cNvPr id="498" name="Google Shape;498;p52"/>
          <p:cNvSpPr txBox="1"/>
          <p:nvPr>
            <p:ph idx="1" type="subTitle"/>
          </p:nvPr>
        </p:nvSpPr>
        <p:spPr>
          <a:xfrm>
            <a:off x="4096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99" name="Google Shape;499;p52"/>
          <p:cNvSpPr txBox="1"/>
          <p:nvPr>
            <p:ph idx="3" type="subTitle"/>
          </p:nvPr>
        </p:nvSpPr>
        <p:spPr>
          <a:xfrm>
            <a:off x="13408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0" name="Google Shape;500;p52"/>
          <p:cNvSpPr txBox="1"/>
          <p:nvPr>
            <p:ph idx="4" type="subTitle"/>
          </p:nvPr>
        </p:nvSpPr>
        <p:spPr>
          <a:xfrm>
            <a:off x="35249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1" name="Google Shape;501;p52"/>
          <p:cNvSpPr txBox="1"/>
          <p:nvPr>
            <p:ph idx="5" type="subTitle"/>
          </p:nvPr>
        </p:nvSpPr>
        <p:spPr>
          <a:xfrm>
            <a:off x="44561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2" name="Google Shape;502;p52"/>
          <p:cNvSpPr txBox="1"/>
          <p:nvPr>
            <p:ph idx="6" type="subTitle"/>
          </p:nvPr>
        </p:nvSpPr>
        <p:spPr>
          <a:xfrm>
            <a:off x="4096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3" name="Google Shape;503;p52"/>
          <p:cNvSpPr txBox="1"/>
          <p:nvPr>
            <p:ph idx="7" type="subTitle"/>
          </p:nvPr>
        </p:nvSpPr>
        <p:spPr>
          <a:xfrm>
            <a:off x="13408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4" name="Google Shape;504;p52"/>
          <p:cNvSpPr txBox="1"/>
          <p:nvPr>
            <p:ph idx="8" type="subTitle"/>
          </p:nvPr>
        </p:nvSpPr>
        <p:spPr>
          <a:xfrm>
            <a:off x="35249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5" name="Google Shape;505;p52"/>
          <p:cNvSpPr txBox="1"/>
          <p:nvPr>
            <p:ph idx="9" type="subTitle"/>
          </p:nvPr>
        </p:nvSpPr>
        <p:spPr>
          <a:xfrm>
            <a:off x="44561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pic>
        <p:nvPicPr>
          <p:cNvPr id="506" name="Google Shape;506;p52"/>
          <p:cNvPicPr preferRelativeResize="0"/>
          <p:nvPr/>
        </p:nvPicPr>
        <p:blipFill>
          <a:blip r:embed="rId7">
            <a:alphaModFix/>
          </a:blip>
          <a:stretch>
            <a:fillRect/>
          </a:stretch>
        </p:blipFill>
        <p:spPr>
          <a:xfrm>
            <a:off x="457529" y="4543025"/>
            <a:ext cx="950976" cy="142646"/>
          </a:xfrm>
          <a:prstGeom prst="rect">
            <a:avLst/>
          </a:prstGeom>
          <a:noFill/>
          <a:ln>
            <a:noFill/>
          </a:ln>
        </p:spPr>
      </p:pic>
      <p:sp>
        <p:nvSpPr>
          <p:cNvPr id="507" name="Google Shape;507;p5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08" name="Google Shape;508;p5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
    <p:spTree>
      <p:nvGrpSpPr>
        <p:cNvPr id="509" name="Shape 509"/>
        <p:cNvGrpSpPr/>
        <p:nvPr/>
      </p:nvGrpSpPr>
      <p:grpSpPr>
        <a:xfrm>
          <a:off x="0" y="0"/>
          <a:ext cx="0" cy="0"/>
          <a:chOff x="0" y="0"/>
          <a:chExt cx="0" cy="0"/>
        </a:xfrm>
      </p:grpSpPr>
      <p:sp>
        <p:nvSpPr>
          <p:cNvPr id="510" name="Google Shape;510;p53"/>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1" name="Google Shape;511;p53"/>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2" name="Google Shape;512;p53"/>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3" name="Google Shape;513;p53"/>
          <p:cNvSpPr/>
          <p:nvPr>
            <p:ph idx="3" type="pic"/>
          </p:nvPr>
        </p:nvSpPr>
        <p:spPr>
          <a:xfrm>
            <a:off x="444075" y="1157850"/>
            <a:ext cx="760800" cy="760800"/>
          </a:xfrm>
          <a:prstGeom prst="ellipse">
            <a:avLst/>
          </a:prstGeom>
          <a:noFill/>
          <a:ln>
            <a:noFill/>
          </a:ln>
        </p:spPr>
      </p:sp>
      <p:sp>
        <p:nvSpPr>
          <p:cNvPr id="514" name="Google Shape;514;p53"/>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5" name="Google Shape;515;p53"/>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6" name="Google Shape;516;p53"/>
          <p:cNvSpPr/>
          <p:nvPr>
            <p:ph idx="6" type="pic"/>
          </p:nvPr>
        </p:nvSpPr>
        <p:spPr>
          <a:xfrm>
            <a:off x="3091025" y="1157850"/>
            <a:ext cx="760800" cy="760800"/>
          </a:xfrm>
          <a:prstGeom prst="ellipse">
            <a:avLst/>
          </a:prstGeom>
          <a:noFill/>
          <a:ln>
            <a:noFill/>
          </a:ln>
        </p:spPr>
      </p:sp>
      <p:sp>
        <p:nvSpPr>
          <p:cNvPr id="517" name="Google Shape;517;p53"/>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8" name="Google Shape;518;p53"/>
          <p:cNvSpPr/>
          <p:nvPr>
            <p:ph idx="8" type="pic"/>
          </p:nvPr>
        </p:nvSpPr>
        <p:spPr>
          <a:xfrm>
            <a:off x="5737975" y="1157850"/>
            <a:ext cx="760800" cy="760800"/>
          </a:xfrm>
          <a:prstGeom prst="ellipse">
            <a:avLst/>
          </a:prstGeom>
          <a:noFill/>
          <a:ln>
            <a:noFill/>
          </a:ln>
        </p:spPr>
      </p:sp>
      <p:sp>
        <p:nvSpPr>
          <p:cNvPr id="519" name="Google Shape;519;p53"/>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0" name="Google Shape;520;p53"/>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1" name="Google Shape;521;p53"/>
          <p:cNvSpPr/>
          <p:nvPr>
            <p:ph idx="14" type="pic"/>
          </p:nvPr>
        </p:nvSpPr>
        <p:spPr>
          <a:xfrm>
            <a:off x="444075" y="3020950"/>
            <a:ext cx="760800" cy="760800"/>
          </a:xfrm>
          <a:prstGeom prst="ellipse">
            <a:avLst/>
          </a:prstGeom>
          <a:noFill/>
          <a:ln>
            <a:noFill/>
          </a:ln>
        </p:spPr>
      </p:sp>
      <p:sp>
        <p:nvSpPr>
          <p:cNvPr id="522" name="Google Shape;522;p53"/>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3" name="Google Shape;523;p53"/>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4" name="Google Shape;524;p53"/>
          <p:cNvSpPr/>
          <p:nvPr>
            <p:ph idx="17" type="pic"/>
          </p:nvPr>
        </p:nvSpPr>
        <p:spPr>
          <a:xfrm>
            <a:off x="3091025" y="3020950"/>
            <a:ext cx="760800" cy="760800"/>
          </a:xfrm>
          <a:prstGeom prst="ellipse">
            <a:avLst/>
          </a:prstGeom>
          <a:noFill/>
          <a:ln>
            <a:noFill/>
          </a:ln>
        </p:spPr>
      </p:sp>
      <p:sp>
        <p:nvSpPr>
          <p:cNvPr id="525" name="Google Shape;525;p53"/>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6" name="Google Shape;526;p53"/>
          <p:cNvSpPr/>
          <p:nvPr>
            <p:ph idx="19" type="pic"/>
          </p:nvPr>
        </p:nvSpPr>
        <p:spPr>
          <a:xfrm>
            <a:off x="5737975" y="3020950"/>
            <a:ext cx="760800" cy="760800"/>
          </a:xfrm>
          <a:prstGeom prst="ellipse">
            <a:avLst/>
          </a:prstGeom>
          <a:noFill/>
          <a:ln>
            <a:noFill/>
          </a:ln>
        </p:spPr>
      </p:sp>
      <p:sp>
        <p:nvSpPr>
          <p:cNvPr id="527" name="Google Shape;527;p53"/>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28" name="Google Shape;528;p53"/>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529" name="Google Shape;529;p53"/>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30" name="Google Shape;530;p53"/>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pic>
        <p:nvPicPr>
          <p:cNvPr id="531" name="Google Shape;531;p53"/>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Small)">
  <p:cSld name="ONE_COLUMN_TEXT_1">
    <p:spTree>
      <p:nvGrpSpPr>
        <p:cNvPr id="532" name="Shape 532"/>
        <p:cNvGrpSpPr/>
        <p:nvPr/>
      </p:nvGrpSpPr>
      <p:grpSpPr>
        <a:xfrm>
          <a:off x="0" y="0"/>
          <a:ext cx="0" cy="0"/>
          <a:chOff x="0" y="0"/>
          <a:chExt cx="0" cy="0"/>
        </a:xfrm>
      </p:grpSpPr>
      <p:sp>
        <p:nvSpPr>
          <p:cNvPr id="533" name="Google Shape;533;p54"/>
          <p:cNvSpPr txBox="1"/>
          <p:nvPr>
            <p:ph type="title"/>
          </p:nvPr>
        </p:nvSpPr>
        <p:spPr>
          <a:xfrm>
            <a:off x="1219800"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4" name="Google Shape;534;p5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5" name="Google Shape;535;p54"/>
          <p:cNvSpPr/>
          <p:nvPr>
            <p:ph idx="3" type="pic"/>
          </p:nvPr>
        </p:nvSpPr>
        <p:spPr>
          <a:xfrm>
            <a:off x="311700" y="1466325"/>
            <a:ext cx="908100" cy="908100"/>
          </a:xfrm>
          <a:prstGeom prst="ellipse">
            <a:avLst/>
          </a:prstGeom>
          <a:noFill/>
          <a:ln>
            <a:noFill/>
          </a:ln>
        </p:spPr>
      </p:sp>
      <p:sp>
        <p:nvSpPr>
          <p:cNvPr id="536" name="Google Shape;536;p54"/>
          <p:cNvSpPr txBox="1"/>
          <p:nvPr>
            <p:ph idx="1" type="subTitle"/>
          </p:nvPr>
        </p:nvSpPr>
        <p:spPr>
          <a:xfrm>
            <a:off x="1219800"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7" name="Google Shape;537;p54"/>
          <p:cNvSpPr txBox="1"/>
          <p:nvPr>
            <p:ph idx="4" type="title"/>
          </p:nvPr>
        </p:nvSpPr>
        <p:spPr>
          <a:xfrm>
            <a:off x="4033502"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8" name="Google Shape;538;p54"/>
          <p:cNvSpPr txBox="1"/>
          <p:nvPr>
            <p:ph idx="5" type="subTitle"/>
          </p:nvPr>
        </p:nvSpPr>
        <p:spPr>
          <a:xfrm>
            <a:off x="4033503"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9" name="Google Shape;539;p54"/>
          <p:cNvSpPr txBox="1"/>
          <p:nvPr>
            <p:ph idx="6" type="title"/>
          </p:nvPr>
        </p:nvSpPr>
        <p:spPr>
          <a:xfrm>
            <a:off x="6847205"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0" name="Google Shape;540;p54"/>
          <p:cNvSpPr txBox="1"/>
          <p:nvPr>
            <p:ph idx="7" type="subTitle"/>
          </p:nvPr>
        </p:nvSpPr>
        <p:spPr>
          <a:xfrm>
            <a:off x="6847205"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1" name="Google Shape;541;p54"/>
          <p:cNvSpPr/>
          <p:nvPr>
            <p:ph idx="8" type="pic"/>
          </p:nvPr>
        </p:nvSpPr>
        <p:spPr>
          <a:xfrm>
            <a:off x="3125400" y="1466325"/>
            <a:ext cx="908100" cy="908100"/>
          </a:xfrm>
          <a:prstGeom prst="ellipse">
            <a:avLst/>
          </a:prstGeom>
          <a:noFill/>
          <a:ln>
            <a:noFill/>
          </a:ln>
        </p:spPr>
      </p:sp>
      <p:sp>
        <p:nvSpPr>
          <p:cNvPr id="542" name="Google Shape;542;p54"/>
          <p:cNvSpPr/>
          <p:nvPr>
            <p:ph idx="9" type="pic"/>
          </p:nvPr>
        </p:nvSpPr>
        <p:spPr>
          <a:xfrm>
            <a:off x="5914500" y="1466325"/>
            <a:ext cx="908100" cy="908100"/>
          </a:xfrm>
          <a:prstGeom prst="ellipse">
            <a:avLst/>
          </a:prstGeom>
          <a:noFill/>
          <a:ln>
            <a:noFill/>
          </a:ln>
        </p:spPr>
      </p:sp>
      <p:sp>
        <p:nvSpPr>
          <p:cNvPr id="543" name="Google Shape;543;p54"/>
          <p:cNvSpPr txBox="1"/>
          <p:nvPr>
            <p:ph idx="13" type="title"/>
          </p:nvPr>
        </p:nvSpPr>
        <p:spPr>
          <a:xfrm>
            <a:off x="1219800"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4" name="Google Shape;544;p54"/>
          <p:cNvSpPr/>
          <p:nvPr>
            <p:ph idx="14" type="pic"/>
          </p:nvPr>
        </p:nvSpPr>
        <p:spPr>
          <a:xfrm>
            <a:off x="311700" y="2961750"/>
            <a:ext cx="908100" cy="908100"/>
          </a:xfrm>
          <a:prstGeom prst="ellipse">
            <a:avLst/>
          </a:prstGeom>
          <a:noFill/>
          <a:ln>
            <a:noFill/>
          </a:ln>
        </p:spPr>
      </p:sp>
      <p:sp>
        <p:nvSpPr>
          <p:cNvPr id="545" name="Google Shape;545;p54"/>
          <p:cNvSpPr txBox="1"/>
          <p:nvPr>
            <p:ph idx="15" type="subTitle"/>
          </p:nvPr>
        </p:nvSpPr>
        <p:spPr>
          <a:xfrm>
            <a:off x="1219800"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6" name="Google Shape;546;p54"/>
          <p:cNvSpPr txBox="1"/>
          <p:nvPr>
            <p:ph idx="16" type="title"/>
          </p:nvPr>
        </p:nvSpPr>
        <p:spPr>
          <a:xfrm>
            <a:off x="4033502"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7" name="Google Shape;547;p54"/>
          <p:cNvSpPr txBox="1"/>
          <p:nvPr>
            <p:ph idx="17" type="subTitle"/>
          </p:nvPr>
        </p:nvSpPr>
        <p:spPr>
          <a:xfrm>
            <a:off x="4033503"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8" name="Google Shape;548;p54"/>
          <p:cNvSpPr txBox="1"/>
          <p:nvPr>
            <p:ph idx="18" type="title"/>
          </p:nvPr>
        </p:nvSpPr>
        <p:spPr>
          <a:xfrm>
            <a:off x="6847205"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9" name="Google Shape;549;p54"/>
          <p:cNvSpPr txBox="1"/>
          <p:nvPr>
            <p:ph idx="19" type="subTitle"/>
          </p:nvPr>
        </p:nvSpPr>
        <p:spPr>
          <a:xfrm>
            <a:off x="6847205"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50" name="Google Shape;550;p54"/>
          <p:cNvSpPr/>
          <p:nvPr>
            <p:ph idx="20" type="pic"/>
          </p:nvPr>
        </p:nvSpPr>
        <p:spPr>
          <a:xfrm>
            <a:off x="3125400" y="2961750"/>
            <a:ext cx="908100" cy="908100"/>
          </a:xfrm>
          <a:prstGeom prst="ellipse">
            <a:avLst/>
          </a:prstGeom>
          <a:noFill/>
          <a:ln>
            <a:noFill/>
          </a:ln>
        </p:spPr>
      </p:sp>
      <p:sp>
        <p:nvSpPr>
          <p:cNvPr id="551" name="Google Shape;551;p54"/>
          <p:cNvSpPr/>
          <p:nvPr>
            <p:ph idx="21" type="pic"/>
          </p:nvPr>
        </p:nvSpPr>
        <p:spPr>
          <a:xfrm>
            <a:off x="5914500" y="2961750"/>
            <a:ext cx="908100" cy="908100"/>
          </a:xfrm>
          <a:prstGeom prst="ellipse">
            <a:avLst/>
          </a:prstGeom>
          <a:noFill/>
          <a:ln>
            <a:noFill/>
          </a:ln>
        </p:spPr>
      </p:sp>
      <p:sp>
        <p:nvSpPr>
          <p:cNvPr id="552" name="Google Shape;552;p5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53" name="Google Shape;553;p54"/>
          <p:cNvSpPr txBox="1"/>
          <p:nvPr>
            <p:ph idx="2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54" name="Google Shape;554;p5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Five Heads (Cards)">
  <p:cSld name="ONE_COLUMN_TEXT_1_1">
    <p:spTree>
      <p:nvGrpSpPr>
        <p:cNvPr id="555" name="Shape 555"/>
        <p:cNvGrpSpPr/>
        <p:nvPr/>
      </p:nvGrpSpPr>
      <p:grpSpPr>
        <a:xfrm>
          <a:off x="0" y="0"/>
          <a:ext cx="0" cy="0"/>
          <a:chOff x="0" y="0"/>
          <a:chExt cx="0" cy="0"/>
        </a:xfrm>
      </p:grpSpPr>
      <p:sp>
        <p:nvSpPr>
          <p:cNvPr id="556" name="Google Shape;556;p5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7" name="Google Shape;557;p55"/>
          <p:cNvPicPr preferRelativeResize="0"/>
          <p:nvPr/>
        </p:nvPicPr>
        <p:blipFill>
          <a:blip r:embed="rId2">
            <a:alphaModFix/>
          </a:blip>
          <a:stretch>
            <a:fillRect/>
          </a:stretch>
        </p:blipFill>
        <p:spPr>
          <a:xfrm>
            <a:off x="457529" y="4543025"/>
            <a:ext cx="950976" cy="142646"/>
          </a:xfrm>
          <a:prstGeom prst="rect">
            <a:avLst/>
          </a:prstGeom>
          <a:noFill/>
          <a:ln>
            <a:noFill/>
          </a:ln>
        </p:spPr>
      </p:pic>
      <p:pic>
        <p:nvPicPr>
          <p:cNvPr id="558" name="Google Shape;558;p55"/>
          <p:cNvPicPr preferRelativeResize="0"/>
          <p:nvPr/>
        </p:nvPicPr>
        <p:blipFill>
          <a:blip r:embed="rId3">
            <a:alphaModFix amt="10000"/>
          </a:blip>
          <a:stretch>
            <a:fillRect/>
          </a:stretch>
        </p:blipFill>
        <p:spPr>
          <a:xfrm>
            <a:off x="414563" y="1811724"/>
            <a:ext cx="1515025" cy="2192350"/>
          </a:xfrm>
          <a:prstGeom prst="rect">
            <a:avLst/>
          </a:prstGeom>
          <a:noFill/>
          <a:ln>
            <a:noFill/>
          </a:ln>
        </p:spPr>
      </p:pic>
      <p:sp>
        <p:nvSpPr>
          <p:cNvPr id="559" name="Google Shape;559;p55"/>
          <p:cNvSpPr txBox="1"/>
          <p:nvPr>
            <p:ph idx="2" type="title"/>
          </p:nvPr>
        </p:nvSpPr>
        <p:spPr>
          <a:xfrm>
            <a:off x="414575"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0" name="Google Shape;560;p55"/>
          <p:cNvSpPr txBox="1"/>
          <p:nvPr>
            <p:ph idx="1" type="subTitle"/>
          </p:nvPr>
        </p:nvSpPr>
        <p:spPr>
          <a:xfrm>
            <a:off x="414575"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1" name="Google Shape;561;p55"/>
          <p:cNvSpPr/>
          <p:nvPr>
            <p:ph idx="3" type="pic"/>
          </p:nvPr>
        </p:nvSpPr>
        <p:spPr>
          <a:xfrm>
            <a:off x="718038" y="1237000"/>
            <a:ext cx="908100" cy="908100"/>
          </a:xfrm>
          <a:prstGeom prst="ellipse">
            <a:avLst/>
          </a:prstGeom>
          <a:noFill/>
          <a:ln>
            <a:noFill/>
          </a:ln>
        </p:spPr>
      </p:sp>
      <p:pic>
        <p:nvPicPr>
          <p:cNvPr id="562" name="Google Shape;562;p55"/>
          <p:cNvPicPr preferRelativeResize="0"/>
          <p:nvPr/>
        </p:nvPicPr>
        <p:blipFill>
          <a:blip r:embed="rId3">
            <a:alphaModFix amt="10000"/>
          </a:blip>
          <a:stretch>
            <a:fillRect/>
          </a:stretch>
        </p:blipFill>
        <p:spPr>
          <a:xfrm>
            <a:off x="2112948" y="1811724"/>
            <a:ext cx="1515025" cy="2192350"/>
          </a:xfrm>
          <a:prstGeom prst="rect">
            <a:avLst/>
          </a:prstGeom>
          <a:noFill/>
          <a:ln>
            <a:noFill/>
          </a:ln>
        </p:spPr>
      </p:pic>
      <p:sp>
        <p:nvSpPr>
          <p:cNvPr id="563" name="Google Shape;563;p55"/>
          <p:cNvSpPr txBox="1"/>
          <p:nvPr>
            <p:ph idx="4" type="title"/>
          </p:nvPr>
        </p:nvSpPr>
        <p:spPr>
          <a:xfrm>
            <a:off x="2112960"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4" name="Google Shape;564;p55"/>
          <p:cNvSpPr txBox="1"/>
          <p:nvPr>
            <p:ph idx="5" type="subTitle"/>
          </p:nvPr>
        </p:nvSpPr>
        <p:spPr>
          <a:xfrm>
            <a:off x="211296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5" name="Google Shape;565;p55"/>
          <p:cNvSpPr/>
          <p:nvPr>
            <p:ph idx="6" type="pic"/>
          </p:nvPr>
        </p:nvSpPr>
        <p:spPr>
          <a:xfrm>
            <a:off x="2416423" y="1237000"/>
            <a:ext cx="908100" cy="908100"/>
          </a:xfrm>
          <a:prstGeom prst="ellipse">
            <a:avLst/>
          </a:prstGeom>
          <a:noFill/>
          <a:ln>
            <a:noFill/>
          </a:ln>
        </p:spPr>
      </p:sp>
      <p:pic>
        <p:nvPicPr>
          <p:cNvPr id="566" name="Google Shape;566;p55"/>
          <p:cNvPicPr preferRelativeResize="0"/>
          <p:nvPr/>
        </p:nvPicPr>
        <p:blipFill>
          <a:blip r:embed="rId3">
            <a:alphaModFix amt="10000"/>
          </a:blip>
          <a:stretch>
            <a:fillRect/>
          </a:stretch>
        </p:blipFill>
        <p:spPr>
          <a:xfrm>
            <a:off x="3811333" y="1811724"/>
            <a:ext cx="1515025" cy="2192350"/>
          </a:xfrm>
          <a:prstGeom prst="rect">
            <a:avLst/>
          </a:prstGeom>
          <a:noFill/>
          <a:ln>
            <a:noFill/>
          </a:ln>
        </p:spPr>
      </p:pic>
      <p:sp>
        <p:nvSpPr>
          <p:cNvPr id="567" name="Google Shape;567;p55"/>
          <p:cNvSpPr txBox="1"/>
          <p:nvPr>
            <p:ph idx="7" type="title"/>
          </p:nvPr>
        </p:nvSpPr>
        <p:spPr>
          <a:xfrm>
            <a:off x="3811346"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8" name="Google Shape;568;p55"/>
          <p:cNvSpPr txBox="1"/>
          <p:nvPr>
            <p:ph idx="8" type="subTitle"/>
          </p:nvPr>
        </p:nvSpPr>
        <p:spPr>
          <a:xfrm>
            <a:off x="3811346"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9" name="Google Shape;569;p55"/>
          <p:cNvSpPr/>
          <p:nvPr>
            <p:ph idx="9" type="pic"/>
          </p:nvPr>
        </p:nvSpPr>
        <p:spPr>
          <a:xfrm>
            <a:off x="4114808" y="1237000"/>
            <a:ext cx="908100" cy="908100"/>
          </a:xfrm>
          <a:prstGeom prst="ellipse">
            <a:avLst/>
          </a:prstGeom>
          <a:noFill/>
          <a:ln>
            <a:noFill/>
          </a:ln>
        </p:spPr>
      </p:sp>
      <p:pic>
        <p:nvPicPr>
          <p:cNvPr id="570" name="Google Shape;570;p55"/>
          <p:cNvPicPr preferRelativeResize="0"/>
          <p:nvPr/>
        </p:nvPicPr>
        <p:blipFill>
          <a:blip r:embed="rId3">
            <a:alphaModFix amt="10000"/>
          </a:blip>
          <a:stretch>
            <a:fillRect/>
          </a:stretch>
        </p:blipFill>
        <p:spPr>
          <a:xfrm>
            <a:off x="5509719" y="1811724"/>
            <a:ext cx="1515025" cy="2192350"/>
          </a:xfrm>
          <a:prstGeom prst="rect">
            <a:avLst/>
          </a:prstGeom>
          <a:noFill/>
          <a:ln>
            <a:noFill/>
          </a:ln>
        </p:spPr>
      </p:pic>
      <p:sp>
        <p:nvSpPr>
          <p:cNvPr id="571" name="Google Shape;571;p55"/>
          <p:cNvSpPr txBox="1"/>
          <p:nvPr>
            <p:ph idx="13" type="title"/>
          </p:nvPr>
        </p:nvSpPr>
        <p:spPr>
          <a:xfrm>
            <a:off x="5509731"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2" name="Google Shape;572;p55"/>
          <p:cNvSpPr txBox="1"/>
          <p:nvPr>
            <p:ph idx="14" type="subTitle"/>
          </p:nvPr>
        </p:nvSpPr>
        <p:spPr>
          <a:xfrm>
            <a:off x="550973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3" name="Google Shape;573;p55"/>
          <p:cNvSpPr/>
          <p:nvPr>
            <p:ph idx="15" type="pic"/>
          </p:nvPr>
        </p:nvSpPr>
        <p:spPr>
          <a:xfrm>
            <a:off x="5813194" y="1237000"/>
            <a:ext cx="908100" cy="908100"/>
          </a:xfrm>
          <a:prstGeom prst="ellipse">
            <a:avLst/>
          </a:prstGeom>
          <a:noFill/>
          <a:ln>
            <a:noFill/>
          </a:ln>
        </p:spPr>
      </p:sp>
      <p:pic>
        <p:nvPicPr>
          <p:cNvPr id="574" name="Google Shape;574;p55"/>
          <p:cNvPicPr preferRelativeResize="0"/>
          <p:nvPr/>
        </p:nvPicPr>
        <p:blipFill>
          <a:blip r:embed="rId3">
            <a:alphaModFix amt="10000"/>
          </a:blip>
          <a:stretch>
            <a:fillRect/>
          </a:stretch>
        </p:blipFill>
        <p:spPr>
          <a:xfrm>
            <a:off x="7208104" y="1811724"/>
            <a:ext cx="1515025" cy="2192350"/>
          </a:xfrm>
          <a:prstGeom prst="rect">
            <a:avLst/>
          </a:prstGeom>
          <a:noFill/>
          <a:ln>
            <a:noFill/>
          </a:ln>
        </p:spPr>
      </p:pic>
      <p:sp>
        <p:nvSpPr>
          <p:cNvPr id="575" name="Google Shape;575;p55"/>
          <p:cNvSpPr txBox="1"/>
          <p:nvPr>
            <p:ph idx="16" type="title"/>
          </p:nvPr>
        </p:nvSpPr>
        <p:spPr>
          <a:xfrm>
            <a:off x="7208117"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6" name="Google Shape;576;p55"/>
          <p:cNvSpPr txBox="1"/>
          <p:nvPr>
            <p:ph idx="17" type="subTitle"/>
          </p:nvPr>
        </p:nvSpPr>
        <p:spPr>
          <a:xfrm>
            <a:off x="7208117"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7" name="Google Shape;577;p55"/>
          <p:cNvSpPr/>
          <p:nvPr>
            <p:ph idx="18" type="pic"/>
          </p:nvPr>
        </p:nvSpPr>
        <p:spPr>
          <a:xfrm>
            <a:off x="7511579" y="1237000"/>
            <a:ext cx="908100" cy="908100"/>
          </a:xfrm>
          <a:prstGeom prst="ellipse">
            <a:avLst/>
          </a:prstGeom>
          <a:noFill/>
          <a:ln>
            <a:noFill/>
          </a:ln>
        </p:spPr>
      </p:sp>
      <p:sp>
        <p:nvSpPr>
          <p:cNvPr id="578" name="Google Shape;578;p5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79" name="Google Shape;579;p55"/>
          <p:cNvSpPr txBox="1"/>
          <p:nvPr>
            <p:ph idx="19"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eft)">
  <p:cSld name="MAIN_POINT">
    <p:spTree>
      <p:nvGrpSpPr>
        <p:cNvPr id="580" name="Shape 580"/>
        <p:cNvGrpSpPr/>
        <p:nvPr/>
      </p:nvGrpSpPr>
      <p:grpSpPr>
        <a:xfrm>
          <a:off x="0" y="0"/>
          <a:ext cx="0" cy="0"/>
          <a:chOff x="0" y="0"/>
          <a:chExt cx="0" cy="0"/>
        </a:xfrm>
      </p:grpSpPr>
      <p:sp>
        <p:nvSpPr>
          <p:cNvPr id="581" name="Google Shape;581;p5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Font typeface="Inter ExtraBold"/>
              <a:buNone/>
              <a:defRPr sz="4800">
                <a:latin typeface="Inter ExtraBold"/>
                <a:ea typeface="Inter ExtraBold"/>
                <a:cs typeface="Inter ExtraBold"/>
                <a:sym typeface="Inter ExtraBold"/>
              </a:defRPr>
            </a:lvl1pPr>
            <a:lvl2pPr lvl="1" rtl="0">
              <a:spcBef>
                <a:spcPts val="0"/>
              </a:spcBef>
              <a:spcAft>
                <a:spcPts val="0"/>
              </a:spcAft>
              <a:buSzPts val="4800"/>
              <a:buFont typeface="Inter ExtraBold"/>
              <a:buNone/>
              <a:defRPr sz="4800">
                <a:latin typeface="Inter ExtraBold"/>
                <a:ea typeface="Inter ExtraBold"/>
                <a:cs typeface="Inter ExtraBold"/>
                <a:sym typeface="Inter ExtraBold"/>
              </a:defRPr>
            </a:lvl2pPr>
            <a:lvl3pPr lvl="2" rtl="0">
              <a:spcBef>
                <a:spcPts val="0"/>
              </a:spcBef>
              <a:spcAft>
                <a:spcPts val="0"/>
              </a:spcAft>
              <a:buSzPts val="4800"/>
              <a:buFont typeface="Inter ExtraBold"/>
              <a:buNone/>
              <a:defRPr sz="4800">
                <a:latin typeface="Inter ExtraBold"/>
                <a:ea typeface="Inter ExtraBold"/>
                <a:cs typeface="Inter ExtraBold"/>
                <a:sym typeface="Inter ExtraBold"/>
              </a:defRPr>
            </a:lvl3pPr>
            <a:lvl4pPr lvl="3" rtl="0">
              <a:spcBef>
                <a:spcPts val="0"/>
              </a:spcBef>
              <a:spcAft>
                <a:spcPts val="0"/>
              </a:spcAft>
              <a:buSzPts val="4800"/>
              <a:buFont typeface="Inter ExtraBold"/>
              <a:buNone/>
              <a:defRPr sz="4800">
                <a:latin typeface="Inter ExtraBold"/>
                <a:ea typeface="Inter ExtraBold"/>
                <a:cs typeface="Inter ExtraBold"/>
                <a:sym typeface="Inter ExtraBold"/>
              </a:defRPr>
            </a:lvl4pPr>
            <a:lvl5pPr lvl="4" rtl="0">
              <a:spcBef>
                <a:spcPts val="0"/>
              </a:spcBef>
              <a:spcAft>
                <a:spcPts val="0"/>
              </a:spcAft>
              <a:buSzPts val="4800"/>
              <a:buFont typeface="Inter ExtraBold"/>
              <a:buNone/>
              <a:defRPr sz="4800">
                <a:latin typeface="Inter ExtraBold"/>
                <a:ea typeface="Inter ExtraBold"/>
                <a:cs typeface="Inter ExtraBold"/>
                <a:sym typeface="Inter ExtraBold"/>
              </a:defRPr>
            </a:lvl5pPr>
            <a:lvl6pPr lvl="5" rtl="0">
              <a:spcBef>
                <a:spcPts val="0"/>
              </a:spcBef>
              <a:spcAft>
                <a:spcPts val="0"/>
              </a:spcAft>
              <a:buSzPts val="4800"/>
              <a:buFont typeface="Inter ExtraBold"/>
              <a:buNone/>
              <a:defRPr sz="4800">
                <a:latin typeface="Inter ExtraBold"/>
                <a:ea typeface="Inter ExtraBold"/>
                <a:cs typeface="Inter ExtraBold"/>
                <a:sym typeface="Inter ExtraBold"/>
              </a:defRPr>
            </a:lvl6pPr>
            <a:lvl7pPr lvl="6" rtl="0">
              <a:spcBef>
                <a:spcPts val="0"/>
              </a:spcBef>
              <a:spcAft>
                <a:spcPts val="0"/>
              </a:spcAft>
              <a:buSzPts val="4800"/>
              <a:buFont typeface="Inter ExtraBold"/>
              <a:buNone/>
              <a:defRPr sz="4800">
                <a:latin typeface="Inter ExtraBold"/>
                <a:ea typeface="Inter ExtraBold"/>
                <a:cs typeface="Inter ExtraBold"/>
                <a:sym typeface="Inter ExtraBold"/>
              </a:defRPr>
            </a:lvl7pPr>
            <a:lvl8pPr lvl="7" rtl="0">
              <a:spcBef>
                <a:spcPts val="0"/>
              </a:spcBef>
              <a:spcAft>
                <a:spcPts val="0"/>
              </a:spcAft>
              <a:buSzPts val="4800"/>
              <a:buFont typeface="Inter ExtraBold"/>
              <a:buNone/>
              <a:defRPr sz="4800">
                <a:latin typeface="Inter ExtraBold"/>
                <a:ea typeface="Inter ExtraBold"/>
                <a:cs typeface="Inter ExtraBold"/>
                <a:sym typeface="Inter ExtraBold"/>
              </a:defRPr>
            </a:lvl8pPr>
            <a:lvl9pPr lvl="8" rtl="0">
              <a:spcBef>
                <a:spcPts val="0"/>
              </a:spcBef>
              <a:spcAft>
                <a:spcPts val="0"/>
              </a:spcAft>
              <a:buSzPts val="4800"/>
              <a:buFont typeface="Inter ExtraBold"/>
              <a:buNone/>
              <a:defRPr sz="4800">
                <a:latin typeface="Inter ExtraBold"/>
                <a:ea typeface="Inter ExtraBold"/>
                <a:cs typeface="Inter ExtraBold"/>
                <a:sym typeface="Inter ExtraBold"/>
              </a:defRPr>
            </a:lvl9pPr>
          </a:lstStyle>
          <a:p/>
        </p:txBody>
      </p:sp>
      <p:pic>
        <p:nvPicPr>
          <p:cNvPr id="582" name="Google Shape;582;p5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83" name="Google Shape;583;p5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84" name="Google Shape;584;p5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5" name="Shape 585"/>
        <p:cNvGrpSpPr/>
        <p:nvPr/>
      </p:nvGrpSpPr>
      <p:grpSpPr>
        <a:xfrm>
          <a:off x="0" y="0"/>
          <a:ext cx="0" cy="0"/>
          <a:chOff x="0" y="0"/>
          <a:chExt cx="0" cy="0"/>
        </a:xfrm>
      </p:grpSpPr>
      <p:sp>
        <p:nvSpPr>
          <p:cNvPr id="586" name="Google Shape;586;p5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87" name="Google Shape;587;p5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88" name="Google Shape;588;p5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589" name="Google Shape;589;p5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0" name="Google Shape;590;p5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1" name="Google Shape;591;p5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592" name="Shape 592"/>
        <p:cNvGrpSpPr/>
        <p:nvPr/>
      </p:nvGrpSpPr>
      <p:grpSpPr>
        <a:xfrm>
          <a:off x="0" y="0"/>
          <a:ext cx="0" cy="0"/>
          <a:chOff x="0" y="0"/>
          <a:chExt cx="0" cy="0"/>
        </a:xfrm>
      </p:grpSpPr>
      <p:sp>
        <p:nvSpPr>
          <p:cNvPr id="593" name="Google Shape;593;p58"/>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94" name="Google Shape;594;p58"/>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95" name="Google Shape;595;p58"/>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6" name="Google Shape;596;p58"/>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97" name="Google Shape;597;p58"/>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8" name="Google Shape;598;p58"/>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58"/>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600" name="Shape 600"/>
        <p:cNvGrpSpPr/>
        <p:nvPr/>
      </p:nvGrpSpPr>
      <p:grpSpPr>
        <a:xfrm>
          <a:off x="0" y="0"/>
          <a:ext cx="0" cy="0"/>
          <a:chOff x="0" y="0"/>
          <a:chExt cx="0" cy="0"/>
        </a:xfrm>
      </p:grpSpPr>
      <p:sp>
        <p:nvSpPr>
          <p:cNvPr id="601" name="Google Shape;601;p59"/>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02" name="Google Shape;602;p59"/>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03" name="Google Shape;603;p59"/>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4" name="Google Shape;604;p59"/>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605" name="Google Shape;605;p59"/>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06" name="Google Shape;606;p59"/>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7" name="Google Shape;607;p59"/>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8" name="Shape 608"/>
        <p:cNvGrpSpPr/>
        <p:nvPr/>
      </p:nvGrpSpPr>
      <p:grpSpPr>
        <a:xfrm>
          <a:off x="0" y="0"/>
          <a:ext cx="0" cy="0"/>
          <a:chOff x="0" y="0"/>
          <a:chExt cx="0" cy="0"/>
        </a:xfrm>
      </p:grpSpPr>
      <p:sp>
        <p:nvSpPr>
          <p:cNvPr id="609" name="Google Shape;609;p60"/>
          <p:cNvSpPr txBox="1"/>
          <p:nvPr>
            <p:ph idx="1" type="body"/>
          </p:nvPr>
        </p:nvSpPr>
        <p:spPr>
          <a:xfrm>
            <a:off x="311700" y="361752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pic>
        <p:nvPicPr>
          <p:cNvPr id="610" name="Google Shape;610;p60"/>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11" name="Google Shape;611;p6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12" name="Google Shape;612;p6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13" name="Shape 613"/>
        <p:cNvGrpSpPr/>
        <p:nvPr/>
      </p:nvGrpSpPr>
      <p:grpSpPr>
        <a:xfrm>
          <a:off x="0" y="0"/>
          <a:ext cx="0" cy="0"/>
          <a:chOff x="0" y="0"/>
          <a:chExt cx="0" cy="0"/>
        </a:xfrm>
      </p:grpSpPr>
      <p:pic>
        <p:nvPicPr>
          <p:cNvPr id="614" name="Google Shape;614;p61"/>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615" name="Google Shape;615;p61"/>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16" name="Google Shape;616;p61"/>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6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18" name="Google Shape;618;p61"/>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19" name="Google Shape;619;p61"/>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20" name="Google Shape;620;p61"/>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21" name="Google Shape;621;p61"/>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622" name="Google Shape;622;p6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23" name="Google Shape;623;p6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24" name="Google Shape;624;p61"/>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
    <p:bg>
      <p:bgPr>
        <a:solidFill>
          <a:schemeClr val="dk1"/>
        </a:solidFill>
      </p:bgPr>
    </p:bg>
    <p:spTree>
      <p:nvGrpSpPr>
        <p:cNvPr id="625" name="Shape 625"/>
        <p:cNvGrpSpPr/>
        <p:nvPr/>
      </p:nvGrpSpPr>
      <p:grpSpPr>
        <a:xfrm>
          <a:off x="0" y="0"/>
          <a:ext cx="0" cy="0"/>
          <a:chOff x="0" y="0"/>
          <a:chExt cx="0" cy="0"/>
        </a:xfrm>
      </p:grpSpPr>
      <p:sp>
        <p:nvSpPr>
          <p:cNvPr id="626" name="Google Shape;626;p62"/>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7" name="Google Shape;627;p62"/>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28" name="Google Shape;628;p62"/>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29" name="Google Shape;629;p62"/>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1000"/>
              </a:spcBef>
              <a:spcAft>
                <a:spcPts val="0"/>
              </a:spcAft>
              <a:buClr>
                <a:srgbClr val="D9D9D9"/>
              </a:buClr>
              <a:buSzPts val="1400"/>
              <a:buChar char="○"/>
              <a:defRPr>
                <a:solidFill>
                  <a:srgbClr val="D9D9D9"/>
                </a:solidFill>
              </a:defRPr>
            </a:lvl2pPr>
            <a:lvl3pPr indent="-317500" lvl="2" marL="1371600" rtl="0">
              <a:spcBef>
                <a:spcPts val="1000"/>
              </a:spcBef>
              <a:spcAft>
                <a:spcPts val="0"/>
              </a:spcAft>
              <a:buClr>
                <a:srgbClr val="D9D9D9"/>
              </a:buClr>
              <a:buSzPts val="1400"/>
              <a:buChar char="■"/>
              <a:defRPr>
                <a:solidFill>
                  <a:srgbClr val="D9D9D9"/>
                </a:solidFill>
              </a:defRPr>
            </a:lvl3pPr>
            <a:lvl4pPr indent="-317500" lvl="3" marL="1828800" rtl="0">
              <a:spcBef>
                <a:spcPts val="1000"/>
              </a:spcBef>
              <a:spcAft>
                <a:spcPts val="0"/>
              </a:spcAft>
              <a:buClr>
                <a:srgbClr val="D9D9D9"/>
              </a:buClr>
              <a:buSzPts val="1400"/>
              <a:buChar char="●"/>
              <a:defRPr>
                <a:solidFill>
                  <a:srgbClr val="D9D9D9"/>
                </a:solidFill>
              </a:defRPr>
            </a:lvl4pPr>
            <a:lvl5pPr indent="-317500" lvl="4" marL="2286000" rtl="0">
              <a:spcBef>
                <a:spcPts val="1000"/>
              </a:spcBef>
              <a:spcAft>
                <a:spcPts val="0"/>
              </a:spcAft>
              <a:buClr>
                <a:srgbClr val="D9D9D9"/>
              </a:buClr>
              <a:buSzPts val="1400"/>
              <a:buChar char="○"/>
              <a:defRPr>
                <a:solidFill>
                  <a:srgbClr val="D9D9D9"/>
                </a:solidFill>
              </a:defRPr>
            </a:lvl5pPr>
            <a:lvl6pPr indent="-317500" lvl="5" marL="2743200" rtl="0">
              <a:spcBef>
                <a:spcPts val="1000"/>
              </a:spcBef>
              <a:spcAft>
                <a:spcPts val="0"/>
              </a:spcAft>
              <a:buClr>
                <a:srgbClr val="D9D9D9"/>
              </a:buClr>
              <a:buSzPts val="1400"/>
              <a:buChar char="■"/>
              <a:defRPr>
                <a:solidFill>
                  <a:srgbClr val="D9D9D9"/>
                </a:solidFill>
              </a:defRPr>
            </a:lvl6pPr>
            <a:lvl7pPr indent="-317500" lvl="6" marL="3200400" rtl="0">
              <a:spcBef>
                <a:spcPts val="1000"/>
              </a:spcBef>
              <a:spcAft>
                <a:spcPts val="0"/>
              </a:spcAft>
              <a:buClr>
                <a:srgbClr val="D9D9D9"/>
              </a:buClr>
              <a:buSzPts val="1400"/>
              <a:buChar char="●"/>
              <a:defRPr>
                <a:solidFill>
                  <a:srgbClr val="D9D9D9"/>
                </a:solidFill>
              </a:defRPr>
            </a:lvl7pPr>
            <a:lvl8pPr indent="-317500" lvl="7" marL="3657600" rtl="0">
              <a:spcBef>
                <a:spcPts val="1000"/>
              </a:spcBef>
              <a:spcAft>
                <a:spcPts val="0"/>
              </a:spcAft>
              <a:buClr>
                <a:srgbClr val="D9D9D9"/>
              </a:buClr>
              <a:buSzPts val="1400"/>
              <a:buChar char="○"/>
              <a:defRPr>
                <a:solidFill>
                  <a:srgbClr val="D9D9D9"/>
                </a:solidFill>
              </a:defRPr>
            </a:lvl8pPr>
            <a:lvl9pPr indent="-317500" lvl="8" marL="4114800" rtl="0">
              <a:spcBef>
                <a:spcPts val="1000"/>
              </a:spcBef>
              <a:spcAft>
                <a:spcPts val="1000"/>
              </a:spcAft>
              <a:buClr>
                <a:srgbClr val="D9D9D9"/>
              </a:buClr>
              <a:buSzPts val="1400"/>
              <a:buChar char="■"/>
              <a:defRPr>
                <a:solidFill>
                  <a:srgbClr val="D9D9D9"/>
                </a:solidFill>
              </a:defRPr>
            </a:lvl9pPr>
          </a:lstStyle>
          <a:p/>
        </p:txBody>
      </p:sp>
      <p:sp>
        <p:nvSpPr>
          <p:cNvPr id="630" name="Google Shape;630;p62"/>
          <p:cNvSpPr/>
          <p:nvPr>
            <p:ph idx="3" type="pic"/>
          </p:nvPr>
        </p:nvSpPr>
        <p:spPr>
          <a:xfrm>
            <a:off x="5133600" y="0"/>
            <a:ext cx="4010400" cy="2775900"/>
          </a:xfrm>
          <a:prstGeom prst="rect">
            <a:avLst/>
          </a:prstGeom>
          <a:noFill/>
          <a:ln>
            <a:noFill/>
          </a:ln>
        </p:spPr>
      </p:sp>
      <p:pic>
        <p:nvPicPr>
          <p:cNvPr id="631" name="Google Shape;631;p62"/>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632" name="Google Shape;632;p62"/>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33" name="Google Shape;633;p62"/>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1000"/>
              </a:spcBef>
              <a:spcAft>
                <a:spcPts val="0"/>
              </a:spcAft>
              <a:buSzPts val="1200"/>
              <a:buNone/>
              <a:defRPr sz="1200"/>
            </a:lvl2pPr>
            <a:lvl3pPr lvl="2" rtl="0">
              <a:spcBef>
                <a:spcPts val="1000"/>
              </a:spcBef>
              <a:spcAft>
                <a:spcPts val="0"/>
              </a:spcAft>
              <a:buSzPts val="1200"/>
              <a:buNone/>
              <a:defRPr sz="1200"/>
            </a:lvl3pPr>
            <a:lvl4pPr lvl="3" rtl="0">
              <a:spcBef>
                <a:spcPts val="1000"/>
              </a:spcBef>
              <a:spcAft>
                <a:spcPts val="0"/>
              </a:spcAft>
              <a:buSzPts val="1200"/>
              <a:buNone/>
              <a:defRPr sz="1200"/>
            </a:lvl4pPr>
            <a:lvl5pPr lvl="4" rtl="0">
              <a:spcBef>
                <a:spcPts val="1000"/>
              </a:spcBef>
              <a:spcAft>
                <a:spcPts val="0"/>
              </a:spcAft>
              <a:buSzPts val="1200"/>
              <a:buNone/>
              <a:defRPr sz="1200"/>
            </a:lvl5pPr>
            <a:lvl6pPr lvl="5" rtl="0">
              <a:spcBef>
                <a:spcPts val="1000"/>
              </a:spcBef>
              <a:spcAft>
                <a:spcPts val="0"/>
              </a:spcAft>
              <a:buSzPts val="1200"/>
              <a:buNone/>
              <a:defRPr sz="1200"/>
            </a:lvl6pPr>
            <a:lvl7pPr lvl="6" rtl="0">
              <a:spcBef>
                <a:spcPts val="1000"/>
              </a:spcBef>
              <a:spcAft>
                <a:spcPts val="0"/>
              </a:spcAft>
              <a:buSzPts val="1200"/>
              <a:buNone/>
              <a:defRPr sz="1200"/>
            </a:lvl7pPr>
            <a:lvl8pPr lvl="7" rtl="0">
              <a:spcBef>
                <a:spcPts val="1000"/>
              </a:spcBef>
              <a:spcAft>
                <a:spcPts val="0"/>
              </a:spcAft>
              <a:buSzPts val="1200"/>
              <a:buNone/>
              <a:defRPr sz="1200"/>
            </a:lvl8pPr>
            <a:lvl9pPr lvl="8" rtl="0">
              <a:spcBef>
                <a:spcPts val="1000"/>
              </a:spcBef>
              <a:spcAft>
                <a:spcPts val="1000"/>
              </a:spcAft>
              <a:buSzPts val="1200"/>
              <a:buNone/>
              <a:defRPr sz="1200"/>
            </a:lvl9pPr>
          </a:lstStyle>
          <a:p/>
        </p:txBody>
      </p:sp>
      <p:sp>
        <p:nvSpPr>
          <p:cNvPr id="634" name="Google Shape;634;p6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5" name="Google Shape;635;p62"/>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636" name="Google Shape;636;p62"/>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K" type="blank">
  <p:cSld name="BLANK">
    <p:spTree>
      <p:nvGrpSpPr>
        <p:cNvPr id="637" name="Shape 637"/>
        <p:cNvGrpSpPr/>
        <p:nvPr/>
      </p:nvGrpSpPr>
      <p:grpSpPr>
        <a:xfrm>
          <a:off x="0" y="0"/>
          <a:ext cx="0" cy="0"/>
          <a:chOff x="0" y="0"/>
          <a:chExt cx="0" cy="0"/>
        </a:xfrm>
      </p:grpSpPr>
      <p:sp>
        <p:nvSpPr>
          <p:cNvPr id="638" name="Google Shape;638;p6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9" name="Google Shape;639;p6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Gradient">
  <p:cSld name="BLANK_2">
    <p:bg>
      <p:bgPr>
        <a:blipFill>
          <a:blip r:embed="rId2">
            <a:alphaModFix/>
          </a:blip>
          <a:stretch>
            <a:fillRect/>
          </a:stretch>
        </a:blipFill>
      </p:bgPr>
    </p:bg>
    <p:spTree>
      <p:nvGrpSpPr>
        <p:cNvPr id="640" name="Shape 640"/>
        <p:cNvGrpSpPr/>
        <p:nvPr/>
      </p:nvGrpSpPr>
      <p:grpSpPr>
        <a:xfrm>
          <a:off x="0" y="0"/>
          <a:ext cx="0" cy="0"/>
          <a:chOff x="0" y="0"/>
          <a:chExt cx="0" cy="0"/>
        </a:xfrm>
      </p:grpSpPr>
      <p:sp>
        <p:nvSpPr>
          <p:cNvPr id="641" name="Google Shape;641;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T">
  <p:cSld name="BLANK_1">
    <p:bg>
      <p:bgPr>
        <a:solidFill>
          <a:schemeClr val="lt1"/>
        </a:solidFill>
      </p:bgPr>
    </p:bg>
    <p:spTree>
      <p:nvGrpSpPr>
        <p:cNvPr id="642" name="Shape 642"/>
        <p:cNvGrpSpPr/>
        <p:nvPr/>
      </p:nvGrpSpPr>
      <p:grpSpPr>
        <a:xfrm>
          <a:off x="0" y="0"/>
          <a:ext cx="0" cy="0"/>
          <a:chOff x="0" y="0"/>
          <a:chExt cx="0" cy="0"/>
        </a:xfrm>
      </p:grpSpPr>
      <p:sp>
        <p:nvSpPr>
          <p:cNvPr id="643" name="Google Shape;64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644" name="Shape 644"/>
        <p:cNvGrpSpPr/>
        <p:nvPr/>
      </p:nvGrpSpPr>
      <p:grpSpPr>
        <a:xfrm>
          <a:off x="0" y="0"/>
          <a:ext cx="0" cy="0"/>
          <a:chOff x="0" y="0"/>
          <a:chExt cx="0" cy="0"/>
        </a:xfrm>
      </p:grpSpPr>
      <p:sp>
        <p:nvSpPr>
          <p:cNvPr id="645" name="Google Shape;645;p6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46" name="Google Shape;646;p6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 Assets">
  <p:cSld name="TITLE_3_1">
    <p:spTree>
      <p:nvGrpSpPr>
        <p:cNvPr id="647" name="Shape 647"/>
        <p:cNvGrpSpPr/>
        <p:nvPr/>
      </p:nvGrpSpPr>
      <p:grpSpPr>
        <a:xfrm>
          <a:off x="0" y="0"/>
          <a:ext cx="0" cy="0"/>
          <a:chOff x="0" y="0"/>
          <a:chExt cx="0" cy="0"/>
        </a:xfrm>
      </p:grpSpPr>
      <p:cxnSp>
        <p:nvCxnSpPr>
          <p:cNvPr id="648" name="Google Shape;648;p67"/>
          <p:cNvCxnSpPr/>
          <p:nvPr/>
        </p:nvCxnSpPr>
        <p:spPr>
          <a:xfrm>
            <a:off x="414650" y="913250"/>
            <a:ext cx="3749400" cy="0"/>
          </a:xfrm>
          <a:prstGeom prst="straightConnector1">
            <a:avLst/>
          </a:prstGeom>
          <a:noFill/>
          <a:ln cap="flat" cmpd="sng" w="9525">
            <a:solidFill>
              <a:srgbClr val="595959"/>
            </a:solidFill>
            <a:prstDash val="solid"/>
            <a:round/>
            <a:headEnd len="med" w="med" type="none"/>
            <a:tailEnd len="med" w="med" type="none"/>
          </a:ln>
        </p:spPr>
      </p:cxnSp>
      <p:sp>
        <p:nvSpPr>
          <p:cNvPr id="649" name="Google Shape;649;p67"/>
          <p:cNvSpPr txBox="1"/>
          <p:nvPr/>
        </p:nvSpPr>
        <p:spPr>
          <a:xfrm>
            <a:off x="414650" y="445025"/>
            <a:ext cx="37494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Icons &amp; Symbols</a:t>
            </a:r>
            <a:endParaRPr sz="1820">
              <a:solidFill>
                <a:srgbClr val="FFFFFF"/>
              </a:solidFill>
              <a:latin typeface="Inter"/>
              <a:ea typeface="Inter"/>
              <a:cs typeface="Inter"/>
              <a:sym typeface="Inter"/>
            </a:endParaRPr>
          </a:p>
        </p:txBody>
      </p:sp>
      <p:pic>
        <p:nvPicPr>
          <p:cNvPr id="650" name="Google Shape;650;p67"/>
          <p:cNvPicPr preferRelativeResize="0"/>
          <p:nvPr/>
        </p:nvPicPr>
        <p:blipFill>
          <a:blip r:embed="rId2">
            <a:alphaModFix/>
          </a:blip>
          <a:stretch>
            <a:fillRect/>
          </a:stretch>
        </p:blipFill>
        <p:spPr>
          <a:xfrm>
            <a:off x="5818300" y="1853016"/>
            <a:ext cx="2213224" cy="441384"/>
          </a:xfrm>
          <a:prstGeom prst="rect">
            <a:avLst/>
          </a:prstGeom>
          <a:noFill/>
          <a:ln>
            <a:noFill/>
          </a:ln>
        </p:spPr>
      </p:pic>
      <p:pic>
        <p:nvPicPr>
          <p:cNvPr id="651" name="Google Shape;651;p67"/>
          <p:cNvPicPr preferRelativeResize="0"/>
          <p:nvPr/>
        </p:nvPicPr>
        <p:blipFill>
          <a:blip r:embed="rId3">
            <a:alphaModFix/>
          </a:blip>
          <a:stretch>
            <a:fillRect/>
          </a:stretch>
        </p:blipFill>
        <p:spPr>
          <a:xfrm>
            <a:off x="5818300" y="1162450"/>
            <a:ext cx="2213224" cy="441384"/>
          </a:xfrm>
          <a:prstGeom prst="rect">
            <a:avLst/>
          </a:prstGeom>
          <a:noFill/>
          <a:ln>
            <a:noFill/>
          </a:ln>
        </p:spPr>
      </p:pic>
      <p:cxnSp>
        <p:nvCxnSpPr>
          <p:cNvPr id="652" name="Google Shape;652;p67"/>
          <p:cNvCxnSpPr/>
          <p:nvPr/>
        </p:nvCxnSpPr>
        <p:spPr>
          <a:xfrm>
            <a:off x="4554500" y="913250"/>
            <a:ext cx="4167000" cy="0"/>
          </a:xfrm>
          <a:prstGeom prst="straightConnector1">
            <a:avLst/>
          </a:prstGeom>
          <a:noFill/>
          <a:ln cap="flat" cmpd="sng" w="9525">
            <a:solidFill>
              <a:srgbClr val="595959"/>
            </a:solidFill>
            <a:prstDash val="solid"/>
            <a:round/>
            <a:headEnd len="med" w="med" type="none"/>
            <a:tailEnd len="med" w="med" type="none"/>
          </a:ln>
        </p:spPr>
      </p:cxnSp>
      <p:sp>
        <p:nvSpPr>
          <p:cNvPr id="653" name="Google Shape;653;p67"/>
          <p:cNvSpPr txBox="1"/>
          <p:nvPr/>
        </p:nvSpPr>
        <p:spPr>
          <a:xfrm>
            <a:off x="4546950" y="445025"/>
            <a:ext cx="42120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 xml:space="preserve">Logos &amp; Stat Boxes </a:t>
            </a:r>
            <a:endParaRPr sz="1820">
              <a:solidFill>
                <a:srgbClr val="FFFFFF"/>
              </a:solidFill>
              <a:latin typeface="Inter"/>
              <a:ea typeface="Inter"/>
              <a:cs typeface="Inter"/>
              <a:sym typeface="Inter"/>
            </a:endParaRPr>
          </a:p>
        </p:txBody>
      </p:sp>
      <p:pic>
        <p:nvPicPr>
          <p:cNvPr id="654" name="Google Shape;654;p67"/>
          <p:cNvPicPr preferRelativeResize="0"/>
          <p:nvPr/>
        </p:nvPicPr>
        <p:blipFill rotWithShape="1">
          <a:blip r:embed="rId2">
            <a:alphaModFix/>
          </a:blip>
          <a:srcRect b="0" l="0" r="79563" t="0"/>
          <a:stretch/>
        </p:blipFill>
        <p:spPr>
          <a:xfrm>
            <a:off x="5053925" y="1853025"/>
            <a:ext cx="452324" cy="441375"/>
          </a:xfrm>
          <a:prstGeom prst="rect">
            <a:avLst/>
          </a:prstGeom>
          <a:noFill/>
          <a:ln>
            <a:noFill/>
          </a:ln>
        </p:spPr>
      </p:pic>
      <p:pic>
        <p:nvPicPr>
          <p:cNvPr id="655" name="Google Shape;655;p67"/>
          <p:cNvPicPr preferRelativeResize="0"/>
          <p:nvPr/>
        </p:nvPicPr>
        <p:blipFill rotWithShape="1">
          <a:blip r:embed="rId3">
            <a:alphaModFix/>
          </a:blip>
          <a:srcRect b="0" l="0" r="79563" t="0"/>
          <a:stretch/>
        </p:blipFill>
        <p:spPr>
          <a:xfrm>
            <a:off x="5058068" y="1162450"/>
            <a:ext cx="452324" cy="441375"/>
          </a:xfrm>
          <a:prstGeom prst="rect">
            <a:avLst/>
          </a:prstGeom>
          <a:noFill/>
          <a:ln>
            <a:noFill/>
          </a:ln>
        </p:spPr>
      </p:pic>
      <p:pic>
        <p:nvPicPr>
          <p:cNvPr id="656" name="Google Shape;656;p67"/>
          <p:cNvPicPr preferRelativeResize="0"/>
          <p:nvPr/>
        </p:nvPicPr>
        <p:blipFill>
          <a:blip r:embed="rId4">
            <a:alphaModFix/>
          </a:blip>
          <a:stretch>
            <a:fillRect/>
          </a:stretch>
        </p:blipFill>
        <p:spPr>
          <a:xfrm>
            <a:off x="2007939" y="1144536"/>
            <a:ext cx="452325" cy="452325"/>
          </a:xfrm>
          <a:prstGeom prst="rect">
            <a:avLst/>
          </a:prstGeom>
          <a:noFill/>
          <a:ln>
            <a:noFill/>
          </a:ln>
        </p:spPr>
      </p:pic>
      <p:pic>
        <p:nvPicPr>
          <p:cNvPr id="657" name="Google Shape;657;p67"/>
          <p:cNvPicPr preferRelativeResize="0"/>
          <p:nvPr/>
        </p:nvPicPr>
        <p:blipFill>
          <a:blip r:embed="rId5">
            <a:alphaModFix/>
          </a:blip>
          <a:stretch>
            <a:fillRect/>
          </a:stretch>
        </p:blipFill>
        <p:spPr>
          <a:xfrm>
            <a:off x="590989" y="2550548"/>
            <a:ext cx="452325" cy="452325"/>
          </a:xfrm>
          <a:prstGeom prst="rect">
            <a:avLst/>
          </a:prstGeom>
          <a:noFill/>
          <a:ln>
            <a:noFill/>
          </a:ln>
        </p:spPr>
      </p:pic>
      <p:pic>
        <p:nvPicPr>
          <p:cNvPr id="658" name="Google Shape;658;p67"/>
          <p:cNvPicPr preferRelativeResize="0"/>
          <p:nvPr/>
        </p:nvPicPr>
        <p:blipFill>
          <a:blip r:embed="rId6">
            <a:alphaModFix/>
          </a:blip>
          <a:stretch>
            <a:fillRect/>
          </a:stretch>
        </p:blipFill>
        <p:spPr>
          <a:xfrm>
            <a:off x="3424889" y="1144536"/>
            <a:ext cx="452325" cy="452325"/>
          </a:xfrm>
          <a:prstGeom prst="rect">
            <a:avLst/>
          </a:prstGeom>
          <a:noFill/>
          <a:ln>
            <a:noFill/>
          </a:ln>
        </p:spPr>
      </p:pic>
      <p:pic>
        <p:nvPicPr>
          <p:cNvPr id="659" name="Google Shape;659;p67"/>
          <p:cNvPicPr preferRelativeResize="0"/>
          <p:nvPr/>
        </p:nvPicPr>
        <p:blipFill>
          <a:blip r:embed="rId7">
            <a:alphaModFix/>
          </a:blip>
          <a:stretch>
            <a:fillRect/>
          </a:stretch>
        </p:blipFill>
        <p:spPr>
          <a:xfrm>
            <a:off x="590989" y="3253548"/>
            <a:ext cx="452325" cy="452325"/>
          </a:xfrm>
          <a:prstGeom prst="rect">
            <a:avLst/>
          </a:prstGeom>
          <a:noFill/>
          <a:ln>
            <a:noFill/>
          </a:ln>
        </p:spPr>
      </p:pic>
      <p:pic>
        <p:nvPicPr>
          <p:cNvPr id="660" name="Google Shape;660;p67"/>
          <p:cNvPicPr preferRelativeResize="0"/>
          <p:nvPr/>
        </p:nvPicPr>
        <p:blipFill>
          <a:blip r:embed="rId8">
            <a:alphaModFix/>
          </a:blip>
          <a:stretch>
            <a:fillRect/>
          </a:stretch>
        </p:blipFill>
        <p:spPr>
          <a:xfrm>
            <a:off x="1299464" y="1847548"/>
            <a:ext cx="452325" cy="452325"/>
          </a:xfrm>
          <a:prstGeom prst="rect">
            <a:avLst/>
          </a:prstGeom>
          <a:noFill/>
          <a:ln>
            <a:noFill/>
          </a:ln>
        </p:spPr>
      </p:pic>
      <p:pic>
        <p:nvPicPr>
          <p:cNvPr id="661" name="Google Shape;661;p67"/>
          <p:cNvPicPr preferRelativeResize="0"/>
          <p:nvPr/>
        </p:nvPicPr>
        <p:blipFill>
          <a:blip r:embed="rId9">
            <a:alphaModFix/>
          </a:blip>
          <a:stretch>
            <a:fillRect/>
          </a:stretch>
        </p:blipFill>
        <p:spPr>
          <a:xfrm>
            <a:off x="1309214" y="3253548"/>
            <a:ext cx="452325" cy="452325"/>
          </a:xfrm>
          <a:prstGeom prst="rect">
            <a:avLst/>
          </a:prstGeom>
          <a:noFill/>
          <a:ln>
            <a:noFill/>
          </a:ln>
        </p:spPr>
      </p:pic>
      <p:pic>
        <p:nvPicPr>
          <p:cNvPr id="662" name="Google Shape;662;p67"/>
          <p:cNvPicPr preferRelativeResize="0"/>
          <p:nvPr/>
        </p:nvPicPr>
        <p:blipFill>
          <a:blip r:embed="rId10">
            <a:alphaModFix/>
          </a:blip>
          <a:stretch>
            <a:fillRect/>
          </a:stretch>
        </p:blipFill>
        <p:spPr>
          <a:xfrm>
            <a:off x="2007926" y="3253548"/>
            <a:ext cx="452325" cy="452325"/>
          </a:xfrm>
          <a:prstGeom prst="rect">
            <a:avLst/>
          </a:prstGeom>
          <a:noFill/>
          <a:ln>
            <a:noFill/>
          </a:ln>
        </p:spPr>
      </p:pic>
      <p:pic>
        <p:nvPicPr>
          <p:cNvPr id="663" name="Google Shape;663;p67"/>
          <p:cNvPicPr preferRelativeResize="0"/>
          <p:nvPr/>
        </p:nvPicPr>
        <p:blipFill>
          <a:blip r:embed="rId11">
            <a:alphaModFix/>
          </a:blip>
          <a:stretch>
            <a:fillRect/>
          </a:stretch>
        </p:blipFill>
        <p:spPr>
          <a:xfrm>
            <a:off x="2716401" y="3961386"/>
            <a:ext cx="452325" cy="452325"/>
          </a:xfrm>
          <a:prstGeom prst="rect">
            <a:avLst/>
          </a:prstGeom>
          <a:noFill/>
          <a:ln>
            <a:noFill/>
          </a:ln>
        </p:spPr>
      </p:pic>
      <p:pic>
        <p:nvPicPr>
          <p:cNvPr id="664" name="Google Shape;664;p67"/>
          <p:cNvPicPr preferRelativeResize="0"/>
          <p:nvPr/>
        </p:nvPicPr>
        <p:blipFill>
          <a:blip r:embed="rId12">
            <a:alphaModFix/>
          </a:blip>
          <a:stretch>
            <a:fillRect/>
          </a:stretch>
        </p:blipFill>
        <p:spPr>
          <a:xfrm>
            <a:off x="2007926" y="3956536"/>
            <a:ext cx="452325" cy="452325"/>
          </a:xfrm>
          <a:prstGeom prst="rect">
            <a:avLst/>
          </a:prstGeom>
          <a:noFill/>
          <a:ln>
            <a:noFill/>
          </a:ln>
        </p:spPr>
      </p:pic>
      <p:pic>
        <p:nvPicPr>
          <p:cNvPr id="665" name="Google Shape;665;p67"/>
          <p:cNvPicPr preferRelativeResize="0"/>
          <p:nvPr/>
        </p:nvPicPr>
        <p:blipFill>
          <a:blip r:embed="rId13">
            <a:alphaModFix/>
          </a:blip>
          <a:stretch>
            <a:fillRect/>
          </a:stretch>
        </p:blipFill>
        <p:spPr>
          <a:xfrm>
            <a:off x="1299451" y="1144536"/>
            <a:ext cx="452325" cy="452325"/>
          </a:xfrm>
          <a:prstGeom prst="rect">
            <a:avLst/>
          </a:prstGeom>
          <a:noFill/>
          <a:ln>
            <a:noFill/>
          </a:ln>
        </p:spPr>
      </p:pic>
      <p:pic>
        <p:nvPicPr>
          <p:cNvPr id="666" name="Google Shape;666;p67"/>
          <p:cNvPicPr preferRelativeResize="0"/>
          <p:nvPr/>
        </p:nvPicPr>
        <p:blipFill>
          <a:blip r:embed="rId14">
            <a:alphaModFix/>
          </a:blip>
          <a:stretch>
            <a:fillRect/>
          </a:stretch>
        </p:blipFill>
        <p:spPr>
          <a:xfrm>
            <a:off x="2007926" y="2550548"/>
            <a:ext cx="452325" cy="452325"/>
          </a:xfrm>
          <a:prstGeom prst="rect">
            <a:avLst/>
          </a:prstGeom>
          <a:noFill/>
          <a:ln>
            <a:noFill/>
          </a:ln>
        </p:spPr>
      </p:pic>
      <p:pic>
        <p:nvPicPr>
          <p:cNvPr id="667" name="Google Shape;667;p67"/>
          <p:cNvPicPr preferRelativeResize="0"/>
          <p:nvPr/>
        </p:nvPicPr>
        <p:blipFill>
          <a:blip r:embed="rId15">
            <a:alphaModFix/>
          </a:blip>
          <a:stretch>
            <a:fillRect/>
          </a:stretch>
        </p:blipFill>
        <p:spPr>
          <a:xfrm>
            <a:off x="2716401" y="2545698"/>
            <a:ext cx="452325" cy="452325"/>
          </a:xfrm>
          <a:prstGeom prst="rect">
            <a:avLst/>
          </a:prstGeom>
          <a:noFill/>
          <a:ln>
            <a:noFill/>
          </a:ln>
        </p:spPr>
      </p:pic>
      <p:pic>
        <p:nvPicPr>
          <p:cNvPr id="668" name="Google Shape;668;p67"/>
          <p:cNvPicPr preferRelativeResize="0"/>
          <p:nvPr/>
        </p:nvPicPr>
        <p:blipFill>
          <a:blip r:embed="rId16">
            <a:alphaModFix/>
          </a:blip>
          <a:stretch>
            <a:fillRect/>
          </a:stretch>
        </p:blipFill>
        <p:spPr>
          <a:xfrm>
            <a:off x="3424889" y="2550548"/>
            <a:ext cx="452325" cy="452325"/>
          </a:xfrm>
          <a:prstGeom prst="rect">
            <a:avLst/>
          </a:prstGeom>
          <a:noFill/>
          <a:ln>
            <a:noFill/>
          </a:ln>
        </p:spPr>
      </p:pic>
      <p:pic>
        <p:nvPicPr>
          <p:cNvPr id="669" name="Google Shape;669;p67"/>
          <p:cNvPicPr preferRelativeResize="0"/>
          <p:nvPr/>
        </p:nvPicPr>
        <p:blipFill>
          <a:blip r:embed="rId17">
            <a:alphaModFix/>
          </a:blip>
          <a:stretch>
            <a:fillRect/>
          </a:stretch>
        </p:blipFill>
        <p:spPr>
          <a:xfrm>
            <a:off x="590976" y="1144548"/>
            <a:ext cx="452325" cy="452325"/>
          </a:xfrm>
          <a:prstGeom prst="rect">
            <a:avLst/>
          </a:prstGeom>
          <a:noFill/>
          <a:ln>
            <a:noFill/>
          </a:ln>
        </p:spPr>
      </p:pic>
      <p:pic>
        <p:nvPicPr>
          <p:cNvPr id="670" name="Google Shape;670;p67"/>
          <p:cNvPicPr preferRelativeResize="0"/>
          <p:nvPr/>
        </p:nvPicPr>
        <p:blipFill>
          <a:blip r:embed="rId18">
            <a:alphaModFix/>
          </a:blip>
          <a:stretch>
            <a:fillRect/>
          </a:stretch>
        </p:blipFill>
        <p:spPr>
          <a:xfrm>
            <a:off x="2716401" y="1857223"/>
            <a:ext cx="452325" cy="452325"/>
          </a:xfrm>
          <a:prstGeom prst="rect">
            <a:avLst/>
          </a:prstGeom>
          <a:noFill/>
          <a:ln>
            <a:noFill/>
          </a:ln>
        </p:spPr>
      </p:pic>
      <p:pic>
        <p:nvPicPr>
          <p:cNvPr id="671" name="Google Shape;671;p67"/>
          <p:cNvPicPr preferRelativeResize="0"/>
          <p:nvPr/>
        </p:nvPicPr>
        <p:blipFill>
          <a:blip r:embed="rId19">
            <a:alphaModFix/>
          </a:blip>
          <a:stretch>
            <a:fillRect/>
          </a:stretch>
        </p:blipFill>
        <p:spPr>
          <a:xfrm>
            <a:off x="2716414" y="3253536"/>
            <a:ext cx="452325" cy="452325"/>
          </a:xfrm>
          <a:prstGeom prst="rect">
            <a:avLst/>
          </a:prstGeom>
          <a:noFill/>
          <a:ln>
            <a:noFill/>
          </a:ln>
        </p:spPr>
      </p:pic>
      <p:pic>
        <p:nvPicPr>
          <p:cNvPr id="672" name="Google Shape;672;p67"/>
          <p:cNvPicPr preferRelativeResize="0"/>
          <p:nvPr/>
        </p:nvPicPr>
        <p:blipFill>
          <a:blip r:embed="rId20">
            <a:alphaModFix/>
          </a:blip>
          <a:stretch>
            <a:fillRect/>
          </a:stretch>
        </p:blipFill>
        <p:spPr>
          <a:xfrm>
            <a:off x="590989" y="3956536"/>
            <a:ext cx="452325" cy="452325"/>
          </a:xfrm>
          <a:prstGeom prst="rect">
            <a:avLst/>
          </a:prstGeom>
          <a:noFill/>
          <a:ln>
            <a:noFill/>
          </a:ln>
        </p:spPr>
      </p:pic>
      <p:pic>
        <p:nvPicPr>
          <p:cNvPr id="673" name="Google Shape;673;p67"/>
          <p:cNvPicPr preferRelativeResize="0"/>
          <p:nvPr/>
        </p:nvPicPr>
        <p:blipFill>
          <a:blip r:embed="rId21">
            <a:alphaModFix/>
          </a:blip>
          <a:stretch>
            <a:fillRect/>
          </a:stretch>
        </p:blipFill>
        <p:spPr>
          <a:xfrm>
            <a:off x="1299451" y="3956536"/>
            <a:ext cx="452325" cy="452325"/>
          </a:xfrm>
          <a:prstGeom prst="rect">
            <a:avLst/>
          </a:prstGeom>
          <a:noFill/>
          <a:ln>
            <a:noFill/>
          </a:ln>
        </p:spPr>
      </p:pic>
      <p:pic>
        <p:nvPicPr>
          <p:cNvPr id="674" name="Google Shape;674;p67"/>
          <p:cNvPicPr preferRelativeResize="0"/>
          <p:nvPr/>
        </p:nvPicPr>
        <p:blipFill>
          <a:blip r:embed="rId22">
            <a:alphaModFix/>
          </a:blip>
          <a:stretch>
            <a:fillRect/>
          </a:stretch>
        </p:blipFill>
        <p:spPr>
          <a:xfrm>
            <a:off x="590989" y="1847548"/>
            <a:ext cx="452325" cy="452325"/>
          </a:xfrm>
          <a:prstGeom prst="rect">
            <a:avLst/>
          </a:prstGeom>
          <a:noFill/>
          <a:ln>
            <a:noFill/>
          </a:ln>
        </p:spPr>
      </p:pic>
      <p:pic>
        <p:nvPicPr>
          <p:cNvPr id="675" name="Google Shape;675;p67"/>
          <p:cNvPicPr preferRelativeResize="0"/>
          <p:nvPr/>
        </p:nvPicPr>
        <p:blipFill>
          <a:blip r:embed="rId23">
            <a:alphaModFix/>
          </a:blip>
          <a:stretch>
            <a:fillRect/>
          </a:stretch>
        </p:blipFill>
        <p:spPr>
          <a:xfrm>
            <a:off x="2007926" y="1847548"/>
            <a:ext cx="452325" cy="452325"/>
          </a:xfrm>
          <a:prstGeom prst="rect">
            <a:avLst/>
          </a:prstGeom>
          <a:noFill/>
          <a:ln>
            <a:noFill/>
          </a:ln>
        </p:spPr>
      </p:pic>
      <p:pic>
        <p:nvPicPr>
          <p:cNvPr id="676" name="Google Shape;676;p67"/>
          <p:cNvPicPr preferRelativeResize="0"/>
          <p:nvPr/>
        </p:nvPicPr>
        <p:blipFill>
          <a:blip r:embed="rId24">
            <a:alphaModFix/>
          </a:blip>
          <a:stretch>
            <a:fillRect/>
          </a:stretch>
        </p:blipFill>
        <p:spPr>
          <a:xfrm>
            <a:off x="3424889" y="1847548"/>
            <a:ext cx="452325" cy="452325"/>
          </a:xfrm>
          <a:prstGeom prst="rect">
            <a:avLst/>
          </a:prstGeom>
          <a:noFill/>
          <a:ln>
            <a:noFill/>
          </a:ln>
        </p:spPr>
      </p:pic>
      <p:pic>
        <p:nvPicPr>
          <p:cNvPr id="677" name="Google Shape;677;p67"/>
          <p:cNvPicPr preferRelativeResize="0"/>
          <p:nvPr/>
        </p:nvPicPr>
        <p:blipFill>
          <a:blip r:embed="rId25">
            <a:alphaModFix/>
          </a:blip>
          <a:stretch>
            <a:fillRect/>
          </a:stretch>
        </p:blipFill>
        <p:spPr>
          <a:xfrm>
            <a:off x="2716401" y="1144536"/>
            <a:ext cx="452325" cy="452325"/>
          </a:xfrm>
          <a:prstGeom prst="rect">
            <a:avLst/>
          </a:prstGeom>
          <a:noFill/>
          <a:ln>
            <a:noFill/>
          </a:ln>
        </p:spPr>
      </p:pic>
      <p:pic>
        <p:nvPicPr>
          <p:cNvPr id="678" name="Google Shape;678;p67"/>
          <p:cNvPicPr preferRelativeResize="0"/>
          <p:nvPr/>
        </p:nvPicPr>
        <p:blipFill>
          <a:blip r:embed="rId26">
            <a:alphaModFix/>
          </a:blip>
          <a:stretch>
            <a:fillRect/>
          </a:stretch>
        </p:blipFill>
        <p:spPr>
          <a:xfrm>
            <a:off x="1299464" y="2550548"/>
            <a:ext cx="452325" cy="452325"/>
          </a:xfrm>
          <a:prstGeom prst="rect">
            <a:avLst/>
          </a:prstGeom>
          <a:noFill/>
          <a:ln>
            <a:noFill/>
          </a:ln>
        </p:spPr>
      </p:pic>
      <p:pic>
        <p:nvPicPr>
          <p:cNvPr id="679" name="Google Shape;679;p67"/>
          <p:cNvPicPr preferRelativeResize="0"/>
          <p:nvPr/>
        </p:nvPicPr>
        <p:blipFill>
          <a:blip r:embed="rId27">
            <a:alphaModFix/>
          </a:blip>
          <a:stretch>
            <a:fillRect/>
          </a:stretch>
        </p:blipFill>
        <p:spPr>
          <a:xfrm>
            <a:off x="3424901" y="3263236"/>
            <a:ext cx="452325" cy="452325"/>
          </a:xfrm>
          <a:prstGeom prst="rect">
            <a:avLst/>
          </a:prstGeom>
          <a:noFill/>
          <a:ln>
            <a:noFill/>
          </a:ln>
        </p:spPr>
      </p:pic>
      <p:pic>
        <p:nvPicPr>
          <p:cNvPr id="680" name="Google Shape;680;p67"/>
          <p:cNvPicPr preferRelativeResize="0"/>
          <p:nvPr/>
        </p:nvPicPr>
        <p:blipFill>
          <a:blip r:embed="rId28">
            <a:alphaModFix/>
          </a:blip>
          <a:stretch>
            <a:fillRect/>
          </a:stretch>
        </p:blipFill>
        <p:spPr>
          <a:xfrm>
            <a:off x="3424876" y="3956573"/>
            <a:ext cx="452325" cy="452325"/>
          </a:xfrm>
          <a:prstGeom prst="rect">
            <a:avLst/>
          </a:prstGeom>
          <a:noFill/>
          <a:ln>
            <a:noFill/>
          </a:ln>
        </p:spPr>
      </p:pic>
      <p:pic>
        <p:nvPicPr>
          <p:cNvPr id="681" name="Google Shape;681;p67"/>
          <p:cNvPicPr preferRelativeResize="0"/>
          <p:nvPr/>
        </p:nvPicPr>
        <p:blipFill>
          <a:blip r:embed="rId29">
            <a:alphaModFix/>
          </a:blip>
          <a:stretch>
            <a:fillRect/>
          </a:stretch>
        </p:blipFill>
        <p:spPr>
          <a:xfrm>
            <a:off x="4935600" y="2518125"/>
            <a:ext cx="3198422" cy="711882"/>
          </a:xfrm>
          <a:prstGeom prst="rect">
            <a:avLst/>
          </a:prstGeom>
          <a:noFill/>
          <a:ln>
            <a:noFill/>
          </a:ln>
        </p:spPr>
      </p:pic>
      <p:pic>
        <p:nvPicPr>
          <p:cNvPr id="682" name="Google Shape;682;p67"/>
          <p:cNvPicPr preferRelativeResize="0"/>
          <p:nvPr/>
        </p:nvPicPr>
        <p:blipFill>
          <a:blip r:embed="rId30">
            <a:alphaModFix/>
          </a:blip>
          <a:stretch>
            <a:fillRect/>
          </a:stretch>
        </p:blipFill>
        <p:spPr>
          <a:xfrm>
            <a:off x="6105043" y="3859765"/>
            <a:ext cx="932250" cy="723659"/>
          </a:xfrm>
          <a:prstGeom prst="rect">
            <a:avLst/>
          </a:prstGeom>
          <a:noFill/>
          <a:ln>
            <a:noFill/>
          </a:ln>
        </p:spPr>
      </p:pic>
      <p:pic>
        <p:nvPicPr>
          <p:cNvPr id="683" name="Google Shape;683;p67"/>
          <p:cNvPicPr preferRelativeResize="0"/>
          <p:nvPr/>
        </p:nvPicPr>
        <p:blipFill>
          <a:blip r:embed="rId31">
            <a:alphaModFix/>
          </a:blip>
          <a:stretch>
            <a:fillRect/>
          </a:stretch>
        </p:blipFill>
        <p:spPr>
          <a:xfrm>
            <a:off x="4935601" y="3181831"/>
            <a:ext cx="1339187" cy="724431"/>
          </a:xfrm>
          <a:prstGeom prst="rect">
            <a:avLst/>
          </a:prstGeom>
          <a:noFill/>
          <a:ln>
            <a:noFill/>
          </a:ln>
        </p:spPr>
      </p:pic>
      <p:pic>
        <p:nvPicPr>
          <p:cNvPr id="684" name="Google Shape;684;p67"/>
          <p:cNvPicPr preferRelativeResize="0"/>
          <p:nvPr/>
        </p:nvPicPr>
        <p:blipFill>
          <a:blip r:embed="rId32">
            <a:alphaModFix/>
          </a:blip>
          <a:stretch>
            <a:fillRect/>
          </a:stretch>
        </p:blipFill>
        <p:spPr>
          <a:xfrm>
            <a:off x="4935606" y="3859765"/>
            <a:ext cx="1055698" cy="723659"/>
          </a:xfrm>
          <a:prstGeom prst="rect">
            <a:avLst/>
          </a:prstGeom>
          <a:noFill/>
          <a:ln>
            <a:noFill/>
          </a:ln>
        </p:spPr>
      </p:pic>
      <p:pic>
        <p:nvPicPr>
          <p:cNvPr id="685" name="Google Shape;685;p67"/>
          <p:cNvPicPr preferRelativeResize="0"/>
          <p:nvPr/>
        </p:nvPicPr>
        <p:blipFill>
          <a:blip r:embed="rId33">
            <a:alphaModFix/>
          </a:blip>
          <a:stretch>
            <a:fillRect/>
          </a:stretch>
        </p:blipFill>
        <p:spPr>
          <a:xfrm>
            <a:off x="6381266" y="3181831"/>
            <a:ext cx="1339187" cy="724431"/>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_3">
    <p:bg>
      <p:bgPr>
        <a:solidFill>
          <a:schemeClr val="dk1"/>
        </a:solidFill>
      </p:bgPr>
    </p:bg>
    <p:spTree>
      <p:nvGrpSpPr>
        <p:cNvPr id="686" name="Shape 686"/>
        <p:cNvGrpSpPr/>
        <p:nvPr/>
      </p:nvGrpSpPr>
      <p:grpSpPr>
        <a:xfrm>
          <a:off x="0" y="0"/>
          <a:ext cx="0" cy="0"/>
          <a:chOff x="0" y="0"/>
          <a:chExt cx="0" cy="0"/>
        </a:xfrm>
      </p:grpSpPr>
      <p:sp>
        <p:nvSpPr>
          <p:cNvPr id="687" name="Google Shape;687;p6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88" name="Google Shape;688;p6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689" name="Google Shape;689;p6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90" name="Google Shape;690;p68"/>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91" name="Google Shape;691;p6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92" name="Google Shape;692;p68"/>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5">
    <p:spTree>
      <p:nvGrpSpPr>
        <p:cNvPr id="693" name="Shape 693"/>
        <p:cNvGrpSpPr/>
        <p:nvPr/>
      </p:nvGrpSpPr>
      <p:grpSpPr>
        <a:xfrm>
          <a:off x="0" y="0"/>
          <a:ext cx="0" cy="0"/>
          <a:chOff x="0" y="0"/>
          <a:chExt cx="0" cy="0"/>
        </a:xfrm>
      </p:grpSpPr>
      <p:sp>
        <p:nvSpPr>
          <p:cNvPr id="694" name="Google Shape;694;p6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5" name="Google Shape;695;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696" name="Shape 696"/>
        <p:cNvGrpSpPr/>
        <p:nvPr/>
      </p:nvGrpSpPr>
      <p:grpSpPr>
        <a:xfrm>
          <a:off x="0" y="0"/>
          <a:ext cx="0" cy="0"/>
          <a:chOff x="0" y="0"/>
          <a:chExt cx="0" cy="0"/>
        </a:xfrm>
      </p:grpSpPr>
      <p:sp>
        <p:nvSpPr>
          <p:cNvPr id="697" name="Google Shape;697;p70"/>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373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8" name="Google Shape;698;p70"/>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9" name="Google Shape;699;p70"/>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00" name="Google Shape;700;p70"/>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01" name="Shape 701"/>
        <p:cNvGrpSpPr/>
        <p:nvPr/>
      </p:nvGrpSpPr>
      <p:grpSpPr>
        <a:xfrm>
          <a:off x="0" y="0"/>
          <a:ext cx="0" cy="0"/>
          <a:chOff x="0" y="0"/>
          <a:chExt cx="0" cy="0"/>
        </a:xfrm>
      </p:grpSpPr>
      <p:sp>
        <p:nvSpPr>
          <p:cNvPr id="702" name="Google Shape;702;p7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1" type="tx">
  <p:cSld name="TITLE_AND_BODY">
    <p:spTree>
      <p:nvGrpSpPr>
        <p:cNvPr id="708" name="Shape 708"/>
        <p:cNvGrpSpPr/>
        <p:nvPr/>
      </p:nvGrpSpPr>
      <p:grpSpPr>
        <a:xfrm>
          <a:off x="0" y="0"/>
          <a:ext cx="0" cy="0"/>
          <a:chOff x="0" y="0"/>
          <a:chExt cx="0" cy="0"/>
        </a:xfrm>
      </p:grpSpPr>
      <p:sp>
        <p:nvSpPr>
          <p:cNvPr id="709" name="Google Shape;709;p73"/>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4" showMasterSp="0">
  <p:cSld name="Gradient 4">
    <p:bg>
      <p:bgPr>
        <a:gradFill>
          <a:gsLst>
            <a:gs pos="0">
              <a:srgbClr val="242424"/>
            </a:gs>
            <a:gs pos="100000">
              <a:srgbClr val="101010"/>
            </a:gs>
          </a:gsLst>
          <a:lin ang="8100019" scaled="0"/>
        </a:gradFill>
      </p:bgPr>
    </p:bg>
    <p:spTree>
      <p:nvGrpSpPr>
        <p:cNvPr id="710" name="Shape 710"/>
        <p:cNvGrpSpPr/>
        <p:nvPr/>
      </p:nvGrpSpPr>
      <p:grpSpPr>
        <a:xfrm>
          <a:off x="0" y="0"/>
          <a:ext cx="0" cy="0"/>
          <a:chOff x="0" y="0"/>
          <a:chExt cx="0" cy="0"/>
        </a:xfrm>
      </p:grpSpPr>
      <p:pic>
        <p:nvPicPr>
          <p:cNvPr descr="Google Shape;315;p34" id="711" name="Google Shape;711;p7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12" name="Google Shape;712;p7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713" name="Shape 713"/>
        <p:cNvGrpSpPr/>
        <p:nvPr/>
      </p:nvGrpSpPr>
      <p:grpSpPr>
        <a:xfrm>
          <a:off x="0" y="0"/>
          <a:ext cx="0" cy="0"/>
          <a:chOff x="0" y="0"/>
          <a:chExt cx="0" cy="0"/>
        </a:xfrm>
      </p:grpSpPr>
      <p:sp>
        <p:nvSpPr>
          <p:cNvPr id="714" name="Google Shape;714;p75"/>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412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5" name="Google Shape;715;p75"/>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6" name="Google Shape;716;p75"/>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7" name="Google Shape;717;p7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1 Column">
  <p:cSld name="BLANK_2_1">
    <p:spTree>
      <p:nvGrpSpPr>
        <p:cNvPr id="718" name="Shape 718"/>
        <p:cNvGrpSpPr/>
        <p:nvPr/>
      </p:nvGrpSpPr>
      <p:grpSpPr>
        <a:xfrm>
          <a:off x="0" y="0"/>
          <a:ext cx="0" cy="0"/>
          <a:chOff x="0" y="0"/>
          <a:chExt cx="0" cy="0"/>
        </a:xfrm>
      </p:grpSpPr>
      <p:sp>
        <p:nvSpPr>
          <p:cNvPr id="719" name="Google Shape;719;p76"/>
          <p:cNvSpPr txBox="1"/>
          <p:nvPr>
            <p:ph type="title"/>
          </p:nvPr>
        </p:nvSpPr>
        <p:spPr>
          <a:xfrm>
            <a:off x="767625" y="880575"/>
            <a:ext cx="7197300" cy="4524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sz="2400">
                <a:solidFill>
                  <a:srgbClr val="09091A"/>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sz="2400"/>
            </a:lvl2pPr>
            <a:lvl3pPr lvl="2" rtl="0" algn="l">
              <a:lnSpc>
                <a:spcPct val="100000"/>
              </a:lnSpc>
              <a:spcBef>
                <a:spcPts val="0"/>
              </a:spcBef>
              <a:spcAft>
                <a:spcPts val="0"/>
              </a:spcAft>
              <a:buSzPts val="2800"/>
              <a:buNone/>
              <a:defRPr sz="2400"/>
            </a:lvl3pPr>
            <a:lvl4pPr lvl="3" rtl="0" algn="l">
              <a:lnSpc>
                <a:spcPct val="100000"/>
              </a:lnSpc>
              <a:spcBef>
                <a:spcPts val="0"/>
              </a:spcBef>
              <a:spcAft>
                <a:spcPts val="0"/>
              </a:spcAft>
              <a:buSzPts val="2800"/>
              <a:buNone/>
              <a:defRPr sz="2400"/>
            </a:lvl4pPr>
            <a:lvl5pPr lvl="4" rtl="0" algn="l">
              <a:lnSpc>
                <a:spcPct val="100000"/>
              </a:lnSpc>
              <a:spcBef>
                <a:spcPts val="0"/>
              </a:spcBef>
              <a:spcAft>
                <a:spcPts val="0"/>
              </a:spcAft>
              <a:buSzPts val="2800"/>
              <a:buNone/>
              <a:defRPr sz="2400"/>
            </a:lvl5pPr>
            <a:lvl6pPr lvl="5" rtl="0" algn="l">
              <a:lnSpc>
                <a:spcPct val="100000"/>
              </a:lnSpc>
              <a:spcBef>
                <a:spcPts val="0"/>
              </a:spcBef>
              <a:spcAft>
                <a:spcPts val="0"/>
              </a:spcAft>
              <a:buSzPts val="2800"/>
              <a:buNone/>
              <a:defRPr sz="2400"/>
            </a:lvl6pPr>
            <a:lvl7pPr lvl="6" rtl="0" algn="l">
              <a:lnSpc>
                <a:spcPct val="100000"/>
              </a:lnSpc>
              <a:spcBef>
                <a:spcPts val="0"/>
              </a:spcBef>
              <a:spcAft>
                <a:spcPts val="0"/>
              </a:spcAft>
              <a:buSzPts val="2800"/>
              <a:buNone/>
              <a:defRPr sz="2400"/>
            </a:lvl7pPr>
            <a:lvl8pPr lvl="7" rtl="0" algn="l">
              <a:lnSpc>
                <a:spcPct val="100000"/>
              </a:lnSpc>
              <a:spcBef>
                <a:spcPts val="0"/>
              </a:spcBef>
              <a:spcAft>
                <a:spcPts val="0"/>
              </a:spcAft>
              <a:buSzPts val="2800"/>
              <a:buNone/>
              <a:defRPr sz="2400"/>
            </a:lvl8pPr>
            <a:lvl9pPr lvl="8" rtl="0" algn="l">
              <a:lnSpc>
                <a:spcPct val="100000"/>
              </a:lnSpc>
              <a:spcBef>
                <a:spcPts val="0"/>
              </a:spcBef>
              <a:spcAft>
                <a:spcPts val="0"/>
              </a:spcAft>
              <a:buSzPts val="2800"/>
              <a:buNone/>
              <a:defRPr sz="2400"/>
            </a:lvl9pPr>
          </a:lstStyle>
          <a:p/>
        </p:txBody>
      </p:sp>
      <p:sp>
        <p:nvSpPr>
          <p:cNvPr id="720" name="Google Shape;720;p76"/>
          <p:cNvSpPr txBox="1"/>
          <p:nvPr>
            <p:ph idx="1" type="body"/>
          </p:nvPr>
        </p:nvSpPr>
        <p:spPr>
          <a:xfrm>
            <a:off x="767625" y="1505200"/>
            <a:ext cx="7197300" cy="3218700"/>
          </a:xfrm>
          <a:prstGeom prst="rect">
            <a:avLst/>
          </a:prstGeom>
          <a:noFill/>
          <a:ln>
            <a:noFill/>
          </a:ln>
        </p:spPr>
        <p:txBody>
          <a:bodyPr anchorCtr="0" anchor="t" bIns="91425" lIns="91425" spcFirstLastPara="1" rIns="91425" wrap="square" tIns="91425">
            <a:normAutofit/>
          </a:bodyPr>
          <a:lstStyle>
            <a:lvl1pPr indent="-311150" lvl="0" marL="457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1pPr>
            <a:lvl2pPr indent="-311150" lvl="1" marL="914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2pPr>
            <a:lvl3pPr indent="-311150" lvl="2" marL="1371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3pPr>
            <a:lvl4pPr indent="-311150" lvl="3" marL="18288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4pPr>
            <a:lvl5pPr indent="-311150" lvl="4" marL="22860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5pPr>
            <a:lvl6pPr indent="-311150" lvl="5" marL="2743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6pPr>
            <a:lvl7pPr indent="-311150" lvl="6" marL="3200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7pPr>
            <a:lvl8pPr indent="-311150" lvl="7" marL="3657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8pPr>
            <a:lvl9pPr indent="-311150" lvl="8" marL="4114800" rtl="0" algn="l">
              <a:lnSpc>
                <a:spcPct val="130000"/>
              </a:lnSpc>
              <a:spcBef>
                <a:spcPts val="1200"/>
              </a:spcBef>
              <a:spcAft>
                <a:spcPts val="120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9pPr>
          </a:lstStyle>
          <a:p/>
        </p:txBody>
      </p:sp>
      <p:sp>
        <p:nvSpPr>
          <p:cNvPr id="721" name="Google Shape;721;p76"/>
          <p:cNvSpPr txBox="1"/>
          <p:nvPr>
            <p:ph idx="2" type="subTitle"/>
          </p:nvPr>
        </p:nvSpPr>
        <p:spPr>
          <a:xfrm>
            <a:off x="767625" y="602072"/>
            <a:ext cx="7638600" cy="383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SzPts val="1800"/>
              <a:buNone/>
              <a:defRPr sz="1200">
                <a:solidFill>
                  <a:srgbClr val="999999"/>
                </a:solidFill>
                <a:latin typeface="Source Sans Pro"/>
                <a:ea typeface="Source Sans Pro"/>
                <a:cs typeface="Source Sans Pro"/>
                <a:sym typeface="Source Sans Pro"/>
              </a:defRPr>
            </a:lvl1pPr>
            <a:lvl2pPr lvl="1" rtl="0" algn="l">
              <a:lnSpc>
                <a:spcPct val="115000"/>
              </a:lnSpc>
              <a:spcBef>
                <a:spcPts val="0"/>
              </a:spcBef>
              <a:spcAft>
                <a:spcPts val="0"/>
              </a:spcAft>
              <a:buSzPts val="1800"/>
              <a:buNone/>
              <a:defRPr sz="1200">
                <a:solidFill>
                  <a:srgbClr val="B7B7B7"/>
                </a:solidFill>
              </a:defRPr>
            </a:lvl2pPr>
            <a:lvl3pPr lvl="2" rtl="0" algn="l">
              <a:lnSpc>
                <a:spcPct val="115000"/>
              </a:lnSpc>
              <a:spcBef>
                <a:spcPts val="0"/>
              </a:spcBef>
              <a:spcAft>
                <a:spcPts val="0"/>
              </a:spcAft>
              <a:buSzPts val="1800"/>
              <a:buNone/>
              <a:defRPr sz="1200">
                <a:solidFill>
                  <a:srgbClr val="B7B7B7"/>
                </a:solidFill>
              </a:defRPr>
            </a:lvl3pPr>
            <a:lvl4pPr lvl="3" rtl="0" algn="l">
              <a:lnSpc>
                <a:spcPct val="115000"/>
              </a:lnSpc>
              <a:spcBef>
                <a:spcPts val="0"/>
              </a:spcBef>
              <a:spcAft>
                <a:spcPts val="0"/>
              </a:spcAft>
              <a:buSzPts val="1800"/>
              <a:buNone/>
              <a:defRPr sz="1200">
                <a:solidFill>
                  <a:srgbClr val="B7B7B7"/>
                </a:solidFill>
              </a:defRPr>
            </a:lvl4pPr>
            <a:lvl5pPr lvl="4" rtl="0" algn="l">
              <a:lnSpc>
                <a:spcPct val="115000"/>
              </a:lnSpc>
              <a:spcBef>
                <a:spcPts val="0"/>
              </a:spcBef>
              <a:spcAft>
                <a:spcPts val="0"/>
              </a:spcAft>
              <a:buSzPts val="1800"/>
              <a:buNone/>
              <a:defRPr sz="1200">
                <a:solidFill>
                  <a:srgbClr val="B7B7B7"/>
                </a:solidFill>
              </a:defRPr>
            </a:lvl5pPr>
            <a:lvl6pPr lvl="5" rtl="0" algn="l">
              <a:lnSpc>
                <a:spcPct val="115000"/>
              </a:lnSpc>
              <a:spcBef>
                <a:spcPts val="0"/>
              </a:spcBef>
              <a:spcAft>
                <a:spcPts val="0"/>
              </a:spcAft>
              <a:buSzPts val="1800"/>
              <a:buNone/>
              <a:defRPr sz="1200">
                <a:solidFill>
                  <a:srgbClr val="B7B7B7"/>
                </a:solidFill>
              </a:defRPr>
            </a:lvl6pPr>
            <a:lvl7pPr lvl="6" rtl="0" algn="l">
              <a:lnSpc>
                <a:spcPct val="115000"/>
              </a:lnSpc>
              <a:spcBef>
                <a:spcPts val="0"/>
              </a:spcBef>
              <a:spcAft>
                <a:spcPts val="0"/>
              </a:spcAft>
              <a:buSzPts val="1800"/>
              <a:buNone/>
              <a:defRPr sz="1200">
                <a:solidFill>
                  <a:srgbClr val="B7B7B7"/>
                </a:solidFill>
              </a:defRPr>
            </a:lvl7pPr>
            <a:lvl8pPr lvl="7" rtl="0" algn="l">
              <a:lnSpc>
                <a:spcPct val="115000"/>
              </a:lnSpc>
              <a:spcBef>
                <a:spcPts val="0"/>
              </a:spcBef>
              <a:spcAft>
                <a:spcPts val="0"/>
              </a:spcAft>
              <a:buSzPts val="1800"/>
              <a:buNone/>
              <a:defRPr sz="1200">
                <a:solidFill>
                  <a:srgbClr val="B7B7B7"/>
                </a:solidFill>
              </a:defRPr>
            </a:lvl8pPr>
            <a:lvl9pPr lvl="8" rtl="0" algn="l">
              <a:lnSpc>
                <a:spcPct val="115000"/>
              </a:lnSpc>
              <a:spcBef>
                <a:spcPts val="0"/>
              </a:spcBef>
              <a:spcAft>
                <a:spcPts val="0"/>
              </a:spcAft>
              <a:buSzPts val="1800"/>
              <a:buNone/>
              <a:defRPr sz="1200">
                <a:solidFill>
                  <a:srgbClr val="B7B7B7"/>
                </a:solidFill>
              </a:defRPr>
            </a:lvl9pPr>
          </a:lstStyle>
          <a:p/>
        </p:txBody>
      </p:sp>
      <p:sp>
        <p:nvSpPr>
          <p:cNvPr id="722" name="Google Shape;722;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7" showMasterSp="0">
  <p:cSld name="Gradient 7">
    <p:bg>
      <p:bgPr>
        <a:gradFill>
          <a:gsLst>
            <a:gs pos="0">
              <a:srgbClr val="242424"/>
            </a:gs>
            <a:gs pos="100000">
              <a:srgbClr val="101010"/>
            </a:gs>
          </a:gsLst>
          <a:lin ang="8100019" scaled="0"/>
        </a:gradFill>
      </p:bgPr>
    </p:bg>
    <p:spTree>
      <p:nvGrpSpPr>
        <p:cNvPr id="723" name="Shape 723"/>
        <p:cNvGrpSpPr/>
        <p:nvPr/>
      </p:nvGrpSpPr>
      <p:grpSpPr>
        <a:xfrm>
          <a:off x="0" y="0"/>
          <a:ext cx="0" cy="0"/>
          <a:chOff x="0" y="0"/>
          <a:chExt cx="0" cy="0"/>
        </a:xfrm>
      </p:grpSpPr>
      <p:pic>
        <p:nvPicPr>
          <p:cNvPr descr="Google Shape;428;p46" id="724" name="Google Shape;724;p7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25" name="Google Shape;725;p7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 50/50">
  <p:cSld name="ONE_COLUMN_TEXT">
    <p:spTree>
      <p:nvGrpSpPr>
        <p:cNvPr id="726" name="Shape 726"/>
        <p:cNvGrpSpPr/>
        <p:nvPr/>
      </p:nvGrpSpPr>
      <p:grpSpPr>
        <a:xfrm>
          <a:off x="0" y="0"/>
          <a:ext cx="0" cy="0"/>
          <a:chOff x="0" y="0"/>
          <a:chExt cx="0" cy="0"/>
        </a:xfrm>
      </p:grpSpPr>
      <p:sp>
        <p:nvSpPr>
          <p:cNvPr id="727" name="Google Shape;727;p78"/>
          <p:cNvSpPr txBox="1"/>
          <p:nvPr>
            <p:ph type="title"/>
          </p:nvPr>
        </p:nvSpPr>
        <p:spPr>
          <a:xfrm>
            <a:off x="263300" y="548640"/>
            <a:ext cx="37035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100"/>
              <a:buNone/>
              <a:defRPr sz="21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28" name="Google Shape;728;p78"/>
          <p:cNvSpPr txBox="1"/>
          <p:nvPr>
            <p:ph idx="1" type="body"/>
          </p:nvPr>
        </p:nvSpPr>
        <p:spPr>
          <a:xfrm>
            <a:off x="274320" y="1371600"/>
            <a:ext cx="37035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50000"/>
              </a:lnSpc>
              <a:spcBef>
                <a:spcPts val="0"/>
              </a:spcBef>
              <a:spcAft>
                <a:spcPts val="0"/>
              </a:spcAft>
              <a:buSzPts val="1200"/>
              <a:buChar char="●"/>
              <a:defRPr sz="1200"/>
            </a:lvl1pPr>
            <a:lvl2pPr indent="-304800" lvl="1" marL="914400" rtl="0" algn="l">
              <a:lnSpc>
                <a:spcPct val="150000"/>
              </a:lnSpc>
              <a:spcBef>
                <a:spcPts val="0"/>
              </a:spcBef>
              <a:spcAft>
                <a:spcPts val="0"/>
              </a:spcAft>
              <a:buSzPts val="1200"/>
              <a:buChar char="○"/>
              <a:defRPr sz="1200"/>
            </a:lvl2pPr>
            <a:lvl3pPr indent="-304800" lvl="2" marL="1371600" rtl="0" algn="l">
              <a:lnSpc>
                <a:spcPct val="150000"/>
              </a:lnSpc>
              <a:spcBef>
                <a:spcPts val="0"/>
              </a:spcBef>
              <a:spcAft>
                <a:spcPts val="0"/>
              </a:spcAft>
              <a:buSzPts val="1200"/>
              <a:buChar char="■"/>
              <a:defRPr sz="1200"/>
            </a:lvl3pPr>
            <a:lvl4pPr indent="-304800" lvl="3" marL="1828800" rtl="0" algn="l">
              <a:lnSpc>
                <a:spcPct val="150000"/>
              </a:lnSpc>
              <a:spcBef>
                <a:spcPts val="0"/>
              </a:spcBef>
              <a:spcAft>
                <a:spcPts val="0"/>
              </a:spcAft>
              <a:buSzPts val="1200"/>
              <a:buChar char="●"/>
              <a:defRPr sz="1200"/>
            </a:lvl4pPr>
            <a:lvl5pPr indent="-304800" lvl="4" marL="2286000" rtl="0" algn="l">
              <a:lnSpc>
                <a:spcPct val="150000"/>
              </a:lnSpc>
              <a:spcBef>
                <a:spcPts val="0"/>
              </a:spcBef>
              <a:spcAft>
                <a:spcPts val="0"/>
              </a:spcAft>
              <a:buSzPts val="1200"/>
              <a:buChar char="○"/>
              <a:defRPr sz="1200"/>
            </a:lvl5pPr>
            <a:lvl6pPr indent="-304800" lvl="5" marL="2743200" rtl="0" algn="l">
              <a:lnSpc>
                <a:spcPct val="150000"/>
              </a:lnSpc>
              <a:spcBef>
                <a:spcPts val="0"/>
              </a:spcBef>
              <a:spcAft>
                <a:spcPts val="0"/>
              </a:spcAft>
              <a:buSzPts val="1200"/>
              <a:buChar char="■"/>
              <a:defRPr sz="1200"/>
            </a:lvl6pPr>
            <a:lvl7pPr indent="-304800" lvl="6" marL="3200400" rtl="0" algn="l">
              <a:lnSpc>
                <a:spcPct val="150000"/>
              </a:lnSpc>
              <a:spcBef>
                <a:spcPts val="0"/>
              </a:spcBef>
              <a:spcAft>
                <a:spcPts val="0"/>
              </a:spcAft>
              <a:buSzPts val="1200"/>
              <a:buChar char="●"/>
              <a:defRPr sz="1200"/>
            </a:lvl7pPr>
            <a:lvl8pPr indent="-304800" lvl="7" marL="3657600" rtl="0" algn="l">
              <a:lnSpc>
                <a:spcPct val="150000"/>
              </a:lnSpc>
              <a:spcBef>
                <a:spcPts val="0"/>
              </a:spcBef>
              <a:spcAft>
                <a:spcPts val="0"/>
              </a:spcAft>
              <a:buSzPts val="1200"/>
              <a:buChar char="○"/>
              <a:defRPr sz="1200"/>
            </a:lvl8pPr>
            <a:lvl9pPr indent="-304800" lvl="8" marL="4114800" rtl="0" algn="l">
              <a:lnSpc>
                <a:spcPct val="150000"/>
              </a:lnSpc>
              <a:spcBef>
                <a:spcPts val="0"/>
              </a:spcBef>
              <a:spcAft>
                <a:spcPts val="0"/>
              </a:spcAft>
              <a:buSzPts val="1200"/>
              <a:buChar char="■"/>
              <a:defRPr sz="1200"/>
            </a:lvl9pPr>
          </a:lstStyle>
          <a:p/>
        </p:txBody>
      </p:sp>
      <p:sp>
        <p:nvSpPr>
          <p:cNvPr id="729" name="Google Shape;729;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66">
          <p15:clr>
            <a:srgbClr val="FA7B17"/>
          </p15:clr>
        </p15:guide>
        <p15:guide id="2" pos="5594">
          <p15:clr>
            <a:srgbClr val="FA7B17"/>
          </p15:clr>
        </p15:guide>
        <p15:guide id="3" orient="horz" pos="171">
          <p15:clr>
            <a:srgbClr val="FA7B17"/>
          </p15:clr>
        </p15:guide>
        <p15:guide id="4" orient="horz" pos="3069">
          <p15:clr>
            <a:srgbClr val="FA7B17"/>
          </p15:clr>
        </p15:guide>
        <p15:guide id="5" pos="2880">
          <p15:clr>
            <a:srgbClr val="FA7B17"/>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730" name="Shape 730"/>
        <p:cNvGrpSpPr/>
        <p:nvPr/>
      </p:nvGrpSpPr>
      <p:grpSpPr>
        <a:xfrm>
          <a:off x="0" y="0"/>
          <a:ext cx="0" cy="0"/>
          <a:chOff x="0" y="0"/>
          <a:chExt cx="0" cy="0"/>
        </a:xfrm>
      </p:grpSpPr>
      <p:pic>
        <p:nvPicPr>
          <p:cNvPr id="731" name="Google Shape;731;p79"/>
          <p:cNvPicPr preferRelativeResize="0"/>
          <p:nvPr/>
        </p:nvPicPr>
        <p:blipFill rotWithShape="1">
          <a:blip r:embed="rId2">
            <a:alphaModFix/>
          </a:blip>
          <a:srcRect b="0" l="0" r="0" t="0"/>
          <a:stretch/>
        </p:blipFill>
        <p:spPr>
          <a:xfrm>
            <a:off x="3230775" y="1234851"/>
            <a:ext cx="2682450" cy="3028579"/>
          </a:xfrm>
          <a:prstGeom prst="rect">
            <a:avLst/>
          </a:prstGeom>
          <a:noFill/>
          <a:ln>
            <a:noFill/>
          </a:ln>
        </p:spPr>
      </p:pic>
      <p:pic>
        <p:nvPicPr>
          <p:cNvPr id="732" name="Google Shape;732;p79"/>
          <p:cNvPicPr preferRelativeResize="0"/>
          <p:nvPr/>
        </p:nvPicPr>
        <p:blipFill rotWithShape="1">
          <a:blip r:embed="rId2">
            <a:alphaModFix/>
          </a:blip>
          <a:srcRect b="0" l="0" r="0" t="0"/>
          <a:stretch/>
        </p:blipFill>
        <p:spPr>
          <a:xfrm>
            <a:off x="6048701" y="1234851"/>
            <a:ext cx="2682450" cy="3028579"/>
          </a:xfrm>
          <a:prstGeom prst="rect">
            <a:avLst/>
          </a:prstGeom>
          <a:noFill/>
          <a:ln>
            <a:noFill/>
          </a:ln>
        </p:spPr>
      </p:pic>
      <p:pic>
        <p:nvPicPr>
          <p:cNvPr id="733" name="Google Shape;733;p79"/>
          <p:cNvPicPr preferRelativeResize="0"/>
          <p:nvPr/>
        </p:nvPicPr>
        <p:blipFill rotWithShape="1">
          <a:blip r:embed="rId2">
            <a:alphaModFix/>
          </a:blip>
          <a:srcRect b="0" l="0" r="0" t="0"/>
          <a:stretch/>
        </p:blipFill>
        <p:spPr>
          <a:xfrm>
            <a:off x="412850" y="1234851"/>
            <a:ext cx="2682450" cy="3028579"/>
          </a:xfrm>
          <a:prstGeom prst="rect">
            <a:avLst/>
          </a:prstGeom>
          <a:noFill/>
          <a:ln>
            <a:noFill/>
          </a:ln>
        </p:spPr>
      </p:pic>
      <p:pic>
        <p:nvPicPr>
          <p:cNvPr id="734" name="Google Shape;734;p79"/>
          <p:cNvPicPr preferRelativeResize="0"/>
          <p:nvPr/>
        </p:nvPicPr>
        <p:blipFill rotWithShape="1">
          <a:blip r:embed="rId3">
            <a:alphaModFix/>
          </a:blip>
          <a:srcRect b="0" l="0" r="0" t="0"/>
          <a:stretch/>
        </p:blipFill>
        <p:spPr>
          <a:xfrm>
            <a:off x="412825" y="1234850"/>
            <a:ext cx="2682475" cy="3019700"/>
          </a:xfrm>
          <a:prstGeom prst="rect">
            <a:avLst/>
          </a:prstGeom>
          <a:noFill/>
          <a:ln>
            <a:noFill/>
          </a:ln>
        </p:spPr>
      </p:pic>
      <p:sp>
        <p:nvSpPr>
          <p:cNvPr id="735" name="Google Shape;735;p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pic>
        <p:nvPicPr>
          <p:cNvPr id="736" name="Google Shape;736;p79"/>
          <p:cNvPicPr preferRelativeResize="0"/>
          <p:nvPr/>
        </p:nvPicPr>
        <p:blipFill rotWithShape="1">
          <a:blip r:embed="rId4">
            <a:alphaModFix/>
          </a:blip>
          <a:srcRect b="0" l="0" r="0" t="0"/>
          <a:stretch/>
        </p:blipFill>
        <p:spPr>
          <a:xfrm>
            <a:off x="-762396" y="0"/>
            <a:ext cx="548700" cy="2288640"/>
          </a:xfrm>
          <a:prstGeom prst="rect">
            <a:avLst/>
          </a:prstGeom>
          <a:noFill/>
          <a:ln>
            <a:noFill/>
          </a:ln>
        </p:spPr>
      </p:pic>
      <p:pic>
        <p:nvPicPr>
          <p:cNvPr id="737" name="Google Shape;737;p79"/>
          <p:cNvPicPr preferRelativeResize="0"/>
          <p:nvPr/>
        </p:nvPicPr>
        <p:blipFill rotWithShape="1">
          <a:blip r:embed="rId5">
            <a:alphaModFix/>
          </a:blip>
          <a:srcRect b="0" l="0" r="0" t="0"/>
          <a:stretch/>
        </p:blipFill>
        <p:spPr>
          <a:xfrm>
            <a:off x="457529" y="4543025"/>
            <a:ext cx="950976" cy="142646"/>
          </a:xfrm>
          <a:prstGeom prst="rect">
            <a:avLst/>
          </a:prstGeom>
          <a:noFill/>
          <a:ln>
            <a:noFill/>
          </a:ln>
        </p:spPr>
      </p:pic>
      <p:sp>
        <p:nvSpPr>
          <p:cNvPr id="738" name="Google Shape;738;p79"/>
          <p:cNvSpPr/>
          <p:nvPr>
            <p:ph idx="2" type="pic"/>
          </p:nvPr>
        </p:nvSpPr>
        <p:spPr>
          <a:xfrm>
            <a:off x="535276" y="1372373"/>
            <a:ext cx="315900" cy="315900"/>
          </a:xfrm>
          <a:prstGeom prst="rect">
            <a:avLst/>
          </a:prstGeom>
          <a:noFill/>
          <a:ln>
            <a:noFill/>
          </a:ln>
        </p:spPr>
      </p:sp>
      <p:sp>
        <p:nvSpPr>
          <p:cNvPr id="739" name="Google Shape;739;p79"/>
          <p:cNvSpPr txBox="1"/>
          <p:nvPr>
            <p:ph idx="1" type="body"/>
          </p:nvPr>
        </p:nvSpPr>
        <p:spPr>
          <a:xfrm>
            <a:off x="50507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0" name="Google Shape;740;p79"/>
          <p:cNvSpPr txBox="1"/>
          <p:nvPr>
            <p:ph idx="3" type="subTitle"/>
          </p:nvPr>
        </p:nvSpPr>
        <p:spPr>
          <a:xfrm>
            <a:off x="50507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1" name="Google Shape;741;p79"/>
          <p:cNvSpPr/>
          <p:nvPr>
            <p:ph idx="4" type="pic"/>
          </p:nvPr>
        </p:nvSpPr>
        <p:spPr>
          <a:xfrm>
            <a:off x="3358251" y="1372373"/>
            <a:ext cx="315900" cy="315900"/>
          </a:xfrm>
          <a:prstGeom prst="rect">
            <a:avLst/>
          </a:prstGeom>
          <a:noFill/>
          <a:ln>
            <a:noFill/>
          </a:ln>
        </p:spPr>
      </p:sp>
      <p:sp>
        <p:nvSpPr>
          <p:cNvPr id="742" name="Google Shape;742;p79"/>
          <p:cNvSpPr txBox="1"/>
          <p:nvPr>
            <p:ph idx="5" type="body"/>
          </p:nvPr>
        </p:nvSpPr>
        <p:spPr>
          <a:xfrm>
            <a:off x="3328050"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3" name="Google Shape;743;p79"/>
          <p:cNvSpPr txBox="1"/>
          <p:nvPr>
            <p:ph idx="6" type="subTitle"/>
          </p:nvPr>
        </p:nvSpPr>
        <p:spPr>
          <a:xfrm>
            <a:off x="3328050"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4" name="Google Shape;744;p79"/>
          <p:cNvSpPr/>
          <p:nvPr>
            <p:ph idx="7" type="pic"/>
          </p:nvPr>
        </p:nvSpPr>
        <p:spPr>
          <a:xfrm>
            <a:off x="6181226" y="1372373"/>
            <a:ext cx="315900" cy="315900"/>
          </a:xfrm>
          <a:prstGeom prst="rect">
            <a:avLst/>
          </a:prstGeom>
          <a:noFill/>
          <a:ln>
            <a:noFill/>
          </a:ln>
        </p:spPr>
      </p:sp>
      <p:sp>
        <p:nvSpPr>
          <p:cNvPr id="745" name="Google Shape;745;p79"/>
          <p:cNvSpPr txBox="1"/>
          <p:nvPr>
            <p:ph idx="8" type="body"/>
          </p:nvPr>
        </p:nvSpPr>
        <p:spPr>
          <a:xfrm>
            <a:off x="615102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6" name="Google Shape;746;p79"/>
          <p:cNvSpPr txBox="1"/>
          <p:nvPr>
            <p:ph idx="9" type="subTitle"/>
          </p:nvPr>
        </p:nvSpPr>
        <p:spPr>
          <a:xfrm>
            <a:off x="615102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7" name="Google Shape;747;p79"/>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748" name="Google Shape;748;p79"/>
          <p:cNvSpPr txBox="1"/>
          <p:nvPr>
            <p:ph idx="13"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49" name="Shape 749"/>
        <p:cNvGrpSpPr/>
        <p:nvPr/>
      </p:nvGrpSpPr>
      <p:grpSpPr>
        <a:xfrm>
          <a:off x="0" y="0"/>
          <a:ext cx="0" cy="0"/>
          <a:chOff x="0" y="0"/>
          <a:chExt cx="0" cy="0"/>
        </a:xfrm>
      </p:grpSpPr>
      <p:sp>
        <p:nvSpPr>
          <p:cNvPr id="750" name="Google Shape;750;p8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showMasterSp="0">
  <p:cSld name="Title &amp; Bullets">
    <p:bg>
      <p:bgPr>
        <a:gradFill>
          <a:gsLst>
            <a:gs pos="0">
              <a:srgbClr val="0F0F0F"/>
            </a:gs>
            <a:gs pos="100000">
              <a:srgbClr val="000000"/>
            </a:gs>
          </a:gsLst>
          <a:lin ang="5400012" scaled="0"/>
        </a:gradFill>
      </p:bgPr>
    </p:bg>
    <p:spTree>
      <p:nvGrpSpPr>
        <p:cNvPr id="751" name="Shape 751"/>
        <p:cNvGrpSpPr/>
        <p:nvPr/>
      </p:nvGrpSpPr>
      <p:grpSpPr>
        <a:xfrm>
          <a:off x="0" y="0"/>
          <a:ext cx="0" cy="0"/>
          <a:chOff x="0" y="0"/>
          <a:chExt cx="0" cy="0"/>
        </a:xfrm>
      </p:grpSpPr>
      <p:sp>
        <p:nvSpPr>
          <p:cNvPr id="752" name="Google Shape;752;p81"/>
          <p:cNvSpPr txBox="1"/>
          <p:nvPr>
            <p:ph type="title"/>
          </p:nvPr>
        </p:nvSpPr>
        <p:spPr>
          <a:xfrm>
            <a:off x="452438" y="357188"/>
            <a:ext cx="8239200" cy="5373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53" name="Google Shape;753;p81"/>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4" name="Google Shape;754;p81"/>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5" name="Google Shape;755;p8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5" showMasterSp="0">
  <p:cSld name="Gradient 5">
    <p:bg>
      <p:bgPr>
        <a:gradFill>
          <a:gsLst>
            <a:gs pos="0">
              <a:srgbClr val="242424"/>
            </a:gs>
            <a:gs pos="100000">
              <a:srgbClr val="101010"/>
            </a:gs>
          </a:gsLst>
          <a:lin ang="8100019" scaled="0"/>
        </a:gradFill>
      </p:bgPr>
    </p:bg>
    <p:spTree>
      <p:nvGrpSpPr>
        <p:cNvPr id="756" name="Shape 756"/>
        <p:cNvGrpSpPr/>
        <p:nvPr/>
      </p:nvGrpSpPr>
      <p:grpSpPr>
        <a:xfrm>
          <a:off x="0" y="0"/>
          <a:ext cx="0" cy="0"/>
          <a:chOff x="0" y="0"/>
          <a:chExt cx="0" cy="0"/>
        </a:xfrm>
      </p:grpSpPr>
      <p:pic>
        <p:nvPicPr>
          <p:cNvPr descr="Google Shape;350;p38" id="757" name="Google Shape;757;p82"/>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58" name="Google Shape;758;p8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Alt" showMasterSp="0">
  <p:cSld name="Title &amp; Photo Alt">
    <p:bg>
      <p:bgPr>
        <a:gradFill>
          <a:gsLst>
            <a:gs pos="0">
              <a:srgbClr val="0F0F0F"/>
            </a:gs>
            <a:gs pos="100000">
              <a:srgbClr val="000000"/>
            </a:gs>
          </a:gsLst>
          <a:lin ang="5400012" scaled="0"/>
        </a:gradFill>
      </p:bgPr>
    </p:bg>
    <p:spTree>
      <p:nvGrpSpPr>
        <p:cNvPr id="759" name="Shape 759"/>
        <p:cNvGrpSpPr/>
        <p:nvPr/>
      </p:nvGrpSpPr>
      <p:grpSpPr>
        <a:xfrm>
          <a:off x="0" y="0"/>
          <a:ext cx="0" cy="0"/>
          <a:chOff x="0" y="0"/>
          <a:chExt cx="0" cy="0"/>
        </a:xfrm>
      </p:grpSpPr>
      <p:sp>
        <p:nvSpPr>
          <p:cNvPr id="760" name="Google Shape;760;p83"/>
          <p:cNvSpPr txBox="1"/>
          <p:nvPr>
            <p:ph type="title"/>
          </p:nvPr>
        </p:nvSpPr>
        <p:spPr>
          <a:xfrm>
            <a:off x="452438" y="357336"/>
            <a:ext cx="3667200" cy="562500"/>
          </a:xfrm>
          <a:prstGeom prst="rect">
            <a:avLst/>
          </a:prstGeom>
          <a:noFill/>
          <a:ln>
            <a:noFill/>
          </a:ln>
        </p:spPr>
        <p:txBody>
          <a:bodyPr anchorCtr="0" anchor="t" bIns="19050" lIns="19050" spcFirstLastPara="1" rIns="19050" wrap="square" tIns="19050">
            <a:no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61" name="Google Shape;761;p83"/>
          <p:cNvSpPr txBox="1"/>
          <p:nvPr>
            <p:ph idx="1" type="body"/>
          </p:nvPr>
        </p:nvSpPr>
        <p:spPr>
          <a:xfrm>
            <a:off x="452438" y="1142766"/>
            <a:ext cx="3667200" cy="2018400"/>
          </a:xfrm>
          <a:prstGeom prst="rect">
            <a:avLst/>
          </a:prstGeom>
          <a:noFill/>
          <a:ln>
            <a:noFill/>
          </a:ln>
        </p:spPr>
        <p:txBody>
          <a:bodyPr anchorCtr="0" anchor="t" bIns="19050" lIns="19050" spcFirstLastPara="1" rIns="19050" wrap="square" tIns="19050">
            <a:no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pic>
        <p:nvPicPr>
          <p:cNvPr descr="Google Shape;116;p20" id="762" name="Google Shape;762;p83"/>
          <p:cNvPicPr preferRelativeResize="0"/>
          <p:nvPr/>
        </p:nvPicPr>
        <p:blipFill rotWithShape="1">
          <a:blip r:embed="rId2">
            <a:alphaModFix/>
          </a:blip>
          <a:srcRect b="2121" l="42797" r="9085" t="2786"/>
          <a:stretch/>
        </p:blipFill>
        <p:spPr>
          <a:xfrm>
            <a:off x="4516925" y="0"/>
            <a:ext cx="4626898" cy="5143500"/>
          </a:xfrm>
          <a:prstGeom prst="rect">
            <a:avLst/>
          </a:prstGeom>
          <a:noFill/>
          <a:ln>
            <a:noFill/>
          </a:ln>
        </p:spPr>
      </p:pic>
      <p:sp>
        <p:nvSpPr>
          <p:cNvPr id="763" name="Google Shape;763;p83"/>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2" showMasterSp="0">
  <p:cSld name="Gradient 2">
    <p:spTree>
      <p:nvGrpSpPr>
        <p:cNvPr id="764" name="Shape 764"/>
        <p:cNvGrpSpPr/>
        <p:nvPr/>
      </p:nvGrpSpPr>
      <p:grpSpPr>
        <a:xfrm>
          <a:off x="0" y="0"/>
          <a:ext cx="0" cy="0"/>
          <a:chOff x="0" y="0"/>
          <a:chExt cx="0" cy="0"/>
        </a:xfrm>
      </p:grpSpPr>
      <p:pic>
        <p:nvPicPr>
          <p:cNvPr descr="Google Shape;236;p31" id="765" name="Google Shape;765;p8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66" name="Google Shape;766;p8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6" showMasterSp="0">
  <p:cSld name="Gradient 6">
    <p:bg>
      <p:bgPr>
        <a:gradFill>
          <a:gsLst>
            <a:gs pos="0">
              <a:srgbClr val="242424"/>
            </a:gs>
            <a:gs pos="100000">
              <a:srgbClr val="101010"/>
            </a:gs>
          </a:gsLst>
          <a:lin ang="8100019" scaled="0"/>
        </a:gradFill>
      </p:bgPr>
    </p:bg>
    <p:spTree>
      <p:nvGrpSpPr>
        <p:cNvPr id="767" name="Shape 767"/>
        <p:cNvGrpSpPr/>
        <p:nvPr/>
      </p:nvGrpSpPr>
      <p:grpSpPr>
        <a:xfrm>
          <a:off x="0" y="0"/>
          <a:ext cx="0" cy="0"/>
          <a:chOff x="0" y="0"/>
          <a:chExt cx="0" cy="0"/>
        </a:xfrm>
      </p:grpSpPr>
      <p:pic>
        <p:nvPicPr>
          <p:cNvPr descr="Google Shape;376;p41" id="768" name="Google Shape;768;p85"/>
          <p:cNvPicPr preferRelativeResize="0"/>
          <p:nvPr/>
        </p:nvPicPr>
        <p:blipFill rotWithShape="1">
          <a:blip r:embed="rId2">
            <a:alphaModFix/>
          </a:blip>
          <a:srcRect b="0" l="0" r="0" t="0"/>
          <a:stretch/>
        </p:blipFill>
        <p:spPr>
          <a:xfrm>
            <a:off x="0" y="-2375"/>
            <a:ext cx="9144003" cy="5143496"/>
          </a:xfrm>
          <a:prstGeom prst="rect">
            <a:avLst/>
          </a:prstGeom>
          <a:noFill/>
          <a:ln>
            <a:noFill/>
          </a:ln>
        </p:spPr>
      </p:pic>
      <p:sp>
        <p:nvSpPr>
          <p:cNvPr id="769" name="Google Shape;769;p8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3" showMasterSp="0">
  <p:cSld name="Gradient 3">
    <p:bg>
      <p:bgPr>
        <a:gradFill>
          <a:gsLst>
            <a:gs pos="0">
              <a:srgbClr val="242424"/>
            </a:gs>
            <a:gs pos="100000">
              <a:srgbClr val="101010"/>
            </a:gs>
          </a:gsLst>
          <a:lin ang="8100019" scaled="0"/>
        </a:gradFill>
      </p:bgPr>
    </p:bg>
    <p:spTree>
      <p:nvGrpSpPr>
        <p:cNvPr id="770" name="Shape 770"/>
        <p:cNvGrpSpPr/>
        <p:nvPr/>
      </p:nvGrpSpPr>
      <p:grpSpPr>
        <a:xfrm>
          <a:off x="0" y="0"/>
          <a:ext cx="0" cy="0"/>
          <a:chOff x="0" y="0"/>
          <a:chExt cx="0" cy="0"/>
        </a:xfrm>
      </p:grpSpPr>
      <p:pic>
        <p:nvPicPr>
          <p:cNvPr descr="Google Shape;388;p42" id="771" name="Google Shape;771;p86"/>
          <p:cNvPicPr preferRelativeResize="0"/>
          <p:nvPr/>
        </p:nvPicPr>
        <p:blipFill rotWithShape="1">
          <a:blip r:embed="rId2">
            <a:alphaModFix/>
          </a:blip>
          <a:srcRect b="0" l="0" r="0" t="0"/>
          <a:stretch/>
        </p:blipFill>
        <p:spPr>
          <a:xfrm>
            <a:off x="0" y="0"/>
            <a:ext cx="9144008" cy="5143501"/>
          </a:xfrm>
          <a:prstGeom prst="rect">
            <a:avLst/>
          </a:prstGeom>
          <a:noFill/>
          <a:ln>
            <a:noFill/>
          </a:ln>
        </p:spPr>
      </p:pic>
      <p:sp>
        <p:nvSpPr>
          <p:cNvPr id="772" name="Google Shape;772;p86"/>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73" name="Shape 773"/>
        <p:cNvGrpSpPr/>
        <p:nvPr/>
      </p:nvGrpSpPr>
      <p:grpSpPr>
        <a:xfrm>
          <a:off x="0" y="0"/>
          <a:ext cx="0" cy="0"/>
          <a:chOff x="0" y="0"/>
          <a:chExt cx="0" cy="0"/>
        </a:xfrm>
      </p:grpSpPr>
      <p:sp>
        <p:nvSpPr>
          <p:cNvPr id="774" name="Google Shape;774;p8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p:cSld name="Title">
    <p:bg>
      <p:bgPr>
        <a:gradFill>
          <a:gsLst>
            <a:gs pos="0">
              <a:srgbClr val="0F0F0F"/>
            </a:gs>
            <a:gs pos="100000">
              <a:srgbClr val="000000"/>
            </a:gs>
          </a:gsLst>
          <a:lin ang="5400012" scaled="0"/>
        </a:gradFill>
      </p:bgPr>
    </p:bg>
    <p:spTree>
      <p:nvGrpSpPr>
        <p:cNvPr id="775" name="Shape 775"/>
        <p:cNvGrpSpPr/>
        <p:nvPr/>
      </p:nvGrpSpPr>
      <p:grpSpPr>
        <a:xfrm>
          <a:off x="0" y="0"/>
          <a:ext cx="0" cy="0"/>
          <a:chOff x="0" y="0"/>
          <a:chExt cx="0" cy="0"/>
        </a:xfrm>
      </p:grpSpPr>
      <p:sp>
        <p:nvSpPr>
          <p:cNvPr id="776" name="Google Shape;776;p88"/>
          <p:cNvSpPr txBox="1"/>
          <p:nvPr>
            <p:ph type="title"/>
          </p:nvPr>
        </p:nvSpPr>
        <p:spPr>
          <a:xfrm>
            <a:off x="452436" y="1317312"/>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77" name="Google Shape;777;p88"/>
          <p:cNvSpPr txBox="1"/>
          <p:nvPr>
            <p:ph idx="12" type="sldNum"/>
          </p:nvPr>
        </p:nvSpPr>
        <p:spPr>
          <a:xfrm>
            <a:off x="4502892"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gradFill>
          <a:gsLst>
            <a:gs pos="0">
              <a:srgbClr val="0D0D0D"/>
            </a:gs>
            <a:gs pos="100000">
              <a:srgbClr val="000000"/>
            </a:gs>
          </a:gsLst>
          <a:lin ang="5400012" scaled="0"/>
        </a:gradFill>
      </p:bgPr>
    </p:bg>
    <p:spTree>
      <p:nvGrpSpPr>
        <p:cNvPr id="778" name="Shape 778"/>
        <p:cNvGrpSpPr/>
        <p:nvPr/>
      </p:nvGrpSpPr>
      <p:grpSpPr>
        <a:xfrm>
          <a:off x="0" y="0"/>
          <a:ext cx="0" cy="0"/>
          <a:chOff x="0" y="0"/>
          <a:chExt cx="0" cy="0"/>
        </a:xfrm>
      </p:grpSpPr>
      <p:sp>
        <p:nvSpPr>
          <p:cNvPr id="779" name="Google Shape;779;p89"/>
          <p:cNvSpPr txBox="1"/>
          <p:nvPr/>
        </p:nvSpPr>
        <p:spPr>
          <a:xfrm>
            <a:off x="452438" y="347811"/>
            <a:ext cx="3667200" cy="562500"/>
          </a:xfrm>
          <a:prstGeom prst="rect">
            <a:avLst/>
          </a:prstGeom>
          <a:noFill/>
          <a:ln>
            <a:noFill/>
          </a:ln>
        </p:spPr>
        <p:txBody>
          <a:bodyPr anchorCtr="0" anchor="t" bIns="19050" lIns="19050" spcFirstLastPara="1" rIns="19050" wrap="square" tIns="19050">
            <a:normAutofit/>
          </a:bodyPr>
          <a:lstStyle/>
          <a:p>
            <a:pPr indent="0" lvl="0" marL="0" marR="0" rtl="0" algn="l">
              <a:lnSpc>
                <a:spcPct val="90000"/>
              </a:lnSpc>
              <a:spcBef>
                <a:spcPts val="0"/>
              </a:spcBef>
              <a:spcAft>
                <a:spcPts val="0"/>
              </a:spcAft>
              <a:buClr>
                <a:srgbClr val="FFFFFF"/>
              </a:buClr>
              <a:buSzPts val="3300"/>
              <a:buFont typeface="Helvetica Neue"/>
              <a:buNone/>
            </a:pPr>
            <a:r>
              <a:rPr b="1" i="0" lang="en" sz="3300" u="none" cap="none" strike="noStrike">
                <a:solidFill>
                  <a:srgbClr val="FFFFFF"/>
                </a:solidFill>
                <a:latin typeface="Helvetica Neue"/>
                <a:ea typeface="Helvetica Neue"/>
                <a:cs typeface="Helvetica Neue"/>
                <a:sym typeface="Helvetica Neue"/>
              </a:rPr>
              <a:t>Slide Title</a:t>
            </a:r>
            <a:endParaRPr b="0" i="0" sz="500" u="none" cap="none" strike="noStrike">
              <a:solidFill>
                <a:srgbClr val="000000"/>
              </a:solidFill>
              <a:latin typeface="Arial"/>
              <a:ea typeface="Arial"/>
              <a:cs typeface="Arial"/>
              <a:sym typeface="Arial"/>
            </a:endParaRPr>
          </a:p>
        </p:txBody>
      </p:sp>
      <p:sp>
        <p:nvSpPr>
          <p:cNvPr id="780" name="Google Shape;780;p89"/>
          <p:cNvSpPr txBox="1"/>
          <p:nvPr/>
        </p:nvSpPr>
        <p:spPr>
          <a:xfrm>
            <a:off x="452438" y="1152291"/>
            <a:ext cx="3667200" cy="2018400"/>
          </a:xfrm>
          <a:prstGeom prst="rect">
            <a:avLst/>
          </a:prstGeom>
          <a:noFill/>
          <a:ln>
            <a:noFill/>
          </a:ln>
        </p:spPr>
        <p:txBody>
          <a:bodyPr anchorCtr="0" anchor="t" bIns="19050" lIns="19050" spcFirstLastPara="1" rIns="19050" wrap="square" tIns="19050">
            <a:normAutofit/>
          </a:bodyPr>
          <a:lstStyle/>
          <a:p>
            <a:pPr indent="0" lvl="0" marL="0" marR="0" rtl="0" algn="l">
              <a:lnSpc>
                <a:spcPct val="100000"/>
              </a:lnSpc>
              <a:spcBef>
                <a:spcPts val="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One</a:t>
            </a:r>
            <a:endParaRPr b="0" i="0" sz="500" u="none" cap="none" strike="noStrike">
              <a:solidFill>
                <a:srgbClr val="000000"/>
              </a:solidFill>
              <a:latin typeface="Arial"/>
              <a:ea typeface="Arial"/>
              <a:cs typeface="Arial"/>
              <a:sym typeface="Arial"/>
            </a:endParaRPr>
          </a:p>
          <a:p>
            <a:pPr indent="177800" lvl="1"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Two</a:t>
            </a:r>
            <a:endParaRPr b="0" i="0" sz="500" u="none" cap="none" strike="noStrike">
              <a:solidFill>
                <a:srgbClr val="000000"/>
              </a:solidFill>
              <a:latin typeface="Arial"/>
              <a:ea typeface="Arial"/>
              <a:cs typeface="Arial"/>
              <a:sym typeface="Arial"/>
            </a:endParaRPr>
          </a:p>
          <a:p>
            <a:pPr indent="342900" lvl="2"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Three</a:t>
            </a:r>
            <a:endParaRPr b="0" i="0" sz="500" u="none" cap="none" strike="noStrike">
              <a:solidFill>
                <a:srgbClr val="000000"/>
              </a:solidFill>
              <a:latin typeface="Arial"/>
              <a:ea typeface="Arial"/>
              <a:cs typeface="Arial"/>
              <a:sym typeface="Arial"/>
            </a:endParaRPr>
          </a:p>
          <a:p>
            <a:pPr indent="520700" lvl="3"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Four</a:t>
            </a:r>
            <a:endParaRPr b="0" i="0" sz="500" u="none" cap="none" strike="noStrike">
              <a:solidFill>
                <a:srgbClr val="000000"/>
              </a:solidFill>
              <a:latin typeface="Arial"/>
              <a:ea typeface="Arial"/>
              <a:cs typeface="Arial"/>
              <a:sym typeface="Arial"/>
            </a:endParaRPr>
          </a:p>
          <a:p>
            <a:pPr indent="685800" lvl="4"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Five</a:t>
            </a:r>
            <a:endParaRPr b="0" i="0" sz="500" u="none" cap="none" strike="noStrike">
              <a:solidFill>
                <a:srgbClr val="000000"/>
              </a:solidFill>
              <a:latin typeface="Arial"/>
              <a:ea typeface="Arial"/>
              <a:cs typeface="Arial"/>
              <a:sym typeface="Arial"/>
            </a:endParaRPr>
          </a:p>
        </p:txBody>
      </p:sp>
      <p:sp>
        <p:nvSpPr>
          <p:cNvPr id="781" name="Google Shape;781;p8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Fact" showMasterSp="0">
  <p:cSld name="Big Fact">
    <p:bg>
      <p:bgPr>
        <a:gradFill>
          <a:gsLst>
            <a:gs pos="0">
              <a:srgbClr val="0F0F0F"/>
            </a:gs>
            <a:gs pos="100000">
              <a:srgbClr val="000000"/>
            </a:gs>
          </a:gsLst>
          <a:lin ang="5400012" scaled="0"/>
        </a:gradFill>
      </p:bgPr>
    </p:bg>
    <p:spTree>
      <p:nvGrpSpPr>
        <p:cNvPr id="782" name="Shape 782"/>
        <p:cNvGrpSpPr/>
        <p:nvPr/>
      </p:nvGrpSpPr>
      <p:grpSpPr>
        <a:xfrm>
          <a:off x="0" y="0"/>
          <a:ext cx="0" cy="0"/>
          <a:chOff x="0" y="0"/>
          <a:chExt cx="0" cy="0"/>
        </a:xfrm>
      </p:grpSpPr>
      <p:sp>
        <p:nvSpPr>
          <p:cNvPr id="783" name="Google Shape;783;p90"/>
          <p:cNvSpPr txBox="1"/>
          <p:nvPr>
            <p:ph idx="1" type="body"/>
          </p:nvPr>
        </p:nvSpPr>
        <p:spPr>
          <a:xfrm>
            <a:off x="452438" y="3097509"/>
            <a:ext cx="8239200" cy="3507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4" name="Google Shape;784;p90"/>
          <p:cNvSpPr txBox="1"/>
          <p:nvPr>
            <p:ph idx="2" type="body"/>
          </p:nvPr>
        </p:nvSpPr>
        <p:spPr>
          <a:xfrm>
            <a:off x="452438" y="350722"/>
            <a:ext cx="8239200" cy="2759700"/>
          </a:xfrm>
          <a:prstGeom prst="rect">
            <a:avLst/>
          </a:prstGeom>
          <a:noFill/>
          <a:ln>
            <a:noFill/>
          </a:ln>
        </p:spPr>
        <p:txBody>
          <a:bodyPr anchorCtr="0" anchor="b"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9400"/>
              <a:buFont typeface="Helvetica Neue"/>
              <a:buNone/>
              <a:defRPr sz="9400"/>
            </a:lvl1pPr>
            <a:lvl2pPr indent="-228600" lvl="1" marL="914400" rtl="0" algn="ctr">
              <a:lnSpc>
                <a:spcPct val="80000"/>
              </a:lnSpc>
              <a:spcBef>
                <a:spcPts val="0"/>
              </a:spcBef>
              <a:spcAft>
                <a:spcPts val="0"/>
              </a:spcAft>
              <a:buClr>
                <a:srgbClr val="FFFFFF"/>
              </a:buClr>
              <a:buSzPts val="9400"/>
              <a:buFont typeface="Helvetica Neue"/>
              <a:buNone/>
              <a:defRPr sz="9400"/>
            </a:lvl2pPr>
            <a:lvl3pPr indent="-228600" lvl="2" marL="1371600" rtl="0" algn="ctr">
              <a:lnSpc>
                <a:spcPct val="80000"/>
              </a:lnSpc>
              <a:spcBef>
                <a:spcPts val="0"/>
              </a:spcBef>
              <a:spcAft>
                <a:spcPts val="0"/>
              </a:spcAft>
              <a:buClr>
                <a:srgbClr val="FFFFFF"/>
              </a:buClr>
              <a:buSzPts val="9400"/>
              <a:buFont typeface="Helvetica Neue"/>
              <a:buNone/>
              <a:defRPr sz="9400"/>
            </a:lvl3pPr>
            <a:lvl4pPr indent="-228600" lvl="3" marL="1828800" rtl="0" algn="ctr">
              <a:lnSpc>
                <a:spcPct val="80000"/>
              </a:lnSpc>
              <a:spcBef>
                <a:spcPts val="0"/>
              </a:spcBef>
              <a:spcAft>
                <a:spcPts val="0"/>
              </a:spcAft>
              <a:buClr>
                <a:srgbClr val="FFFFFF"/>
              </a:buClr>
              <a:buSzPts val="9400"/>
              <a:buFont typeface="Helvetica Neue"/>
              <a:buNone/>
              <a:defRPr sz="9400"/>
            </a:lvl4pPr>
            <a:lvl5pPr indent="-228600" lvl="4" marL="2286000" rtl="0" algn="ctr">
              <a:lnSpc>
                <a:spcPct val="80000"/>
              </a:lnSpc>
              <a:spcBef>
                <a:spcPts val="0"/>
              </a:spcBef>
              <a:spcAft>
                <a:spcPts val="0"/>
              </a:spcAft>
              <a:buClr>
                <a:srgbClr val="FFFFFF"/>
              </a:buClr>
              <a:buSzPts val="9400"/>
              <a:buFont typeface="Helvetica Neue"/>
              <a:buNone/>
              <a:defRPr sz="9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5" name="Google Shape;785;p9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2">
    <p:bg>
      <p:bgPr>
        <a:gradFill>
          <a:gsLst>
            <a:gs pos="0">
              <a:srgbClr val="0F0F0F"/>
            </a:gs>
            <a:gs pos="100000">
              <a:srgbClr val="000000"/>
            </a:gs>
          </a:gsLst>
          <a:lin ang="5400012" scaled="0"/>
        </a:gradFill>
      </p:bgPr>
    </p:bg>
    <p:spTree>
      <p:nvGrpSpPr>
        <p:cNvPr id="786" name="Shape 786"/>
        <p:cNvGrpSpPr/>
        <p:nvPr/>
      </p:nvGrpSpPr>
      <p:grpSpPr>
        <a:xfrm>
          <a:off x="0" y="0"/>
          <a:ext cx="0" cy="0"/>
          <a:chOff x="0" y="0"/>
          <a:chExt cx="0" cy="0"/>
        </a:xfrm>
      </p:grpSpPr>
      <p:sp>
        <p:nvSpPr>
          <p:cNvPr id="787" name="Google Shape;787;p91"/>
          <p:cNvSpPr txBox="1"/>
          <p:nvPr>
            <p:ph type="title"/>
          </p:nvPr>
        </p:nvSpPr>
        <p:spPr>
          <a:xfrm>
            <a:off x="452436" y="1700213"/>
            <a:ext cx="8239200" cy="1743000"/>
          </a:xfrm>
          <a:prstGeom prst="rect">
            <a:avLst/>
          </a:prstGeom>
          <a:noFill/>
          <a:ln>
            <a:noFill/>
          </a:ln>
        </p:spPr>
        <p:txBody>
          <a:bodyPr anchorCtr="0" anchor="ctr" bIns="19050" lIns="19050" spcFirstLastPara="1" rIns="19050" wrap="square" tIns="19050">
            <a:normAutofit/>
          </a:bodyPr>
          <a:lstStyle>
            <a:lvl1pPr lvl="0" rtl="0" algn="l">
              <a:lnSpc>
                <a:spcPct val="80000"/>
              </a:lnSpc>
              <a:spcBef>
                <a:spcPts val="0"/>
              </a:spcBef>
              <a:spcAft>
                <a:spcPts val="0"/>
              </a:spcAft>
              <a:buClr>
                <a:srgbClr val="FFFFFF"/>
              </a:buClr>
              <a:buSzPts val="7400"/>
              <a:buFont typeface="Helvetica Neue"/>
              <a:buNone/>
              <a:defRPr sz="74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88" name="Google Shape;788;p91"/>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showMasterSp="0">
  <p:cSld name="Title &amp; Photo">
    <p:bg>
      <p:bgPr>
        <a:solidFill>
          <a:srgbClr val="000000"/>
        </a:solidFill>
      </p:bgPr>
    </p:bg>
    <p:spTree>
      <p:nvGrpSpPr>
        <p:cNvPr id="789" name="Shape 789"/>
        <p:cNvGrpSpPr/>
        <p:nvPr/>
      </p:nvGrpSpPr>
      <p:grpSpPr>
        <a:xfrm>
          <a:off x="0" y="0"/>
          <a:ext cx="0" cy="0"/>
          <a:chOff x="0" y="0"/>
          <a:chExt cx="0" cy="0"/>
        </a:xfrm>
      </p:grpSpPr>
      <p:sp>
        <p:nvSpPr>
          <p:cNvPr id="790" name="Google Shape;790;p92"/>
          <p:cNvSpPr/>
          <p:nvPr>
            <p:ph idx="2" type="pic"/>
          </p:nvPr>
        </p:nvSpPr>
        <p:spPr>
          <a:xfrm>
            <a:off x="-161925" y="-1514475"/>
            <a:ext cx="11049000" cy="6762600"/>
          </a:xfrm>
          <a:prstGeom prst="rect">
            <a:avLst/>
          </a:prstGeom>
          <a:noFill/>
          <a:ln>
            <a:noFill/>
          </a:ln>
        </p:spPr>
      </p:sp>
      <p:sp>
        <p:nvSpPr>
          <p:cNvPr id="791" name="Google Shape;791;p92"/>
          <p:cNvSpPr txBox="1"/>
          <p:nvPr>
            <p:ph type="title"/>
          </p:nvPr>
        </p:nvSpPr>
        <p:spPr>
          <a:xfrm>
            <a:off x="452438" y="2671763"/>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92" name="Google Shape;792;p92"/>
          <p:cNvSpPr txBox="1"/>
          <p:nvPr>
            <p:ph idx="1" type="body"/>
          </p:nvPr>
        </p:nvSpPr>
        <p:spPr>
          <a:xfrm>
            <a:off x="452884" y="414801"/>
            <a:ext cx="8238300" cy="2388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1400"/>
              <a:buFont typeface="Helvetica Neue"/>
              <a:buNone/>
              <a:defRPr b="0"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3" name="Google Shape;793;p92"/>
          <p:cNvSpPr txBox="1"/>
          <p:nvPr>
            <p:ph idx="3" type="body"/>
          </p:nvPr>
        </p:nvSpPr>
        <p:spPr>
          <a:xfrm>
            <a:off x="452438" y="4353716"/>
            <a:ext cx="8239200" cy="4293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4" name="Google Shape;794;p92"/>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showMasterSp="0">
  <p:cSld name="Photo">
    <p:bg>
      <p:bgPr>
        <a:gradFill>
          <a:gsLst>
            <a:gs pos="0">
              <a:srgbClr val="0F0F0F"/>
            </a:gs>
            <a:gs pos="100000">
              <a:srgbClr val="000000"/>
            </a:gs>
          </a:gsLst>
          <a:lin ang="5400012" scaled="0"/>
        </a:gradFill>
      </p:bgPr>
    </p:bg>
    <p:spTree>
      <p:nvGrpSpPr>
        <p:cNvPr id="795" name="Shape 795"/>
        <p:cNvGrpSpPr/>
        <p:nvPr/>
      </p:nvGrpSpPr>
      <p:grpSpPr>
        <a:xfrm>
          <a:off x="0" y="0"/>
          <a:ext cx="0" cy="0"/>
          <a:chOff x="0" y="0"/>
          <a:chExt cx="0" cy="0"/>
        </a:xfrm>
      </p:grpSpPr>
      <p:sp>
        <p:nvSpPr>
          <p:cNvPr id="796" name="Google Shape;796;p93"/>
          <p:cNvSpPr/>
          <p:nvPr>
            <p:ph idx="2" type="pic"/>
          </p:nvPr>
        </p:nvSpPr>
        <p:spPr>
          <a:xfrm>
            <a:off x="-566737" y="-1395412"/>
            <a:ext cx="10691700" cy="7136400"/>
          </a:xfrm>
          <a:prstGeom prst="rect">
            <a:avLst/>
          </a:prstGeom>
          <a:noFill/>
          <a:ln>
            <a:noFill/>
          </a:ln>
        </p:spPr>
      </p:sp>
      <p:sp>
        <p:nvSpPr>
          <p:cNvPr id="797" name="Google Shape;797;p93"/>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showMasterSp="0">
  <p:cSld name="Photo - 3 Up">
    <p:bg>
      <p:bgPr>
        <a:solidFill>
          <a:srgbClr val="000000"/>
        </a:solidFill>
      </p:bgPr>
    </p:bg>
    <p:spTree>
      <p:nvGrpSpPr>
        <p:cNvPr id="798" name="Shape 798"/>
        <p:cNvGrpSpPr/>
        <p:nvPr/>
      </p:nvGrpSpPr>
      <p:grpSpPr>
        <a:xfrm>
          <a:off x="0" y="0"/>
          <a:ext cx="0" cy="0"/>
          <a:chOff x="0" y="0"/>
          <a:chExt cx="0" cy="0"/>
        </a:xfrm>
      </p:grpSpPr>
      <p:sp>
        <p:nvSpPr>
          <p:cNvPr id="799" name="Google Shape;799;p94"/>
          <p:cNvSpPr/>
          <p:nvPr>
            <p:ph idx="2" type="pic"/>
          </p:nvPr>
        </p:nvSpPr>
        <p:spPr>
          <a:xfrm>
            <a:off x="5786438" y="2657028"/>
            <a:ext cx="3048000" cy="2028900"/>
          </a:xfrm>
          <a:prstGeom prst="rect">
            <a:avLst/>
          </a:prstGeom>
          <a:noFill/>
          <a:ln>
            <a:noFill/>
          </a:ln>
        </p:spPr>
      </p:sp>
      <p:sp>
        <p:nvSpPr>
          <p:cNvPr id="800" name="Google Shape;800;p94"/>
          <p:cNvSpPr/>
          <p:nvPr>
            <p:ph idx="3" type="pic"/>
          </p:nvPr>
        </p:nvSpPr>
        <p:spPr>
          <a:xfrm>
            <a:off x="-1100137" y="476250"/>
            <a:ext cx="8512200" cy="4229100"/>
          </a:xfrm>
          <a:prstGeom prst="rect">
            <a:avLst/>
          </a:prstGeom>
          <a:noFill/>
          <a:ln>
            <a:noFill/>
          </a:ln>
        </p:spPr>
      </p:sp>
      <p:sp>
        <p:nvSpPr>
          <p:cNvPr id="801" name="Google Shape;801;p94"/>
          <p:cNvSpPr/>
          <p:nvPr>
            <p:ph idx="4" type="pic"/>
          </p:nvPr>
        </p:nvSpPr>
        <p:spPr>
          <a:xfrm>
            <a:off x="5786438" y="476250"/>
            <a:ext cx="3048000" cy="2028900"/>
          </a:xfrm>
          <a:prstGeom prst="rect">
            <a:avLst/>
          </a:prstGeom>
          <a:noFill/>
          <a:ln>
            <a:noFill/>
          </a:ln>
        </p:spPr>
      </p:sp>
      <p:sp>
        <p:nvSpPr>
          <p:cNvPr id="802" name="Google Shape;802;p94"/>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showMasterSp="0">
  <p:cSld name="Title, Bullets &amp; Photo">
    <p:bg>
      <p:bgPr>
        <a:gradFill>
          <a:gsLst>
            <a:gs pos="0">
              <a:srgbClr val="0F0F0F"/>
            </a:gs>
            <a:gs pos="100000">
              <a:srgbClr val="000000"/>
            </a:gs>
          </a:gsLst>
          <a:lin ang="5400012" scaled="0"/>
        </a:gradFill>
      </p:bgPr>
    </p:bg>
    <p:spTree>
      <p:nvGrpSpPr>
        <p:cNvPr id="803" name="Shape 803"/>
        <p:cNvGrpSpPr/>
        <p:nvPr/>
      </p:nvGrpSpPr>
      <p:grpSpPr>
        <a:xfrm>
          <a:off x="0" y="0"/>
          <a:ext cx="0" cy="0"/>
          <a:chOff x="0" y="0"/>
          <a:chExt cx="0" cy="0"/>
        </a:xfrm>
      </p:grpSpPr>
      <p:sp>
        <p:nvSpPr>
          <p:cNvPr id="804" name="Google Shape;804;p95"/>
          <p:cNvSpPr txBox="1"/>
          <p:nvPr>
            <p:ph type="title"/>
          </p:nvPr>
        </p:nvSpPr>
        <p:spPr>
          <a:xfrm>
            <a:off x="452438" y="357188"/>
            <a:ext cx="3667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05" name="Google Shape;805;p95"/>
          <p:cNvSpPr txBox="1"/>
          <p:nvPr>
            <p:ph idx="1" type="body"/>
          </p:nvPr>
        </p:nvSpPr>
        <p:spPr>
          <a:xfrm>
            <a:off x="452438" y="842236"/>
            <a:ext cx="3667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6" name="Google Shape;806;p95"/>
          <p:cNvSpPr txBox="1"/>
          <p:nvPr>
            <p:ph idx="2" type="body"/>
          </p:nvPr>
        </p:nvSpPr>
        <p:spPr>
          <a:xfrm>
            <a:off x="452438" y="1593189"/>
            <a:ext cx="3667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7" name="Google Shape;807;p95"/>
          <p:cNvSpPr/>
          <p:nvPr>
            <p:ph idx="3" type="pic"/>
          </p:nvPr>
        </p:nvSpPr>
        <p:spPr>
          <a:xfrm>
            <a:off x="2392575" y="473943"/>
            <a:ext cx="8448600" cy="4197600"/>
          </a:xfrm>
          <a:prstGeom prst="rect">
            <a:avLst/>
          </a:prstGeom>
          <a:noFill/>
          <a:ln>
            <a:noFill/>
          </a:ln>
        </p:spPr>
      </p:sp>
      <p:sp>
        <p:nvSpPr>
          <p:cNvPr id="808" name="Google Shape;808;p95"/>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showMasterSp="0">
  <p:cSld name="Bullets">
    <p:bg>
      <p:bgPr>
        <a:gradFill>
          <a:gsLst>
            <a:gs pos="0">
              <a:srgbClr val="0F0F0F"/>
            </a:gs>
            <a:gs pos="100000">
              <a:srgbClr val="000000"/>
            </a:gs>
          </a:gsLst>
          <a:lin ang="5400012" scaled="0"/>
        </a:gradFill>
      </p:bgPr>
    </p:bg>
    <p:spTree>
      <p:nvGrpSpPr>
        <p:cNvPr id="809" name="Shape 809"/>
        <p:cNvGrpSpPr/>
        <p:nvPr/>
      </p:nvGrpSpPr>
      <p:grpSpPr>
        <a:xfrm>
          <a:off x="0" y="0"/>
          <a:ext cx="0" cy="0"/>
          <a:chOff x="0" y="0"/>
          <a:chExt cx="0" cy="0"/>
        </a:xfrm>
      </p:grpSpPr>
      <p:sp>
        <p:nvSpPr>
          <p:cNvPr id="810" name="Google Shape;810;p96"/>
          <p:cNvSpPr txBox="1"/>
          <p:nvPr>
            <p:ph idx="1"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1" name="Google Shape;811;p96"/>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bg>
      <p:bgPr>
        <a:solidFill>
          <a:srgbClr val="000000"/>
        </a:solidFill>
      </p:bgPr>
    </p:bg>
    <p:spTree>
      <p:nvGrpSpPr>
        <p:cNvPr id="812" name="Shape 812"/>
        <p:cNvGrpSpPr/>
        <p:nvPr/>
      </p:nvGrpSpPr>
      <p:grpSpPr>
        <a:xfrm>
          <a:off x="0" y="0"/>
          <a:ext cx="0" cy="0"/>
          <a:chOff x="0" y="0"/>
          <a:chExt cx="0" cy="0"/>
        </a:xfrm>
      </p:grpSpPr>
      <p:sp>
        <p:nvSpPr>
          <p:cNvPr id="813" name="Google Shape;813;p97"/>
          <p:cNvSpPr txBox="1"/>
          <p:nvPr>
            <p:ph type="title"/>
          </p:nvPr>
        </p:nvSpPr>
        <p:spPr>
          <a:xfrm>
            <a:off x="452438" y="357188"/>
            <a:ext cx="8239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14" name="Google Shape;814;p97"/>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5" name="Google Shape;815;p97"/>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6" name="Google Shape;816;p97"/>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howMasterSp="0">
  <p:cSld name="Statement">
    <p:bg>
      <p:bgPr>
        <a:solidFill>
          <a:srgbClr val="000000"/>
        </a:solidFill>
      </p:bgPr>
    </p:bg>
    <p:spTree>
      <p:nvGrpSpPr>
        <p:cNvPr id="817" name="Shape 817"/>
        <p:cNvGrpSpPr/>
        <p:nvPr/>
      </p:nvGrpSpPr>
      <p:grpSpPr>
        <a:xfrm>
          <a:off x="0" y="0"/>
          <a:ext cx="0" cy="0"/>
          <a:chOff x="0" y="0"/>
          <a:chExt cx="0" cy="0"/>
        </a:xfrm>
      </p:grpSpPr>
      <p:sp>
        <p:nvSpPr>
          <p:cNvPr id="818" name="Google Shape;818;p98"/>
          <p:cNvSpPr txBox="1"/>
          <p:nvPr>
            <p:ph idx="1" type="body"/>
          </p:nvPr>
        </p:nvSpPr>
        <p:spPr>
          <a:xfrm>
            <a:off x="452438" y="1845316"/>
            <a:ext cx="8239200" cy="1452900"/>
          </a:xfrm>
          <a:prstGeom prst="rect">
            <a:avLst/>
          </a:prstGeom>
          <a:noFill/>
          <a:ln>
            <a:noFill/>
          </a:ln>
        </p:spPr>
        <p:txBody>
          <a:bodyPr anchorCtr="0" anchor="ctr"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4400"/>
              <a:buFont typeface="Helvetica Neue"/>
              <a:buNone/>
              <a:defRPr sz="4400"/>
            </a:lvl1pPr>
            <a:lvl2pPr indent="-228600" lvl="1" marL="914400" rtl="0" algn="ctr">
              <a:lnSpc>
                <a:spcPct val="80000"/>
              </a:lnSpc>
              <a:spcBef>
                <a:spcPts val="0"/>
              </a:spcBef>
              <a:spcAft>
                <a:spcPts val="0"/>
              </a:spcAft>
              <a:buClr>
                <a:srgbClr val="FFFFFF"/>
              </a:buClr>
              <a:buSzPts val="4400"/>
              <a:buFont typeface="Helvetica Neue"/>
              <a:buNone/>
              <a:defRPr sz="4400"/>
            </a:lvl2pPr>
            <a:lvl3pPr indent="-228600" lvl="2" marL="1371600" rtl="0" algn="ctr">
              <a:lnSpc>
                <a:spcPct val="80000"/>
              </a:lnSpc>
              <a:spcBef>
                <a:spcPts val="0"/>
              </a:spcBef>
              <a:spcAft>
                <a:spcPts val="0"/>
              </a:spcAft>
              <a:buClr>
                <a:srgbClr val="FFFFFF"/>
              </a:buClr>
              <a:buSzPts val="4400"/>
              <a:buFont typeface="Helvetica Neue"/>
              <a:buNone/>
              <a:defRPr sz="4400"/>
            </a:lvl3pPr>
            <a:lvl4pPr indent="-228600" lvl="3" marL="1828800" rtl="0" algn="ctr">
              <a:lnSpc>
                <a:spcPct val="80000"/>
              </a:lnSpc>
              <a:spcBef>
                <a:spcPts val="0"/>
              </a:spcBef>
              <a:spcAft>
                <a:spcPts val="0"/>
              </a:spcAft>
              <a:buClr>
                <a:srgbClr val="FFFFFF"/>
              </a:buClr>
              <a:buSzPts val="4400"/>
              <a:buFont typeface="Helvetica Neue"/>
              <a:buNone/>
              <a:defRPr sz="4400"/>
            </a:lvl4pPr>
            <a:lvl5pPr indent="-228600" lvl="4" marL="2286000" rtl="0" algn="ctr">
              <a:lnSpc>
                <a:spcPct val="80000"/>
              </a:lnSpc>
              <a:spcBef>
                <a:spcPts val="0"/>
              </a:spcBef>
              <a:spcAft>
                <a:spcPts val="0"/>
              </a:spcAft>
              <a:buClr>
                <a:srgbClr val="FFFFFF"/>
              </a:buClr>
              <a:buSzPts val="4400"/>
              <a:buFont typeface="Helvetica Neue"/>
              <a:buNone/>
              <a:defRPr sz="4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9" name="Google Shape;819;p98"/>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solidFill>
          <a:srgbClr val="000000"/>
        </a:solidFill>
      </p:bgPr>
    </p:bg>
    <p:spTree>
      <p:nvGrpSpPr>
        <p:cNvPr id="820" name="Shape 820"/>
        <p:cNvGrpSpPr/>
        <p:nvPr/>
      </p:nvGrpSpPr>
      <p:grpSpPr>
        <a:xfrm>
          <a:off x="0" y="0"/>
          <a:ext cx="0" cy="0"/>
          <a:chOff x="0" y="0"/>
          <a:chExt cx="0" cy="0"/>
        </a:xfrm>
      </p:grpSpPr>
      <p:sp>
        <p:nvSpPr>
          <p:cNvPr id="821" name="Google Shape;821;p99"/>
          <p:cNvSpPr txBox="1"/>
          <p:nvPr>
            <p:ph idx="1" type="body"/>
          </p:nvPr>
        </p:nvSpPr>
        <p:spPr>
          <a:xfrm>
            <a:off x="930309" y="4003295"/>
            <a:ext cx="7556100" cy="2388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1400"/>
              <a:buFont typeface="Helvetica Neue"/>
              <a:buNone/>
              <a:defRPr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2" name="Google Shape;822;p99"/>
          <p:cNvSpPr txBox="1"/>
          <p:nvPr>
            <p:ph idx="2" type="body"/>
          </p:nvPr>
        </p:nvSpPr>
        <p:spPr>
          <a:xfrm>
            <a:off x="657721" y="1852447"/>
            <a:ext cx="7828500" cy="1438800"/>
          </a:xfrm>
          <a:prstGeom prst="rect">
            <a:avLst/>
          </a:prstGeom>
          <a:noFill/>
          <a:ln>
            <a:noFill/>
          </a:ln>
        </p:spPr>
        <p:txBody>
          <a:bodyPr anchorCtr="0" anchor="ctr"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3" name="Google Shape;823;p9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824" name="Shape 824"/>
        <p:cNvGrpSpPr/>
        <p:nvPr/>
      </p:nvGrpSpPr>
      <p:grpSpPr>
        <a:xfrm>
          <a:off x="0" y="0"/>
          <a:ext cx="0" cy="0"/>
          <a:chOff x="0" y="0"/>
          <a:chExt cx="0" cy="0"/>
        </a:xfrm>
      </p:grpSpPr>
      <p:sp>
        <p:nvSpPr>
          <p:cNvPr id="825" name="Google Shape;825;p1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26" name="Google Shape;826;p100"/>
          <p:cNvSpPr txBox="1"/>
          <p:nvPr>
            <p:ph idx="1" type="subTitle"/>
          </p:nvPr>
        </p:nvSpPr>
        <p:spPr>
          <a:xfrm>
            <a:off x="311700" y="1055100"/>
            <a:ext cx="8520600" cy="572700"/>
          </a:xfrm>
          <a:prstGeom prst="rect">
            <a:avLst/>
          </a:prstGeom>
          <a:noFill/>
          <a:ln>
            <a:noFill/>
          </a:ln>
        </p:spPr>
        <p:txBody>
          <a:bodyPr anchorCtr="0" anchor="t" bIns="91425" lIns="91425" spcFirstLastPara="1" rIns="91425" wrap="square" tIns="91425">
            <a:normAutofit/>
          </a:bodyPr>
          <a:lstStyle>
            <a:lvl1pPr lvl="0" rtl="0" algn="l">
              <a:lnSpc>
                <a:spcPct val="115000"/>
              </a:lnSpc>
              <a:spcBef>
                <a:spcPts val="0"/>
              </a:spcBef>
              <a:spcAft>
                <a:spcPts val="0"/>
              </a:spcAft>
              <a:buClr>
                <a:schemeClr val="lt1"/>
              </a:buClr>
              <a:buSzPts val="1800"/>
              <a:buNone/>
              <a:defRPr>
                <a:solidFill>
                  <a:schemeClr val="lt1"/>
                </a:solidFill>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pic>
        <p:nvPicPr>
          <p:cNvPr id="827" name="Google Shape;827;p100"/>
          <p:cNvPicPr preferRelativeResize="0"/>
          <p:nvPr/>
        </p:nvPicPr>
        <p:blipFill rotWithShape="1">
          <a:blip r:embed="rId2">
            <a:alphaModFix/>
          </a:blip>
          <a:srcRect b="0" l="0" r="0" t="0"/>
          <a:stretch/>
        </p:blipFill>
        <p:spPr>
          <a:xfrm>
            <a:off x="-762396" y="0"/>
            <a:ext cx="548700" cy="2288640"/>
          </a:xfrm>
          <a:prstGeom prst="rect">
            <a:avLst/>
          </a:prstGeom>
          <a:noFill/>
          <a:ln>
            <a:noFill/>
          </a:ln>
        </p:spPr>
      </p:pic>
      <p:pic>
        <p:nvPicPr>
          <p:cNvPr id="828" name="Google Shape;828;p100"/>
          <p:cNvPicPr preferRelativeResize="0"/>
          <p:nvPr/>
        </p:nvPicPr>
        <p:blipFill rotWithShape="1">
          <a:blip r:embed="rId3">
            <a:alphaModFix/>
          </a:blip>
          <a:srcRect b="0" l="0" r="0" t="0"/>
          <a:stretch/>
        </p:blipFill>
        <p:spPr>
          <a:xfrm>
            <a:off x="457529" y="4543025"/>
            <a:ext cx="950976" cy="142646"/>
          </a:xfrm>
          <a:prstGeom prst="rect">
            <a:avLst/>
          </a:prstGeom>
          <a:noFill/>
          <a:ln>
            <a:noFill/>
          </a:ln>
        </p:spPr>
      </p:pic>
      <p:sp>
        <p:nvSpPr>
          <p:cNvPr id="829" name="Google Shape;829;p100"/>
          <p:cNvSpPr/>
          <p:nvPr>
            <p:ph idx="2" type="pic"/>
          </p:nvPr>
        </p:nvSpPr>
        <p:spPr>
          <a:xfrm>
            <a:off x="410476" y="1541324"/>
            <a:ext cx="315900" cy="315900"/>
          </a:xfrm>
          <a:prstGeom prst="rect">
            <a:avLst/>
          </a:prstGeom>
          <a:noFill/>
          <a:ln>
            <a:noFill/>
          </a:ln>
        </p:spPr>
      </p:sp>
      <p:sp>
        <p:nvSpPr>
          <p:cNvPr id="830" name="Google Shape;830;p100"/>
          <p:cNvSpPr txBox="1"/>
          <p:nvPr>
            <p:ph idx="3" type="body"/>
          </p:nvPr>
        </p:nvSpPr>
        <p:spPr>
          <a:xfrm>
            <a:off x="410526"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1" name="Google Shape;831;p100"/>
          <p:cNvSpPr txBox="1"/>
          <p:nvPr>
            <p:ph idx="4" type="subTitle"/>
          </p:nvPr>
        </p:nvSpPr>
        <p:spPr>
          <a:xfrm>
            <a:off x="410475"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2" name="Google Shape;832;p100"/>
          <p:cNvSpPr/>
          <p:nvPr>
            <p:ph idx="5" type="pic"/>
          </p:nvPr>
        </p:nvSpPr>
        <p:spPr>
          <a:xfrm>
            <a:off x="4803338" y="1541324"/>
            <a:ext cx="315900" cy="315900"/>
          </a:xfrm>
          <a:prstGeom prst="rect">
            <a:avLst/>
          </a:prstGeom>
          <a:noFill/>
          <a:ln>
            <a:noFill/>
          </a:ln>
        </p:spPr>
      </p:sp>
      <p:sp>
        <p:nvSpPr>
          <p:cNvPr id="833" name="Google Shape;833;p100"/>
          <p:cNvSpPr txBox="1"/>
          <p:nvPr>
            <p:ph idx="6" type="body"/>
          </p:nvPr>
        </p:nvSpPr>
        <p:spPr>
          <a:xfrm>
            <a:off x="4697173"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4" name="Google Shape;834;p100"/>
          <p:cNvSpPr txBox="1"/>
          <p:nvPr>
            <p:ph idx="7" type="subTitle"/>
          </p:nvPr>
        </p:nvSpPr>
        <p:spPr>
          <a:xfrm>
            <a:off x="4697122"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5" name="Google Shape;835;p100"/>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36" name="Google Shape;836;p100"/>
          <p:cNvSpPr txBox="1"/>
          <p:nvPr>
            <p:ph idx="8"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837" name="Shape 837"/>
        <p:cNvGrpSpPr/>
        <p:nvPr/>
      </p:nvGrpSpPr>
      <p:grpSpPr>
        <a:xfrm>
          <a:off x="0" y="0"/>
          <a:ext cx="0" cy="0"/>
          <a:chOff x="0" y="0"/>
          <a:chExt cx="0" cy="0"/>
        </a:xfrm>
      </p:grpSpPr>
      <p:sp>
        <p:nvSpPr>
          <p:cNvPr id="838" name="Google Shape;838;p101"/>
          <p:cNvSpPr txBox="1"/>
          <p:nvPr>
            <p:ph type="title"/>
          </p:nvPr>
        </p:nvSpPr>
        <p:spPr>
          <a:xfrm>
            <a:off x="656250" y="942850"/>
            <a:ext cx="7831500" cy="8889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39" name="Google Shape;839;p101"/>
          <p:cNvSpPr txBox="1"/>
          <p:nvPr>
            <p:ph idx="1" type="subTitle"/>
          </p:nvPr>
        </p:nvSpPr>
        <p:spPr>
          <a:xfrm>
            <a:off x="656250" y="1919425"/>
            <a:ext cx="7831500" cy="18969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0" name="Google Shape;840;p101"/>
          <p:cNvSpPr txBox="1"/>
          <p:nvPr>
            <p:ph idx="12" type="sldNum"/>
          </p:nvPr>
        </p:nvSpPr>
        <p:spPr>
          <a:xfrm>
            <a:off x="8140933"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1" name="Google Shape;841;p101"/>
          <p:cNvSpPr txBox="1"/>
          <p:nvPr>
            <p:ph idx="2" type="sldNum"/>
          </p:nvPr>
        </p:nvSpPr>
        <p:spPr>
          <a:xfrm>
            <a:off x="7704105" y="4417550"/>
            <a:ext cx="7776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842" name="Google Shape;842;p101"/>
          <p:cNvPicPr preferRelativeResize="0"/>
          <p:nvPr/>
        </p:nvPicPr>
        <p:blipFill rotWithShape="1">
          <a:blip r:embed="rId2">
            <a:alphaModFix/>
          </a:blip>
          <a:srcRect b="0" l="0" r="0" t="0"/>
          <a:stretch/>
        </p:blipFill>
        <p:spPr>
          <a:xfrm>
            <a:off x="457529" y="4543025"/>
            <a:ext cx="950976" cy="142646"/>
          </a:xfrm>
          <a:prstGeom prst="rect">
            <a:avLst/>
          </a:prstGeom>
          <a:noFill/>
          <a:ln>
            <a:noFill/>
          </a:ln>
        </p:spPr>
      </p:pic>
      <p:sp>
        <p:nvSpPr>
          <p:cNvPr id="843" name="Google Shape;843;p101"/>
          <p:cNvSpPr txBox="1"/>
          <p:nvPr>
            <p:ph idx="3"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4" name="Google Shape;844;p101"/>
          <p:cNvSpPr txBox="1"/>
          <p:nvPr>
            <p:ph idx="4"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slideLayout" Target="../slideLayouts/slideLayout40.xml"/><Relationship Id="rId15" Type="http://schemas.openxmlformats.org/officeDocument/2006/relationships/slideLayout" Target="../slideLayouts/slideLayout41.xml"/><Relationship Id="rId16" Type="http://schemas.openxmlformats.org/officeDocument/2006/relationships/slideLayout" Target="../slideLayouts/slideLayout42.xml"/><Relationship Id="rId17" Type="http://schemas.openxmlformats.org/officeDocument/2006/relationships/slideLayout" Target="../slideLayouts/slideLayout43.xml"/><Relationship Id="rId18" Type="http://schemas.openxmlformats.org/officeDocument/2006/relationships/slideLayout" Target="../slideLayouts/slideLayout44.xml"/><Relationship Id="rId19" Type="http://schemas.openxmlformats.org/officeDocument/2006/relationships/slideLayout" Target="../slideLayouts/slideLayout45.xml"/><Relationship Id="rId20" Type="http://schemas.openxmlformats.org/officeDocument/2006/relationships/slideLayout" Target="../slideLayouts/slideLayout46.xml"/><Relationship Id="rId21" Type="http://schemas.openxmlformats.org/officeDocument/2006/relationships/slideLayout" Target="../slideLayouts/slideLayout47.xml"/><Relationship Id="rId22" Type="http://schemas.openxmlformats.org/officeDocument/2006/relationships/slideLayout" Target="../slideLayouts/slideLayout48.xml"/><Relationship Id="rId23" Type="http://schemas.openxmlformats.org/officeDocument/2006/relationships/slideLayout" Target="../slideLayouts/slideLayout49.xml"/><Relationship Id="rId24" Type="http://schemas.openxmlformats.org/officeDocument/2006/relationships/slideLayout" Target="../slideLayouts/slideLayout50.xml"/><Relationship Id="rId25" Type="http://schemas.openxmlformats.org/officeDocument/2006/relationships/slideLayout" Target="../slideLayouts/slideLayout51.xml"/><Relationship Id="rId26" Type="http://schemas.openxmlformats.org/officeDocument/2006/relationships/slideLayout" Target="../slideLayouts/slideLayout52.xml"/><Relationship Id="rId27" Type="http://schemas.openxmlformats.org/officeDocument/2006/relationships/slideLayout" Target="../slideLayouts/slideLayout53.xml"/><Relationship Id="rId28" Type="http://schemas.openxmlformats.org/officeDocument/2006/relationships/slideLayout" Target="../slideLayouts/slideLayout54.xml"/><Relationship Id="rId29" Type="http://schemas.openxmlformats.org/officeDocument/2006/relationships/slideLayout" Target="../slideLayouts/slideLayout55.xml"/><Relationship Id="rId30" Type="http://schemas.openxmlformats.org/officeDocument/2006/relationships/slideLayout" Target="../slideLayouts/slideLayout56.xml"/><Relationship Id="rId31" Type="http://schemas.openxmlformats.org/officeDocument/2006/relationships/slideLayout" Target="../slideLayouts/slideLayout57.xml"/><Relationship Id="rId32" Type="http://schemas.openxmlformats.org/officeDocument/2006/relationships/slideLayout" Target="../slideLayouts/slideLayout58.xml"/><Relationship Id="rId33" Type="http://schemas.openxmlformats.org/officeDocument/2006/relationships/slideLayout" Target="../slideLayouts/slideLayout59.xml"/><Relationship Id="rId34" Type="http://schemas.openxmlformats.org/officeDocument/2006/relationships/slideLayout" Target="../slideLayouts/slideLayout60.xml"/><Relationship Id="rId35" Type="http://schemas.openxmlformats.org/officeDocument/2006/relationships/slideLayout" Target="../slideLayouts/slideLayout61.xml"/><Relationship Id="rId36" Type="http://schemas.openxmlformats.org/officeDocument/2006/relationships/slideLayout" Target="../slideLayouts/slideLayout62.xml"/><Relationship Id="rId37" Type="http://schemas.openxmlformats.org/officeDocument/2006/relationships/slideLayout" Target="../slideLayouts/slideLayout63.xml"/><Relationship Id="rId38" Type="http://schemas.openxmlformats.org/officeDocument/2006/relationships/slideLayout" Target="../slideLayouts/slideLayout64.xml"/><Relationship Id="rId39" Type="http://schemas.openxmlformats.org/officeDocument/2006/relationships/slideLayout" Target="../slideLayouts/slideLayout65.xml"/><Relationship Id="rId40" Type="http://schemas.openxmlformats.org/officeDocument/2006/relationships/slideLayout" Target="../slideLayouts/slideLayout66.xml"/><Relationship Id="rId41" Type="http://schemas.openxmlformats.org/officeDocument/2006/relationships/slideLayout" Target="../slideLayouts/slideLayout67.xml"/><Relationship Id="rId42" Type="http://schemas.openxmlformats.org/officeDocument/2006/relationships/slideLayout" Target="../slideLayouts/slideLayout68.xml"/><Relationship Id="rId43" Type="http://schemas.openxmlformats.org/officeDocument/2006/relationships/slideLayout" Target="../slideLayouts/slideLayout69.xml"/><Relationship Id="rId44"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slideLayout" Target="../slideLayouts/slideLayout70.xml"/><Relationship Id="rId3" Type="http://schemas.openxmlformats.org/officeDocument/2006/relationships/slideLayout" Target="../slideLayouts/slideLayout71.xml"/><Relationship Id="rId4" Type="http://schemas.openxmlformats.org/officeDocument/2006/relationships/slideLayout" Target="../slideLayouts/slideLayout72.xml"/><Relationship Id="rId5" Type="http://schemas.openxmlformats.org/officeDocument/2006/relationships/slideLayout" Target="../slideLayouts/slideLayout73.xml"/><Relationship Id="rId6" Type="http://schemas.openxmlformats.org/officeDocument/2006/relationships/slideLayout" Target="../slideLayouts/slideLayout74.xml"/><Relationship Id="rId7" Type="http://schemas.openxmlformats.org/officeDocument/2006/relationships/slideLayout" Target="../slideLayouts/slideLayout75.xml"/><Relationship Id="rId8" Type="http://schemas.openxmlformats.org/officeDocument/2006/relationships/slideLayout" Target="../slideLayouts/slideLayout76.xml"/><Relationship Id="rId9" Type="http://schemas.openxmlformats.org/officeDocument/2006/relationships/slideLayout" Target="../slideLayouts/slideLayout77.xml"/><Relationship Id="rId10" Type="http://schemas.openxmlformats.org/officeDocument/2006/relationships/slideLayout" Target="../slideLayouts/slideLayout78.xml"/><Relationship Id="rId11" Type="http://schemas.openxmlformats.org/officeDocument/2006/relationships/slideLayout" Target="../slideLayouts/slideLayout79.xml"/><Relationship Id="rId12" Type="http://schemas.openxmlformats.org/officeDocument/2006/relationships/slideLayout" Target="../slideLayouts/slideLayout80.xml"/><Relationship Id="rId13" Type="http://schemas.openxmlformats.org/officeDocument/2006/relationships/slideLayout" Target="../slideLayouts/slideLayout81.xml"/><Relationship Id="rId14" Type="http://schemas.openxmlformats.org/officeDocument/2006/relationships/slideLayout" Target="../slideLayouts/slideLayout82.xml"/><Relationship Id="rId15" Type="http://schemas.openxmlformats.org/officeDocument/2006/relationships/slideLayout" Target="../slideLayouts/slideLayout83.xml"/><Relationship Id="rId16" Type="http://schemas.openxmlformats.org/officeDocument/2006/relationships/slideLayout" Target="../slideLayouts/slideLayout84.xml"/><Relationship Id="rId17" Type="http://schemas.openxmlformats.org/officeDocument/2006/relationships/slideLayout" Target="../slideLayouts/slideLayout85.xml"/><Relationship Id="rId18" Type="http://schemas.openxmlformats.org/officeDocument/2006/relationships/slideLayout" Target="../slideLayouts/slideLayout86.xml"/><Relationship Id="rId19" Type="http://schemas.openxmlformats.org/officeDocument/2006/relationships/slideLayout" Target="../slideLayouts/slideLayout87.xml"/><Relationship Id="rId20" Type="http://schemas.openxmlformats.org/officeDocument/2006/relationships/slideLayout" Target="../slideLayouts/slideLayout88.xml"/><Relationship Id="rId21" Type="http://schemas.openxmlformats.org/officeDocument/2006/relationships/slideLayout" Target="../slideLayouts/slideLayout89.xml"/><Relationship Id="rId22" Type="http://schemas.openxmlformats.org/officeDocument/2006/relationships/slideLayout" Target="../slideLayouts/slideLayout90.xml"/><Relationship Id="rId23" Type="http://schemas.openxmlformats.org/officeDocument/2006/relationships/slideLayout" Target="../slideLayouts/slideLayout91.xml"/><Relationship Id="rId24" Type="http://schemas.openxmlformats.org/officeDocument/2006/relationships/slideLayout" Target="../slideLayouts/slideLayout92.xml"/><Relationship Id="rId25" Type="http://schemas.openxmlformats.org/officeDocument/2006/relationships/slideLayout" Target="../slideLayouts/slideLayout93.xml"/><Relationship Id="rId26" Type="http://schemas.openxmlformats.org/officeDocument/2006/relationships/slideLayout" Target="../slideLayouts/slideLayout94.xml"/><Relationship Id="rId27" Type="http://schemas.openxmlformats.org/officeDocument/2006/relationships/slideLayout" Target="../slideLayouts/slideLayout95.xml"/><Relationship Id="rId28" Type="http://schemas.openxmlformats.org/officeDocument/2006/relationships/slideLayout" Target="../slideLayouts/slideLayout96.xml"/><Relationship Id="rId29" Type="http://schemas.openxmlformats.org/officeDocument/2006/relationships/slideLayout" Target="../slideLayouts/slideLayout97.xml"/><Relationship Id="rId30" Type="http://schemas.openxmlformats.org/officeDocument/2006/relationships/slideLayout" Target="../slideLayouts/slideLayout98.xml"/><Relationship Id="rId3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230" name="Shape 230"/>
        <p:cNvGrpSpPr/>
        <p:nvPr/>
      </p:nvGrpSpPr>
      <p:grpSpPr>
        <a:xfrm>
          <a:off x="0" y="0"/>
          <a:ext cx="0" cy="0"/>
          <a:chOff x="0" y="0"/>
          <a:chExt cx="0" cy="0"/>
        </a:xfrm>
      </p:grpSpPr>
      <p:sp>
        <p:nvSpPr>
          <p:cNvPr id="231" name="Google Shape;23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Inter"/>
              <a:buNone/>
              <a:defRPr sz="2800">
                <a:solidFill>
                  <a:schemeClr val="lt1"/>
                </a:solidFill>
                <a:latin typeface="Inter"/>
                <a:ea typeface="Inter"/>
                <a:cs typeface="Inter"/>
                <a:sym typeface="Inter"/>
              </a:defRPr>
            </a:lvl1pPr>
            <a:lvl2pPr lvl="1"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sp>
        <p:nvSpPr>
          <p:cNvPr id="232" name="Google Shape;232;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00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rtl="0">
              <a:lnSpc>
                <a:spcPct val="100000"/>
              </a:lnSpc>
              <a:spcBef>
                <a:spcPts val="1000"/>
              </a:spcBef>
              <a:spcAft>
                <a:spcPts val="100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233" name="Google Shape;23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3" r:id="rId40"/>
    <p:sldLayoutId id="2147483714" r:id="rId41"/>
    <p:sldLayoutId id="2147483715" r:id="rId42"/>
    <p:sldLayoutId id="2147483716"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A1A1A"/>
            </a:gs>
            <a:gs pos="100000">
              <a:srgbClr val="000000"/>
            </a:gs>
          </a:gsLst>
          <a:lin ang="8100019" scaled="0"/>
        </a:gradFill>
      </p:bgPr>
    </p:bg>
    <p:spTree>
      <p:nvGrpSpPr>
        <p:cNvPr id="703" name="Shape 703"/>
        <p:cNvGrpSpPr/>
        <p:nvPr/>
      </p:nvGrpSpPr>
      <p:grpSpPr>
        <a:xfrm>
          <a:off x="0" y="0"/>
          <a:ext cx="0" cy="0"/>
          <a:chOff x="0" y="0"/>
          <a:chExt cx="0" cy="0"/>
        </a:xfrm>
      </p:grpSpPr>
      <p:pic>
        <p:nvPicPr>
          <p:cNvPr descr="Google Shape;93;p18" id="704" name="Google Shape;704;p72"/>
          <p:cNvPicPr preferRelativeResize="0"/>
          <p:nvPr/>
        </p:nvPicPr>
        <p:blipFill rotWithShape="1">
          <a:blip r:embed="rId1">
            <a:alphaModFix/>
          </a:blip>
          <a:srcRect b="0" l="0" r="0" t="0"/>
          <a:stretch/>
        </p:blipFill>
        <p:spPr>
          <a:xfrm>
            <a:off x="0" y="0"/>
            <a:ext cx="9144003" cy="5143501"/>
          </a:xfrm>
          <a:prstGeom prst="rect">
            <a:avLst/>
          </a:prstGeom>
          <a:noFill/>
          <a:ln>
            <a:noFill/>
          </a:ln>
        </p:spPr>
      </p:pic>
      <p:sp>
        <p:nvSpPr>
          <p:cNvPr id="705" name="Google Shape;705;p72"/>
          <p:cNvSpPr txBox="1"/>
          <p:nvPr>
            <p:ph type="title"/>
          </p:nvPr>
        </p:nvSpPr>
        <p:spPr>
          <a:xfrm>
            <a:off x="457200" y="205978"/>
            <a:ext cx="8229600" cy="9942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9pPr>
          </a:lstStyle>
          <a:p/>
        </p:txBody>
      </p:sp>
      <p:sp>
        <p:nvSpPr>
          <p:cNvPr id="706" name="Google Shape;706;p72"/>
          <p:cNvSpPr txBox="1"/>
          <p:nvPr>
            <p:ph idx="1" type="body"/>
          </p:nvPr>
        </p:nvSpPr>
        <p:spPr>
          <a:xfrm>
            <a:off x="457200" y="1200150"/>
            <a:ext cx="8229600" cy="3943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1pPr>
            <a:lvl2pPr indent="-342900" lvl="1" marL="914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2pPr>
            <a:lvl3pPr indent="-342900" lvl="2" marL="1371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3pPr>
            <a:lvl4pPr indent="-342900" lvl="3" marL="1828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4pPr>
            <a:lvl5pPr indent="-342900" lvl="4" marL="22860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5pPr>
            <a:lvl6pPr indent="-342900" lvl="5" marL="2743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6pPr>
            <a:lvl7pPr indent="-342900" lvl="6" marL="3200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7pPr>
            <a:lvl8pPr indent="-342900" lvl="7" marL="3657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8pPr>
            <a:lvl9pPr indent="-342900" lvl="8" marL="4114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9pPr>
          </a:lstStyle>
          <a:p/>
        </p:txBody>
      </p:sp>
      <p:sp>
        <p:nvSpPr>
          <p:cNvPr id="707" name="Google Shape;707;p7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sz="5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6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6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6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6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7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72.png"/><Relationship Id="rId4" Type="http://schemas.openxmlformats.org/officeDocument/2006/relationships/image" Target="../media/image7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81.png"/></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w1-title-art.jpg"/>
          <p:cNvPicPr>
            <a:picLocks noChangeAspect="1"/>
          </p:cNvPicPr>
          <p:nvPr/>
        </p:nvPicPr>
        <p:blipFill>
          <a:blip r:embed="rId3"/>
          <a:stretch>
            <a:fillRect/>
          </a:stretch>
        </p:blipFill>
        <p:spPr>
          <a:xfrm>
            <a:off x="0" y="0"/>
            <a:ext cx="9144000" cy="5143500"/>
          </a:xfrm>
          <a:prstGeom prst="rect">
            <a:avLst/>
          </a:prstGeom>
        </p:spPr>
      </p:pic>
      <p:sp>
        <p:nvSpPr>
          <p:cNvPr id="3" name="text:Workshop 3"/>
          <p:cNvSpPr txBox="1"/>
          <p:nvPr/>
        </p:nvSpPr>
        <p:spPr>
          <a:xfrm>
            <a:off x="5257800" y="685800"/>
            <a:ext cx="3657600" cy="548640"/>
          </a:xfrm>
          <a:prstGeom prst="rect">
            <a:avLst/>
          </a:prstGeom>
          <a:noFill/>
        </p:spPr>
        <p:txBody>
          <a:bodyPr wrap="square" lIns="9144" rIns="9144" tIns="0" bIns="0">
            <a:spAutoFit/>
          </a:bodyPr>
          <a:lstStyle/>
          <a:p>
            <a:pPr>
              <a:lnSpc>
                <a:spcPct val="106000"/>
              </a:lnSpc>
              <a:spcAft>
                <a:spcPts val="400"/>
              </a:spcAft>
              <a:defRPr sz="3000" b="0">
                <a:solidFill>
                  <a:srgbClr val="B3A5FF"/>
                </a:solidFill>
                <a:latin typeface="Helvetica Neue"/>
              </a:defRPr>
            </a:pPr>
            <a:r>
              <a:t>Workshop 3</a:t>
            </a:r>
          </a:p>
        </p:txBody>
      </p:sp>
      <p:sp>
        <p:nvSpPr>
          <p:cNvPr id="4" name="text:Deploy a Trading Venue Component on "/>
          <p:cNvSpPr txBox="1"/>
          <p:nvPr/>
        </p:nvSpPr>
        <p:spPr>
          <a:xfrm>
            <a:off x="5257800" y="1417320"/>
            <a:ext cx="3566160" cy="1188720"/>
          </a:xfrm>
          <a:prstGeom prst="rect">
            <a:avLst/>
          </a:prstGeom>
          <a:noFill/>
        </p:spPr>
        <p:txBody>
          <a:bodyPr wrap="square" lIns="9144" rIns="9144" tIns="0" bIns="0">
            <a:spAutoFit/>
          </a:bodyPr>
          <a:lstStyle/>
          <a:p>
            <a:pPr>
              <a:lnSpc>
                <a:spcPct val="106000"/>
              </a:lnSpc>
              <a:spcAft>
                <a:spcPts val="400"/>
              </a:spcAft>
              <a:defRPr sz="2100" b="0">
                <a:solidFill>
                  <a:srgbClr val="F2F5F8"/>
                </a:solidFill>
                <a:latin typeface="Helvetica Neue"/>
              </a:defRPr>
            </a:pPr>
            <a:r>
              <a:t>Deploy a Trading</a:t>
            </a:r>
          </a:p>
          <a:p>
            <a:pPr>
              <a:lnSpc>
                <a:spcPct val="106000"/>
              </a:lnSpc>
              <a:spcAft>
                <a:spcPts val="400"/>
              </a:spcAft>
              <a:defRPr sz="2100" b="0">
                <a:solidFill>
                  <a:srgbClr val="F2F5F8"/>
                </a:solidFill>
                <a:latin typeface="Helvetica Neue"/>
              </a:defRPr>
            </a:pPr>
            <a:r>
              <a:t>Venue Component</a:t>
            </a:r>
          </a:p>
          <a:p>
            <a:pPr>
              <a:lnSpc>
                <a:spcPct val="106000"/>
              </a:lnSpc>
              <a:spcAft>
                <a:spcPts val="400"/>
              </a:spcAft>
              <a:defRPr sz="2100" b="0">
                <a:solidFill>
                  <a:srgbClr val="F2F5F8"/>
                </a:solidFill>
                <a:latin typeface="Helvetica Neue"/>
              </a:defRPr>
            </a:pPr>
            <a:r>
              <a:t>on Devnet</a:t>
            </a:r>
          </a:p>
        </p:txBody>
      </p:sp>
      <p:sp>
        <p:nvSpPr>
          <p:cNvPr id="5" name="text:Read a real order book. Deploy a tin"/>
          <p:cNvSpPr txBox="1"/>
          <p:nvPr/>
        </p:nvSpPr>
        <p:spPr>
          <a:xfrm>
            <a:off x="5257800" y="2697480"/>
            <a:ext cx="3383280" cy="822960"/>
          </a:xfrm>
          <a:prstGeom prst="rect">
            <a:avLst/>
          </a:prstGeom>
          <a:noFill/>
        </p:spPr>
        <p:txBody>
          <a:bodyPr wrap="square" lIns="9144" rIns="9144" tIns="0" bIns="0">
            <a:spAutoFit/>
          </a:bodyPr>
          <a:lstStyle/>
          <a:p>
            <a:pPr>
              <a:lnSpc>
                <a:spcPct val="106000"/>
              </a:lnSpc>
              <a:spcAft>
                <a:spcPts val="400"/>
              </a:spcAft>
              <a:defRPr sz="1200" b="0">
                <a:solidFill>
                  <a:srgbClr val="B3A5FF"/>
                </a:solidFill>
                <a:latin typeface="Helvetica Neue"/>
              </a:defRPr>
            </a:pPr>
            <a:r>
              <a:t>Read a real order book. Deploy a tiny one. Watch it settle.</a:t>
            </a:r>
          </a:p>
        </p:txBody>
      </p:sp>
      <p:sp>
        <p:nvSpPr>
          <p:cNvPr id="6" name="text:Travis Sim"/>
          <p:cNvSpPr txBox="1"/>
          <p:nvPr/>
        </p:nvSpPr>
        <p:spPr>
          <a:xfrm>
            <a:off x="5257800" y="4114800"/>
            <a:ext cx="3474720" cy="182880"/>
          </a:xfrm>
          <a:prstGeom prst="rect">
            <a:avLst/>
          </a:prstGeom>
          <a:noFill/>
        </p:spPr>
        <p:txBody>
          <a:bodyPr wrap="square" lIns="9144" rIns="9144" tIns="0" bIns="0">
            <a:spAutoFit/>
          </a:bodyPr>
          <a:lstStyle/>
          <a:p>
            <a:pPr>
              <a:lnSpc>
                <a:spcPct val="106000"/>
              </a:lnSpc>
              <a:spcAft>
                <a:spcPts val="400"/>
              </a:spcAft>
              <a:defRPr sz="900" b="0">
                <a:solidFill>
                  <a:srgbClr val="F2F5F8"/>
                </a:solidFill>
                <a:latin typeface="Helvetica Neue"/>
              </a:defRPr>
            </a:pPr>
            <a:r>
              <a:t>Travis Sim</a:t>
            </a:r>
          </a:p>
        </p:txBody>
      </p:sp>
      <p:sp>
        <p:nvSpPr>
          <p:cNvPr id="7" name="text:NUS · Singapore"/>
          <p:cNvSpPr txBox="1"/>
          <p:nvPr/>
        </p:nvSpPr>
        <p:spPr>
          <a:xfrm>
            <a:off x="5257800" y="4315968"/>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NUS · Singapore</a:t>
            </a:r>
          </a:p>
        </p:txBody>
      </p:sp>
      <p:sp>
        <p:nvSpPr>
          <p:cNvPr id="8" name="text:Thu 21 Jan 2027 · COM3/COM4"/>
          <p:cNvSpPr txBox="1"/>
          <p:nvPr/>
        </p:nvSpPr>
        <p:spPr>
          <a:xfrm>
            <a:off x="5257800" y="4517136"/>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Thu 21 Jan 2027 · COM3/COM4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ere we are"/>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Where we are</a:t>
            </a:r>
          </a:p>
        </p:txBody>
      </p:sp>
      <p:sp>
        <p:nvSpPr>
          <p:cNvPr id="3" name="text:Tonight we move from agents to the v"/>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Tonight we move from agents to the venue they trade on.</a:t>
            </a:r>
          </a:p>
        </p:txBody>
      </p:sp>
      <p:sp>
        <p:nvSpPr>
          <p:cNvPr id="4" name="text: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a:t>
            </a:r>
          </a:p>
        </p:txBody>
      </p:sp>
      <p:sp>
        <p:nvSpPr>
          <p:cNvPr id="5" name="Rounded Rectangle 4"/>
          <p:cNvSpPr/>
          <p:nvPr/>
        </p:nvSpPr>
        <p:spPr>
          <a:xfrm>
            <a:off x="548640" y="1783080"/>
            <a:ext cx="2560320" cy="2331720"/>
          </a:xfrm>
          <a:prstGeom prst="roundRect">
            <a:avLst>
              <a:gd name="adj" fmla="val 549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92807"/>
            <a:ext cx="619963" cy="219456"/>
          </a:xfrm>
          <a:prstGeom prst="roundRect">
            <a:avLst>
              <a:gd name="adj" fmla="val 50000"/>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DONE"/>
          <p:cNvSpPr txBox="1"/>
          <p:nvPr/>
        </p:nvSpPr>
        <p:spPr>
          <a:xfrm>
            <a:off x="749808" y="1911095"/>
            <a:ext cx="619963"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000000"/>
                </a:solidFill>
                <a:latin typeface="Helvetica Neue"/>
              </a:defRPr>
            </a:pPr>
            <a:r>
              <a:t>DONE</a:t>
            </a:r>
          </a:p>
        </p:txBody>
      </p:sp>
      <p:sp>
        <p:nvSpPr>
          <p:cNvPr id="8" name="text:Build night 3"/>
          <p:cNvSpPr txBox="1"/>
          <p:nvPr/>
        </p:nvSpPr>
        <p:spPr>
          <a:xfrm>
            <a:off x="74980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Build night 3</a:t>
            </a:r>
          </a:p>
        </p:txBody>
      </p:sp>
      <p:sp>
        <p:nvSpPr>
          <p:cNvPr id="9" name="text:Thu 12 Nov 2026"/>
          <p:cNvSpPr txBox="1"/>
          <p:nvPr/>
        </p:nvSpPr>
        <p:spPr>
          <a:xfrm>
            <a:off x="74980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3DDC97"/>
                </a:solidFill>
                <a:latin typeface="Helvetica Neue"/>
              </a:defRPr>
            </a:pPr>
            <a:r>
              <a:t>Thu 12 Nov 2026</a:t>
            </a:r>
          </a:p>
        </p:txBody>
      </p:sp>
      <p:sp>
        <p:nvSpPr>
          <p:cNvPr id="10" name="text:Position sizing and the trade ledger"/>
          <p:cNvSpPr txBox="1"/>
          <p:nvPr/>
        </p:nvSpPr>
        <p:spPr>
          <a:xfrm>
            <a:off x="74980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Position sizing and the trade ledger</a:t>
            </a:r>
          </a:p>
        </p:txBody>
      </p:sp>
      <p:cxnSp>
        <p:nvCxnSpPr>
          <p:cNvPr id="11" name="Connector 10"/>
          <p:cNvCxnSpPr/>
          <p:nvPr/>
        </p:nvCxnSpPr>
        <p:spPr>
          <a:xfrm>
            <a:off x="3136392" y="2852928"/>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37560" y="1783080"/>
            <a:ext cx="2560320" cy="2331720"/>
          </a:xfrm>
          <a:prstGeom prst="roundRect">
            <a:avLst>
              <a:gd name="adj" fmla="val 5490"/>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38728" y="1892807"/>
            <a:ext cx="879195" cy="219456"/>
          </a:xfrm>
          <a:prstGeom prst="roundRect">
            <a:avLst>
              <a:gd name="adj" fmla="val 50000"/>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TONIGHT"/>
          <p:cNvSpPr txBox="1"/>
          <p:nvPr/>
        </p:nvSpPr>
        <p:spPr>
          <a:xfrm>
            <a:off x="3538728" y="1911095"/>
            <a:ext cx="879195"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000000"/>
                </a:solidFill>
                <a:latin typeface="Helvetica Neue"/>
              </a:defRPr>
            </a:pPr>
            <a:r>
              <a:t>TONIGHT</a:t>
            </a:r>
          </a:p>
        </p:txBody>
      </p:sp>
      <p:sp>
        <p:nvSpPr>
          <p:cNvPr id="15" name="text:Workshop 3"/>
          <p:cNvSpPr txBox="1"/>
          <p:nvPr/>
        </p:nvSpPr>
        <p:spPr>
          <a:xfrm>
            <a:off x="353872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Workshop 3</a:t>
            </a:r>
          </a:p>
        </p:txBody>
      </p:sp>
      <p:sp>
        <p:nvSpPr>
          <p:cNvPr id="16" name="text:Thu 21 Jan 2027"/>
          <p:cNvSpPr txBox="1"/>
          <p:nvPr/>
        </p:nvSpPr>
        <p:spPr>
          <a:xfrm>
            <a:off x="353872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Thu 21 Jan 2027</a:t>
            </a:r>
          </a:p>
        </p:txBody>
      </p:sp>
      <p:sp>
        <p:nvSpPr>
          <p:cNvPr id="17" name="text:Deploy a venue component on devnet"/>
          <p:cNvSpPr txBox="1"/>
          <p:nvPr/>
        </p:nvSpPr>
        <p:spPr>
          <a:xfrm>
            <a:off x="353872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Deploy a venue component on devnet</a:t>
            </a:r>
          </a:p>
        </p:txBody>
      </p:sp>
      <p:cxnSp>
        <p:nvCxnSpPr>
          <p:cNvPr id="18" name="Connector 17"/>
          <p:cNvCxnSpPr/>
          <p:nvPr/>
        </p:nvCxnSpPr>
        <p:spPr>
          <a:xfrm>
            <a:off x="5925312" y="2852928"/>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26480" y="1783080"/>
            <a:ext cx="2560320" cy="2331720"/>
          </a:xfrm>
          <a:prstGeom prst="roundRect">
            <a:avLst>
              <a:gd name="adj" fmla="val 5490"/>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27648" y="1892807"/>
            <a:ext cx="619963" cy="219456"/>
          </a:xfrm>
          <a:prstGeom prst="roundRect">
            <a:avLst>
              <a:gd name="adj" fmla="val 50000"/>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NEXT"/>
          <p:cNvSpPr txBox="1"/>
          <p:nvPr/>
        </p:nvSpPr>
        <p:spPr>
          <a:xfrm>
            <a:off x="6327648" y="1911095"/>
            <a:ext cx="619963"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NEXT</a:t>
            </a:r>
          </a:p>
        </p:txBody>
      </p:sp>
      <p:sp>
        <p:nvSpPr>
          <p:cNvPr id="22" name="text:Build night 4"/>
          <p:cNvSpPr txBox="1"/>
          <p:nvPr/>
        </p:nvSpPr>
        <p:spPr>
          <a:xfrm>
            <a:off x="6327648" y="233172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Build night 4</a:t>
            </a:r>
          </a:p>
        </p:txBody>
      </p:sp>
      <p:sp>
        <p:nvSpPr>
          <p:cNvPr id="23" name="text:Thu 28 Jan 2027"/>
          <p:cNvSpPr txBox="1"/>
          <p:nvPr/>
        </p:nvSpPr>
        <p:spPr>
          <a:xfrm>
            <a:off x="6327648" y="274320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Thu 28 Jan 2027</a:t>
            </a:r>
          </a:p>
        </p:txBody>
      </p:sp>
      <p:sp>
        <p:nvSpPr>
          <p:cNvPr id="24" name="text:Backtest validation and failure test"/>
          <p:cNvSpPr txBox="1"/>
          <p:nvPr/>
        </p:nvSpPr>
        <p:spPr>
          <a:xfrm>
            <a:off x="6327648" y="310896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Backtest validation and failure testing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onight"/>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Tonight</a:t>
            </a:r>
          </a:p>
        </p:txBody>
      </p:sp>
      <p:sp>
        <p:nvSpPr>
          <p:cNvPr id="3" name="text:18:00 to 20:00. The headline is a pr"/>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18:00 to 20:00. The headline is a program address and transaction links.</a:t>
            </a:r>
          </a:p>
        </p:txBody>
      </p:sp>
      <p:sp>
        <p:nvSpPr>
          <p:cNvPr id="4" name="text: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a:t>
            </a:r>
          </a:p>
        </p:txBody>
      </p:sp>
      <p:sp>
        <p:nvSpPr>
          <p:cNvPr id="5" name="Rounded Rectangle 4"/>
          <p:cNvSpPr/>
          <p:nvPr/>
        </p:nvSpPr>
        <p:spPr>
          <a:xfrm>
            <a:off x="548640"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8:10"/>
          <p:cNvSpPr txBox="1"/>
          <p:nvPr/>
        </p:nvSpPr>
        <p:spPr>
          <a:xfrm>
            <a:off x="731520" y="1737360"/>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18:10</a:t>
            </a:r>
          </a:p>
        </p:txBody>
      </p:sp>
      <p:sp>
        <p:nvSpPr>
          <p:cNvPr id="7" name="text:40 min"/>
          <p:cNvSpPr txBox="1"/>
          <p:nvPr/>
        </p:nvSpPr>
        <p:spPr>
          <a:xfrm>
            <a:off x="201168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40 min</a:t>
            </a:r>
          </a:p>
        </p:txBody>
      </p:sp>
      <p:sp>
        <p:nvSpPr>
          <p:cNvPr id="8" name="text:Slides"/>
          <p:cNvSpPr txBox="1"/>
          <p:nvPr/>
        </p:nvSpPr>
        <p:spPr>
          <a:xfrm>
            <a:off x="731520" y="2203704"/>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Slides</a:t>
            </a:r>
          </a:p>
        </p:txBody>
      </p:sp>
      <p:sp>
        <p:nvSpPr>
          <p:cNvPr id="9" name="text:order book measures, on-chain or off"/>
          <p:cNvSpPr txBox="1"/>
          <p:nvPr/>
        </p:nvSpPr>
        <p:spPr>
          <a:xfrm>
            <a:off x="731520" y="2496312"/>
            <a:ext cx="2240280" cy="4572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order book measures, on-chain or off-chain, sent or confirmed</a:t>
            </a:r>
          </a:p>
        </p:txBody>
      </p:sp>
      <p:sp>
        <p:nvSpPr>
          <p:cNvPr id="10" name="Rounded Rectangle 9"/>
          <p:cNvSpPr/>
          <p:nvPr/>
        </p:nvSpPr>
        <p:spPr>
          <a:xfrm>
            <a:off x="3337560"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18:50"/>
          <p:cNvSpPr txBox="1"/>
          <p:nvPr/>
        </p:nvSpPr>
        <p:spPr>
          <a:xfrm>
            <a:off x="3520440" y="1737360"/>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18:50</a:t>
            </a:r>
          </a:p>
        </p:txBody>
      </p:sp>
      <p:sp>
        <p:nvSpPr>
          <p:cNvPr id="12" name="text:25 min"/>
          <p:cNvSpPr txBox="1"/>
          <p:nvPr/>
        </p:nvSpPr>
        <p:spPr>
          <a:xfrm>
            <a:off x="480060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25 min</a:t>
            </a:r>
          </a:p>
        </p:txBody>
      </p:sp>
      <p:sp>
        <p:nvSpPr>
          <p:cNvPr id="13" name="text:Live demos"/>
          <p:cNvSpPr txBox="1"/>
          <p:nvPr/>
        </p:nvSpPr>
        <p:spPr>
          <a:xfrm>
            <a:off x="3520440" y="2203704"/>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Live demos</a:t>
            </a:r>
          </a:p>
        </p:txBody>
      </p:sp>
      <p:sp>
        <p:nvSpPr>
          <p:cNvPr id="14" name="text:five demos, you predict first"/>
          <p:cNvSpPr txBox="1"/>
          <p:nvPr/>
        </p:nvSpPr>
        <p:spPr>
          <a:xfrm>
            <a:off x="3520440" y="2496312"/>
            <a:ext cx="2240280" cy="4572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five demos, you predict first</a:t>
            </a:r>
          </a:p>
        </p:txBody>
      </p:sp>
      <p:sp>
        <p:nvSpPr>
          <p:cNvPr id="15" name="Rounded Rectangle 14"/>
          <p:cNvSpPr/>
          <p:nvPr/>
        </p:nvSpPr>
        <p:spPr>
          <a:xfrm>
            <a:off x="6126479"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19:15"/>
          <p:cNvSpPr txBox="1"/>
          <p:nvPr/>
        </p:nvSpPr>
        <p:spPr>
          <a:xfrm>
            <a:off x="6309359" y="1737360"/>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19:15</a:t>
            </a:r>
          </a:p>
        </p:txBody>
      </p:sp>
      <p:sp>
        <p:nvSpPr>
          <p:cNvPr id="17" name="text:15 min"/>
          <p:cNvSpPr txBox="1"/>
          <p:nvPr/>
        </p:nvSpPr>
        <p:spPr>
          <a:xfrm>
            <a:off x="7589519"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15 min</a:t>
            </a:r>
          </a:p>
        </p:txBody>
      </p:sp>
      <p:sp>
        <p:nvSpPr>
          <p:cNvPr id="18" name="text:Mini-lab"/>
          <p:cNvSpPr txBox="1"/>
          <p:nvPr/>
        </p:nvSpPr>
        <p:spPr>
          <a:xfrm>
            <a:off x="6309359" y="2203704"/>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Mini-lab</a:t>
            </a:r>
          </a:p>
        </p:txBody>
      </p:sp>
      <p:sp>
        <p:nvSpPr>
          <p:cNvPr id="19" name="text:read one market, spread by hand, the"/>
          <p:cNvSpPr txBox="1"/>
          <p:nvPr/>
        </p:nvSpPr>
        <p:spPr>
          <a:xfrm>
            <a:off x="6309359" y="2496312"/>
            <a:ext cx="2240280" cy="4572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read one market, spread by hand, then in code</a:t>
            </a:r>
          </a:p>
        </p:txBody>
      </p:sp>
      <p:sp>
        <p:nvSpPr>
          <p:cNvPr id="20" name="Rounded Rectangle 19"/>
          <p:cNvSpPr/>
          <p:nvPr/>
        </p:nvSpPr>
        <p:spPr>
          <a:xfrm>
            <a:off x="548640" y="3154680"/>
            <a:ext cx="2560320" cy="1371600"/>
          </a:xfrm>
          <a:prstGeom prst="roundRect">
            <a:avLst>
              <a:gd name="adj" fmla="val 9333"/>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19:30"/>
          <p:cNvSpPr txBox="1"/>
          <p:nvPr/>
        </p:nvSpPr>
        <p:spPr>
          <a:xfrm>
            <a:off x="731520" y="3291840"/>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19:30</a:t>
            </a:r>
          </a:p>
        </p:txBody>
      </p:sp>
      <p:sp>
        <p:nvSpPr>
          <p:cNvPr id="22" name="text:25 min"/>
          <p:cNvSpPr txBox="1"/>
          <p:nvPr/>
        </p:nvSpPr>
        <p:spPr>
          <a:xfrm>
            <a:off x="201168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25 min</a:t>
            </a:r>
          </a:p>
        </p:txBody>
      </p:sp>
      <p:sp>
        <p:nvSpPr>
          <p:cNvPr id="23" name="text:Open build"/>
          <p:cNvSpPr txBox="1"/>
          <p:nvPr/>
        </p:nvSpPr>
        <p:spPr>
          <a:xfrm>
            <a:off x="731520" y="3758184"/>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Open build</a:t>
            </a:r>
          </a:p>
        </p:txBody>
      </p:sp>
      <p:sp>
        <p:nvSpPr>
          <p:cNvPr id="24" name="text:pick a starter, extend it, deploy"/>
          <p:cNvSpPr txBox="1"/>
          <p:nvPr/>
        </p:nvSpPr>
        <p:spPr>
          <a:xfrm>
            <a:off x="731520" y="4050791"/>
            <a:ext cx="2240280" cy="4572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pick a starter, extend it, deploy</a:t>
            </a:r>
          </a:p>
        </p:txBody>
      </p:sp>
      <p:sp>
        <p:nvSpPr>
          <p:cNvPr id="25" name="Rounded Rectangle 24"/>
          <p:cNvSpPr/>
          <p:nvPr/>
        </p:nvSpPr>
        <p:spPr>
          <a:xfrm>
            <a:off x="3337560"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19:55"/>
          <p:cNvSpPr txBox="1"/>
          <p:nvPr/>
        </p:nvSpPr>
        <p:spPr>
          <a:xfrm>
            <a:off x="3520440" y="3291840"/>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19:55</a:t>
            </a:r>
          </a:p>
        </p:txBody>
      </p:sp>
      <p:sp>
        <p:nvSpPr>
          <p:cNvPr id="27" name="text:5 min"/>
          <p:cNvSpPr txBox="1"/>
          <p:nvPr/>
        </p:nvSpPr>
        <p:spPr>
          <a:xfrm>
            <a:off x="480060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5 min</a:t>
            </a:r>
          </a:p>
        </p:txBody>
      </p:sp>
      <p:sp>
        <p:nvSpPr>
          <p:cNvPr id="28" name="text:Push"/>
          <p:cNvSpPr txBox="1"/>
          <p:nvPr/>
        </p:nvSpPr>
        <p:spPr>
          <a:xfrm>
            <a:off x="3520440" y="3758184"/>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Push</a:t>
            </a:r>
          </a:p>
        </p:txBody>
      </p:sp>
      <p:sp>
        <p:nvSpPr>
          <p:cNvPr id="29" name="text:one line on your next step"/>
          <p:cNvSpPr txBox="1"/>
          <p:nvPr/>
        </p:nvSpPr>
        <p:spPr>
          <a:xfrm>
            <a:off x="3520440" y="4050791"/>
            <a:ext cx="2240280" cy="4572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one line on your next step</a:t>
            </a:r>
          </a:p>
        </p:txBody>
      </p:sp>
      <p:sp>
        <p:nvSpPr>
          <p:cNvPr id="30" name="Rounded Rectangle 29"/>
          <p:cNvSpPr/>
          <p:nvPr/>
        </p:nvSpPr>
        <p:spPr>
          <a:xfrm>
            <a:off x="6126479" y="3154680"/>
            <a:ext cx="2560320" cy="1371600"/>
          </a:xfrm>
          <a:prstGeom prst="roundRect">
            <a:avLst>
              <a:gd name="adj" fmla="val 9333"/>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LEAVE WITH"/>
          <p:cNvSpPr txBox="1"/>
          <p:nvPr/>
        </p:nvSpPr>
        <p:spPr>
          <a:xfrm>
            <a:off x="6309359" y="3310128"/>
            <a:ext cx="21945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LEAVE WITH</a:t>
            </a:r>
          </a:p>
        </p:txBody>
      </p:sp>
      <p:sp>
        <p:nvSpPr>
          <p:cNvPr id="32" name="text:A program address and transaction li"/>
          <p:cNvSpPr txBox="1"/>
          <p:nvPr/>
        </p:nvSpPr>
        <p:spPr>
          <a:xfrm>
            <a:off x="6309359" y="3611880"/>
            <a:ext cx="2240280" cy="82296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A program address and transaction links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Goal and rules"/>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Goal and rules</a:t>
            </a:r>
          </a:p>
        </p:txBody>
      </p:sp>
      <p:sp>
        <p:nvSpPr>
          <p:cNvPr id="3" name="text:Leave with a deployed program addre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Leave with a deployed program address and transaction links.</a:t>
            </a:r>
          </a:p>
        </p:txBody>
      </p:sp>
      <p:sp>
        <p:nvSpPr>
          <p:cNvPr id="4" name="text: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4</a:t>
            </a:r>
          </a:p>
        </p:txBody>
      </p:sp>
      <p:sp>
        <p:nvSpPr>
          <p:cNvPr id="5" name="Rounded Rectangle 4"/>
          <p:cNvSpPr/>
          <p:nvPr/>
        </p:nvSpPr>
        <p:spPr>
          <a:xfrm>
            <a:off x="548640" y="1508760"/>
            <a:ext cx="8092440" cy="731520"/>
          </a:xfrm>
          <a:prstGeom prst="roundRect">
            <a:avLst>
              <a:gd name="adj" fmla="val 17500"/>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GOAL"/>
          <p:cNvSpPr txBox="1"/>
          <p:nvPr/>
        </p:nvSpPr>
        <p:spPr>
          <a:xfrm>
            <a:off x="731520" y="1572768"/>
            <a:ext cx="914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GOAL</a:t>
            </a:r>
          </a:p>
        </p:txBody>
      </p:sp>
      <p:sp>
        <p:nvSpPr>
          <p:cNvPr id="7" name="text:One small venue component, running o"/>
          <p:cNvSpPr txBox="1"/>
          <p:nvPr/>
        </p:nvSpPr>
        <p:spPr>
          <a:xfrm>
            <a:off x="731520" y="1783080"/>
            <a:ext cx="7772400" cy="36576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One small venue component, running on devnet, that you can explain.</a:t>
            </a:r>
          </a:p>
        </p:txBody>
      </p:sp>
      <p:sp>
        <p:nvSpPr>
          <p:cNvPr id="8" name="Rounded Rectangle 7"/>
          <p:cNvSpPr/>
          <p:nvPr/>
        </p:nvSpPr>
        <p:spPr>
          <a:xfrm>
            <a:off x="548640" y="2423160"/>
            <a:ext cx="2606040" cy="1417320"/>
          </a:xfrm>
          <a:prstGeom prst="roundRect">
            <a:avLst>
              <a:gd name="adj" fmla="val 9032"/>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READS"/>
          <p:cNvSpPr txBox="1"/>
          <p:nvPr/>
        </p:nvSpPr>
        <p:spPr>
          <a:xfrm>
            <a:off x="731520" y="2542032"/>
            <a:ext cx="2194560" cy="182880"/>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READS</a:t>
            </a:r>
          </a:p>
        </p:txBody>
      </p:sp>
      <p:sp>
        <p:nvSpPr>
          <p:cNvPr id="10" name="text:Public mainnet data: order books, pr"/>
          <p:cNvSpPr txBox="1"/>
          <p:nvPr/>
        </p:nvSpPr>
        <p:spPr>
          <a:xfrm>
            <a:off x="731520" y="2852928"/>
            <a:ext cx="2240280" cy="91440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Public mainnet data: order books, prices, swaps.</a:t>
            </a:r>
          </a:p>
        </p:txBody>
      </p:sp>
      <p:sp>
        <p:nvSpPr>
          <p:cNvPr id="11" name="Rounded Rectangle 10"/>
          <p:cNvSpPr/>
          <p:nvPr/>
        </p:nvSpPr>
        <p:spPr>
          <a:xfrm>
            <a:off x="3291840" y="2423160"/>
            <a:ext cx="2606040" cy="1417320"/>
          </a:xfrm>
          <a:prstGeom prst="roundRect">
            <a:avLst>
              <a:gd name="adj" fmla="val 9032"/>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WRITES"/>
          <p:cNvSpPr txBox="1"/>
          <p:nvPr/>
        </p:nvSpPr>
        <p:spPr>
          <a:xfrm>
            <a:off x="3474720" y="2542032"/>
            <a:ext cx="219456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WRITES</a:t>
            </a:r>
          </a:p>
        </p:txBody>
      </p:sp>
      <p:sp>
        <p:nvSpPr>
          <p:cNvPr id="13" name="text:Devnet only. Test tokens, a throwawa"/>
          <p:cNvSpPr txBox="1"/>
          <p:nvPr/>
        </p:nvSpPr>
        <p:spPr>
          <a:xfrm>
            <a:off x="3474720" y="2852928"/>
            <a:ext cx="2240280" cy="91440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Devnet only. Test tokens, a throwaway key, no real funds.</a:t>
            </a:r>
          </a:p>
        </p:txBody>
      </p:sp>
      <p:sp>
        <p:nvSpPr>
          <p:cNvPr id="14" name="Rounded Rectangle 13"/>
          <p:cNvSpPr/>
          <p:nvPr/>
        </p:nvSpPr>
        <p:spPr>
          <a:xfrm>
            <a:off x="6035040" y="2423160"/>
            <a:ext cx="2606040" cy="1417320"/>
          </a:xfrm>
          <a:prstGeom prst="roundRect">
            <a:avLst>
              <a:gd name="adj" fmla="val 9032"/>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KEYS"/>
          <p:cNvSpPr txBox="1"/>
          <p:nvPr/>
        </p:nvSpPr>
        <p:spPr>
          <a:xfrm>
            <a:off x="6217920" y="2542032"/>
            <a:ext cx="2194560" cy="182880"/>
          </a:xfrm>
          <a:prstGeom prst="rect">
            <a:avLst/>
          </a:prstGeom>
          <a:noFill/>
        </p:spPr>
        <p:txBody>
          <a:bodyPr wrap="square" lIns="9144" rIns="9144" tIns="0" bIns="0">
            <a:spAutoFit/>
          </a:bodyPr>
          <a:lstStyle/>
          <a:p>
            <a:pPr>
              <a:lnSpc>
                <a:spcPct val="106000"/>
              </a:lnSpc>
              <a:spcAft>
                <a:spcPts val="400"/>
              </a:spcAft>
              <a:defRPr sz="1000" b="0">
                <a:solidFill>
                  <a:srgbClr val="FD51FC"/>
                </a:solidFill>
                <a:latin typeface="Helvetica Neue"/>
              </a:defRPr>
            </a:pPr>
            <a:r>
              <a:t>KEYS</a:t>
            </a:r>
          </a:p>
        </p:txBody>
      </p:sp>
      <p:sp>
        <p:nvSpPr>
          <p:cNvPr id="16" name="text:Never paste a seed phrase. Keep key "/>
          <p:cNvSpPr txBox="1"/>
          <p:nvPr/>
        </p:nvSpPr>
        <p:spPr>
          <a:xfrm>
            <a:off x="6217920" y="2852928"/>
            <a:ext cx="2240280" cy="91440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Never paste a seed phrase. Keep key files out of git.</a:t>
            </a:r>
          </a:p>
        </p:txBody>
      </p:sp>
      <p:sp>
        <p:nvSpPr>
          <p:cNvPr id="17" name="Rounded Rectangle 16"/>
          <p:cNvSpPr/>
          <p:nvPr/>
        </p:nvSpPr>
        <p:spPr>
          <a:xfrm>
            <a:off x="548640" y="4023360"/>
            <a:ext cx="8092440" cy="548640"/>
          </a:xfrm>
          <a:prstGeom prst="roundRect">
            <a:avLst>
              <a:gd name="adj" fmla="val 23333"/>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Reads use public mainnet data; every"/>
          <p:cNvSpPr txBox="1"/>
          <p:nvPr/>
        </p:nvSpPr>
        <p:spPr>
          <a:xfrm>
            <a:off x="731520" y="4023360"/>
            <a:ext cx="7772400" cy="54864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Helvetica Neue"/>
              </a:defRPr>
            </a:pPr>
            <a:r>
              <a:t>Reads use public mainnet data; every write is devnet only; no real funds.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An order book"/>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An order book</a:t>
            </a:r>
          </a:p>
        </p:txBody>
      </p:sp>
      <p:sp>
        <p:nvSpPr>
          <p:cNvPr id="3" name="text:Everyone's standing offers, sorted b"/>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Everyone's standing offers, sorted by price.</a:t>
            </a:r>
          </a:p>
        </p:txBody>
      </p:sp>
      <p:sp>
        <p:nvSpPr>
          <p:cNvPr id="4" name="text: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5</a:t>
            </a:r>
          </a:p>
        </p:txBody>
      </p:sp>
      <p:sp>
        <p:nvSpPr>
          <p:cNvPr id="5" name="Rounded Rectangle 4"/>
          <p:cNvSpPr/>
          <p:nvPr/>
        </p:nvSpPr>
        <p:spPr>
          <a:xfrm>
            <a:off x="548640" y="1463040"/>
            <a:ext cx="5394960" cy="2926080"/>
          </a:xfrm>
          <a:prstGeom prst="roundRect">
            <a:avLst>
              <a:gd name="adj" fmla="val 437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IDS: people who want to buy"/>
          <p:cNvSpPr txBox="1"/>
          <p:nvPr/>
        </p:nvSpPr>
        <p:spPr>
          <a:xfrm>
            <a:off x="777240" y="1600200"/>
            <a:ext cx="237744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BIDS: people who want to buy</a:t>
            </a:r>
          </a:p>
        </p:txBody>
      </p:sp>
      <p:sp>
        <p:nvSpPr>
          <p:cNvPr id="7" name="text:ASKS: people who want to sell"/>
          <p:cNvSpPr txBox="1"/>
          <p:nvPr/>
        </p:nvSpPr>
        <p:spPr>
          <a:xfrm>
            <a:off x="3383280" y="1600200"/>
            <a:ext cx="237744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ASKS: people who want to sell</a:t>
            </a:r>
          </a:p>
        </p:txBody>
      </p:sp>
      <p:sp>
        <p:nvSpPr>
          <p:cNvPr id="8" name="text:$99.90"/>
          <p:cNvSpPr txBox="1"/>
          <p:nvPr/>
        </p:nvSpPr>
        <p:spPr>
          <a:xfrm>
            <a:off x="777240" y="1975104"/>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$99.90</a:t>
            </a:r>
          </a:p>
        </p:txBody>
      </p:sp>
      <p:sp>
        <p:nvSpPr>
          <p:cNvPr id="9" name="Rounded Rectangle 8"/>
          <p:cNvSpPr/>
          <p:nvPr/>
        </p:nvSpPr>
        <p:spPr>
          <a:xfrm>
            <a:off x="1554480" y="1965960"/>
            <a:ext cx="566928" cy="274320"/>
          </a:xfrm>
          <a:prstGeom prst="roundRect">
            <a:avLst>
              <a:gd name="adj" fmla="val 20000"/>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4"/>
          <p:cNvSpPr txBox="1"/>
          <p:nvPr/>
        </p:nvSpPr>
        <p:spPr>
          <a:xfrm>
            <a:off x="2176272" y="1975104"/>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4</a:t>
            </a:r>
          </a:p>
        </p:txBody>
      </p:sp>
      <p:sp>
        <p:nvSpPr>
          <p:cNvPr id="11" name="text:best bid"/>
          <p:cNvSpPr txBox="1"/>
          <p:nvPr/>
        </p:nvSpPr>
        <p:spPr>
          <a:xfrm>
            <a:off x="777240" y="2221992"/>
            <a:ext cx="1097280" cy="164592"/>
          </a:xfrm>
          <a:prstGeom prst="rect">
            <a:avLst/>
          </a:prstGeom>
          <a:noFill/>
        </p:spPr>
        <p:txBody>
          <a:bodyPr wrap="square" lIns="9144" rIns="9144" tIns="0" bIns="0">
            <a:spAutoFit/>
          </a:bodyPr>
          <a:lstStyle/>
          <a:p>
            <a:pPr>
              <a:lnSpc>
                <a:spcPct val="106000"/>
              </a:lnSpc>
              <a:spcAft>
                <a:spcPts val="400"/>
              </a:spcAft>
              <a:defRPr sz="800" b="0">
                <a:solidFill>
                  <a:srgbClr val="3DDC97"/>
                </a:solidFill>
                <a:latin typeface="Helvetica Neue"/>
              </a:defRPr>
            </a:pPr>
            <a:r>
              <a:t>best bid</a:t>
            </a:r>
          </a:p>
        </p:txBody>
      </p:sp>
      <p:sp>
        <p:nvSpPr>
          <p:cNvPr id="12" name="text:$100.10"/>
          <p:cNvSpPr txBox="1"/>
          <p:nvPr/>
        </p:nvSpPr>
        <p:spPr>
          <a:xfrm>
            <a:off x="3383280" y="1975104"/>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$100.10</a:t>
            </a:r>
          </a:p>
        </p:txBody>
      </p:sp>
      <p:sp>
        <p:nvSpPr>
          <p:cNvPr id="13" name="Rounded Rectangle 12"/>
          <p:cNvSpPr/>
          <p:nvPr/>
        </p:nvSpPr>
        <p:spPr>
          <a:xfrm>
            <a:off x="4160520" y="1965960"/>
            <a:ext cx="283464" cy="274320"/>
          </a:xfrm>
          <a:prstGeom prst="roundRect">
            <a:avLst>
              <a:gd name="adj" fmla="val 20000"/>
            </a:avLst>
          </a:prstGeom>
          <a:noFill/>
          <a:ln w="1270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2"/>
          <p:cNvSpPr txBox="1"/>
          <p:nvPr/>
        </p:nvSpPr>
        <p:spPr>
          <a:xfrm>
            <a:off x="4498847" y="1975104"/>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2</a:t>
            </a:r>
          </a:p>
        </p:txBody>
      </p:sp>
      <p:sp>
        <p:nvSpPr>
          <p:cNvPr id="15" name="text:best ask"/>
          <p:cNvSpPr txBox="1"/>
          <p:nvPr/>
        </p:nvSpPr>
        <p:spPr>
          <a:xfrm>
            <a:off x="3383280" y="2221992"/>
            <a:ext cx="1097280" cy="164592"/>
          </a:xfrm>
          <a:prstGeom prst="rect">
            <a:avLst/>
          </a:prstGeom>
          <a:noFill/>
        </p:spPr>
        <p:txBody>
          <a:bodyPr wrap="square" lIns="9144" rIns="9144" tIns="0" bIns="0">
            <a:spAutoFit/>
          </a:bodyPr>
          <a:lstStyle/>
          <a:p>
            <a:pPr>
              <a:lnSpc>
                <a:spcPct val="106000"/>
              </a:lnSpc>
              <a:spcAft>
                <a:spcPts val="400"/>
              </a:spcAft>
              <a:defRPr sz="800" b="0">
                <a:solidFill>
                  <a:srgbClr val="B3A5FF"/>
                </a:solidFill>
                <a:latin typeface="Helvetica Neue"/>
              </a:defRPr>
            </a:pPr>
            <a:r>
              <a:t>best ask</a:t>
            </a:r>
          </a:p>
        </p:txBody>
      </p:sp>
      <p:sp>
        <p:nvSpPr>
          <p:cNvPr id="16" name="text:$99.80"/>
          <p:cNvSpPr txBox="1"/>
          <p:nvPr/>
        </p:nvSpPr>
        <p:spPr>
          <a:xfrm>
            <a:off x="777240" y="2542032"/>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$99.80</a:t>
            </a:r>
          </a:p>
        </p:txBody>
      </p:sp>
      <p:sp>
        <p:nvSpPr>
          <p:cNvPr id="17" name="Rounded Rectangle 16"/>
          <p:cNvSpPr/>
          <p:nvPr/>
        </p:nvSpPr>
        <p:spPr>
          <a:xfrm>
            <a:off x="1554480" y="2532888"/>
            <a:ext cx="850392" cy="274320"/>
          </a:xfrm>
          <a:prstGeom prst="roundRect">
            <a:avLst>
              <a:gd name="adj" fmla="val 20000"/>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6"/>
          <p:cNvSpPr txBox="1"/>
          <p:nvPr/>
        </p:nvSpPr>
        <p:spPr>
          <a:xfrm>
            <a:off x="2459736" y="2542032"/>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6</a:t>
            </a:r>
          </a:p>
        </p:txBody>
      </p:sp>
      <p:sp>
        <p:nvSpPr>
          <p:cNvPr id="19" name="text:$100.20"/>
          <p:cNvSpPr txBox="1"/>
          <p:nvPr/>
        </p:nvSpPr>
        <p:spPr>
          <a:xfrm>
            <a:off x="3383280" y="2542032"/>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$100.20</a:t>
            </a:r>
          </a:p>
        </p:txBody>
      </p:sp>
      <p:sp>
        <p:nvSpPr>
          <p:cNvPr id="20" name="Rounded Rectangle 19"/>
          <p:cNvSpPr/>
          <p:nvPr/>
        </p:nvSpPr>
        <p:spPr>
          <a:xfrm>
            <a:off x="4160520" y="2532888"/>
            <a:ext cx="708660" cy="274320"/>
          </a:xfrm>
          <a:prstGeom prst="roundRect">
            <a:avLst>
              <a:gd name="adj" fmla="val 20000"/>
            </a:avLst>
          </a:prstGeom>
          <a:noFill/>
          <a:ln w="1270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5"/>
          <p:cNvSpPr txBox="1"/>
          <p:nvPr/>
        </p:nvSpPr>
        <p:spPr>
          <a:xfrm>
            <a:off x="4924044" y="2542032"/>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5</a:t>
            </a:r>
          </a:p>
        </p:txBody>
      </p:sp>
      <p:sp>
        <p:nvSpPr>
          <p:cNvPr id="22" name="text:$99.60"/>
          <p:cNvSpPr txBox="1"/>
          <p:nvPr/>
        </p:nvSpPr>
        <p:spPr>
          <a:xfrm>
            <a:off x="777240" y="3108960"/>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$99.60</a:t>
            </a:r>
          </a:p>
        </p:txBody>
      </p:sp>
      <p:sp>
        <p:nvSpPr>
          <p:cNvPr id="23" name="Rounded Rectangle 22"/>
          <p:cNvSpPr/>
          <p:nvPr/>
        </p:nvSpPr>
        <p:spPr>
          <a:xfrm>
            <a:off x="1554480" y="3099815"/>
            <a:ext cx="1417320" cy="274320"/>
          </a:xfrm>
          <a:prstGeom prst="roundRect">
            <a:avLst>
              <a:gd name="adj" fmla="val 20000"/>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10"/>
          <p:cNvSpPr txBox="1"/>
          <p:nvPr/>
        </p:nvSpPr>
        <p:spPr>
          <a:xfrm>
            <a:off x="3026664" y="3108960"/>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10</a:t>
            </a:r>
          </a:p>
        </p:txBody>
      </p:sp>
      <p:sp>
        <p:nvSpPr>
          <p:cNvPr id="25" name="text:$100.50"/>
          <p:cNvSpPr txBox="1"/>
          <p:nvPr/>
        </p:nvSpPr>
        <p:spPr>
          <a:xfrm>
            <a:off x="3383280" y="3108960"/>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$100.50</a:t>
            </a:r>
          </a:p>
        </p:txBody>
      </p:sp>
      <p:sp>
        <p:nvSpPr>
          <p:cNvPr id="26" name="Rounded Rectangle 25"/>
          <p:cNvSpPr/>
          <p:nvPr/>
        </p:nvSpPr>
        <p:spPr>
          <a:xfrm>
            <a:off x="4160520" y="3099815"/>
            <a:ext cx="1133856" cy="274320"/>
          </a:xfrm>
          <a:prstGeom prst="roundRect">
            <a:avLst>
              <a:gd name="adj" fmla="val 20000"/>
            </a:avLst>
          </a:prstGeom>
          <a:noFill/>
          <a:ln w="1270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8"/>
          <p:cNvSpPr txBox="1"/>
          <p:nvPr/>
        </p:nvSpPr>
        <p:spPr>
          <a:xfrm>
            <a:off x="5349240" y="3108960"/>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8</a:t>
            </a:r>
          </a:p>
        </p:txBody>
      </p:sp>
      <p:sp>
        <p:nvSpPr>
          <p:cNvPr id="28" name="Rounded Rectangle 27"/>
          <p:cNvSpPr/>
          <p:nvPr/>
        </p:nvSpPr>
        <p:spPr>
          <a:xfrm>
            <a:off x="6172200" y="1463040"/>
            <a:ext cx="2468880" cy="2926080"/>
          </a:xfrm>
          <a:prstGeom prst="roundRect">
            <a:avLst>
              <a:gd name="adj" fmla="val 5185"/>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READ IT LIKE THIS"/>
          <p:cNvSpPr txBox="1"/>
          <p:nvPr/>
        </p:nvSpPr>
        <p:spPr>
          <a:xfrm>
            <a:off x="6355080" y="1600200"/>
            <a:ext cx="210312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READ IT LIKE THIS</a:t>
            </a:r>
          </a:p>
        </p:txBody>
      </p:sp>
      <p:sp>
        <p:nvSpPr>
          <p:cNvPr id="30" name="text:The best bid and the best ask are th"/>
          <p:cNvSpPr txBox="1"/>
          <p:nvPr/>
        </p:nvSpPr>
        <p:spPr>
          <a:xfrm>
            <a:off x="6355080" y="1920240"/>
            <a:ext cx="2148840" cy="237744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The best bid and the best ask are the top of the book. The gap between them is the spread.</a:t>
            </a:r>
          </a:p>
        </p:txBody>
      </p:sp>
      <p:sp>
        <p:nvSpPr>
          <p:cNvPr id="31" name="text:Illustrative book. Price in dollars,"/>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book. Price in dollars, size in units.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Spread and depth"/>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Spread and depth</a:t>
            </a:r>
          </a:p>
        </p:txBody>
      </p:sp>
      <p:sp>
        <p:nvSpPr>
          <p:cNvPr id="3" name="text:How wide is the gap, and how much ca"/>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How wide is the gap, and how much can you trade inside a band?</a:t>
            </a:r>
          </a:p>
        </p:txBody>
      </p:sp>
      <p:sp>
        <p:nvSpPr>
          <p:cNvPr id="4" name="text: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6</a:t>
            </a:r>
          </a:p>
        </p:txBody>
      </p:sp>
      <p:sp>
        <p:nvSpPr>
          <p:cNvPr id="5" name="Rounded Rectangle 4"/>
          <p:cNvSpPr/>
          <p:nvPr/>
        </p:nvSpPr>
        <p:spPr>
          <a:xfrm>
            <a:off x="548640" y="1463040"/>
            <a:ext cx="5394960" cy="2926080"/>
          </a:xfrm>
          <a:prstGeom prst="roundRect">
            <a:avLst>
              <a:gd name="adj" fmla="val 437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IDS"/>
          <p:cNvSpPr txBox="1"/>
          <p:nvPr/>
        </p:nvSpPr>
        <p:spPr>
          <a:xfrm>
            <a:off x="777240" y="1600200"/>
            <a:ext cx="237744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BIDS</a:t>
            </a:r>
          </a:p>
        </p:txBody>
      </p:sp>
      <p:sp>
        <p:nvSpPr>
          <p:cNvPr id="7" name="text:ASKS"/>
          <p:cNvSpPr txBox="1"/>
          <p:nvPr/>
        </p:nvSpPr>
        <p:spPr>
          <a:xfrm>
            <a:off x="3383280" y="1600200"/>
            <a:ext cx="237744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ASKS</a:t>
            </a:r>
          </a:p>
        </p:txBody>
      </p:sp>
      <p:sp>
        <p:nvSpPr>
          <p:cNvPr id="8" name="Rounded Rectangle 7"/>
          <p:cNvSpPr/>
          <p:nvPr/>
        </p:nvSpPr>
        <p:spPr>
          <a:xfrm>
            <a:off x="722376" y="1883664"/>
            <a:ext cx="2468880" cy="493776"/>
          </a:xfrm>
          <a:prstGeom prst="roundRect">
            <a:avLst>
              <a:gd name="adj" fmla="val 14814"/>
            </a:avLst>
          </a:prstGeom>
          <a:solidFill>
            <a:srgbClr val="100821"/>
          </a:solidFill>
          <a:ln w="10160">
            <a:solidFill>
              <a:srgbClr val="3DDC9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99.90"/>
          <p:cNvSpPr txBox="1"/>
          <p:nvPr/>
        </p:nvSpPr>
        <p:spPr>
          <a:xfrm>
            <a:off x="777240" y="1975104"/>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$99.90</a:t>
            </a:r>
          </a:p>
        </p:txBody>
      </p:sp>
      <p:sp>
        <p:nvSpPr>
          <p:cNvPr id="10" name="Rounded Rectangle 9"/>
          <p:cNvSpPr/>
          <p:nvPr/>
        </p:nvSpPr>
        <p:spPr>
          <a:xfrm>
            <a:off x="1554480" y="1965960"/>
            <a:ext cx="566928" cy="274320"/>
          </a:xfrm>
          <a:prstGeom prst="roundRect">
            <a:avLst>
              <a:gd name="adj" fmla="val 20000"/>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4"/>
          <p:cNvSpPr txBox="1"/>
          <p:nvPr/>
        </p:nvSpPr>
        <p:spPr>
          <a:xfrm>
            <a:off x="2176272" y="1975104"/>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4</a:t>
            </a:r>
          </a:p>
        </p:txBody>
      </p:sp>
      <p:sp>
        <p:nvSpPr>
          <p:cNvPr id="12" name="Rounded Rectangle 11"/>
          <p:cNvSpPr/>
          <p:nvPr/>
        </p:nvSpPr>
        <p:spPr>
          <a:xfrm>
            <a:off x="3328416" y="1883664"/>
            <a:ext cx="2468880" cy="493776"/>
          </a:xfrm>
          <a:prstGeom prst="roundRect">
            <a:avLst>
              <a:gd name="adj" fmla="val 14814"/>
            </a:avLst>
          </a:prstGeom>
          <a:solidFill>
            <a:srgbClr val="100821"/>
          </a:solidFill>
          <a:ln w="10160">
            <a:solidFill>
              <a:srgbClr val="B3A5F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100.10"/>
          <p:cNvSpPr txBox="1"/>
          <p:nvPr/>
        </p:nvSpPr>
        <p:spPr>
          <a:xfrm>
            <a:off x="3383280" y="1975104"/>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$100.10</a:t>
            </a:r>
          </a:p>
        </p:txBody>
      </p:sp>
      <p:sp>
        <p:nvSpPr>
          <p:cNvPr id="14" name="Rounded Rectangle 13"/>
          <p:cNvSpPr/>
          <p:nvPr/>
        </p:nvSpPr>
        <p:spPr>
          <a:xfrm>
            <a:off x="4160520" y="1965960"/>
            <a:ext cx="283464" cy="274320"/>
          </a:xfrm>
          <a:prstGeom prst="roundRect">
            <a:avLst>
              <a:gd name="adj" fmla="val 20000"/>
            </a:avLst>
          </a:prstGeom>
          <a:noFill/>
          <a:ln w="1270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2"/>
          <p:cNvSpPr txBox="1"/>
          <p:nvPr/>
        </p:nvSpPr>
        <p:spPr>
          <a:xfrm>
            <a:off x="4498847" y="1975104"/>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2</a:t>
            </a:r>
          </a:p>
        </p:txBody>
      </p:sp>
      <p:sp>
        <p:nvSpPr>
          <p:cNvPr id="16" name="Rounded Rectangle 15"/>
          <p:cNvSpPr/>
          <p:nvPr/>
        </p:nvSpPr>
        <p:spPr>
          <a:xfrm>
            <a:off x="722376" y="2450592"/>
            <a:ext cx="2468880" cy="493776"/>
          </a:xfrm>
          <a:prstGeom prst="roundRect">
            <a:avLst>
              <a:gd name="adj" fmla="val 14814"/>
            </a:avLst>
          </a:prstGeom>
          <a:solidFill>
            <a:srgbClr val="100821"/>
          </a:solidFill>
          <a:ln w="10160">
            <a:solidFill>
              <a:srgbClr val="3DDC9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99.80"/>
          <p:cNvSpPr txBox="1"/>
          <p:nvPr/>
        </p:nvSpPr>
        <p:spPr>
          <a:xfrm>
            <a:off x="777240" y="2542032"/>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$99.80</a:t>
            </a:r>
          </a:p>
        </p:txBody>
      </p:sp>
      <p:sp>
        <p:nvSpPr>
          <p:cNvPr id="18" name="Rounded Rectangle 17"/>
          <p:cNvSpPr/>
          <p:nvPr/>
        </p:nvSpPr>
        <p:spPr>
          <a:xfrm>
            <a:off x="1554480" y="2532888"/>
            <a:ext cx="850392" cy="274320"/>
          </a:xfrm>
          <a:prstGeom prst="roundRect">
            <a:avLst>
              <a:gd name="adj" fmla="val 20000"/>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6"/>
          <p:cNvSpPr txBox="1"/>
          <p:nvPr/>
        </p:nvSpPr>
        <p:spPr>
          <a:xfrm>
            <a:off x="2459736" y="2542032"/>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6</a:t>
            </a:r>
          </a:p>
        </p:txBody>
      </p:sp>
      <p:sp>
        <p:nvSpPr>
          <p:cNvPr id="20" name="Rounded Rectangle 19"/>
          <p:cNvSpPr/>
          <p:nvPr/>
        </p:nvSpPr>
        <p:spPr>
          <a:xfrm>
            <a:off x="3328416" y="2450592"/>
            <a:ext cx="2468880" cy="493776"/>
          </a:xfrm>
          <a:prstGeom prst="roundRect">
            <a:avLst>
              <a:gd name="adj" fmla="val 14814"/>
            </a:avLst>
          </a:prstGeom>
          <a:solidFill>
            <a:srgbClr val="100821"/>
          </a:solidFill>
          <a:ln w="10160">
            <a:solidFill>
              <a:srgbClr val="B3A5F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100.20"/>
          <p:cNvSpPr txBox="1"/>
          <p:nvPr/>
        </p:nvSpPr>
        <p:spPr>
          <a:xfrm>
            <a:off x="3383280" y="2542032"/>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$100.20</a:t>
            </a:r>
          </a:p>
        </p:txBody>
      </p:sp>
      <p:sp>
        <p:nvSpPr>
          <p:cNvPr id="22" name="Rounded Rectangle 21"/>
          <p:cNvSpPr/>
          <p:nvPr/>
        </p:nvSpPr>
        <p:spPr>
          <a:xfrm>
            <a:off x="4160520" y="2532888"/>
            <a:ext cx="708660" cy="274320"/>
          </a:xfrm>
          <a:prstGeom prst="roundRect">
            <a:avLst>
              <a:gd name="adj" fmla="val 20000"/>
            </a:avLst>
          </a:prstGeom>
          <a:noFill/>
          <a:ln w="1270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5"/>
          <p:cNvSpPr txBox="1"/>
          <p:nvPr/>
        </p:nvSpPr>
        <p:spPr>
          <a:xfrm>
            <a:off x="4924044" y="2542032"/>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5</a:t>
            </a:r>
          </a:p>
        </p:txBody>
      </p:sp>
      <p:sp>
        <p:nvSpPr>
          <p:cNvPr id="24" name="text:$99.60"/>
          <p:cNvSpPr txBox="1"/>
          <p:nvPr/>
        </p:nvSpPr>
        <p:spPr>
          <a:xfrm>
            <a:off x="777240" y="3108960"/>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$99.60</a:t>
            </a:r>
          </a:p>
        </p:txBody>
      </p:sp>
      <p:sp>
        <p:nvSpPr>
          <p:cNvPr id="25" name="Rounded Rectangle 24"/>
          <p:cNvSpPr/>
          <p:nvPr/>
        </p:nvSpPr>
        <p:spPr>
          <a:xfrm>
            <a:off x="1554480" y="3099815"/>
            <a:ext cx="1417320" cy="274320"/>
          </a:xfrm>
          <a:prstGeom prst="roundRect">
            <a:avLst>
              <a:gd name="adj" fmla="val 20000"/>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10"/>
          <p:cNvSpPr txBox="1"/>
          <p:nvPr/>
        </p:nvSpPr>
        <p:spPr>
          <a:xfrm>
            <a:off x="3026664" y="3108960"/>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10</a:t>
            </a:r>
          </a:p>
        </p:txBody>
      </p:sp>
      <p:sp>
        <p:nvSpPr>
          <p:cNvPr id="27" name="text:$100.50"/>
          <p:cNvSpPr txBox="1"/>
          <p:nvPr/>
        </p:nvSpPr>
        <p:spPr>
          <a:xfrm>
            <a:off x="3383280" y="3108960"/>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$100.50</a:t>
            </a:r>
          </a:p>
        </p:txBody>
      </p:sp>
      <p:sp>
        <p:nvSpPr>
          <p:cNvPr id="28" name="Rounded Rectangle 27"/>
          <p:cNvSpPr/>
          <p:nvPr/>
        </p:nvSpPr>
        <p:spPr>
          <a:xfrm>
            <a:off x="4160520" y="3099815"/>
            <a:ext cx="1133856" cy="274320"/>
          </a:xfrm>
          <a:prstGeom prst="roundRect">
            <a:avLst>
              <a:gd name="adj" fmla="val 20000"/>
            </a:avLst>
          </a:prstGeom>
          <a:noFill/>
          <a:ln w="1270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8"/>
          <p:cNvSpPr txBox="1"/>
          <p:nvPr/>
        </p:nvSpPr>
        <p:spPr>
          <a:xfrm>
            <a:off x="5349240" y="3108960"/>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8</a:t>
            </a:r>
          </a:p>
        </p:txBody>
      </p:sp>
      <p:cxnSp>
        <p:nvCxnSpPr>
          <p:cNvPr id="30" name="Connector 29"/>
          <p:cNvCxnSpPr/>
          <p:nvPr/>
        </p:nvCxnSpPr>
        <p:spPr>
          <a:xfrm>
            <a:off x="3246120" y="1920240"/>
            <a:ext cx="0" cy="384048"/>
          </a:xfrm>
          <a:prstGeom prst="line">
            <a:avLst/>
          </a:prstGeom>
          <a:ln w="10160">
            <a:solidFill>
              <a:srgbClr val="9A9AA2"/>
            </a:solidFill>
          </a:ln>
        </p:spPr>
        <p:style>
          <a:lnRef idx="2">
            <a:schemeClr val="accent1"/>
          </a:lnRef>
          <a:fillRef idx="0">
            <a:schemeClr val="accent1"/>
          </a:fillRef>
          <a:effectRef idx="1">
            <a:schemeClr val="accent1"/>
          </a:effectRef>
          <a:fontRef idx="minor">
            <a:schemeClr val="tx1"/>
          </a:fontRef>
        </p:style>
      </p:cxnSp>
      <p:sp>
        <p:nvSpPr>
          <p:cNvPr id="31" name="text:spread $0.20"/>
          <p:cNvSpPr txBox="1"/>
          <p:nvPr/>
        </p:nvSpPr>
        <p:spPr>
          <a:xfrm>
            <a:off x="2286000" y="3749039"/>
            <a:ext cx="1920240" cy="228600"/>
          </a:xfrm>
          <a:prstGeom prst="rect">
            <a:avLst/>
          </a:prstGeom>
          <a:noFill/>
        </p:spPr>
        <p:txBody>
          <a:bodyPr wrap="square" lIns="9144" rIns="9144" tIns="0" bIns="0">
            <a:spAutoFit/>
          </a:bodyPr>
          <a:lstStyle/>
          <a:p>
            <a:pPr algn="ctr">
              <a:lnSpc>
                <a:spcPct val="106000"/>
              </a:lnSpc>
              <a:spcAft>
                <a:spcPts val="400"/>
              </a:spcAft>
              <a:defRPr sz="1200" b="0">
                <a:solidFill>
                  <a:srgbClr val="F2F5F8"/>
                </a:solidFill>
                <a:latin typeface="Helvetica Neue"/>
              </a:defRPr>
            </a:pPr>
            <a:r>
              <a:t>spread $0.20</a:t>
            </a:r>
          </a:p>
        </p:txBody>
      </p:sp>
      <p:sp>
        <p:nvSpPr>
          <p:cNvPr id="32" name="text:mid $100.00"/>
          <p:cNvSpPr txBox="1"/>
          <p:nvPr/>
        </p:nvSpPr>
        <p:spPr>
          <a:xfrm>
            <a:off x="2286000" y="4023360"/>
            <a:ext cx="1920240" cy="22860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mid $100.00</a:t>
            </a:r>
          </a:p>
        </p:txBody>
      </p:sp>
      <p:sp>
        <p:nvSpPr>
          <p:cNvPr id="33" name="Rounded Rectangle 32"/>
          <p:cNvSpPr/>
          <p:nvPr/>
        </p:nvSpPr>
        <p:spPr>
          <a:xfrm>
            <a:off x="6172200" y="1463040"/>
            <a:ext cx="2468880" cy="1417320"/>
          </a:xfrm>
          <a:prstGeom prst="roundRect">
            <a:avLst>
              <a:gd name="adj" fmla="val 9032"/>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SPREAD"/>
          <p:cNvSpPr txBox="1"/>
          <p:nvPr/>
        </p:nvSpPr>
        <p:spPr>
          <a:xfrm>
            <a:off x="6327648" y="1554480"/>
            <a:ext cx="219456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SPREAD</a:t>
            </a:r>
          </a:p>
        </p:txBody>
      </p:sp>
      <p:sp>
        <p:nvSpPr>
          <p:cNvPr id="35" name="text:$0.20"/>
          <p:cNvSpPr txBox="1"/>
          <p:nvPr/>
        </p:nvSpPr>
        <p:spPr>
          <a:xfrm>
            <a:off x="6327648" y="178308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$0.20</a:t>
            </a:r>
          </a:p>
        </p:txBody>
      </p:sp>
      <p:sp>
        <p:nvSpPr>
          <p:cNvPr id="36" name="text:20 bps of the mid"/>
          <p:cNvSpPr txBox="1"/>
          <p:nvPr/>
        </p:nvSpPr>
        <p:spPr>
          <a:xfrm>
            <a:off x="6327648" y="2176272"/>
            <a:ext cx="2194560" cy="18288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20 bps of the mid</a:t>
            </a:r>
          </a:p>
        </p:txBody>
      </p:sp>
      <p:sp>
        <p:nvSpPr>
          <p:cNvPr id="37" name="text:spread = best ask - best bid"/>
          <p:cNvSpPr txBox="1"/>
          <p:nvPr/>
        </p:nvSpPr>
        <p:spPr>
          <a:xfrm>
            <a:off x="6327648" y="2377440"/>
            <a:ext cx="2194560" cy="457200"/>
          </a:xfrm>
          <a:prstGeom prst="rect">
            <a:avLst/>
          </a:prstGeom>
          <a:noFill/>
        </p:spPr>
        <p:txBody>
          <a:bodyPr wrap="square" lIns="9144" rIns="9144" tIns="0" bIns="0">
            <a:spAutoFit/>
          </a:bodyPr>
          <a:lstStyle/>
          <a:p>
            <a:pPr>
              <a:lnSpc>
                <a:spcPct val="100000"/>
              </a:lnSpc>
              <a:spcAft>
                <a:spcPts val="400"/>
              </a:spcAft>
              <a:defRPr sz="850" b="0">
                <a:solidFill>
                  <a:srgbClr val="9A9AA2"/>
                </a:solidFill>
                <a:latin typeface="Menlo"/>
              </a:defRPr>
            </a:pPr>
            <a:r>
              <a:t>spread = best ask - best bid</a:t>
            </a:r>
          </a:p>
        </p:txBody>
      </p:sp>
      <p:sp>
        <p:nvSpPr>
          <p:cNvPr id="38" name="Rounded Rectangle 37"/>
          <p:cNvSpPr/>
          <p:nvPr/>
        </p:nvSpPr>
        <p:spPr>
          <a:xfrm>
            <a:off x="6172200" y="2971800"/>
            <a:ext cx="2468880" cy="1417320"/>
          </a:xfrm>
          <a:prstGeom prst="roundRect">
            <a:avLst>
              <a:gd name="adj" fmla="val 9032"/>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DEPTH WITHIN 25 BPS"/>
          <p:cNvSpPr txBox="1"/>
          <p:nvPr/>
        </p:nvSpPr>
        <p:spPr>
          <a:xfrm>
            <a:off x="6327648" y="3063240"/>
            <a:ext cx="219456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DEPTH WITHIN 25 BPS</a:t>
            </a:r>
          </a:p>
        </p:txBody>
      </p:sp>
      <p:sp>
        <p:nvSpPr>
          <p:cNvPr id="40" name="text:10 bid / 7 ask"/>
          <p:cNvSpPr txBox="1"/>
          <p:nvPr/>
        </p:nvSpPr>
        <p:spPr>
          <a:xfrm>
            <a:off x="6327648" y="3291840"/>
            <a:ext cx="2194560" cy="365760"/>
          </a:xfrm>
          <a:prstGeom prst="rect">
            <a:avLst/>
          </a:prstGeom>
          <a:noFill/>
        </p:spPr>
        <p:txBody>
          <a:bodyPr wrap="square" lIns="9144" rIns="9144" tIns="0" bIns="0">
            <a:spAutoFit/>
          </a:bodyPr>
          <a:lstStyle/>
          <a:p>
            <a:pPr>
              <a:lnSpc>
                <a:spcPct val="106000"/>
              </a:lnSpc>
              <a:spcAft>
                <a:spcPts val="400"/>
              </a:spcAft>
              <a:defRPr sz="1700" b="0">
                <a:solidFill>
                  <a:srgbClr val="F2F5F8"/>
                </a:solidFill>
                <a:latin typeface="Helvetica Neue"/>
              </a:defRPr>
            </a:pPr>
            <a:r>
              <a:t>10 bid / 7 ask</a:t>
            </a:r>
          </a:p>
        </p:txBody>
      </p:sp>
      <p:sp>
        <p:nvSpPr>
          <p:cNvPr id="41" name="text:size inside the dashed rows"/>
          <p:cNvSpPr txBox="1"/>
          <p:nvPr/>
        </p:nvSpPr>
        <p:spPr>
          <a:xfrm>
            <a:off x="6327648" y="3685032"/>
            <a:ext cx="2194560" cy="18288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size inside the dashed rows</a:t>
            </a:r>
          </a:p>
        </p:txBody>
      </p:sp>
      <p:sp>
        <p:nvSpPr>
          <p:cNvPr id="42" name="text:depth = size standing within a band "/>
          <p:cNvSpPr txBox="1"/>
          <p:nvPr/>
        </p:nvSpPr>
        <p:spPr>
          <a:xfrm>
            <a:off x="6327648" y="3886200"/>
            <a:ext cx="2194560" cy="457200"/>
          </a:xfrm>
          <a:prstGeom prst="rect">
            <a:avLst/>
          </a:prstGeom>
          <a:noFill/>
        </p:spPr>
        <p:txBody>
          <a:bodyPr wrap="square" lIns="9144" rIns="9144" tIns="0" bIns="0">
            <a:spAutoFit/>
          </a:bodyPr>
          <a:lstStyle/>
          <a:p>
            <a:pPr>
              <a:lnSpc>
                <a:spcPct val="100000"/>
              </a:lnSpc>
              <a:spcAft>
                <a:spcPts val="400"/>
              </a:spcAft>
              <a:defRPr sz="850" b="0">
                <a:solidFill>
                  <a:srgbClr val="9A9AA2"/>
                </a:solidFill>
                <a:latin typeface="Menlo"/>
              </a:defRPr>
            </a:pPr>
            <a:r>
              <a:t>depth = size standing within a band of the mid</a:t>
            </a:r>
          </a:p>
        </p:txBody>
      </p:sp>
      <p:sp>
        <p:nvSpPr>
          <p:cNvPr id="43" name="text:A wide spread or thin depth means tr"/>
          <p:cNvSpPr txBox="1"/>
          <p:nvPr/>
        </p:nvSpPr>
        <p:spPr>
          <a:xfrm>
            <a:off x="548640" y="4462272"/>
            <a:ext cx="7772400" cy="182880"/>
          </a:xfrm>
          <a:prstGeom prst="rect">
            <a:avLst/>
          </a:prstGeom>
          <a:noFill/>
        </p:spPr>
        <p:txBody>
          <a:bodyPr wrap="square" lIns="9144" rIns="9144" tIns="0" bIns="0">
            <a:spAutoFit/>
          </a:bodyPr>
          <a:lstStyle/>
          <a:p>
            <a:pPr>
              <a:lnSpc>
                <a:spcPct val="106000"/>
              </a:lnSpc>
              <a:spcAft>
                <a:spcPts val="400"/>
              </a:spcAft>
              <a:defRPr sz="1050" b="0">
                <a:solidFill>
                  <a:srgbClr val="3DDC97"/>
                </a:solidFill>
                <a:latin typeface="Helvetica Neue"/>
              </a:defRPr>
            </a:pPr>
            <a:r>
              <a:t>A wide spread or thin depth means trading costs more.</a:t>
            </a:r>
          </a:p>
        </p:txBody>
      </p:sp>
      <p:sp>
        <p:nvSpPr>
          <p:cNvPr id="44" name="text:Illustrative book, same as the last "/>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book, same as the last 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Imbalance and microprice"/>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Imbalance and microprice</a:t>
            </a:r>
          </a:p>
        </p:txBody>
      </p:sp>
      <p:sp>
        <p:nvSpPr>
          <p:cNvPr id="3" name="text:Which side is heavier, and where do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Which side is heavier, and where does the fair price lean?</a:t>
            </a:r>
          </a:p>
        </p:txBody>
      </p:sp>
      <p:sp>
        <p:nvSpPr>
          <p:cNvPr id="4" name="text: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7</a:t>
            </a:r>
          </a:p>
        </p:txBody>
      </p:sp>
      <p:sp>
        <p:nvSpPr>
          <p:cNvPr id="5" name="Rounded Rectangle 4"/>
          <p:cNvSpPr/>
          <p:nvPr/>
        </p:nvSpPr>
        <p:spPr>
          <a:xfrm>
            <a:off x="548640" y="1463040"/>
            <a:ext cx="5394960" cy="2926080"/>
          </a:xfrm>
          <a:prstGeom prst="roundRect">
            <a:avLst>
              <a:gd name="adj" fmla="val 437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IDS"/>
          <p:cNvSpPr txBox="1"/>
          <p:nvPr/>
        </p:nvSpPr>
        <p:spPr>
          <a:xfrm>
            <a:off x="777240" y="1600200"/>
            <a:ext cx="237744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BIDS</a:t>
            </a:r>
          </a:p>
        </p:txBody>
      </p:sp>
      <p:sp>
        <p:nvSpPr>
          <p:cNvPr id="7" name="text:ASKS"/>
          <p:cNvSpPr txBox="1"/>
          <p:nvPr/>
        </p:nvSpPr>
        <p:spPr>
          <a:xfrm>
            <a:off x="3383280" y="1600200"/>
            <a:ext cx="237744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ASKS</a:t>
            </a:r>
          </a:p>
        </p:txBody>
      </p:sp>
      <p:sp>
        <p:nvSpPr>
          <p:cNvPr id="8" name="text:$99.90"/>
          <p:cNvSpPr txBox="1"/>
          <p:nvPr/>
        </p:nvSpPr>
        <p:spPr>
          <a:xfrm>
            <a:off x="777240" y="1975104"/>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$99.90</a:t>
            </a:r>
          </a:p>
        </p:txBody>
      </p:sp>
      <p:sp>
        <p:nvSpPr>
          <p:cNvPr id="9" name="Rounded Rectangle 8"/>
          <p:cNvSpPr/>
          <p:nvPr/>
        </p:nvSpPr>
        <p:spPr>
          <a:xfrm>
            <a:off x="1554480" y="1965960"/>
            <a:ext cx="566928" cy="274320"/>
          </a:xfrm>
          <a:prstGeom prst="roundRect">
            <a:avLst>
              <a:gd name="adj" fmla="val 20000"/>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4"/>
          <p:cNvSpPr txBox="1"/>
          <p:nvPr/>
        </p:nvSpPr>
        <p:spPr>
          <a:xfrm>
            <a:off x="2176272" y="1975104"/>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4</a:t>
            </a:r>
          </a:p>
        </p:txBody>
      </p:sp>
      <p:sp>
        <p:nvSpPr>
          <p:cNvPr id="11" name="text:$100.10"/>
          <p:cNvSpPr txBox="1"/>
          <p:nvPr/>
        </p:nvSpPr>
        <p:spPr>
          <a:xfrm>
            <a:off x="3383280" y="1975104"/>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$100.10</a:t>
            </a:r>
          </a:p>
        </p:txBody>
      </p:sp>
      <p:sp>
        <p:nvSpPr>
          <p:cNvPr id="12" name="Rounded Rectangle 11"/>
          <p:cNvSpPr/>
          <p:nvPr/>
        </p:nvSpPr>
        <p:spPr>
          <a:xfrm>
            <a:off x="4160520" y="1965960"/>
            <a:ext cx="283464" cy="274320"/>
          </a:xfrm>
          <a:prstGeom prst="roundRect">
            <a:avLst>
              <a:gd name="adj" fmla="val 20000"/>
            </a:avLst>
          </a:prstGeom>
          <a:noFill/>
          <a:ln w="1270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2"/>
          <p:cNvSpPr txBox="1"/>
          <p:nvPr/>
        </p:nvSpPr>
        <p:spPr>
          <a:xfrm>
            <a:off x="4498847" y="1975104"/>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2</a:t>
            </a:r>
          </a:p>
        </p:txBody>
      </p:sp>
      <p:sp>
        <p:nvSpPr>
          <p:cNvPr id="14" name="text:$99.80"/>
          <p:cNvSpPr txBox="1"/>
          <p:nvPr/>
        </p:nvSpPr>
        <p:spPr>
          <a:xfrm>
            <a:off x="777240" y="2542032"/>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$99.80</a:t>
            </a:r>
          </a:p>
        </p:txBody>
      </p:sp>
      <p:sp>
        <p:nvSpPr>
          <p:cNvPr id="15" name="Rounded Rectangle 14"/>
          <p:cNvSpPr/>
          <p:nvPr/>
        </p:nvSpPr>
        <p:spPr>
          <a:xfrm>
            <a:off x="1554480" y="2532888"/>
            <a:ext cx="850392" cy="274320"/>
          </a:xfrm>
          <a:prstGeom prst="roundRect">
            <a:avLst>
              <a:gd name="adj" fmla="val 20000"/>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6"/>
          <p:cNvSpPr txBox="1"/>
          <p:nvPr/>
        </p:nvSpPr>
        <p:spPr>
          <a:xfrm>
            <a:off x="2459736" y="2542032"/>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6</a:t>
            </a:r>
          </a:p>
        </p:txBody>
      </p:sp>
      <p:sp>
        <p:nvSpPr>
          <p:cNvPr id="17" name="text:$100.20"/>
          <p:cNvSpPr txBox="1"/>
          <p:nvPr/>
        </p:nvSpPr>
        <p:spPr>
          <a:xfrm>
            <a:off x="3383280" y="2542032"/>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$100.20</a:t>
            </a:r>
          </a:p>
        </p:txBody>
      </p:sp>
      <p:sp>
        <p:nvSpPr>
          <p:cNvPr id="18" name="Rounded Rectangle 17"/>
          <p:cNvSpPr/>
          <p:nvPr/>
        </p:nvSpPr>
        <p:spPr>
          <a:xfrm>
            <a:off x="4160520" y="2532888"/>
            <a:ext cx="708660" cy="274320"/>
          </a:xfrm>
          <a:prstGeom prst="roundRect">
            <a:avLst>
              <a:gd name="adj" fmla="val 20000"/>
            </a:avLst>
          </a:prstGeom>
          <a:noFill/>
          <a:ln w="1270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5"/>
          <p:cNvSpPr txBox="1"/>
          <p:nvPr/>
        </p:nvSpPr>
        <p:spPr>
          <a:xfrm>
            <a:off x="4924044" y="2542032"/>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5</a:t>
            </a:r>
          </a:p>
        </p:txBody>
      </p:sp>
      <p:sp>
        <p:nvSpPr>
          <p:cNvPr id="20" name="text:$99.60"/>
          <p:cNvSpPr txBox="1"/>
          <p:nvPr/>
        </p:nvSpPr>
        <p:spPr>
          <a:xfrm>
            <a:off x="777240" y="3108960"/>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$99.60</a:t>
            </a:r>
          </a:p>
        </p:txBody>
      </p:sp>
      <p:sp>
        <p:nvSpPr>
          <p:cNvPr id="21" name="Rounded Rectangle 20"/>
          <p:cNvSpPr/>
          <p:nvPr/>
        </p:nvSpPr>
        <p:spPr>
          <a:xfrm>
            <a:off x="1554480" y="3099815"/>
            <a:ext cx="1417320" cy="274320"/>
          </a:xfrm>
          <a:prstGeom prst="roundRect">
            <a:avLst>
              <a:gd name="adj" fmla="val 20000"/>
            </a:avLst>
          </a:prstGeom>
          <a:noFill/>
          <a:ln w="1270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10"/>
          <p:cNvSpPr txBox="1"/>
          <p:nvPr/>
        </p:nvSpPr>
        <p:spPr>
          <a:xfrm>
            <a:off x="3026664" y="3108960"/>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10</a:t>
            </a:r>
          </a:p>
        </p:txBody>
      </p:sp>
      <p:sp>
        <p:nvSpPr>
          <p:cNvPr id="23" name="text:$100.50"/>
          <p:cNvSpPr txBox="1"/>
          <p:nvPr/>
        </p:nvSpPr>
        <p:spPr>
          <a:xfrm>
            <a:off x="3383280" y="3108960"/>
            <a:ext cx="731520"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$100.50</a:t>
            </a:r>
          </a:p>
        </p:txBody>
      </p:sp>
      <p:sp>
        <p:nvSpPr>
          <p:cNvPr id="24" name="Rounded Rectangle 23"/>
          <p:cNvSpPr/>
          <p:nvPr/>
        </p:nvSpPr>
        <p:spPr>
          <a:xfrm>
            <a:off x="4160520" y="3099815"/>
            <a:ext cx="1133856" cy="274320"/>
          </a:xfrm>
          <a:prstGeom prst="roundRect">
            <a:avLst>
              <a:gd name="adj" fmla="val 20000"/>
            </a:avLst>
          </a:prstGeom>
          <a:noFill/>
          <a:ln w="1270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8"/>
          <p:cNvSpPr txBox="1"/>
          <p:nvPr/>
        </p:nvSpPr>
        <p:spPr>
          <a:xfrm>
            <a:off x="5349240" y="3108960"/>
            <a:ext cx="36576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8</a:t>
            </a:r>
          </a:p>
        </p:txBody>
      </p:sp>
      <p:sp>
        <p:nvSpPr>
          <p:cNvPr id="26" name="text:top bid size 4  versus  top ask size"/>
          <p:cNvSpPr txBox="1"/>
          <p:nvPr/>
        </p:nvSpPr>
        <p:spPr>
          <a:xfrm>
            <a:off x="777240" y="3657600"/>
            <a:ext cx="4937760" cy="22860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top bid size 4  versus  top ask size 2</a:t>
            </a:r>
          </a:p>
        </p:txBody>
      </p:sp>
      <p:sp>
        <p:nvSpPr>
          <p:cNvPr id="27" name="Rounded Rectangle 26"/>
          <p:cNvSpPr/>
          <p:nvPr/>
        </p:nvSpPr>
        <p:spPr>
          <a:xfrm>
            <a:off x="777240" y="4023360"/>
            <a:ext cx="3230880" cy="201168"/>
          </a:xfrm>
          <a:prstGeom prst="roundRect">
            <a:avLst>
              <a:gd name="adj" fmla="val 22727"/>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008119" y="4023360"/>
            <a:ext cx="1615440" cy="201168"/>
          </a:xfrm>
          <a:prstGeom prst="roundRect">
            <a:avLst>
              <a:gd name="adj" fmla="val 22727"/>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72200" y="1463040"/>
            <a:ext cx="2468880" cy="1417320"/>
          </a:xfrm>
          <a:prstGeom prst="roundRect">
            <a:avLst>
              <a:gd name="adj" fmla="val 9032"/>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IMBALANCE"/>
          <p:cNvSpPr txBox="1"/>
          <p:nvPr/>
        </p:nvSpPr>
        <p:spPr>
          <a:xfrm>
            <a:off x="6327648" y="1554480"/>
            <a:ext cx="219456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IMBALANCE</a:t>
            </a:r>
          </a:p>
        </p:txBody>
      </p:sp>
      <p:sp>
        <p:nvSpPr>
          <p:cNvPr id="31" name="text:+0.33"/>
          <p:cNvSpPr txBox="1"/>
          <p:nvPr/>
        </p:nvSpPr>
        <p:spPr>
          <a:xfrm>
            <a:off x="6327648" y="1783080"/>
            <a:ext cx="2194560" cy="36576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+0.33</a:t>
            </a:r>
          </a:p>
        </p:txBody>
      </p:sp>
      <p:sp>
        <p:nvSpPr>
          <p:cNvPr id="32" name="text:more size on the bid"/>
          <p:cNvSpPr txBox="1"/>
          <p:nvPr/>
        </p:nvSpPr>
        <p:spPr>
          <a:xfrm>
            <a:off x="6327648" y="2176272"/>
            <a:ext cx="2194560" cy="18288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more size on the bid</a:t>
            </a:r>
          </a:p>
        </p:txBody>
      </p:sp>
      <p:sp>
        <p:nvSpPr>
          <p:cNvPr id="33" name="text:imbalance = (bid size - ask size) / "/>
          <p:cNvSpPr txBox="1"/>
          <p:nvPr/>
        </p:nvSpPr>
        <p:spPr>
          <a:xfrm>
            <a:off x="6327648" y="2377440"/>
            <a:ext cx="2194560" cy="457200"/>
          </a:xfrm>
          <a:prstGeom prst="rect">
            <a:avLst/>
          </a:prstGeom>
          <a:noFill/>
        </p:spPr>
        <p:txBody>
          <a:bodyPr wrap="square" lIns="9144" rIns="9144" tIns="0" bIns="0">
            <a:spAutoFit/>
          </a:bodyPr>
          <a:lstStyle/>
          <a:p>
            <a:pPr>
              <a:lnSpc>
                <a:spcPct val="100000"/>
              </a:lnSpc>
              <a:spcAft>
                <a:spcPts val="400"/>
              </a:spcAft>
              <a:defRPr sz="800" b="0">
                <a:solidFill>
                  <a:srgbClr val="9A9AA2"/>
                </a:solidFill>
                <a:latin typeface="Menlo"/>
              </a:defRPr>
            </a:pPr>
            <a:r>
              <a:t>imbalance = (bid size - ask size) / (bid size + ask size)</a:t>
            </a:r>
          </a:p>
        </p:txBody>
      </p:sp>
      <p:sp>
        <p:nvSpPr>
          <p:cNvPr id="34" name="Rounded Rectangle 33"/>
          <p:cNvSpPr/>
          <p:nvPr/>
        </p:nvSpPr>
        <p:spPr>
          <a:xfrm>
            <a:off x="6172200" y="2971800"/>
            <a:ext cx="2468880" cy="1417320"/>
          </a:xfrm>
          <a:prstGeom prst="roundRect">
            <a:avLst>
              <a:gd name="adj" fmla="val 9032"/>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MICROPRICE"/>
          <p:cNvSpPr txBox="1"/>
          <p:nvPr/>
        </p:nvSpPr>
        <p:spPr>
          <a:xfrm>
            <a:off x="6327648" y="3063240"/>
            <a:ext cx="219456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MICROPRICE</a:t>
            </a:r>
          </a:p>
        </p:txBody>
      </p:sp>
      <p:sp>
        <p:nvSpPr>
          <p:cNvPr id="36" name="text:$100.033"/>
          <p:cNvSpPr txBox="1"/>
          <p:nvPr/>
        </p:nvSpPr>
        <p:spPr>
          <a:xfrm>
            <a:off x="6327648" y="3291840"/>
            <a:ext cx="2194560" cy="36576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$100.033</a:t>
            </a:r>
          </a:p>
        </p:txBody>
      </p:sp>
      <p:sp>
        <p:nvSpPr>
          <p:cNvPr id="37" name="text:mid is $100.00: it leans up"/>
          <p:cNvSpPr txBox="1"/>
          <p:nvPr/>
        </p:nvSpPr>
        <p:spPr>
          <a:xfrm>
            <a:off x="6327648" y="3685032"/>
            <a:ext cx="2194560" cy="18288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mid is $100.00: it leans up</a:t>
            </a:r>
          </a:p>
        </p:txBody>
      </p:sp>
      <p:sp>
        <p:nvSpPr>
          <p:cNvPr id="38" name="text:microprice = size-weighted mid, lean"/>
          <p:cNvSpPr txBox="1"/>
          <p:nvPr/>
        </p:nvSpPr>
        <p:spPr>
          <a:xfrm>
            <a:off x="6327648" y="3886200"/>
            <a:ext cx="2194560" cy="457200"/>
          </a:xfrm>
          <a:prstGeom prst="rect">
            <a:avLst/>
          </a:prstGeom>
          <a:noFill/>
        </p:spPr>
        <p:txBody>
          <a:bodyPr wrap="square" lIns="9144" rIns="9144" tIns="0" bIns="0">
            <a:spAutoFit/>
          </a:bodyPr>
          <a:lstStyle/>
          <a:p>
            <a:pPr>
              <a:lnSpc>
                <a:spcPct val="100000"/>
              </a:lnSpc>
              <a:spcAft>
                <a:spcPts val="400"/>
              </a:spcAft>
              <a:defRPr sz="800" b="0">
                <a:solidFill>
                  <a:srgbClr val="9A9AA2"/>
                </a:solidFill>
                <a:latin typeface="Menlo"/>
              </a:defRPr>
            </a:pPr>
            <a:r>
              <a:t>microprice = size-weighted mid, leaning to the thinner side</a:t>
            </a:r>
          </a:p>
        </p:txBody>
      </p:sp>
      <p:sp>
        <p:nvSpPr>
          <p:cNvPr id="39" name="text:Positive imbalance means more buyers"/>
          <p:cNvSpPr txBox="1"/>
          <p:nvPr/>
        </p:nvSpPr>
        <p:spPr>
          <a:xfrm>
            <a:off x="548640" y="4462272"/>
            <a:ext cx="7772400" cy="182880"/>
          </a:xfrm>
          <a:prstGeom prst="rect">
            <a:avLst/>
          </a:prstGeom>
          <a:noFill/>
        </p:spPr>
        <p:txBody>
          <a:bodyPr wrap="square" lIns="9144" rIns="9144" tIns="0" bIns="0">
            <a:spAutoFit/>
          </a:bodyPr>
          <a:lstStyle/>
          <a:p>
            <a:pPr>
              <a:lnSpc>
                <a:spcPct val="106000"/>
              </a:lnSpc>
              <a:spcAft>
                <a:spcPts val="400"/>
              </a:spcAft>
              <a:defRPr sz="1050" b="0">
                <a:solidFill>
                  <a:srgbClr val="3DDC97"/>
                </a:solidFill>
                <a:latin typeface="Helvetica Neue"/>
              </a:defRPr>
            </a:pPr>
            <a:r>
              <a:t>Positive imbalance means more buyers waiting than sellers.</a:t>
            </a:r>
          </a:p>
        </p:txBody>
      </p:sp>
      <p:sp>
        <p:nvSpPr>
          <p:cNvPr id="40" name="text:Illustrative book, top of book only."/>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book, top of book only.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Order flow imbalance"/>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Order flow imbalance</a:t>
            </a:r>
          </a:p>
        </p:txBody>
      </p:sp>
      <p:sp>
        <p:nvSpPr>
          <p:cNvPr id="3" name="text:Not how the book looks, but how it c"/>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Not how the book looks, but how it changed.</a:t>
            </a:r>
          </a:p>
        </p:txBody>
      </p:sp>
      <p:sp>
        <p:nvSpPr>
          <p:cNvPr id="4" name="text: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8</a:t>
            </a:r>
          </a:p>
        </p:txBody>
      </p:sp>
      <p:sp>
        <p:nvSpPr>
          <p:cNvPr id="5" name="Rounded Rectangle 4"/>
          <p:cNvSpPr/>
          <p:nvPr/>
        </p:nvSpPr>
        <p:spPr>
          <a:xfrm>
            <a:off x="548640" y="1508760"/>
            <a:ext cx="2606040" cy="2743200"/>
          </a:xfrm>
          <a:prstGeom prst="roundRect">
            <a:avLst>
              <a:gd name="adj" fmla="val 4912"/>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UY PRESSURE"/>
          <p:cNvSpPr txBox="1"/>
          <p:nvPr/>
        </p:nvSpPr>
        <p:spPr>
          <a:xfrm>
            <a:off x="731520" y="1627632"/>
            <a:ext cx="2194560" cy="182880"/>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BUY PRESSURE</a:t>
            </a:r>
          </a:p>
        </p:txBody>
      </p:sp>
      <p:sp>
        <p:nvSpPr>
          <p:cNvPr id="7" name="text:bid grows or ask shrinks"/>
          <p:cNvSpPr txBox="1"/>
          <p:nvPr/>
        </p:nvSpPr>
        <p:spPr>
          <a:xfrm>
            <a:off x="731520" y="1874519"/>
            <a:ext cx="2286000" cy="45720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bid grows or ask shrinks</a:t>
            </a:r>
          </a:p>
        </p:txBody>
      </p:sp>
      <p:sp>
        <p:nvSpPr>
          <p:cNvPr id="8" name="Rounded Rectangle 7"/>
          <p:cNvSpPr/>
          <p:nvPr/>
        </p:nvSpPr>
        <p:spPr>
          <a:xfrm>
            <a:off x="1051560" y="3300984"/>
            <a:ext cx="502920" cy="493776"/>
          </a:xfrm>
          <a:prstGeom prst="roundRect">
            <a:avLst>
              <a:gd name="adj" fmla="val 7407"/>
            </a:avLst>
          </a:prstGeom>
          <a:noFill/>
          <a:ln w="10160">
            <a:solidFill>
              <a:srgbClr val="7777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65960" y="2752344"/>
            <a:ext cx="502920" cy="1042415"/>
          </a:xfrm>
          <a:prstGeom prst="roundRect">
            <a:avLst>
              <a:gd name="adj" fmla="val 7272"/>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a:off x="1572768" y="3246120"/>
            <a:ext cx="347472" cy="0"/>
          </a:xfrm>
          <a:prstGeom prst="line">
            <a:avLst/>
          </a:prstGeom>
          <a:ln w="10160">
            <a:solidFill>
              <a:srgbClr val="9A9A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efore"/>
          <p:cNvSpPr txBox="1"/>
          <p:nvPr/>
        </p:nvSpPr>
        <p:spPr>
          <a:xfrm>
            <a:off x="914400" y="3840480"/>
            <a:ext cx="777240" cy="164592"/>
          </a:xfrm>
          <a:prstGeom prst="rect">
            <a:avLst/>
          </a:prstGeom>
          <a:noFill/>
        </p:spPr>
        <p:txBody>
          <a:bodyPr wrap="square" lIns="9144" rIns="9144" tIns="0" bIns="0">
            <a:spAutoFit/>
          </a:bodyPr>
          <a:lstStyle/>
          <a:p>
            <a:pPr algn="ctr">
              <a:lnSpc>
                <a:spcPct val="106000"/>
              </a:lnSpc>
              <a:spcAft>
                <a:spcPts val="400"/>
              </a:spcAft>
              <a:defRPr sz="850" b="0">
                <a:solidFill>
                  <a:srgbClr val="9A9AA2"/>
                </a:solidFill>
                <a:latin typeface="Helvetica Neue"/>
              </a:defRPr>
            </a:pPr>
            <a:r>
              <a:t>before</a:t>
            </a:r>
          </a:p>
        </p:txBody>
      </p:sp>
      <p:sp>
        <p:nvSpPr>
          <p:cNvPr id="12" name="text:after"/>
          <p:cNvSpPr txBox="1"/>
          <p:nvPr/>
        </p:nvSpPr>
        <p:spPr>
          <a:xfrm>
            <a:off x="1828800" y="3840480"/>
            <a:ext cx="777240" cy="164592"/>
          </a:xfrm>
          <a:prstGeom prst="rect">
            <a:avLst/>
          </a:prstGeom>
          <a:noFill/>
        </p:spPr>
        <p:txBody>
          <a:bodyPr wrap="square" lIns="9144" rIns="9144" tIns="0" bIns="0">
            <a:spAutoFit/>
          </a:bodyPr>
          <a:lstStyle/>
          <a:p>
            <a:pPr algn="ctr">
              <a:lnSpc>
                <a:spcPct val="106000"/>
              </a:lnSpc>
              <a:spcAft>
                <a:spcPts val="400"/>
              </a:spcAft>
              <a:defRPr sz="850" b="0">
                <a:solidFill>
                  <a:srgbClr val="3DDC97"/>
                </a:solidFill>
                <a:latin typeface="Helvetica Neue"/>
              </a:defRPr>
            </a:pPr>
            <a:r>
              <a:t>after</a:t>
            </a:r>
          </a:p>
        </p:txBody>
      </p:sp>
      <p:sp>
        <p:nvSpPr>
          <p:cNvPr id="13" name="Rounded Rectangle 12"/>
          <p:cNvSpPr/>
          <p:nvPr/>
        </p:nvSpPr>
        <p:spPr>
          <a:xfrm>
            <a:off x="3291840" y="1508760"/>
            <a:ext cx="2606040" cy="2743200"/>
          </a:xfrm>
          <a:prstGeom prst="roundRect">
            <a:avLst>
              <a:gd name="adj" fmla="val 4912"/>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SELL PRESSURE"/>
          <p:cNvSpPr txBox="1"/>
          <p:nvPr/>
        </p:nvSpPr>
        <p:spPr>
          <a:xfrm>
            <a:off x="3474720" y="1627632"/>
            <a:ext cx="2194560" cy="182880"/>
          </a:xfrm>
          <a:prstGeom prst="rect">
            <a:avLst/>
          </a:prstGeom>
          <a:noFill/>
        </p:spPr>
        <p:txBody>
          <a:bodyPr wrap="square" lIns="9144" rIns="9144" tIns="0" bIns="0">
            <a:spAutoFit/>
          </a:bodyPr>
          <a:lstStyle/>
          <a:p>
            <a:pPr>
              <a:lnSpc>
                <a:spcPct val="106000"/>
              </a:lnSpc>
              <a:spcAft>
                <a:spcPts val="400"/>
              </a:spcAft>
              <a:defRPr sz="1000" b="0">
                <a:solidFill>
                  <a:srgbClr val="FD51FC"/>
                </a:solidFill>
                <a:latin typeface="Helvetica Neue"/>
              </a:defRPr>
            </a:pPr>
            <a:r>
              <a:t>SELL PRESSURE</a:t>
            </a:r>
          </a:p>
        </p:txBody>
      </p:sp>
      <p:sp>
        <p:nvSpPr>
          <p:cNvPr id="15" name="text:bid shrinks or ask grows"/>
          <p:cNvSpPr txBox="1"/>
          <p:nvPr/>
        </p:nvSpPr>
        <p:spPr>
          <a:xfrm>
            <a:off x="3474720" y="1874519"/>
            <a:ext cx="2286000" cy="45720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bid shrinks or ask grows</a:t>
            </a:r>
          </a:p>
        </p:txBody>
      </p:sp>
      <p:sp>
        <p:nvSpPr>
          <p:cNvPr id="16" name="Rounded Rectangle 15"/>
          <p:cNvSpPr/>
          <p:nvPr/>
        </p:nvSpPr>
        <p:spPr>
          <a:xfrm>
            <a:off x="3794760" y="2752344"/>
            <a:ext cx="502920" cy="1042415"/>
          </a:xfrm>
          <a:prstGeom prst="roundRect">
            <a:avLst>
              <a:gd name="adj" fmla="val 7272"/>
            </a:avLst>
          </a:prstGeom>
          <a:noFill/>
          <a:ln w="10160">
            <a:solidFill>
              <a:srgbClr val="7777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09160" y="3300984"/>
            <a:ext cx="502920" cy="493776"/>
          </a:xfrm>
          <a:prstGeom prst="roundRect">
            <a:avLst>
              <a:gd name="adj" fmla="val 7407"/>
            </a:avLst>
          </a:prstGeom>
          <a:solidFill>
            <a:srgbClr val="100821"/>
          </a:solid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4315968" y="3246120"/>
            <a:ext cx="347472" cy="0"/>
          </a:xfrm>
          <a:prstGeom prst="line">
            <a:avLst/>
          </a:prstGeom>
          <a:ln w="10160">
            <a:solidFill>
              <a:srgbClr val="9A9A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efore"/>
          <p:cNvSpPr txBox="1"/>
          <p:nvPr/>
        </p:nvSpPr>
        <p:spPr>
          <a:xfrm>
            <a:off x="3657600" y="3840480"/>
            <a:ext cx="777240" cy="164592"/>
          </a:xfrm>
          <a:prstGeom prst="rect">
            <a:avLst/>
          </a:prstGeom>
          <a:noFill/>
        </p:spPr>
        <p:txBody>
          <a:bodyPr wrap="square" lIns="9144" rIns="9144" tIns="0" bIns="0">
            <a:spAutoFit/>
          </a:bodyPr>
          <a:lstStyle/>
          <a:p>
            <a:pPr algn="ctr">
              <a:lnSpc>
                <a:spcPct val="106000"/>
              </a:lnSpc>
              <a:spcAft>
                <a:spcPts val="400"/>
              </a:spcAft>
              <a:defRPr sz="850" b="0">
                <a:solidFill>
                  <a:srgbClr val="9A9AA2"/>
                </a:solidFill>
                <a:latin typeface="Helvetica Neue"/>
              </a:defRPr>
            </a:pPr>
            <a:r>
              <a:t>before</a:t>
            </a:r>
          </a:p>
        </p:txBody>
      </p:sp>
      <p:sp>
        <p:nvSpPr>
          <p:cNvPr id="20" name="text:after"/>
          <p:cNvSpPr txBox="1"/>
          <p:nvPr/>
        </p:nvSpPr>
        <p:spPr>
          <a:xfrm>
            <a:off x="4572000" y="3840480"/>
            <a:ext cx="777240" cy="164592"/>
          </a:xfrm>
          <a:prstGeom prst="rect">
            <a:avLst/>
          </a:prstGeom>
          <a:noFill/>
        </p:spPr>
        <p:txBody>
          <a:bodyPr wrap="square" lIns="9144" rIns="9144" tIns="0" bIns="0">
            <a:spAutoFit/>
          </a:bodyPr>
          <a:lstStyle/>
          <a:p>
            <a:pPr algn="ctr">
              <a:lnSpc>
                <a:spcPct val="106000"/>
              </a:lnSpc>
              <a:spcAft>
                <a:spcPts val="400"/>
              </a:spcAft>
              <a:defRPr sz="850" b="0">
                <a:solidFill>
                  <a:srgbClr val="FD51FC"/>
                </a:solidFill>
                <a:latin typeface="Helvetica Neue"/>
              </a:defRPr>
            </a:pPr>
            <a:r>
              <a:t>after</a:t>
            </a:r>
          </a:p>
        </p:txBody>
      </p:sp>
      <p:sp>
        <p:nvSpPr>
          <p:cNvPr id="21" name="Rounded Rectangle 20"/>
          <p:cNvSpPr/>
          <p:nvPr/>
        </p:nvSpPr>
        <p:spPr>
          <a:xfrm>
            <a:off x="6035040" y="1508760"/>
            <a:ext cx="2606040" cy="2743200"/>
          </a:xfrm>
          <a:prstGeom prst="roundRect">
            <a:avLst>
              <a:gd name="adj" fmla="val 4912"/>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NOTHING"/>
          <p:cNvSpPr txBox="1"/>
          <p:nvPr/>
        </p:nvSpPr>
        <p:spPr>
          <a:xfrm>
            <a:off x="6217920" y="1627632"/>
            <a:ext cx="2194560" cy="1828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NOTHING</a:t>
            </a:r>
          </a:p>
        </p:txBody>
      </p:sp>
      <p:sp>
        <p:nvSpPr>
          <p:cNvPr id="23" name="text:the top of the book did not move"/>
          <p:cNvSpPr txBox="1"/>
          <p:nvPr/>
        </p:nvSpPr>
        <p:spPr>
          <a:xfrm>
            <a:off x="6217920" y="1874519"/>
            <a:ext cx="2286000" cy="45720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the top of the book did not move</a:t>
            </a:r>
          </a:p>
        </p:txBody>
      </p:sp>
      <p:sp>
        <p:nvSpPr>
          <p:cNvPr id="24" name="Rounded Rectangle 23"/>
          <p:cNvSpPr/>
          <p:nvPr/>
        </p:nvSpPr>
        <p:spPr>
          <a:xfrm>
            <a:off x="6537959" y="3026664"/>
            <a:ext cx="502920" cy="768096"/>
          </a:xfrm>
          <a:prstGeom prst="roundRect">
            <a:avLst>
              <a:gd name="adj" fmla="val 7272"/>
            </a:avLst>
          </a:prstGeom>
          <a:noFill/>
          <a:ln w="10160">
            <a:solidFill>
              <a:srgbClr val="7777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52360" y="3026664"/>
            <a:ext cx="502920" cy="768096"/>
          </a:xfrm>
          <a:prstGeom prst="roundRect">
            <a:avLst>
              <a:gd name="adj" fmla="val 7272"/>
            </a:avLst>
          </a:prstGeom>
          <a:noFill/>
          <a:ln w="1524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7059168" y="3246120"/>
            <a:ext cx="347472" cy="0"/>
          </a:xfrm>
          <a:prstGeom prst="line">
            <a:avLst/>
          </a:prstGeom>
          <a:ln w="10160">
            <a:solidFill>
              <a:srgbClr val="9A9A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efore"/>
          <p:cNvSpPr txBox="1"/>
          <p:nvPr/>
        </p:nvSpPr>
        <p:spPr>
          <a:xfrm>
            <a:off x="6400800" y="3840480"/>
            <a:ext cx="777240" cy="164592"/>
          </a:xfrm>
          <a:prstGeom prst="rect">
            <a:avLst/>
          </a:prstGeom>
          <a:noFill/>
        </p:spPr>
        <p:txBody>
          <a:bodyPr wrap="square" lIns="9144" rIns="9144" tIns="0" bIns="0">
            <a:spAutoFit/>
          </a:bodyPr>
          <a:lstStyle/>
          <a:p>
            <a:pPr algn="ctr">
              <a:lnSpc>
                <a:spcPct val="106000"/>
              </a:lnSpc>
              <a:spcAft>
                <a:spcPts val="400"/>
              </a:spcAft>
              <a:defRPr sz="850" b="0">
                <a:solidFill>
                  <a:srgbClr val="9A9AA2"/>
                </a:solidFill>
                <a:latin typeface="Helvetica Neue"/>
              </a:defRPr>
            </a:pPr>
            <a:r>
              <a:t>before</a:t>
            </a:r>
          </a:p>
        </p:txBody>
      </p:sp>
      <p:sp>
        <p:nvSpPr>
          <p:cNvPr id="28" name="text:after"/>
          <p:cNvSpPr txBox="1"/>
          <p:nvPr/>
        </p:nvSpPr>
        <p:spPr>
          <a:xfrm>
            <a:off x="7315200" y="3840480"/>
            <a:ext cx="777240" cy="164592"/>
          </a:xfrm>
          <a:prstGeom prst="rect">
            <a:avLst/>
          </a:prstGeom>
          <a:noFill/>
        </p:spPr>
        <p:txBody>
          <a:bodyPr wrap="square" lIns="9144" rIns="9144" tIns="0" bIns="0">
            <a:spAutoFit/>
          </a:bodyPr>
          <a:lstStyle/>
          <a:p>
            <a:pPr algn="ctr">
              <a:lnSpc>
                <a:spcPct val="106000"/>
              </a:lnSpc>
              <a:spcAft>
                <a:spcPts val="400"/>
              </a:spcAft>
              <a:defRPr sz="850" b="0">
                <a:solidFill>
                  <a:srgbClr val="9A9AA2"/>
                </a:solidFill>
                <a:latin typeface="Helvetica Neue"/>
              </a:defRPr>
            </a:pPr>
            <a:r>
              <a:t>after</a:t>
            </a:r>
          </a:p>
        </p:txBody>
      </p:sp>
      <p:sp>
        <p:nvSpPr>
          <p:cNvPr id="29" name="Rounded Rectangle 28"/>
          <p:cNvSpPr/>
          <p:nvPr/>
        </p:nvSpPr>
        <p:spPr>
          <a:xfrm>
            <a:off x="548640" y="4343400"/>
            <a:ext cx="8092440" cy="347472"/>
          </a:xfrm>
          <a:prstGeom prst="roundRect">
            <a:avLst>
              <a:gd name="adj" fmla="val 36842"/>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Add up the changes between snapshots"/>
          <p:cNvSpPr txBox="1"/>
          <p:nvPr/>
        </p:nvSpPr>
        <p:spPr>
          <a:xfrm>
            <a:off x="731520" y="4343400"/>
            <a:ext cx="7772400" cy="347472"/>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Add up the changes between snapshots. A positive sum means buyers were adding.</a:t>
            </a:r>
          </a:p>
        </p:txBody>
      </p:sp>
      <p:sp>
        <p:nvSpPr>
          <p:cNvPr id="31" name="text:Illustrative. Needs two snapshots of"/>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Needs two snapshots of the book, so it needs a data collection run.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You can only compute it if you can s"/>
          <p:cNvSpPr txBox="1"/>
          <p:nvPr/>
        </p:nvSpPr>
        <p:spPr>
          <a:xfrm>
            <a:off x="457200" y="495604"/>
            <a:ext cx="8229600" cy="548640"/>
          </a:xfrm>
          <a:prstGeom prst="rect">
            <a:avLst/>
          </a:prstGeom>
          <a:noFill/>
        </p:spPr>
        <p:txBody>
          <a:bodyPr wrap="square" lIns="9144" rIns="9144" tIns="0" bIns="0">
            <a:spAutoFit/>
          </a:bodyPr>
          <a:lstStyle/>
          <a:p>
            <a:pPr>
              <a:lnSpc>
                <a:spcPct val="106000"/>
              </a:lnSpc>
              <a:spcAft>
                <a:spcPts val="400"/>
              </a:spcAft>
              <a:defRPr sz="2700" b="0">
                <a:solidFill>
                  <a:srgbClr val="F2F5F8"/>
                </a:solidFill>
                <a:latin typeface="Helvetica Neue"/>
              </a:defRPr>
            </a:pPr>
            <a:r>
              <a:t>You can only compute it if you can see the book</a:t>
            </a:r>
          </a:p>
        </p:txBody>
      </p:sp>
      <p:sp>
        <p:nvSpPr>
          <p:cNvPr id="3" name="text:This is why exchange builders matter"/>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This is why exchange builders matter.</a:t>
            </a:r>
          </a:p>
        </p:txBody>
      </p:sp>
      <p:sp>
        <p:nvSpPr>
          <p:cNvPr id="4" name="text: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9</a:t>
            </a:r>
          </a:p>
        </p:txBody>
      </p:sp>
      <p:sp>
        <p:nvSpPr>
          <p:cNvPr id="5" name="Rounded Rectangle 4"/>
          <p:cNvSpPr/>
          <p:nvPr/>
        </p:nvSpPr>
        <p:spPr>
          <a:xfrm>
            <a:off x="548640" y="1508760"/>
            <a:ext cx="8092440" cy="685800"/>
          </a:xfrm>
          <a:prstGeom prst="roundRect">
            <a:avLst>
              <a:gd name="adj" fmla="val 18666"/>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Venue builders who publish their boo"/>
          <p:cNvSpPr txBox="1"/>
          <p:nvPr/>
        </p:nvSpPr>
        <p:spPr>
          <a:xfrm>
            <a:off x="731520" y="1508760"/>
            <a:ext cx="7772400" cy="685800"/>
          </a:xfrm>
          <a:prstGeom prst="rect">
            <a:avLst/>
          </a:prstGeom>
          <a:noFill/>
        </p:spPr>
        <p:txBody>
          <a:bodyPr wrap="square" lIns="9144" rIns="9144" tIns="0" bIns="0" anchor="ctr">
            <a:spAutoFit/>
          </a:bodyPr>
          <a:lstStyle/>
          <a:p>
            <a:pPr>
              <a:lnSpc>
                <a:spcPct val="106000"/>
              </a:lnSpc>
              <a:spcAft>
                <a:spcPts val="400"/>
              </a:spcAft>
              <a:defRPr sz="1700" b="0">
                <a:solidFill>
                  <a:srgbClr val="F2F5F8"/>
                </a:solidFill>
                <a:latin typeface="Helvetica Neue"/>
              </a:defRPr>
            </a:pPr>
            <a:r>
              <a:t>Venue builders who publish their book make every measure here possible.</a:t>
            </a:r>
          </a:p>
        </p:txBody>
      </p:sp>
      <p:sp>
        <p:nvSpPr>
          <p:cNvPr id="7" name="Rounded Rectangle 6"/>
          <p:cNvSpPr/>
          <p:nvPr/>
        </p:nvSpPr>
        <p:spPr>
          <a:xfrm>
            <a:off x="548640" y="2423160"/>
            <a:ext cx="2606040" cy="2011680"/>
          </a:xfrm>
          <a:prstGeom prst="roundRect">
            <a:avLst>
              <a:gd name="adj" fmla="val 636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1"/>
          <p:cNvSpPr txBox="1"/>
          <p:nvPr/>
        </p:nvSpPr>
        <p:spPr>
          <a:xfrm>
            <a:off x="731520" y="2542032"/>
            <a:ext cx="457200" cy="45720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1</a:t>
            </a:r>
          </a:p>
        </p:txBody>
      </p:sp>
      <p:sp>
        <p:nvSpPr>
          <p:cNvPr id="9" name="text:Spread"/>
          <p:cNvSpPr txBox="1"/>
          <p:nvPr/>
        </p:nvSpPr>
        <p:spPr>
          <a:xfrm>
            <a:off x="731520" y="3154680"/>
            <a:ext cx="2240280" cy="32004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Spread</a:t>
            </a:r>
          </a:p>
        </p:txBody>
      </p:sp>
      <p:sp>
        <p:nvSpPr>
          <p:cNvPr id="10" name="text:needs best bid and best ask"/>
          <p:cNvSpPr txBox="1"/>
          <p:nvPr/>
        </p:nvSpPr>
        <p:spPr>
          <a:xfrm>
            <a:off x="731520" y="3611880"/>
            <a:ext cx="2240280" cy="64008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needs best bid and best ask</a:t>
            </a:r>
          </a:p>
        </p:txBody>
      </p:sp>
      <p:sp>
        <p:nvSpPr>
          <p:cNvPr id="11" name="Rounded Rectangle 10"/>
          <p:cNvSpPr/>
          <p:nvPr/>
        </p:nvSpPr>
        <p:spPr>
          <a:xfrm>
            <a:off x="3291840" y="2423160"/>
            <a:ext cx="2606040" cy="2011680"/>
          </a:xfrm>
          <a:prstGeom prst="roundRect">
            <a:avLst>
              <a:gd name="adj" fmla="val 636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3474720" y="2542032"/>
            <a:ext cx="457200" cy="45720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2</a:t>
            </a:r>
          </a:p>
        </p:txBody>
      </p:sp>
      <p:sp>
        <p:nvSpPr>
          <p:cNvPr id="13" name="text:Depth"/>
          <p:cNvSpPr txBox="1"/>
          <p:nvPr/>
        </p:nvSpPr>
        <p:spPr>
          <a:xfrm>
            <a:off x="3474720" y="3154680"/>
            <a:ext cx="2240280" cy="32004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Depth</a:t>
            </a:r>
          </a:p>
        </p:txBody>
      </p:sp>
      <p:sp>
        <p:nvSpPr>
          <p:cNvPr id="14" name="text:needs the whole ladder"/>
          <p:cNvSpPr txBox="1"/>
          <p:nvPr/>
        </p:nvSpPr>
        <p:spPr>
          <a:xfrm>
            <a:off x="3474720" y="3611880"/>
            <a:ext cx="2240280" cy="64008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needs the whole ladder</a:t>
            </a:r>
          </a:p>
        </p:txBody>
      </p:sp>
      <p:sp>
        <p:nvSpPr>
          <p:cNvPr id="15" name="Rounded Rectangle 14"/>
          <p:cNvSpPr/>
          <p:nvPr/>
        </p:nvSpPr>
        <p:spPr>
          <a:xfrm>
            <a:off x="6035040" y="2423160"/>
            <a:ext cx="2606040" cy="2011680"/>
          </a:xfrm>
          <a:prstGeom prst="roundRect">
            <a:avLst>
              <a:gd name="adj" fmla="val 6363"/>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6217920" y="2542032"/>
            <a:ext cx="457200" cy="45720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3</a:t>
            </a:r>
          </a:p>
        </p:txBody>
      </p:sp>
      <p:sp>
        <p:nvSpPr>
          <p:cNvPr id="17" name="text:Order flow"/>
          <p:cNvSpPr txBox="1"/>
          <p:nvPr/>
        </p:nvSpPr>
        <p:spPr>
          <a:xfrm>
            <a:off x="6217920" y="3154680"/>
            <a:ext cx="2240280" cy="32004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Order flow</a:t>
            </a:r>
          </a:p>
        </p:txBody>
      </p:sp>
      <p:sp>
        <p:nvSpPr>
          <p:cNvPr id="18" name="text:needs the book at two moments"/>
          <p:cNvSpPr txBox="1"/>
          <p:nvPr/>
        </p:nvSpPr>
        <p:spPr>
          <a:xfrm>
            <a:off x="6217920" y="3611880"/>
            <a:ext cx="2240280" cy="64008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needs the book at two moments</a:t>
            </a:r>
          </a:p>
        </p:txBody>
      </p:sp>
      <p:sp>
        <p:nvSpPr>
          <p:cNvPr id="19" name="text:Source: standard order book measures"/>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standard order book measures; the demos compute each one from a real book.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A real Phoenix ladder"/>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A real Phoenix ladder</a:t>
            </a:r>
          </a:p>
        </p:txBody>
      </p:sp>
      <p:sp>
        <p:nvSpPr>
          <p:cNvPr id="3" name="text:SOL/USDC on mainnet, read straight f"/>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SOL/USDC on mainnet, read straight from the market account.</a:t>
            </a:r>
          </a:p>
        </p:txBody>
      </p:sp>
      <p:sp>
        <p:nvSpPr>
          <p:cNvPr id="4" name="text:1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10</a:t>
            </a:r>
          </a:p>
        </p:txBody>
      </p:sp>
      <p:sp>
        <p:nvSpPr>
          <p:cNvPr id="5" name="Rounded Rectangle 4"/>
          <p:cNvSpPr/>
          <p:nvPr/>
        </p:nvSpPr>
        <p:spPr>
          <a:xfrm>
            <a:off x="548640" y="1508760"/>
            <a:ext cx="1828800" cy="1417320"/>
          </a:xfrm>
          <a:prstGeom prst="roundRect">
            <a:avLst>
              <a:gd name="adj" fmla="val 9032"/>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EST BID"/>
          <p:cNvSpPr txBox="1"/>
          <p:nvPr/>
        </p:nvSpPr>
        <p:spPr>
          <a:xfrm>
            <a:off x="713232" y="1645920"/>
            <a:ext cx="160020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BEST BID</a:t>
            </a:r>
          </a:p>
        </p:txBody>
      </p:sp>
      <p:sp>
        <p:nvSpPr>
          <p:cNvPr id="7" name="text:$100.000"/>
          <p:cNvSpPr txBox="1"/>
          <p:nvPr/>
        </p:nvSpPr>
        <p:spPr>
          <a:xfrm>
            <a:off x="713232" y="1920240"/>
            <a:ext cx="1600200" cy="45720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$100.000</a:t>
            </a:r>
          </a:p>
        </p:txBody>
      </p:sp>
      <p:sp>
        <p:nvSpPr>
          <p:cNvPr id="8" name="text:USDC per SOL"/>
          <p:cNvSpPr txBox="1"/>
          <p:nvPr/>
        </p:nvSpPr>
        <p:spPr>
          <a:xfrm>
            <a:off x="713232" y="2578608"/>
            <a:ext cx="1600200" cy="27432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USDC per SOL</a:t>
            </a:r>
          </a:p>
        </p:txBody>
      </p:sp>
      <p:sp>
        <p:nvSpPr>
          <p:cNvPr id="9" name="Rounded Rectangle 8"/>
          <p:cNvSpPr/>
          <p:nvPr/>
        </p:nvSpPr>
        <p:spPr>
          <a:xfrm>
            <a:off x="2636215" y="1508760"/>
            <a:ext cx="1828800" cy="1417320"/>
          </a:xfrm>
          <a:prstGeom prst="roundRect">
            <a:avLst>
              <a:gd name="adj" fmla="val 9032"/>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EST ASK"/>
          <p:cNvSpPr txBox="1"/>
          <p:nvPr/>
        </p:nvSpPr>
        <p:spPr>
          <a:xfrm>
            <a:off x="2800807" y="1645920"/>
            <a:ext cx="16002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BEST ASK</a:t>
            </a:r>
          </a:p>
        </p:txBody>
      </p:sp>
      <p:sp>
        <p:nvSpPr>
          <p:cNvPr id="11" name="text:$117.999"/>
          <p:cNvSpPr txBox="1"/>
          <p:nvPr/>
        </p:nvSpPr>
        <p:spPr>
          <a:xfrm>
            <a:off x="2800807" y="1920240"/>
            <a:ext cx="1600200" cy="45720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$117.999</a:t>
            </a:r>
          </a:p>
        </p:txBody>
      </p:sp>
      <p:sp>
        <p:nvSpPr>
          <p:cNvPr id="12" name="text:USDC per SOL"/>
          <p:cNvSpPr txBox="1"/>
          <p:nvPr/>
        </p:nvSpPr>
        <p:spPr>
          <a:xfrm>
            <a:off x="2800807" y="2578608"/>
            <a:ext cx="1600200" cy="27432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USDC per SOL</a:t>
            </a:r>
          </a:p>
        </p:txBody>
      </p:sp>
      <p:sp>
        <p:nvSpPr>
          <p:cNvPr id="13" name="Rounded Rectangle 12"/>
          <p:cNvSpPr/>
          <p:nvPr/>
        </p:nvSpPr>
        <p:spPr>
          <a:xfrm>
            <a:off x="4723790" y="1508760"/>
            <a:ext cx="1828800" cy="1417320"/>
          </a:xfrm>
          <a:prstGeom prst="roundRect">
            <a:avLst>
              <a:gd name="adj" fmla="val 9032"/>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SPREAD"/>
          <p:cNvSpPr txBox="1"/>
          <p:nvPr/>
        </p:nvSpPr>
        <p:spPr>
          <a:xfrm>
            <a:off x="4888382" y="1645920"/>
            <a:ext cx="1600200" cy="182880"/>
          </a:xfrm>
          <a:prstGeom prst="rect">
            <a:avLst/>
          </a:prstGeom>
          <a:noFill/>
        </p:spPr>
        <p:txBody>
          <a:bodyPr wrap="square" lIns="9144" rIns="9144" tIns="0" bIns="0">
            <a:spAutoFit/>
          </a:bodyPr>
          <a:lstStyle/>
          <a:p>
            <a:pPr>
              <a:lnSpc>
                <a:spcPct val="106000"/>
              </a:lnSpc>
              <a:spcAft>
                <a:spcPts val="400"/>
              </a:spcAft>
              <a:defRPr sz="900" b="0">
                <a:solidFill>
                  <a:srgbClr val="FD51FC"/>
                </a:solidFill>
                <a:latin typeface="Helvetica Neue"/>
              </a:defRPr>
            </a:pPr>
            <a:r>
              <a:t>SPREAD</a:t>
            </a:r>
          </a:p>
        </p:txBody>
      </p:sp>
      <p:sp>
        <p:nvSpPr>
          <p:cNvPr id="15" name="text:1,651 bps"/>
          <p:cNvSpPr txBox="1"/>
          <p:nvPr/>
        </p:nvSpPr>
        <p:spPr>
          <a:xfrm>
            <a:off x="4888382" y="1920240"/>
            <a:ext cx="1600200" cy="45720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1,651 bps</a:t>
            </a:r>
          </a:p>
        </p:txBody>
      </p:sp>
      <p:sp>
        <p:nvSpPr>
          <p:cNvPr id="16" name="text:ask minus bid, over the mid"/>
          <p:cNvSpPr txBox="1"/>
          <p:nvPr/>
        </p:nvSpPr>
        <p:spPr>
          <a:xfrm>
            <a:off x="4888382" y="2578608"/>
            <a:ext cx="1600200" cy="27432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ask minus bid, over the mid</a:t>
            </a:r>
          </a:p>
        </p:txBody>
      </p:sp>
      <p:sp>
        <p:nvSpPr>
          <p:cNvPr id="17" name="Rounded Rectangle 16"/>
          <p:cNvSpPr/>
          <p:nvPr/>
        </p:nvSpPr>
        <p:spPr>
          <a:xfrm>
            <a:off x="6811365" y="1508760"/>
            <a:ext cx="182880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ORCA, SAME MOMENT"/>
          <p:cNvSpPr txBox="1"/>
          <p:nvPr/>
        </p:nvSpPr>
        <p:spPr>
          <a:xfrm>
            <a:off x="6975957" y="1645920"/>
            <a:ext cx="16002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ORCA, SAME MOMENT</a:t>
            </a:r>
          </a:p>
        </p:txBody>
      </p:sp>
      <p:sp>
        <p:nvSpPr>
          <p:cNvPr id="19" name="text:$108.22"/>
          <p:cNvSpPr txBox="1"/>
          <p:nvPr/>
        </p:nvSpPr>
        <p:spPr>
          <a:xfrm>
            <a:off x="6975957" y="1920240"/>
            <a:ext cx="1600200" cy="45720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$108.22</a:t>
            </a:r>
          </a:p>
        </p:txBody>
      </p:sp>
      <p:sp>
        <p:nvSpPr>
          <p:cNvPr id="20" name="text:reference price"/>
          <p:cNvSpPr txBox="1"/>
          <p:nvPr/>
        </p:nvSpPr>
        <p:spPr>
          <a:xfrm>
            <a:off x="6975957" y="2578608"/>
            <a:ext cx="1600200" cy="27432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reference price</a:t>
            </a:r>
          </a:p>
        </p:txBody>
      </p:sp>
      <p:sp>
        <p:nvSpPr>
          <p:cNvPr id="21" name="Rounded Rectangle 20"/>
          <p:cNvSpPr/>
          <p:nvPr/>
        </p:nvSpPr>
        <p:spPr>
          <a:xfrm>
            <a:off x="548640" y="3108960"/>
            <a:ext cx="4892040" cy="960120"/>
          </a:xfrm>
          <a:prstGeom prst="roundRect">
            <a:avLst>
              <a:gd name="adj" fmla="val 13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WHAT IS IN THE ACCOUNT"/>
          <p:cNvSpPr txBox="1"/>
          <p:nvPr/>
        </p:nvSpPr>
        <p:spPr>
          <a:xfrm>
            <a:off x="731520" y="3200400"/>
            <a:ext cx="36576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WHAT IS IN THE ACCOUNT</a:t>
            </a:r>
          </a:p>
        </p:txBody>
      </p:sp>
      <p:sp>
        <p:nvSpPr>
          <p:cNvPr id="23" name="text:1,297 bids and 336 asks on the book"/>
          <p:cNvSpPr txBox="1"/>
          <p:nvPr/>
        </p:nvSpPr>
        <p:spPr>
          <a:xfrm>
            <a:off x="731520" y="3429000"/>
            <a:ext cx="457200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1,297 bids and 336 asks on the book</a:t>
            </a:r>
          </a:p>
        </p:txBody>
      </p:sp>
      <p:sp>
        <p:nvSpPr>
          <p:cNvPr id="24" name="text:within 10 percent of the mid: 500 SO"/>
          <p:cNvSpPr txBox="1"/>
          <p:nvPr/>
        </p:nvSpPr>
        <p:spPr>
          <a:xfrm>
            <a:off x="731520" y="3749039"/>
            <a:ext cx="4572000" cy="22860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within 10 percent of the mid: 500 SOL bid, 311 SOL ask</a:t>
            </a:r>
          </a:p>
        </p:txBody>
      </p:sp>
      <p:sp>
        <p:nvSpPr>
          <p:cNvPr id="25" name="Rounded Rectangle 24"/>
          <p:cNvSpPr/>
          <p:nvPr/>
        </p:nvSpPr>
        <p:spPr>
          <a:xfrm>
            <a:off x="5623560" y="3108960"/>
            <a:ext cx="3017520" cy="960120"/>
          </a:xfrm>
          <a:prstGeom prst="roundRect">
            <a:avLst>
              <a:gd name="adj" fmla="val 13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Decoded by our own code, checked aga"/>
          <p:cNvSpPr txBox="1"/>
          <p:nvPr/>
        </p:nvSpPr>
        <p:spPr>
          <a:xfrm>
            <a:off x="5806440" y="3108960"/>
            <a:ext cx="2697480" cy="960120"/>
          </a:xfrm>
          <a:prstGeom prst="rect">
            <a:avLst/>
          </a:prstGeom>
          <a:noFill/>
        </p:spPr>
        <p:txBody>
          <a:bodyPr wrap="square" lIns="9144" rIns="9144" tIns="0" bIns="0" anchor="ctr">
            <a:spAutoFit/>
          </a:bodyPr>
          <a:lstStyle/>
          <a:p>
            <a:pPr>
              <a:lnSpc>
                <a:spcPct val="106000"/>
              </a:lnSpc>
              <a:spcAft>
                <a:spcPts val="400"/>
              </a:spcAft>
              <a:defRPr sz="1150" b="0">
                <a:solidFill>
                  <a:srgbClr val="9A9AA2"/>
                </a:solidFill>
                <a:latin typeface="Helvetica Neue"/>
              </a:defRPr>
            </a:pPr>
            <a:r>
              <a:t>Decoded by our own code, checked against the official SDK output.</a:t>
            </a:r>
          </a:p>
        </p:txBody>
      </p:sp>
      <p:sp>
        <p:nvSpPr>
          <p:cNvPr id="27" name="Rounded Rectangle 26"/>
          <p:cNvSpPr/>
          <p:nvPr/>
        </p:nvSpPr>
        <p:spPr>
          <a:xfrm>
            <a:off x="548640" y="4187952"/>
            <a:ext cx="8092440" cy="457200"/>
          </a:xfrm>
          <a:prstGeom prst="roundRect">
            <a:avLst>
              <a:gd name="adj" fmla="val 2800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Reads use public mainnet data; every"/>
          <p:cNvSpPr txBox="1"/>
          <p:nvPr/>
        </p:nvSpPr>
        <p:spPr>
          <a:xfrm>
            <a:off x="713232" y="4187952"/>
            <a:ext cx="7818120" cy="457200"/>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Reads use public mainnet data; every write is devnet only; no real funds.</a:t>
            </a:r>
          </a:p>
        </p:txBody>
      </p:sp>
      <p:sp>
        <p:nvSpPr>
          <p:cNvPr id="29" name="text:Source: code/out/ladder.json, record"/>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code/out/ladder.json, recorded data captured 2026-10-21 19:49:58 UTC. Phoenix SOL/USDC market 4DoNfFBf..., public mainnet RPC.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ree markets, three spreads"/>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Three markets, three spreads</a:t>
            </a:r>
          </a:p>
        </p:txBody>
      </p:sp>
      <p:sp>
        <p:nvSpPr>
          <p:cNvPr id="3" name="text:Same decoder, same minute of data co"/>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Same decoder, same minute of data collection.</a:t>
            </a:r>
          </a:p>
        </p:txBody>
      </p:sp>
      <p:sp>
        <p:nvSpPr>
          <p:cNvPr id="4" name="text:1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11</a:t>
            </a:r>
          </a:p>
        </p:txBody>
      </p:sp>
      <p:sp>
        <p:nvSpPr>
          <p:cNvPr id="5" name="text:MARKET"/>
          <p:cNvSpPr txBox="1"/>
          <p:nvPr/>
        </p:nvSpPr>
        <p:spPr>
          <a:xfrm>
            <a:off x="731520" y="1417320"/>
            <a:ext cx="274320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MARKET</a:t>
            </a:r>
          </a:p>
        </p:txBody>
      </p:sp>
      <p:sp>
        <p:nvSpPr>
          <p:cNvPr id="6" name="text:CLUSTER"/>
          <p:cNvSpPr txBox="1"/>
          <p:nvPr/>
        </p:nvSpPr>
        <p:spPr>
          <a:xfrm>
            <a:off x="3520440" y="1417320"/>
            <a:ext cx="91440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CLUSTER</a:t>
            </a:r>
          </a:p>
        </p:txBody>
      </p:sp>
      <p:sp>
        <p:nvSpPr>
          <p:cNvPr id="7" name="text:BEST BID"/>
          <p:cNvSpPr txBox="1"/>
          <p:nvPr/>
        </p:nvSpPr>
        <p:spPr>
          <a:xfrm>
            <a:off x="4526280" y="1417320"/>
            <a:ext cx="118872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BEST BID</a:t>
            </a:r>
          </a:p>
        </p:txBody>
      </p:sp>
      <p:sp>
        <p:nvSpPr>
          <p:cNvPr id="8" name="text:BEST ASK"/>
          <p:cNvSpPr txBox="1"/>
          <p:nvPr/>
        </p:nvSpPr>
        <p:spPr>
          <a:xfrm>
            <a:off x="5760720" y="1417320"/>
            <a:ext cx="118872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BEST ASK</a:t>
            </a:r>
          </a:p>
        </p:txBody>
      </p:sp>
      <p:sp>
        <p:nvSpPr>
          <p:cNvPr id="9" name="text:SPREAD"/>
          <p:cNvSpPr txBox="1"/>
          <p:nvPr/>
        </p:nvSpPr>
        <p:spPr>
          <a:xfrm>
            <a:off x="7040880" y="1417320"/>
            <a:ext cx="146304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SPREAD</a:t>
            </a:r>
          </a:p>
        </p:txBody>
      </p:sp>
      <p:sp>
        <p:nvSpPr>
          <p:cNvPr id="10" name="Rounded Rectangle 9"/>
          <p:cNvSpPr/>
          <p:nvPr/>
        </p:nvSpPr>
        <p:spPr>
          <a:xfrm>
            <a:off x="548640" y="1664208"/>
            <a:ext cx="8092440" cy="420624"/>
          </a:xfrm>
          <a:prstGeom prst="roundRect">
            <a:avLst>
              <a:gd name="adj" fmla="val 3043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SOL/USDC"/>
          <p:cNvSpPr txBox="1"/>
          <p:nvPr/>
        </p:nvSpPr>
        <p:spPr>
          <a:xfrm>
            <a:off x="731520" y="1664208"/>
            <a:ext cx="274320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SOL/USDC</a:t>
            </a:r>
          </a:p>
        </p:txBody>
      </p:sp>
      <p:sp>
        <p:nvSpPr>
          <p:cNvPr id="12" name="text:mainnet"/>
          <p:cNvSpPr txBox="1"/>
          <p:nvPr/>
        </p:nvSpPr>
        <p:spPr>
          <a:xfrm>
            <a:off x="3520440" y="1664208"/>
            <a:ext cx="914400" cy="420624"/>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mainnet</a:t>
            </a:r>
          </a:p>
        </p:txBody>
      </p:sp>
      <p:sp>
        <p:nvSpPr>
          <p:cNvPr id="13" name="text:100.000"/>
          <p:cNvSpPr txBox="1"/>
          <p:nvPr/>
        </p:nvSpPr>
        <p:spPr>
          <a:xfrm>
            <a:off x="4526280" y="1664208"/>
            <a:ext cx="118872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Menlo"/>
              </a:defRPr>
            </a:pPr>
            <a:r>
              <a:t>100.000</a:t>
            </a:r>
          </a:p>
        </p:txBody>
      </p:sp>
      <p:sp>
        <p:nvSpPr>
          <p:cNvPr id="14" name="text:117.999"/>
          <p:cNvSpPr txBox="1"/>
          <p:nvPr/>
        </p:nvSpPr>
        <p:spPr>
          <a:xfrm>
            <a:off x="5760720" y="1664208"/>
            <a:ext cx="118872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Menlo"/>
              </a:defRPr>
            </a:pPr>
            <a:r>
              <a:t>117.999</a:t>
            </a:r>
          </a:p>
        </p:txBody>
      </p:sp>
      <p:sp>
        <p:nvSpPr>
          <p:cNvPr id="15" name="text:1,651 bps"/>
          <p:cNvSpPr txBox="1"/>
          <p:nvPr/>
        </p:nvSpPr>
        <p:spPr>
          <a:xfrm>
            <a:off x="7040880" y="1664208"/>
            <a:ext cx="146304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1,651 bps</a:t>
            </a:r>
          </a:p>
        </p:txBody>
      </p:sp>
      <p:sp>
        <p:nvSpPr>
          <p:cNvPr id="16" name="Rounded Rectangle 15"/>
          <p:cNvSpPr/>
          <p:nvPr/>
        </p:nvSpPr>
        <p:spPr>
          <a:xfrm>
            <a:off x="548640" y="2157984"/>
            <a:ext cx="8092440" cy="420624"/>
          </a:xfrm>
          <a:prstGeom prst="roundRect">
            <a:avLst>
              <a:gd name="adj" fmla="val 3043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JitoSOL/SOL"/>
          <p:cNvSpPr txBox="1"/>
          <p:nvPr/>
        </p:nvSpPr>
        <p:spPr>
          <a:xfrm>
            <a:off x="731520" y="2157984"/>
            <a:ext cx="274320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JitoSOL/SOL</a:t>
            </a:r>
          </a:p>
        </p:txBody>
      </p:sp>
      <p:sp>
        <p:nvSpPr>
          <p:cNvPr id="18" name="text:mainnet"/>
          <p:cNvSpPr txBox="1"/>
          <p:nvPr/>
        </p:nvSpPr>
        <p:spPr>
          <a:xfrm>
            <a:off x="3520440" y="2157984"/>
            <a:ext cx="914400" cy="420624"/>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mainnet</a:t>
            </a:r>
          </a:p>
        </p:txBody>
      </p:sp>
      <p:sp>
        <p:nvSpPr>
          <p:cNvPr id="19" name="text:1.2822"/>
          <p:cNvSpPr txBox="1"/>
          <p:nvPr/>
        </p:nvSpPr>
        <p:spPr>
          <a:xfrm>
            <a:off x="4526280" y="2157984"/>
            <a:ext cx="118872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Menlo"/>
              </a:defRPr>
            </a:pPr>
            <a:r>
              <a:t>1.2822</a:t>
            </a:r>
          </a:p>
        </p:txBody>
      </p:sp>
      <p:sp>
        <p:nvSpPr>
          <p:cNvPr id="20" name="text:1.3100"/>
          <p:cNvSpPr txBox="1"/>
          <p:nvPr/>
        </p:nvSpPr>
        <p:spPr>
          <a:xfrm>
            <a:off x="5760720" y="2157984"/>
            <a:ext cx="118872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Menlo"/>
              </a:defRPr>
            </a:pPr>
            <a:r>
              <a:t>1.3100</a:t>
            </a:r>
          </a:p>
        </p:txBody>
      </p:sp>
      <p:sp>
        <p:nvSpPr>
          <p:cNvPr id="21" name="text:215 bps"/>
          <p:cNvSpPr txBox="1"/>
          <p:nvPr/>
        </p:nvSpPr>
        <p:spPr>
          <a:xfrm>
            <a:off x="7040880" y="2157984"/>
            <a:ext cx="146304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215 bps</a:t>
            </a:r>
          </a:p>
        </p:txBody>
      </p:sp>
      <p:sp>
        <p:nvSpPr>
          <p:cNvPr id="22" name="Rounded Rectangle 21"/>
          <p:cNvSpPr/>
          <p:nvPr/>
        </p:nvSpPr>
        <p:spPr>
          <a:xfrm>
            <a:off x="548640" y="2651760"/>
            <a:ext cx="8092440" cy="420624"/>
          </a:xfrm>
          <a:prstGeom prst="roundRect">
            <a:avLst>
              <a:gd name="adj" fmla="val 3043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mSOL/SOL"/>
          <p:cNvSpPr txBox="1"/>
          <p:nvPr/>
        </p:nvSpPr>
        <p:spPr>
          <a:xfrm>
            <a:off x="731520" y="2651760"/>
            <a:ext cx="274320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mSOL/SOL</a:t>
            </a:r>
          </a:p>
        </p:txBody>
      </p:sp>
      <p:sp>
        <p:nvSpPr>
          <p:cNvPr id="24" name="text:mainnet"/>
          <p:cNvSpPr txBox="1"/>
          <p:nvPr/>
        </p:nvSpPr>
        <p:spPr>
          <a:xfrm>
            <a:off x="3520440" y="2651760"/>
            <a:ext cx="914400" cy="420624"/>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mainnet</a:t>
            </a:r>
          </a:p>
        </p:txBody>
      </p:sp>
      <p:sp>
        <p:nvSpPr>
          <p:cNvPr id="25" name="text:1.3878"/>
          <p:cNvSpPr txBox="1"/>
          <p:nvPr/>
        </p:nvSpPr>
        <p:spPr>
          <a:xfrm>
            <a:off x="4526280" y="2651760"/>
            <a:ext cx="118872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Menlo"/>
              </a:defRPr>
            </a:pPr>
            <a:r>
              <a:t>1.3878</a:t>
            </a:r>
          </a:p>
        </p:txBody>
      </p:sp>
      <p:sp>
        <p:nvSpPr>
          <p:cNvPr id="26" name="text:2.2000"/>
          <p:cNvSpPr txBox="1"/>
          <p:nvPr/>
        </p:nvSpPr>
        <p:spPr>
          <a:xfrm>
            <a:off x="5760720" y="2651760"/>
            <a:ext cx="118872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Menlo"/>
              </a:defRPr>
            </a:pPr>
            <a:r>
              <a:t>2.2000</a:t>
            </a:r>
          </a:p>
        </p:txBody>
      </p:sp>
      <p:sp>
        <p:nvSpPr>
          <p:cNvPr id="27" name="text:4,527 bps"/>
          <p:cNvSpPr txBox="1"/>
          <p:nvPr/>
        </p:nvSpPr>
        <p:spPr>
          <a:xfrm>
            <a:off x="7040880" y="2651760"/>
            <a:ext cx="146304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4,527 bps</a:t>
            </a:r>
          </a:p>
        </p:txBody>
      </p:sp>
      <p:sp>
        <p:nvSpPr>
          <p:cNvPr id="28" name="Rounded Rectangle 27"/>
          <p:cNvSpPr/>
          <p:nvPr/>
        </p:nvSpPr>
        <p:spPr>
          <a:xfrm>
            <a:off x="548640" y="3145536"/>
            <a:ext cx="8092440" cy="420624"/>
          </a:xfrm>
          <a:prstGeom prst="roundRect">
            <a:avLst>
              <a:gd name="adj" fmla="val 3043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SOL/USDC"/>
          <p:cNvSpPr txBox="1"/>
          <p:nvPr/>
        </p:nvSpPr>
        <p:spPr>
          <a:xfrm>
            <a:off x="731520" y="3145536"/>
            <a:ext cx="274320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SOL/USDC</a:t>
            </a:r>
          </a:p>
        </p:txBody>
      </p:sp>
      <p:sp>
        <p:nvSpPr>
          <p:cNvPr id="30" name="text:devnet"/>
          <p:cNvSpPr txBox="1"/>
          <p:nvPr/>
        </p:nvSpPr>
        <p:spPr>
          <a:xfrm>
            <a:off x="3520440" y="3145536"/>
            <a:ext cx="914400" cy="420624"/>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devnet</a:t>
            </a:r>
          </a:p>
        </p:txBody>
      </p:sp>
      <p:sp>
        <p:nvSpPr>
          <p:cNvPr id="31" name="text:none"/>
          <p:cNvSpPr txBox="1"/>
          <p:nvPr/>
        </p:nvSpPr>
        <p:spPr>
          <a:xfrm>
            <a:off x="4526280" y="3145536"/>
            <a:ext cx="118872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Menlo"/>
              </a:defRPr>
            </a:pPr>
            <a:r>
              <a:t>none</a:t>
            </a:r>
          </a:p>
        </p:txBody>
      </p:sp>
      <p:sp>
        <p:nvSpPr>
          <p:cNvPr id="32" name="text:175.705"/>
          <p:cNvSpPr txBox="1"/>
          <p:nvPr/>
        </p:nvSpPr>
        <p:spPr>
          <a:xfrm>
            <a:off x="5760720" y="3145536"/>
            <a:ext cx="118872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Menlo"/>
              </a:defRPr>
            </a:pPr>
            <a:r>
              <a:t>175.705</a:t>
            </a:r>
          </a:p>
        </p:txBody>
      </p:sp>
      <p:sp>
        <p:nvSpPr>
          <p:cNvPr id="33" name="text:one-sided"/>
          <p:cNvSpPr txBox="1"/>
          <p:nvPr/>
        </p:nvSpPr>
        <p:spPr>
          <a:xfrm>
            <a:off x="7040880" y="3145536"/>
            <a:ext cx="146304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one-sided</a:t>
            </a:r>
          </a:p>
        </p:txBody>
      </p:sp>
      <p:sp>
        <p:nvSpPr>
          <p:cNvPr id="34" name="Rounded Rectangle 33"/>
          <p:cNvSpPr/>
          <p:nvPr/>
        </p:nvSpPr>
        <p:spPr>
          <a:xfrm>
            <a:off x="548640" y="3639312"/>
            <a:ext cx="8092440" cy="420624"/>
          </a:xfrm>
          <a:prstGeom prst="roundRect">
            <a:avLst>
              <a:gd name="adj" fmla="val 3043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wSOL/USDC"/>
          <p:cNvSpPr txBox="1"/>
          <p:nvPr/>
        </p:nvSpPr>
        <p:spPr>
          <a:xfrm>
            <a:off x="731520" y="3639312"/>
            <a:ext cx="274320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wSOL/USDC</a:t>
            </a:r>
          </a:p>
        </p:txBody>
      </p:sp>
      <p:sp>
        <p:nvSpPr>
          <p:cNvPr id="36" name="text:devnet"/>
          <p:cNvSpPr txBox="1"/>
          <p:nvPr/>
        </p:nvSpPr>
        <p:spPr>
          <a:xfrm>
            <a:off x="3520440" y="3639312"/>
            <a:ext cx="914400" cy="420624"/>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devnet</a:t>
            </a:r>
          </a:p>
        </p:txBody>
      </p:sp>
      <p:sp>
        <p:nvSpPr>
          <p:cNvPr id="37" name="text:none"/>
          <p:cNvSpPr txBox="1"/>
          <p:nvPr/>
        </p:nvSpPr>
        <p:spPr>
          <a:xfrm>
            <a:off x="4526280" y="3639312"/>
            <a:ext cx="118872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Menlo"/>
              </a:defRPr>
            </a:pPr>
            <a:r>
              <a:t>none</a:t>
            </a:r>
          </a:p>
        </p:txBody>
      </p:sp>
      <p:sp>
        <p:nvSpPr>
          <p:cNvPr id="38" name="text:none"/>
          <p:cNvSpPr txBox="1"/>
          <p:nvPr/>
        </p:nvSpPr>
        <p:spPr>
          <a:xfrm>
            <a:off x="5760720" y="3639312"/>
            <a:ext cx="118872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Menlo"/>
              </a:defRPr>
            </a:pPr>
            <a:r>
              <a:t>none</a:t>
            </a:r>
          </a:p>
        </p:txBody>
      </p:sp>
      <p:sp>
        <p:nvSpPr>
          <p:cNvPr id="39" name="text:empty"/>
          <p:cNvSpPr txBox="1"/>
          <p:nvPr/>
        </p:nvSpPr>
        <p:spPr>
          <a:xfrm>
            <a:off x="7040880" y="3639312"/>
            <a:ext cx="1463040" cy="420624"/>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empty</a:t>
            </a:r>
          </a:p>
        </p:txBody>
      </p:sp>
      <p:sp>
        <p:nvSpPr>
          <p:cNvPr id="40" name="Rounded Rectangle 39"/>
          <p:cNvSpPr/>
          <p:nvPr/>
        </p:nvSpPr>
        <p:spPr>
          <a:xfrm>
            <a:off x="548640" y="4206240"/>
            <a:ext cx="8092440" cy="457200"/>
          </a:xfrm>
          <a:prstGeom prst="roundRect">
            <a:avLst>
              <a:gd name="adj" fmla="val 2800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A spread of 1,000 bps is 10 percent."/>
          <p:cNvSpPr txBox="1"/>
          <p:nvPr/>
        </p:nvSpPr>
        <p:spPr>
          <a:xfrm>
            <a:off x="731520" y="4206240"/>
            <a:ext cx="7772400" cy="457200"/>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A spread of 1,000 bps is 10 percent. These legacy books are thin.</a:t>
            </a:r>
          </a:p>
        </p:txBody>
      </p:sp>
      <p:sp>
        <p:nvSpPr>
          <p:cNvPr id="42" name="text:Source: code/out/ladder.json, first "/>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code/out/ladder.json, first of 32 snapshots per market, captured 2026-10-21 19:49:58 UTC. Devnet markets use test tokens.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in books are the lesson"/>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Thin books are the lesson</a:t>
            </a:r>
          </a:p>
        </p:txBody>
      </p:sp>
      <p:sp>
        <p:nvSpPr>
          <p:cNvPr id="3" name="text:What the data collection run actuall"/>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What the data collection run actually saw.</a:t>
            </a:r>
          </a:p>
        </p:txBody>
      </p:sp>
      <p:sp>
        <p:nvSpPr>
          <p:cNvPr id="4" name="text:1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12</a:t>
            </a:r>
          </a:p>
        </p:txBody>
      </p:sp>
      <p:sp>
        <p:nvSpPr>
          <p:cNvPr id="5" name="Rounded Rectangle 4"/>
          <p:cNvSpPr/>
          <p:nvPr/>
        </p:nvSpPr>
        <p:spPr>
          <a:xfrm>
            <a:off x="548640" y="1508760"/>
            <a:ext cx="3931920" cy="1737360"/>
          </a:xfrm>
          <a:prstGeom prst="roundRect">
            <a:avLst>
              <a:gd name="adj" fmla="val 7368"/>
            </a:avLst>
          </a:prstGeom>
          <a:no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SOL/USDC, TOP FIVE LEVELS"/>
          <p:cNvSpPr txBox="1"/>
          <p:nvPr/>
        </p:nvSpPr>
        <p:spPr>
          <a:xfrm>
            <a:off x="731520" y="1627632"/>
            <a:ext cx="3566160" cy="182880"/>
          </a:xfrm>
          <a:prstGeom prst="rect">
            <a:avLst/>
          </a:prstGeom>
          <a:noFill/>
        </p:spPr>
        <p:txBody>
          <a:bodyPr wrap="square" lIns="9144" rIns="9144" tIns="0" bIns="0">
            <a:spAutoFit/>
          </a:bodyPr>
          <a:lstStyle/>
          <a:p>
            <a:pPr>
              <a:lnSpc>
                <a:spcPct val="106000"/>
              </a:lnSpc>
              <a:spcAft>
                <a:spcPts val="400"/>
              </a:spcAft>
              <a:defRPr sz="900" b="0">
                <a:solidFill>
                  <a:srgbClr val="FD51FC"/>
                </a:solidFill>
                <a:latin typeface="Helvetica Neue"/>
              </a:defRPr>
            </a:pPr>
            <a:r>
              <a:t>SOL/USDC, TOP FIVE LEVELS</a:t>
            </a:r>
          </a:p>
        </p:txBody>
      </p:sp>
      <p:sp>
        <p:nvSpPr>
          <p:cNvPr id="7" name="text:changed 1 time"/>
          <p:cNvSpPr txBox="1"/>
          <p:nvPr/>
        </p:nvSpPr>
        <p:spPr>
          <a:xfrm>
            <a:off x="731520" y="1874519"/>
            <a:ext cx="3566160" cy="457200"/>
          </a:xfrm>
          <a:prstGeom prst="rect">
            <a:avLst/>
          </a:prstGeom>
          <a:noFill/>
        </p:spPr>
        <p:txBody>
          <a:bodyPr wrap="square" lIns="9144" rIns="9144" tIns="0" bIns="0">
            <a:spAutoFit/>
          </a:bodyPr>
          <a:lstStyle/>
          <a:p>
            <a:pPr>
              <a:lnSpc>
                <a:spcPct val="106000"/>
              </a:lnSpc>
              <a:spcAft>
                <a:spcPts val="400"/>
              </a:spcAft>
              <a:defRPr sz="2400" b="0">
                <a:solidFill>
                  <a:srgbClr val="F2F5F8"/>
                </a:solidFill>
                <a:latin typeface="Helvetica Neue"/>
              </a:defRPr>
            </a:pPr>
            <a:r>
              <a:t>changed 1 time</a:t>
            </a:r>
          </a:p>
        </p:txBody>
      </p:sp>
      <p:sp>
        <p:nvSpPr>
          <p:cNvPr id="8" name="text:in 32 snapshots over about 8 minutes"/>
          <p:cNvSpPr txBox="1"/>
          <p:nvPr/>
        </p:nvSpPr>
        <p:spPr>
          <a:xfrm>
            <a:off x="731520" y="2423160"/>
            <a:ext cx="3566160" cy="2743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in 32 snapshots over about 8 minutes</a:t>
            </a:r>
          </a:p>
        </p:txBody>
      </p:sp>
      <p:sp>
        <p:nvSpPr>
          <p:cNvPr id="9" name="text:A book that never moves carries no n"/>
          <p:cNvSpPr txBox="1"/>
          <p:nvPr/>
        </p:nvSpPr>
        <p:spPr>
          <a:xfrm>
            <a:off x="731520" y="2743200"/>
            <a:ext cx="356616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A book that never moves carries no new information.</a:t>
            </a:r>
          </a:p>
        </p:txBody>
      </p:sp>
      <p:sp>
        <p:nvSpPr>
          <p:cNvPr id="10" name="Rounded Rectangle 9"/>
          <p:cNvSpPr/>
          <p:nvPr/>
        </p:nvSpPr>
        <p:spPr>
          <a:xfrm>
            <a:off x="548640" y="3383280"/>
            <a:ext cx="3931920" cy="1234440"/>
          </a:xfrm>
          <a:prstGeom prst="roundRect">
            <a:avLst>
              <a:gd name="adj" fmla="val 1037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DEVNET MARKETS"/>
          <p:cNvSpPr txBox="1"/>
          <p:nvPr/>
        </p:nvSpPr>
        <p:spPr>
          <a:xfrm>
            <a:off x="731520" y="3474720"/>
            <a:ext cx="356616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DEVNET MARKETS</a:t>
            </a:r>
          </a:p>
        </p:txBody>
      </p:sp>
      <p:sp>
        <p:nvSpPr>
          <p:cNvPr id="12" name="text:SOL/USDC: no bids, 9 asks, 3 expired"/>
          <p:cNvSpPr txBox="1"/>
          <p:nvPr/>
        </p:nvSpPr>
        <p:spPr>
          <a:xfrm>
            <a:off x="731520" y="3749039"/>
            <a:ext cx="3657600" cy="22860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SOL/USDC: no bids, 9 asks, 3 expired</a:t>
            </a:r>
          </a:p>
        </p:txBody>
      </p:sp>
      <p:sp>
        <p:nvSpPr>
          <p:cNvPr id="13" name="text:wSOL/USDC: empty, 2 orders expired"/>
          <p:cNvSpPr txBox="1"/>
          <p:nvPr/>
        </p:nvSpPr>
        <p:spPr>
          <a:xfrm>
            <a:off x="731520" y="4069080"/>
            <a:ext cx="3657600" cy="22860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wSOL/USDC: empty, 2 orders expired</a:t>
            </a:r>
          </a:p>
        </p:txBody>
      </p:sp>
      <p:sp>
        <p:nvSpPr>
          <p:cNvPr id="14" name="Rounded Rectangle 13"/>
          <p:cNvSpPr/>
          <p:nvPr/>
        </p:nvSpPr>
        <p:spPr>
          <a:xfrm>
            <a:off x="4709160" y="1508760"/>
            <a:ext cx="3931920" cy="1737360"/>
          </a:xfrm>
          <a:prstGeom prst="roundRect">
            <a:avLst>
              <a:gd name="adj" fmla="val 7368"/>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LESSON"/>
          <p:cNvSpPr txBox="1"/>
          <p:nvPr/>
        </p:nvSpPr>
        <p:spPr>
          <a:xfrm>
            <a:off x="4892040" y="1627632"/>
            <a:ext cx="356616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LESSON</a:t>
            </a:r>
          </a:p>
        </p:txBody>
      </p:sp>
      <p:sp>
        <p:nvSpPr>
          <p:cNvPr id="16" name="text:A decoder that works is not the same"/>
          <p:cNvSpPr txBox="1"/>
          <p:nvPr/>
        </p:nvSpPr>
        <p:spPr>
          <a:xfrm>
            <a:off x="4892040" y="1920240"/>
            <a:ext cx="3566160" cy="1188720"/>
          </a:xfrm>
          <a:prstGeom prst="rect">
            <a:avLst/>
          </a:prstGeom>
          <a:noFill/>
        </p:spPr>
        <p:txBody>
          <a:bodyPr wrap="square" lIns="9144" rIns="9144" tIns="0" bIns="0">
            <a:spAutoFit/>
          </a:bodyPr>
          <a:lstStyle/>
          <a:p>
            <a:pPr>
              <a:lnSpc>
                <a:spcPct val="106000"/>
              </a:lnSpc>
              <a:spcAft>
                <a:spcPts val="400"/>
              </a:spcAft>
              <a:defRPr sz="1700" b="0">
                <a:solidFill>
                  <a:srgbClr val="F2F5F8"/>
                </a:solidFill>
                <a:latin typeface="Helvetica Neue"/>
              </a:defRPr>
            </a:pPr>
            <a:r>
              <a:t>A decoder that works is not the same as a market that is busy.</a:t>
            </a:r>
          </a:p>
        </p:txBody>
      </p:sp>
      <p:sp>
        <p:nvSpPr>
          <p:cNvPr id="17" name="Rounded Rectangle 16"/>
          <p:cNvSpPr/>
          <p:nvPr/>
        </p:nvSpPr>
        <p:spPr>
          <a:xfrm>
            <a:off x="4709160" y="3383280"/>
            <a:ext cx="3931920" cy="1234440"/>
          </a:xfrm>
          <a:prstGeom prst="roundRect">
            <a:avLst>
              <a:gd name="adj" fmla="val 1037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TRY THIS"/>
          <p:cNvSpPr txBox="1"/>
          <p:nvPr/>
        </p:nvSpPr>
        <p:spPr>
          <a:xfrm>
            <a:off x="4892040" y="3474720"/>
            <a:ext cx="356616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TRY THIS</a:t>
            </a:r>
          </a:p>
        </p:txBody>
      </p:sp>
      <p:sp>
        <p:nvSpPr>
          <p:cNvPr id="19" name="text:Always check how often the top of th"/>
          <p:cNvSpPr txBox="1"/>
          <p:nvPr/>
        </p:nvSpPr>
        <p:spPr>
          <a:xfrm>
            <a:off x="4892040" y="3730752"/>
            <a:ext cx="3566160" cy="82296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Always check how often the top of the book changes before you trust a feature.</a:t>
            </a:r>
          </a:p>
        </p:txBody>
      </p:sp>
      <p:sp>
        <p:nvSpPr>
          <p:cNvPr id="20" name="text:Source: code/out/ladder.json, snapsh"/>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code/out/ladder.json, snapshots 15 s apart, captured 2026-10-21 19:49:58 UTC.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Flow without a book"/>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Flow without a book</a:t>
            </a:r>
          </a:p>
        </p:txBody>
      </p:sp>
      <p:sp>
        <p:nvSpPr>
          <p:cNvPr id="3" name="text:Real Orca swaps, no order book need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Real Orca swaps, no order book needed.</a:t>
            </a:r>
          </a:p>
        </p:txBody>
      </p:sp>
      <p:sp>
        <p:nvSpPr>
          <p:cNvPr id="4" name="text:1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13</a:t>
            </a:r>
          </a:p>
        </p:txBody>
      </p:sp>
      <p:sp>
        <p:nvSpPr>
          <p:cNvPr id="5" name="Rounded Rectangle 4"/>
          <p:cNvSpPr/>
          <p:nvPr/>
        </p:nvSpPr>
        <p:spPr>
          <a:xfrm>
            <a:off x="548640" y="1508760"/>
            <a:ext cx="3931920" cy="1371600"/>
          </a:xfrm>
          <a:prstGeom prst="roundRect">
            <a:avLst>
              <a:gd name="adj" fmla="val 9333"/>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TICK RULE"/>
          <p:cNvSpPr txBox="1"/>
          <p:nvPr/>
        </p:nvSpPr>
        <p:spPr>
          <a:xfrm>
            <a:off x="731520" y="1618488"/>
            <a:ext cx="356616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TICK RULE</a:t>
            </a:r>
          </a:p>
        </p:txBody>
      </p:sp>
      <p:sp>
        <p:nvSpPr>
          <p:cNvPr id="7" name="text:96%"/>
          <p:cNvSpPr txBox="1"/>
          <p:nvPr/>
        </p:nvSpPr>
        <p:spPr>
          <a:xfrm>
            <a:off x="731520" y="1828800"/>
            <a:ext cx="146304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96%</a:t>
            </a:r>
          </a:p>
        </p:txBody>
      </p:sp>
      <p:sp>
        <p:nvSpPr>
          <p:cNvPr id="8" name="text:2,633 of 2,750 swaps get the recorde"/>
          <p:cNvSpPr txBox="1"/>
          <p:nvPr/>
        </p:nvSpPr>
        <p:spPr>
          <a:xfrm>
            <a:off x="2194560" y="1920240"/>
            <a:ext cx="2194560" cy="54864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2,633 of 2,750 swaps get the recorded side right</a:t>
            </a:r>
          </a:p>
        </p:txBody>
      </p:sp>
      <p:sp>
        <p:nvSpPr>
          <p:cNvPr id="9" name="text:label each trade by the price move b"/>
          <p:cNvSpPr txBox="1"/>
          <p:nvPr/>
        </p:nvSpPr>
        <p:spPr>
          <a:xfrm>
            <a:off x="731520" y="2514600"/>
            <a:ext cx="3566160" cy="27432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label each trade by the price move before it</a:t>
            </a:r>
          </a:p>
        </p:txBody>
      </p:sp>
      <p:sp>
        <p:nvSpPr>
          <p:cNvPr id="10" name="Rounded Rectangle 9"/>
          <p:cNvSpPr/>
          <p:nvPr/>
        </p:nvSpPr>
        <p:spPr>
          <a:xfrm>
            <a:off x="4709160" y="1508760"/>
            <a:ext cx="3931920" cy="1371600"/>
          </a:xfrm>
          <a:prstGeom prst="roundRect">
            <a:avLst>
              <a:gd name="adj" fmla="val 9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ROLL SPREAD"/>
          <p:cNvSpPr txBox="1"/>
          <p:nvPr/>
        </p:nvSpPr>
        <p:spPr>
          <a:xfrm>
            <a:off x="4892040" y="1618488"/>
            <a:ext cx="356616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ROLL SPREAD</a:t>
            </a:r>
          </a:p>
        </p:txBody>
      </p:sp>
      <p:sp>
        <p:nvSpPr>
          <p:cNvPr id="12" name="text:4.3 bps"/>
          <p:cNvSpPr txBox="1"/>
          <p:nvPr/>
        </p:nvSpPr>
        <p:spPr>
          <a:xfrm>
            <a:off x="4892040" y="1828800"/>
            <a:ext cx="201168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4.3 bps</a:t>
            </a:r>
          </a:p>
        </p:txBody>
      </p:sp>
      <p:sp>
        <p:nvSpPr>
          <p:cNvPr id="13" name="text:estimated spread"/>
          <p:cNvSpPr txBox="1"/>
          <p:nvPr/>
        </p:nvSpPr>
        <p:spPr>
          <a:xfrm>
            <a:off x="6858000" y="2011680"/>
            <a:ext cx="1645920" cy="2743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estimated spread</a:t>
            </a:r>
          </a:p>
        </p:txBody>
      </p:sp>
      <p:sp>
        <p:nvSpPr>
          <p:cNvPr id="14" name="text:spread estimated from how prices bou"/>
          <p:cNvSpPr txBox="1"/>
          <p:nvPr/>
        </p:nvSpPr>
        <p:spPr>
          <a:xfrm>
            <a:off x="4892040" y="2514600"/>
            <a:ext cx="3566160" cy="27432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spread estimated from how prices bounce</a:t>
            </a:r>
          </a:p>
        </p:txBody>
      </p:sp>
      <p:sp>
        <p:nvSpPr>
          <p:cNvPr id="15" name="Rounded Rectangle 14"/>
          <p:cNvSpPr/>
          <p:nvPr/>
        </p:nvSpPr>
        <p:spPr>
          <a:xfrm>
            <a:off x="548640" y="3063240"/>
            <a:ext cx="8092440" cy="1554480"/>
          </a:xfrm>
          <a:prstGeom prst="roundRect">
            <a:avLst>
              <a:gd name="adj" fmla="val 8235"/>
            </a:avLst>
          </a:prstGeom>
          <a:solidFill>
            <a:srgbClr val="100821"/>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A DATA ORDER BUG, FOUND BY CHECKING"/>
          <p:cNvSpPr txBox="1"/>
          <p:nvPr/>
        </p:nvSpPr>
        <p:spPr>
          <a:xfrm>
            <a:off x="731520" y="3172968"/>
            <a:ext cx="4572000" cy="182880"/>
          </a:xfrm>
          <a:prstGeom prst="rect">
            <a:avLst/>
          </a:prstGeom>
          <a:noFill/>
        </p:spPr>
        <p:txBody>
          <a:bodyPr wrap="square" lIns="9144" rIns="9144" tIns="0" bIns="0">
            <a:spAutoFit/>
          </a:bodyPr>
          <a:lstStyle/>
          <a:p>
            <a:pPr>
              <a:lnSpc>
                <a:spcPct val="106000"/>
              </a:lnSpc>
              <a:spcAft>
                <a:spcPts val="400"/>
              </a:spcAft>
              <a:defRPr sz="900" b="0">
                <a:solidFill>
                  <a:srgbClr val="FD51FC"/>
                </a:solidFill>
                <a:latin typeface="Helvetica Neue"/>
              </a:defRPr>
            </a:pPr>
            <a:r>
              <a:t>A DATA ORDER BUG, FOUND BY CHECKING</a:t>
            </a:r>
          </a:p>
        </p:txBody>
      </p:sp>
      <p:sp>
        <p:nvSpPr>
          <p:cNvPr id="17" name="text:File order"/>
          <p:cNvSpPr txBox="1"/>
          <p:nvPr/>
        </p:nvSpPr>
        <p:spPr>
          <a:xfrm>
            <a:off x="731520" y="3474720"/>
            <a:ext cx="1554480" cy="274320"/>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File order</a:t>
            </a:r>
          </a:p>
        </p:txBody>
      </p:sp>
      <p:sp>
        <p:nvSpPr>
          <p:cNvPr id="18" name="Rounded Rectangle 17"/>
          <p:cNvSpPr/>
          <p:nvPr/>
        </p:nvSpPr>
        <p:spPr>
          <a:xfrm>
            <a:off x="2331720" y="3502151"/>
            <a:ext cx="4754880" cy="219456"/>
          </a:xfrm>
          <a:prstGeom prst="roundRect">
            <a:avLst>
              <a:gd name="adj" fmla="val 208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331720" y="3502151"/>
            <a:ext cx="1851809" cy="219456"/>
          </a:xfrm>
          <a:prstGeom prst="roundRect">
            <a:avLst>
              <a:gd name="adj" fmla="val 20833"/>
            </a:avLst>
          </a:prstGeom>
          <a:solidFill>
            <a:srgbClr val="FD51FC"/>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39%"/>
          <p:cNvSpPr txBox="1"/>
          <p:nvPr/>
        </p:nvSpPr>
        <p:spPr>
          <a:xfrm>
            <a:off x="7223760" y="3474720"/>
            <a:ext cx="822960" cy="274320"/>
          </a:xfrm>
          <a:prstGeom prst="rect">
            <a:avLst/>
          </a:prstGeom>
          <a:noFill/>
        </p:spPr>
        <p:txBody>
          <a:bodyPr wrap="square" lIns="9144" rIns="9144" tIns="0" bIns="0" anchor="ctr">
            <a:spAutoFit/>
          </a:bodyPr>
          <a:lstStyle/>
          <a:p>
            <a:pPr>
              <a:lnSpc>
                <a:spcPct val="106000"/>
              </a:lnSpc>
              <a:spcAft>
                <a:spcPts val="400"/>
              </a:spcAft>
              <a:defRPr sz="1300" b="0">
                <a:solidFill>
                  <a:srgbClr val="FD51FC"/>
                </a:solidFill>
                <a:latin typeface="Helvetica Neue"/>
              </a:defRPr>
            </a:pPr>
            <a:r>
              <a:t>39%</a:t>
            </a:r>
          </a:p>
        </p:txBody>
      </p:sp>
      <p:sp>
        <p:nvSpPr>
          <p:cNvPr id="21" name="text:Execution order"/>
          <p:cNvSpPr txBox="1"/>
          <p:nvPr/>
        </p:nvSpPr>
        <p:spPr>
          <a:xfrm>
            <a:off x="731520" y="3858768"/>
            <a:ext cx="1554480" cy="274320"/>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Execution order</a:t>
            </a:r>
          </a:p>
        </p:txBody>
      </p:sp>
      <p:sp>
        <p:nvSpPr>
          <p:cNvPr id="22" name="Rounded Rectangle 21"/>
          <p:cNvSpPr/>
          <p:nvPr/>
        </p:nvSpPr>
        <p:spPr>
          <a:xfrm>
            <a:off x="2331720" y="3886200"/>
            <a:ext cx="4754880" cy="219456"/>
          </a:xfrm>
          <a:prstGeom prst="roundRect">
            <a:avLst>
              <a:gd name="adj" fmla="val 208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331720" y="3886200"/>
            <a:ext cx="4552581" cy="219456"/>
          </a:xfrm>
          <a:prstGeom prst="roundRect">
            <a:avLst>
              <a:gd name="adj" fmla="val 20833"/>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96%"/>
          <p:cNvSpPr txBox="1"/>
          <p:nvPr/>
        </p:nvSpPr>
        <p:spPr>
          <a:xfrm>
            <a:off x="7223760" y="3858768"/>
            <a:ext cx="822960" cy="274320"/>
          </a:xfrm>
          <a:prstGeom prst="rect">
            <a:avLst/>
          </a:prstGeom>
          <a:noFill/>
        </p:spPr>
        <p:txBody>
          <a:bodyPr wrap="square" lIns="9144" rIns="9144" tIns="0" bIns="0" anchor="ctr">
            <a:spAutoFit/>
          </a:bodyPr>
          <a:lstStyle/>
          <a:p>
            <a:pPr>
              <a:lnSpc>
                <a:spcPct val="106000"/>
              </a:lnSpc>
              <a:spcAft>
                <a:spcPts val="400"/>
              </a:spcAft>
              <a:defRPr sz="1300" b="0">
                <a:solidFill>
                  <a:srgbClr val="3DDC97"/>
                </a:solidFill>
                <a:latin typeface="Helvetica Neue"/>
              </a:defRPr>
            </a:pPr>
            <a:r>
              <a:t>96%</a:t>
            </a:r>
          </a:p>
        </p:txBody>
      </p:sp>
      <p:sp>
        <p:nvSpPr>
          <p:cNvPr id="25" name="text:Inside one slot the recorded swaps w"/>
          <p:cNvSpPr txBox="1"/>
          <p:nvPr/>
        </p:nvSpPr>
        <p:spPr>
          <a:xfrm>
            <a:off x="731520" y="4251960"/>
            <a:ext cx="7772400" cy="27432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Inside one slot the recorded swaps were reversed. Put back in order, the tick rule works.</a:t>
            </a:r>
          </a:p>
        </p:txBody>
      </p:sp>
      <p:sp>
        <p:nvSpPr>
          <p:cNvPr id="26" name="text:Source: code/out/flow.json, 2,900 re"/>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code/out/flow.json, 2,900 recorded Orca SOL/USDC swaps.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On-chain or off-chain"/>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On-chain or off-chain</a:t>
            </a:r>
          </a:p>
        </p:txBody>
      </p:sp>
      <p:sp>
        <p:nvSpPr>
          <p:cNvPr id="3" name="text:Put on-chain only what must be trust"/>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Put on-chain only what must be trusted.</a:t>
            </a:r>
          </a:p>
        </p:txBody>
      </p:sp>
      <p:sp>
        <p:nvSpPr>
          <p:cNvPr id="4" name="text:1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14</a:t>
            </a:r>
          </a:p>
        </p:txBody>
      </p:sp>
      <p:sp>
        <p:nvSpPr>
          <p:cNvPr id="5" name="Rounded Rectangle 4"/>
          <p:cNvSpPr/>
          <p:nvPr/>
        </p:nvSpPr>
        <p:spPr>
          <a:xfrm>
            <a:off x="548640" y="1508760"/>
            <a:ext cx="3931920" cy="2468880"/>
          </a:xfrm>
          <a:prstGeom prst="roundRect">
            <a:avLst>
              <a:gd name="adj" fmla="val 5185"/>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ON-CHAIN"/>
          <p:cNvSpPr txBox="1"/>
          <p:nvPr/>
        </p:nvSpPr>
        <p:spPr>
          <a:xfrm>
            <a:off x="777240" y="1627632"/>
            <a:ext cx="3200400" cy="182880"/>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ON-CHAIN</a:t>
            </a:r>
          </a:p>
        </p:txBody>
      </p:sp>
      <p:sp>
        <p:nvSpPr>
          <p:cNvPr id="7" name="Oval 6"/>
          <p:cNvSpPr/>
          <p:nvPr/>
        </p:nvSpPr>
        <p:spPr>
          <a:xfrm>
            <a:off x="777240" y="2066544"/>
            <a:ext cx="118872" cy="118872"/>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Who owns what"/>
          <p:cNvSpPr txBox="1"/>
          <p:nvPr/>
        </p:nvSpPr>
        <p:spPr>
          <a:xfrm>
            <a:off x="1051560" y="2011680"/>
            <a:ext cx="3200400" cy="32004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Who owns what</a:t>
            </a:r>
          </a:p>
        </p:txBody>
      </p:sp>
      <p:sp>
        <p:nvSpPr>
          <p:cNvPr id="9" name="Oval 8"/>
          <p:cNvSpPr/>
          <p:nvPr/>
        </p:nvSpPr>
        <p:spPr>
          <a:xfrm>
            <a:off x="777240" y="2633472"/>
            <a:ext cx="118872" cy="118872"/>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The rule that moves funds"/>
          <p:cNvSpPr txBox="1"/>
          <p:nvPr/>
        </p:nvSpPr>
        <p:spPr>
          <a:xfrm>
            <a:off x="1051560" y="2578608"/>
            <a:ext cx="3200400" cy="32004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The rule that moves funds</a:t>
            </a:r>
          </a:p>
        </p:txBody>
      </p:sp>
      <p:sp>
        <p:nvSpPr>
          <p:cNvPr id="11" name="Oval 10"/>
          <p:cNvSpPr/>
          <p:nvPr/>
        </p:nvSpPr>
        <p:spPr>
          <a:xfrm>
            <a:off x="777240" y="3200400"/>
            <a:ext cx="118872" cy="118872"/>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The record of every fill"/>
          <p:cNvSpPr txBox="1"/>
          <p:nvPr/>
        </p:nvSpPr>
        <p:spPr>
          <a:xfrm>
            <a:off x="1051560" y="3145536"/>
            <a:ext cx="3200400" cy="32004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The record of every fill</a:t>
            </a:r>
          </a:p>
        </p:txBody>
      </p:sp>
      <p:sp>
        <p:nvSpPr>
          <p:cNvPr id="13" name="Rounded Rectangle 12"/>
          <p:cNvSpPr/>
          <p:nvPr/>
        </p:nvSpPr>
        <p:spPr>
          <a:xfrm>
            <a:off x="4709160" y="1508760"/>
            <a:ext cx="3931920" cy="2468880"/>
          </a:xfrm>
          <a:prstGeom prst="roundRect">
            <a:avLst>
              <a:gd name="adj" fmla="val 5185"/>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OFF-CHAIN"/>
          <p:cNvSpPr txBox="1"/>
          <p:nvPr/>
        </p:nvSpPr>
        <p:spPr>
          <a:xfrm>
            <a:off x="4937760" y="1627632"/>
            <a:ext cx="32004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OFF-CHAIN</a:t>
            </a:r>
          </a:p>
        </p:txBody>
      </p:sp>
      <p:sp>
        <p:nvSpPr>
          <p:cNvPr id="15" name="Oval 14"/>
          <p:cNvSpPr/>
          <p:nvPr/>
        </p:nvSpPr>
        <p:spPr>
          <a:xfrm>
            <a:off x="4937760" y="2066544"/>
            <a:ext cx="118872" cy="118872"/>
          </a:xfrm>
          <a:prstGeom prst="ellipse">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Strategy and signals"/>
          <p:cNvSpPr txBox="1"/>
          <p:nvPr/>
        </p:nvSpPr>
        <p:spPr>
          <a:xfrm>
            <a:off x="5212080" y="2011680"/>
            <a:ext cx="3200400" cy="32004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Strategy and signals</a:t>
            </a:r>
          </a:p>
        </p:txBody>
      </p:sp>
      <p:sp>
        <p:nvSpPr>
          <p:cNvPr id="17" name="Oval 16"/>
          <p:cNvSpPr/>
          <p:nvPr/>
        </p:nvSpPr>
        <p:spPr>
          <a:xfrm>
            <a:off x="4937760" y="2633472"/>
            <a:ext cx="118872" cy="118872"/>
          </a:xfrm>
          <a:prstGeom prst="ellipse">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Charts and reports"/>
          <p:cNvSpPr txBox="1"/>
          <p:nvPr/>
        </p:nvSpPr>
        <p:spPr>
          <a:xfrm>
            <a:off x="5212080" y="2578608"/>
            <a:ext cx="3200400" cy="32004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Charts and reports</a:t>
            </a:r>
          </a:p>
        </p:txBody>
      </p:sp>
      <p:sp>
        <p:nvSpPr>
          <p:cNvPr id="19" name="Oval 18"/>
          <p:cNvSpPr/>
          <p:nvPr/>
        </p:nvSpPr>
        <p:spPr>
          <a:xfrm>
            <a:off x="4937760" y="3200400"/>
            <a:ext cx="118872" cy="118872"/>
          </a:xfrm>
          <a:prstGeom prst="ellipse">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Retries and monitoring"/>
          <p:cNvSpPr txBox="1"/>
          <p:nvPr/>
        </p:nvSpPr>
        <p:spPr>
          <a:xfrm>
            <a:off x="5212080" y="3145536"/>
            <a:ext cx="3200400" cy="32004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Retries and monitoring</a:t>
            </a:r>
          </a:p>
        </p:txBody>
      </p:sp>
      <p:sp>
        <p:nvSpPr>
          <p:cNvPr id="21" name="Rounded Rectangle 20"/>
          <p:cNvSpPr/>
          <p:nvPr/>
        </p:nvSpPr>
        <p:spPr>
          <a:xfrm>
            <a:off x="548640" y="4114800"/>
            <a:ext cx="8092440" cy="502920"/>
          </a:xfrm>
          <a:prstGeom prst="roundRect">
            <a:avLst>
              <a:gd name="adj" fmla="val 25454"/>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Our order book component keeps the m"/>
          <p:cNvSpPr txBox="1"/>
          <p:nvPr/>
        </p:nvSpPr>
        <p:spPr>
          <a:xfrm>
            <a:off x="731520" y="4114800"/>
            <a:ext cx="7772400" cy="502920"/>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Our order book component keeps the matching rule and the record on-chain. Everything around it stays off-chain.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Sent is not confirmed"/>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Sent is not confirmed</a:t>
            </a:r>
          </a:p>
        </p:txBody>
      </p:sp>
      <p:sp>
        <p:nvSpPr>
          <p:cNvPr id="3" name="text:A transaction passes through three c"/>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transaction passes through three commitment levels.</a:t>
            </a:r>
          </a:p>
        </p:txBody>
      </p:sp>
      <p:sp>
        <p:nvSpPr>
          <p:cNvPr id="4" name="text:1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15</a:t>
            </a:r>
          </a:p>
        </p:txBody>
      </p:sp>
      <p:sp>
        <p:nvSpPr>
          <p:cNvPr id="5" name="Rounded Rectangle 4"/>
          <p:cNvSpPr/>
          <p:nvPr/>
        </p:nvSpPr>
        <p:spPr>
          <a:xfrm>
            <a:off x="548640" y="1600200"/>
            <a:ext cx="2514600" cy="2011680"/>
          </a:xfrm>
          <a:prstGeom prst="roundRect">
            <a:avLst>
              <a:gd name="adj" fmla="val 636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49808" y="1719072"/>
            <a:ext cx="457200" cy="457200"/>
          </a:xfrm>
          <a:prstGeom prst="rect">
            <a:avLst/>
          </a:prstGeom>
          <a:noFill/>
        </p:spPr>
        <p:txBody>
          <a:bodyPr wrap="square" lIns="9144" rIns="9144" tIns="0" bIns="0">
            <a:spAutoFit/>
          </a:bodyPr>
          <a:lstStyle/>
          <a:p>
            <a:pPr>
              <a:lnSpc>
                <a:spcPct val="106000"/>
              </a:lnSpc>
              <a:spcAft>
                <a:spcPts val="400"/>
              </a:spcAft>
              <a:defRPr sz="2600" b="0">
                <a:solidFill>
                  <a:srgbClr val="B3A5FF"/>
                </a:solidFill>
                <a:latin typeface="Helvetica Neue"/>
              </a:defRPr>
            </a:pPr>
            <a:r>
              <a:t>1</a:t>
            </a:r>
          </a:p>
        </p:txBody>
      </p:sp>
      <p:sp>
        <p:nvSpPr>
          <p:cNvPr id="7" name="text:PROCESSED"/>
          <p:cNvSpPr txBox="1"/>
          <p:nvPr/>
        </p:nvSpPr>
        <p:spPr>
          <a:xfrm>
            <a:off x="749808" y="2331720"/>
            <a:ext cx="2194560" cy="320040"/>
          </a:xfrm>
          <a:prstGeom prst="rect">
            <a:avLst/>
          </a:prstGeom>
          <a:noFill/>
        </p:spPr>
        <p:txBody>
          <a:bodyPr wrap="square" lIns="9144" rIns="9144" tIns="0" bIns="0">
            <a:spAutoFit/>
          </a:bodyPr>
          <a:lstStyle/>
          <a:p>
            <a:pPr>
              <a:lnSpc>
                <a:spcPct val="106000"/>
              </a:lnSpc>
              <a:spcAft>
                <a:spcPts val="400"/>
              </a:spcAft>
              <a:defRPr sz="1800" b="0">
                <a:solidFill>
                  <a:srgbClr val="B3A5FF"/>
                </a:solidFill>
                <a:latin typeface="Helvetica Neue"/>
              </a:defRPr>
            </a:pPr>
            <a:r>
              <a:t>PROCESSED</a:t>
            </a:r>
          </a:p>
        </p:txBody>
      </p:sp>
      <p:sp>
        <p:nvSpPr>
          <p:cNvPr id="8" name="text:a node ran it"/>
          <p:cNvSpPr txBox="1"/>
          <p:nvPr/>
        </p:nvSpPr>
        <p:spPr>
          <a:xfrm>
            <a:off x="749808" y="2743200"/>
            <a:ext cx="2148840" cy="777240"/>
          </a:xfrm>
          <a:prstGeom prst="rect">
            <a:avLst/>
          </a:prstGeom>
          <a:noFill/>
        </p:spPr>
        <p:txBody>
          <a:bodyPr wrap="square" lIns="9144" rIns="9144" tIns="0" bIns="0">
            <a:spAutoFit/>
          </a:bodyPr>
          <a:lstStyle/>
          <a:p>
            <a:pPr>
              <a:lnSpc>
                <a:spcPct val="106000"/>
              </a:lnSpc>
              <a:spcAft>
                <a:spcPts val="400"/>
              </a:spcAft>
              <a:defRPr sz="1250" b="0">
                <a:solidFill>
                  <a:srgbClr val="9A9AA2"/>
                </a:solidFill>
                <a:latin typeface="Helvetica Neue"/>
              </a:defRPr>
            </a:pPr>
            <a:r>
              <a:t>a node ran it</a:t>
            </a:r>
          </a:p>
        </p:txBody>
      </p:sp>
      <p:cxnSp>
        <p:nvCxnSpPr>
          <p:cNvPr id="9" name="Connector 8"/>
          <p:cNvCxnSpPr/>
          <p:nvPr/>
        </p:nvCxnSpPr>
        <p:spPr>
          <a:xfrm>
            <a:off x="3090672" y="2606040"/>
            <a:ext cx="21945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37560" y="1600200"/>
            <a:ext cx="2514600" cy="2011680"/>
          </a:xfrm>
          <a:prstGeom prst="roundRect">
            <a:avLst>
              <a:gd name="adj" fmla="val 6363"/>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
          <p:cNvSpPr txBox="1"/>
          <p:nvPr/>
        </p:nvSpPr>
        <p:spPr>
          <a:xfrm>
            <a:off x="3538728" y="1719072"/>
            <a:ext cx="457200" cy="45720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2</a:t>
            </a:r>
          </a:p>
        </p:txBody>
      </p:sp>
      <p:sp>
        <p:nvSpPr>
          <p:cNvPr id="12" name="text:CONFIRMED"/>
          <p:cNvSpPr txBox="1"/>
          <p:nvPr/>
        </p:nvSpPr>
        <p:spPr>
          <a:xfrm>
            <a:off x="3538728" y="2331720"/>
            <a:ext cx="2194560" cy="320040"/>
          </a:xfrm>
          <a:prstGeom prst="rect">
            <a:avLst/>
          </a:prstGeom>
          <a:noFill/>
        </p:spPr>
        <p:txBody>
          <a:bodyPr wrap="square" lIns="9144" rIns="9144" tIns="0" bIns="0">
            <a:spAutoFit/>
          </a:bodyPr>
          <a:lstStyle/>
          <a:p>
            <a:pPr>
              <a:lnSpc>
                <a:spcPct val="106000"/>
              </a:lnSpc>
              <a:spcAft>
                <a:spcPts val="400"/>
              </a:spcAft>
              <a:defRPr sz="1800" b="0">
                <a:solidFill>
                  <a:srgbClr val="3DDC97"/>
                </a:solidFill>
                <a:latin typeface="Helvetica Neue"/>
              </a:defRPr>
            </a:pPr>
            <a:r>
              <a:t>CONFIRMED</a:t>
            </a:r>
          </a:p>
        </p:txBody>
      </p:sp>
      <p:sp>
        <p:nvSpPr>
          <p:cNvPr id="13" name="text:a supermajority voted on it"/>
          <p:cNvSpPr txBox="1"/>
          <p:nvPr/>
        </p:nvSpPr>
        <p:spPr>
          <a:xfrm>
            <a:off x="3538728" y="2743200"/>
            <a:ext cx="2148840" cy="777240"/>
          </a:xfrm>
          <a:prstGeom prst="rect">
            <a:avLst/>
          </a:prstGeom>
          <a:noFill/>
        </p:spPr>
        <p:txBody>
          <a:bodyPr wrap="square" lIns="9144" rIns="9144" tIns="0" bIns="0">
            <a:spAutoFit/>
          </a:bodyPr>
          <a:lstStyle/>
          <a:p>
            <a:pPr>
              <a:lnSpc>
                <a:spcPct val="106000"/>
              </a:lnSpc>
              <a:spcAft>
                <a:spcPts val="400"/>
              </a:spcAft>
              <a:defRPr sz="1250" b="0">
                <a:solidFill>
                  <a:srgbClr val="9A9AA2"/>
                </a:solidFill>
                <a:latin typeface="Helvetica Neue"/>
              </a:defRPr>
            </a:pPr>
            <a:r>
              <a:t>a supermajority voted on it</a:t>
            </a:r>
          </a:p>
        </p:txBody>
      </p:sp>
      <p:cxnSp>
        <p:nvCxnSpPr>
          <p:cNvPr id="14" name="Connector 13"/>
          <p:cNvCxnSpPr/>
          <p:nvPr/>
        </p:nvCxnSpPr>
        <p:spPr>
          <a:xfrm>
            <a:off x="5879592" y="2606040"/>
            <a:ext cx="21945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26479" y="1600200"/>
            <a:ext cx="2514600" cy="2011680"/>
          </a:xfrm>
          <a:prstGeom prst="roundRect">
            <a:avLst>
              <a:gd name="adj" fmla="val 6363"/>
            </a:avLst>
          </a:prstGeom>
          <a:no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6327647" y="1719072"/>
            <a:ext cx="457200" cy="45720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3</a:t>
            </a:r>
          </a:p>
        </p:txBody>
      </p:sp>
      <p:sp>
        <p:nvSpPr>
          <p:cNvPr id="17" name="text:FINALIZED"/>
          <p:cNvSpPr txBox="1"/>
          <p:nvPr/>
        </p:nvSpPr>
        <p:spPr>
          <a:xfrm>
            <a:off x="6327647" y="2331720"/>
            <a:ext cx="219456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FINALIZED</a:t>
            </a:r>
          </a:p>
        </p:txBody>
      </p:sp>
      <p:sp>
        <p:nvSpPr>
          <p:cNvPr id="18" name="text:it cannot be rolled back"/>
          <p:cNvSpPr txBox="1"/>
          <p:nvPr/>
        </p:nvSpPr>
        <p:spPr>
          <a:xfrm>
            <a:off x="6327647" y="2743200"/>
            <a:ext cx="2148840" cy="777240"/>
          </a:xfrm>
          <a:prstGeom prst="rect">
            <a:avLst/>
          </a:prstGeom>
          <a:noFill/>
        </p:spPr>
        <p:txBody>
          <a:bodyPr wrap="square" lIns="9144" rIns="9144" tIns="0" bIns="0">
            <a:spAutoFit/>
          </a:bodyPr>
          <a:lstStyle/>
          <a:p>
            <a:pPr>
              <a:lnSpc>
                <a:spcPct val="106000"/>
              </a:lnSpc>
              <a:spcAft>
                <a:spcPts val="400"/>
              </a:spcAft>
              <a:defRPr sz="1250" b="0">
                <a:solidFill>
                  <a:srgbClr val="9A9AA2"/>
                </a:solidFill>
                <a:latin typeface="Helvetica Neue"/>
              </a:defRPr>
            </a:pPr>
            <a:r>
              <a:t>it cannot be rolled back</a:t>
            </a:r>
          </a:p>
        </p:txBody>
      </p:sp>
      <p:sp>
        <p:nvSpPr>
          <p:cNvPr id="19" name="text:faster, less safe"/>
          <p:cNvSpPr txBox="1"/>
          <p:nvPr/>
        </p:nvSpPr>
        <p:spPr>
          <a:xfrm>
            <a:off x="548640" y="3749039"/>
            <a:ext cx="2514600" cy="18288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faster, less safe</a:t>
            </a:r>
          </a:p>
        </p:txBody>
      </p:sp>
      <p:cxnSp>
        <p:nvCxnSpPr>
          <p:cNvPr id="20" name="Connector 19"/>
          <p:cNvCxnSpPr/>
          <p:nvPr/>
        </p:nvCxnSpPr>
        <p:spPr>
          <a:xfrm>
            <a:off x="1737360" y="3840480"/>
            <a:ext cx="5760719"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slower, safer"/>
          <p:cNvSpPr txBox="1"/>
          <p:nvPr/>
        </p:nvSpPr>
        <p:spPr>
          <a:xfrm>
            <a:off x="6583680" y="3749039"/>
            <a:ext cx="2057400" cy="182880"/>
          </a:xfrm>
          <a:prstGeom prst="rect">
            <a:avLst/>
          </a:prstGeom>
          <a:noFill/>
        </p:spPr>
        <p:txBody>
          <a:bodyPr wrap="square" lIns="9144" rIns="9144" tIns="0" bIns="0">
            <a:spAutoFit/>
          </a:bodyPr>
          <a:lstStyle/>
          <a:p>
            <a:pPr algn="r">
              <a:lnSpc>
                <a:spcPct val="106000"/>
              </a:lnSpc>
              <a:spcAft>
                <a:spcPts val="400"/>
              </a:spcAft>
              <a:defRPr sz="950" b="0">
                <a:solidFill>
                  <a:srgbClr val="9A9AA2"/>
                </a:solidFill>
                <a:latin typeface="Helvetica Neue"/>
              </a:defRPr>
            </a:pPr>
            <a:r>
              <a:t>slower, safer</a:t>
            </a:r>
          </a:p>
        </p:txBody>
      </p:sp>
      <p:sp>
        <p:nvSpPr>
          <p:cNvPr id="22" name="Rounded Rectangle 21"/>
          <p:cNvSpPr/>
          <p:nvPr/>
        </p:nvSpPr>
        <p:spPr>
          <a:xfrm>
            <a:off x="548640" y="4069080"/>
            <a:ext cx="8092440" cy="502920"/>
          </a:xfrm>
          <a:prstGeom prst="roundRect">
            <a:avLst>
              <a:gd name="adj" fmla="val 25454"/>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Each step is slower and safer. Credi"/>
          <p:cNvSpPr txBox="1"/>
          <p:nvPr/>
        </p:nvSpPr>
        <p:spPr>
          <a:xfrm>
            <a:off x="731520" y="4069080"/>
            <a:ext cx="7772400" cy="502920"/>
          </a:xfrm>
          <a:prstGeom prst="rect">
            <a:avLst/>
          </a:prstGeom>
          <a:noFill/>
        </p:spPr>
        <p:txBody>
          <a:bodyPr wrap="square" lIns="9144" rIns="9144" tIns="0" bIns="0" anchor="ctr">
            <a:spAutoFit/>
          </a:bodyPr>
          <a:lstStyle/>
          <a:p>
            <a:pPr>
              <a:lnSpc>
                <a:spcPct val="106000"/>
              </a:lnSpc>
              <a:spcAft>
                <a:spcPts val="400"/>
              </a:spcAft>
              <a:defRPr sz="1250" b="0">
                <a:solidFill>
                  <a:srgbClr val="F2F5F8"/>
                </a:solidFill>
                <a:latin typeface="Helvetica Neue"/>
              </a:defRPr>
            </a:pPr>
            <a:r>
              <a:t>Each step is slower and safer. Credit money at the level your risk allows.</a:t>
            </a:r>
          </a:p>
        </p:txBody>
      </p:sp>
      <p:sp>
        <p:nvSpPr>
          <p:cNvPr id="24" name="text:Illustrative."/>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Measured on devnet"/>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Measured on devnet</a:t>
            </a:r>
          </a:p>
        </p:txBody>
      </p:sp>
      <p:sp>
        <p:nvSpPr>
          <p:cNvPr id="3" name="text:Median time from sending to each com"/>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Median time from sending to each commitment level, nine real transactions.</a:t>
            </a:r>
          </a:p>
        </p:txBody>
      </p:sp>
      <p:sp>
        <p:nvSpPr>
          <p:cNvPr id="4" name="text:1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16</a:t>
            </a:r>
          </a:p>
        </p:txBody>
      </p:sp>
      <p:sp>
        <p:nvSpPr>
          <p:cNvPr id="5" name="text:DEVNET"/>
          <p:cNvSpPr txBox="1"/>
          <p:nvPr/>
        </p:nvSpPr>
        <p:spPr>
          <a:xfrm>
            <a:off x="548640" y="1508760"/>
            <a:ext cx="17373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DEVNET</a:t>
            </a:r>
          </a:p>
        </p:txBody>
      </p:sp>
      <p:sp>
        <p:nvSpPr>
          <p:cNvPr id="6" name="text:nine transactions, public devnet RPC"/>
          <p:cNvSpPr txBox="1"/>
          <p:nvPr/>
        </p:nvSpPr>
        <p:spPr>
          <a:xfrm>
            <a:off x="548640" y="1737360"/>
            <a:ext cx="1554480" cy="54864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nine transactions, public devnet RPC</a:t>
            </a:r>
          </a:p>
        </p:txBody>
      </p:sp>
      <p:sp>
        <p:nvSpPr>
          <p:cNvPr id="7" name="Rounded Rectangle 6"/>
          <p:cNvSpPr/>
          <p:nvPr/>
        </p:nvSpPr>
        <p:spPr>
          <a:xfrm>
            <a:off x="2240280" y="1508760"/>
            <a:ext cx="20116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PROCESSED"/>
          <p:cNvSpPr txBox="1"/>
          <p:nvPr/>
        </p:nvSpPr>
        <p:spPr>
          <a:xfrm>
            <a:off x="2404872" y="1618488"/>
            <a:ext cx="17373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PROCESSED</a:t>
            </a:r>
          </a:p>
        </p:txBody>
      </p:sp>
      <p:sp>
        <p:nvSpPr>
          <p:cNvPr id="9" name="text:319 ms"/>
          <p:cNvSpPr txBox="1"/>
          <p:nvPr/>
        </p:nvSpPr>
        <p:spPr>
          <a:xfrm>
            <a:off x="2404872" y="1874519"/>
            <a:ext cx="1737360" cy="45720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319 ms</a:t>
            </a:r>
          </a:p>
        </p:txBody>
      </p:sp>
      <p:sp>
        <p:nvSpPr>
          <p:cNvPr id="10" name="Rounded Rectangle 9"/>
          <p:cNvSpPr/>
          <p:nvPr/>
        </p:nvSpPr>
        <p:spPr>
          <a:xfrm>
            <a:off x="4389120" y="1508760"/>
            <a:ext cx="20116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CONFIRMED"/>
          <p:cNvSpPr txBox="1"/>
          <p:nvPr/>
        </p:nvSpPr>
        <p:spPr>
          <a:xfrm>
            <a:off x="4553712" y="1618488"/>
            <a:ext cx="17373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CONFIRMED</a:t>
            </a:r>
          </a:p>
        </p:txBody>
      </p:sp>
      <p:sp>
        <p:nvSpPr>
          <p:cNvPr id="12" name="text:712 ms"/>
          <p:cNvSpPr txBox="1"/>
          <p:nvPr/>
        </p:nvSpPr>
        <p:spPr>
          <a:xfrm>
            <a:off x="4553712" y="1874519"/>
            <a:ext cx="1737360" cy="45720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712 ms</a:t>
            </a:r>
          </a:p>
        </p:txBody>
      </p:sp>
      <p:sp>
        <p:nvSpPr>
          <p:cNvPr id="13" name="Rounded Rectangle 12"/>
          <p:cNvSpPr/>
          <p:nvPr/>
        </p:nvSpPr>
        <p:spPr>
          <a:xfrm>
            <a:off x="6537960" y="1508760"/>
            <a:ext cx="2011680" cy="1188720"/>
          </a:xfrm>
          <a:prstGeom prst="roundRect">
            <a:avLst>
              <a:gd name="adj" fmla="val 10769"/>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FINALIZED"/>
          <p:cNvSpPr txBox="1"/>
          <p:nvPr/>
        </p:nvSpPr>
        <p:spPr>
          <a:xfrm>
            <a:off x="6702552" y="1618488"/>
            <a:ext cx="17373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FINALIZED</a:t>
            </a:r>
          </a:p>
        </p:txBody>
      </p:sp>
      <p:sp>
        <p:nvSpPr>
          <p:cNvPr id="15" name="text:712 ms"/>
          <p:cNvSpPr txBox="1"/>
          <p:nvPr/>
        </p:nvSpPr>
        <p:spPr>
          <a:xfrm>
            <a:off x="6702552" y="1874519"/>
            <a:ext cx="1737360" cy="45720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712 ms</a:t>
            </a:r>
          </a:p>
        </p:txBody>
      </p:sp>
      <p:sp>
        <p:nvSpPr>
          <p:cNvPr id="16" name="text:LOCAL VALIDATOR"/>
          <p:cNvSpPr txBox="1"/>
          <p:nvPr/>
        </p:nvSpPr>
        <p:spPr>
          <a:xfrm>
            <a:off x="548640" y="2880360"/>
            <a:ext cx="1737360" cy="182880"/>
          </a:xfrm>
          <a:prstGeom prst="rect">
            <a:avLst/>
          </a:prstGeom>
          <a:noFill/>
        </p:spPr>
        <p:txBody>
          <a:bodyPr wrap="square" lIns="9144" rIns="9144" tIns="0" bIns="0">
            <a:spAutoFit/>
          </a:bodyPr>
          <a:lstStyle/>
          <a:p>
            <a:pPr>
              <a:lnSpc>
                <a:spcPct val="106000"/>
              </a:lnSpc>
              <a:spcAft>
                <a:spcPts val="400"/>
              </a:spcAft>
              <a:defRPr sz="950" b="0">
                <a:solidFill>
                  <a:srgbClr val="B3A5FF"/>
                </a:solidFill>
                <a:latin typeface="Helvetica Neue"/>
              </a:defRPr>
            </a:pPr>
            <a:r>
              <a:t>LOCAL VALIDATOR</a:t>
            </a:r>
          </a:p>
        </p:txBody>
      </p:sp>
      <p:sp>
        <p:nvSpPr>
          <p:cNvPr id="17" name="text:same program, one machine"/>
          <p:cNvSpPr txBox="1"/>
          <p:nvPr/>
        </p:nvSpPr>
        <p:spPr>
          <a:xfrm>
            <a:off x="548640" y="3108960"/>
            <a:ext cx="1554480" cy="54864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same program, one machine</a:t>
            </a:r>
          </a:p>
        </p:txBody>
      </p:sp>
      <p:sp>
        <p:nvSpPr>
          <p:cNvPr id="18" name="Rounded Rectangle 17"/>
          <p:cNvSpPr/>
          <p:nvPr/>
        </p:nvSpPr>
        <p:spPr>
          <a:xfrm>
            <a:off x="2240280" y="2880360"/>
            <a:ext cx="20116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PROCESSED"/>
          <p:cNvSpPr txBox="1"/>
          <p:nvPr/>
        </p:nvSpPr>
        <p:spPr>
          <a:xfrm>
            <a:off x="2404872" y="2990088"/>
            <a:ext cx="17373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PROCESSED</a:t>
            </a:r>
          </a:p>
        </p:txBody>
      </p:sp>
      <p:sp>
        <p:nvSpPr>
          <p:cNvPr id="20" name="text:300 ms"/>
          <p:cNvSpPr txBox="1"/>
          <p:nvPr/>
        </p:nvSpPr>
        <p:spPr>
          <a:xfrm>
            <a:off x="2404872" y="3246120"/>
            <a:ext cx="1737360" cy="45720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300 ms</a:t>
            </a:r>
          </a:p>
        </p:txBody>
      </p:sp>
      <p:sp>
        <p:nvSpPr>
          <p:cNvPr id="21" name="Rounded Rectangle 20"/>
          <p:cNvSpPr/>
          <p:nvPr/>
        </p:nvSpPr>
        <p:spPr>
          <a:xfrm>
            <a:off x="4389120" y="2880360"/>
            <a:ext cx="20116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CONFIRMED"/>
          <p:cNvSpPr txBox="1"/>
          <p:nvPr/>
        </p:nvSpPr>
        <p:spPr>
          <a:xfrm>
            <a:off x="4553712" y="2990088"/>
            <a:ext cx="17373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CONFIRMED</a:t>
            </a:r>
          </a:p>
        </p:txBody>
      </p:sp>
      <p:sp>
        <p:nvSpPr>
          <p:cNvPr id="23" name="text:331 ms"/>
          <p:cNvSpPr txBox="1"/>
          <p:nvPr/>
        </p:nvSpPr>
        <p:spPr>
          <a:xfrm>
            <a:off x="4553712" y="3246120"/>
            <a:ext cx="1737360" cy="45720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331 ms</a:t>
            </a:r>
          </a:p>
        </p:txBody>
      </p:sp>
      <p:sp>
        <p:nvSpPr>
          <p:cNvPr id="24" name="Rounded Rectangle 23"/>
          <p:cNvSpPr/>
          <p:nvPr/>
        </p:nvSpPr>
        <p:spPr>
          <a:xfrm>
            <a:off x="6537960" y="2880360"/>
            <a:ext cx="2011680" cy="1188720"/>
          </a:xfrm>
          <a:prstGeom prst="roundRect">
            <a:avLst>
              <a:gd name="adj" fmla="val 10769"/>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FINALIZED"/>
          <p:cNvSpPr txBox="1"/>
          <p:nvPr/>
        </p:nvSpPr>
        <p:spPr>
          <a:xfrm>
            <a:off x="6702552" y="2990088"/>
            <a:ext cx="17373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FINALIZED</a:t>
            </a:r>
          </a:p>
        </p:txBody>
      </p:sp>
      <p:sp>
        <p:nvSpPr>
          <p:cNvPr id="26" name="text:17.0 s"/>
          <p:cNvSpPr txBox="1"/>
          <p:nvPr/>
        </p:nvSpPr>
        <p:spPr>
          <a:xfrm>
            <a:off x="6702552" y="3246120"/>
            <a:ext cx="1737360" cy="45720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17.0 s</a:t>
            </a:r>
          </a:p>
        </p:txBody>
      </p:sp>
      <p:sp>
        <p:nvSpPr>
          <p:cNvPr id="27" name="Rounded Rectangle 26"/>
          <p:cNvSpPr/>
          <p:nvPr/>
        </p:nvSpPr>
        <p:spPr>
          <a:xfrm>
            <a:off x="548640" y="4297680"/>
            <a:ext cx="8092440" cy="365760"/>
          </a:xfrm>
          <a:prstGeom prst="roundRect">
            <a:avLst>
              <a:gd name="adj" fmla="val 3500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On this devnet, confirmed and finali"/>
          <p:cNvSpPr txBox="1"/>
          <p:nvPr/>
        </p:nvSpPr>
        <p:spPr>
          <a:xfrm>
            <a:off x="731520" y="4297680"/>
            <a:ext cx="7772400" cy="365760"/>
          </a:xfrm>
          <a:prstGeom prst="rect">
            <a:avLst/>
          </a:prstGeom>
          <a:noFill/>
        </p:spPr>
        <p:txBody>
          <a:bodyPr wrap="square" lIns="9144" rIns="9144" tIns="0" bIns="0" anchor="ctr">
            <a:spAutoFit/>
          </a:bodyPr>
          <a:lstStyle/>
          <a:p>
            <a:pPr>
              <a:lnSpc>
                <a:spcPct val="106000"/>
              </a:lnSpc>
              <a:spcAft>
                <a:spcPts val="400"/>
              </a:spcAft>
              <a:defRPr sz="1050" b="0">
                <a:solidFill>
                  <a:srgbClr val="F2F5F8"/>
                </a:solidFill>
                <a:latin typeface="Helvetica Neue"/>
              </a:defRPr>
            </a:pPr>
            <a:r>
              <a:t>On this devnet, confirmed and finalized arrived together. A local validator waited about 17 seconds for finalized.</a:t>
            </a:r>
          </a:p>
        </p:txBody>
      </p:sp>
      <p:sp>
        <p:nvSpPr>
          <p:cNvPr id="29" name="text:Source: code/out/devnet.json (devnet"/>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code/out/devnet.json (devnet) and the local validator run, same program. Captured 2026-10-21 20:10:50 UTC.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deposit watcher"/>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The deposit watcher</a:t>
            </a:r>
          </a:p>
        </p:txBody>
      </p:sp>
      <p:sp>
        <p:nvSpPr>
          <p:cNvPr id="3" name="text:Credit a deposit only when the tran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Credit a deposit only when the transaction succeeded.</a:t>
            </a:r>
          </a:p>
        </p:txBody>
      </p:sp>
      <p:sp>
        <p:nvSpPr>
          <p:cNvPr id="4" name="text:1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17</a:t>
            </a:r>
          </a:p>
        </p:txBody>
      </p:sp>
      <p:sp>
        <p:nvSpPr>
          <p:cNvPr id="5" name="Rounded Rectangle 4"/>
          <p:cNvSpPr/>
          <p:nvPr/>
        </p:nvSpPr>
        <p:spPr>
          <a:xfrm>
            <a:off x="548640" y="1463040"/>
            <a:ext cx="8092440" cy="502920"/>
          </a:xfrm>
          <a:prstGeom prst="roundRect">
            <a:avLst>
              <a:gd name="adj" fmla="val 25454"/>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Credit at confirmed. Never credit a "/>
          <p:cNvSpPr txBox="1"/>
          <p:nvPr/>
        </p:nvSpPr>
        <p:spPr>
          <a:xfrm>
            <a:off x="731520" y="1463040"/>
            <a:ext cx="7772400" cy="5029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Credit at confirmed. Never credit a failed transaction.</a:t>
            </a:r>
          </a:p>
        </p:txBody>
      </p:sp>
      <p:sp>
        <p:nvSpPr>
          <p:cNvPr id="7" name="Rounded Rectangle 6"/>
          <p:cNvSpPr/>
          <p:nvPr/>
        </p:nvSpPr>
        <p:spPr>
          <a:xfrm>
            <a:off x="548640" y="2103120"/>
            <a:ext cx="8092440" cy="658368"/>
          </a:xfrm>
          <a:prstGeom prst="roundRect">
            <a:avLst>
              <a:gd name="adj" fmla="val 19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deposit 1"/>
          <p:cNvSpPr txBox="1"/>
          <p:nvPr/>
        </p:nvSpPr>
        <p:spPr>
          <a:xfrm>
            <a:off x="731520" y="2103120"/>
            <a:ext cx="1737360" cy="65836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deposit 1</a:t>
            </a:r>
          </a:p>
        </p:txBody>
      </p:sp>
      <p:sp>
        <p:nvSpPr>
          <p:cNvPr id="9" name="text:0.0010 SOL"/>
          <p:cNvSpPr txBox="1"/>
          <p:nvPr/>
        </p:nvSpPr>
        <p:spPr>
          <a:xfrm>
            <a:off x="2514600" y="2103120"/>
            <a:ext cx="2286000" cy="658368"/>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0.0010 SOL</a:t>
            </a:r>
          </a:p>
        </p:txBody>
      </p:sp>
      <p:sp>
        <p:nvSpPr>
          <p:cNvPr id="10" name="text:confirmed in 932 ms"/>
          <p:cNvSpPr txBox="1"/>
          <p:nvPr/>
        </p:nvSpPr>
        <p:spPr>
          <a:xfrm>
            <a:off x="4892040" y="2103120"/>
            <a:ext cx="1828800" cy="658368"/>
          </a:xfrm>
          <a:prstGeom prst="rect">
            <a:avLst/>
          </a:prstGeom>
          <a:noFill/>
        </p:spPr>
        <p:txBody>
          <a:bodyPr wrap="square" lIns="9144" rIns="9144" tIns="0" bIns="0" anchor="ctr">
            <a:spAutoFit/>
          </a:bodyPr>
          <a:lstStyle/>
          <a:p>
            <a:pPr>
              <a:lnSpc>
                <a:spcPct val="106000"/>
              </a:lnSpc>
              <a:spcAft>
                <a:spcPts val="400"/>
              </a:spcAft>
              <a:defRPr sz="1100" b="0">
                <a:solidFill>
                  <a:srgbClr val="9A9AA2"/>
                </a:solidFill>
                <a:latin typeface="Helvetica Neue"/>
              </a:defRPr>
            </a:pPr>
            <a:r>
              <a:t>confirmed in 932 ms</a:t>
            </a:r>
          </a:p>
        </p:txBody>
      </p:sp>
      <p:sp>
        <p:nvSpPr>
          <p:cNvPr id="11" name="Rounded Rectangle 10"/>
          <p:cNvSpPr/>
          <p:nvPr/>
        </p:nvSpPr>
        <p:spPr>
          <a:xfrm>
            <a:off x="6903720" y="2286000"/>
            <a:ext cx="1554480" cy="274320"/>
          </a:xfrm>
          <a:prstGeom prst="roundRect">
            <a:avLst>
              <a:gd name="adj" fmla="val 40000"/>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CREDITED"/>
          <p:cNvSpPr txBox="1"/>
          <p:nvPr/>
        </p:nvSpPr>
        <p:spPr>
          <a:xfrm>
            <a:off x="6903720" y="2304288"/>
            <a:ext cx="1554480" cy="256031"/>
          </a:xfrm>
          <a:prstGeom prst="rect">
            <a:avLst/>
          </a:prstGeom>
          <a:noFill/>
        </p:spPr>
        <p:txBody>
          <a:bodyPr wrap="square" lIns="9144" rIns="9144" tIns="0" bIns="0" anchor="ctr">
            <a:spAutoFit/>
          </a:bodyPr>
          <a:lstStyle/>
          <a:p>
            <a:pPr algn="ctr">
              <a:lnSpc>
                <a:spcPct val="106000"/>
              </a:lnSpc>
              <a:spcAft>
                <a:spcPts val="400"/>
              </a:spcAft>
              <a:defRPr sz="1000" b="0">
                <a:solidFill>
                  <a:srgbClr val="000000"/>
                </a:solidFill>
                <a:latin typeface="Helvetica Neue"/>
              </a:defRPr>
            </a:pPr>
            <a:r>
              <a:t>CREDITED</a:t>
            </a:r>
          </a:p>
        </p:txBody>
      </p:sp>
      <p:sp>
        <p:nvSpPr>
          <p:cNvPr id="13" name="Rounded Rectangle 12"/>
          <p:cNvSpPr/>
          <p:nvPr/>
        </p:nvSpPr>
        <p:spPr>
          <a:xfrm>
            <a:off x="548640" y="2880360"/>
            <a:ext cx="8092440" cy="658368"/>
          </a:xfrm>
          <a:prstGeom prst="roundRect">
            <a:avLst>
              <a:gd name="adj" fmla="val 19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deposit 2"/>
          <p:cNvSpPr txBox="1"/>
          <p:nvPr/>
        </p:nvSpPr>
        <p:spPr>
          <a:xfrm>
            <a:off x="731520" y="2880360"/>
            <a:ext cx="1737360" cy="65836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deposit 2</a:t>
            </a:r>
          </a:p>
        </p:txBody>
      </p:sp>
      <p:sp>
        <p:nvSpPr>
          <p:cNvPr id="15" name="text:0.0015 SOL"/>
          <p:cNvSpPr txBox="1"/>
          <p:nvPr/>
        </p:nvSpPr>
        <p:spPr>
          <a:xfrm>
            <a:off x="2514600" y="2880360"/>
            <a:ext cx="2286000" cy="658368"/>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0.0015 SOL</a:t>
            </a:r>
          </a:p>
        </p:txBody>
      </p:sp>
      <p:sp>
        <p:nvSpPr>
          <p:cNvPr id="16" name="text:confirmed in 534 ms"/>
          <p:cNvSpPr txBox="1"/>
          <p:nvPr/>
        </p:nvSpPr>
        <p:spPr>
          <a:xfrm>
            <a:off x="4892040" y="2880360"/>
            <a:ext cx="1828800" cy="658368"/>
          </a:xfrm>
          <a:prstGeom prst="rect">
            <a:avLst/>
          </a:prstGeom>
          <a:noFill/>
        </p:spPr>
        <p:txBody>
          <a:bodyPr wrap="square" lIns="9144" rIns="9144" tIns="0" bIns="0" anchor="ctr">
            <a:spAutoFit/>
          </a:bodyPr>
          <a:lstStyle/>
          <a:p>
            <a:pPr>
              <a:lnSpc>
                <a:spcPct val="106000"/>
              </a:lnSpc>
              <a:spcAft>
                <a:spcPts val="400"/>
              </a:spcAft>
              <a:defRPr sz="1100" b="0">
                <a:solidFill>
                  <a:srgbClr val="9A9AA2"/>
                </a:solidFill>
                <a:latin typeface="Helvetica Neue"/>
              </a:defRPr>
            </a:pPr>
            <a:r>
              <a:t>confirmed in 534 ms</a:t>
            </a:r>
          </a:p>
        </p:txBody>
      </p:sp>
      <p:sp>
        <p:nvSpPr>
          <p:cNvPr id="17" name="Rounded Rectangle 16"/>
          <p:cNvSpPr/>
          <p:nvPr/>
        </p:nvSpPr>
        <p:spPr>
          <a:xfrm>
            <a:off x="6903720" y="3063240"/>
            <a:ext cx="1554480" cy="274320"/>
          </a:xfrm>
          <a:prstGeom prst="roundRect">
            <a:avLst>
              <a:gd name="adj" fmla="val 40000"/>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CREDITED"/>
          <p:cNvSpPr txBox="1"/>
          <p:nvPr/>
        </p:nvSpPr>
        <p:spPr>
          <a:xfrm>
            <a:off x="6903720" y="3081528"/>
            <a:ext cx="1554480" cy="256031"/>
          </a:xfrm>
          <a:prstGeom prst="rect">
            <a:avLst/>
          </a:prstGeom>
          <a:noFill/>
        </p:spPr>
        <p:txBody>
          <a:bodyPr wrap="square" lIns="9144" rIns="9144" tIns="0" bIns="0" anchor="ctr">
            <a:spAutoFit/>
          </a:bodyPr>
          <a:lstStyle/>
          <a:p>
            <a:pPr algn="ctr">
              <a:lnSpc>
                <a:spcPct val="106000"/>
              </a:lnSpc>
              <a:spcAft>
                <a:spcPts val="400"/>
              </a:spcAft>
              <a:defRPr sz="1000" b="0">
                <a:solidFill>
                  <a:srgbClr val="000000"/>
                </a:solidFill>
                <a:latin typeface="Helvetica Neue"/>
              </a:defRPr>
            </a:pPr>
            <a:r>
              <a:t>CREDITED</a:t>
            </a:r>
          </a:p>
        </p:txBody>
      </p:sp>
      <p:sp>
        <p:nvSpPr>
          <p:cNvPr id="19" name="Rounded Rectangle 18"/>
          <p:cNvSpPr/>
          <p:nvPr/>
        </p:nvSpPr>
        <p:spPr>
          <a:xfrm>
            <a:off x="548640" y="3657600"/>
            <a:ext cx="8092440" cy="658368"/>
          </a:xfrm>
          <a:prstGeom prst="roundRect">
            <a:avLst>
              <a:gd name="adj" fmla="val 19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failing deposit"/>
          <p:cNvSpPr txBox="1"/>
          <p:nvPr/>
        </p:nvSpPr>
        <p:spPr>
          <a:xfrm>
            <a:off x="731520" y="3657600"/>
            <a:ext cx="1737360" cy="65836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failing deposit</a:t>
            </a:r>
          </a:p>
        </p:txBody>
      </p:sp>
      <p:sp>
        <p:nvSpPr>
          <p:cNvPr id="21" name="text:1.0660 SOL (more than held)"/>
          <p:cNvSpPr txBox="1"/>
          <p:nvPr/>
        </p:nvSpPr>
        <p:spPr>
          <a:xfrm>
            <a:off x="2514600" y="3657600"/>
            <a:ext cx="2286000" cy="658368"/>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1.0660 SOL (more than held)</a:t>
            </a:r>
          </a:p>
        </p:txBody>
      </p:sp>
      <p:sp>
        <p:nvSpPr>
          <p:cNvPr id="22" name="text:confirmed in 654 ms"/>
          <p:cNvSpPr txBox="1"/>
          <p:nvPr/>
        </p:nvSpPr>
        <p:spPr>
          <a:xfrm>
            <a:off x="4892040" y="3657600"/>
            <a:ext cx="1828800" cy="658368"/>
          </a:xfrm>
          <a:prstGeom prst="rect">
            <a:avLst/>
          </a:prstGeom>
          <a:noFill/>
        </p:spPr>
        <p:txBody>
          <a:bodyPr wrap="square" lIns="9144" rIns="9144" tIns="0" bIns="0" anchor="ctr">
            <a:spAutoFit/>
          </a:bodyPr>
          <a:lstStyle/>
          <a:p>
            <a:pPr>
              <a:lnSpc>
                <a:spcPct val="106000"/>
              </a:lnSpc>
              <a:spcAft>
                <a:spcPts val="400"/>
              </a:spcAft>
              <a:defRPr sz="1100" b="0">
                <a:solidFill>
                  <a:srgbClr val="9A9AA2"/>
                </a:solidFill>
                <a:latin typeface="Helvetica Neue"/>
              </a:defRPr>
            </a:pPr>
            <a:r>
              <a:t>confirmed in 654 ms</a:t>
            </a:r>
          </a:p>
        </p:txBody>
      </p:sp>
      <p:sp>
        <p:nvSpPr>
          <p:cNvPr id="23" name="Rounded Rectangle 22"/>
          <p:cNvSpPr/>
          <p:nvPr/>
        </p:nvSpPr>
        <p:spPr>
          <a:xfrm>
            <a:off x="6903720" y="3840480"/>
            <a:ext cx="1554480" cy="274320"/>
          </a:xfrm>
          <a:prstGeom prst="roundRect">
            <a:avLst>
              <a:gd name="adj" fmla="val 40000"/>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NOT CREDITED"/>
          <p:cNvSpPr txBox="1"/>
          <p:nvPr/>
        </p:nvSpPr>
        <p:spPr>
          <a:xfrm>
            <a:off x="6903720" y="3858768"/>
            <a:ext cx="1554480" cy="256031"/>
          </a:xfrm>
          <a:prstGeom prst="rect">
            <a:avLst/>
          </a:prstGeom>
          <a:noFill/>
        </p:spPr>
        <p:txBody>
          <a:bodyPr wrap="square" lIns="9144" rIns="9144" tIns="0" bIns="0" anchor="ctr">
            <a:spAutoFit/>
          </a:bodyPr>
          <a:lstStyle/>
          <a:p>
            <a:pPr algn="ctr">
              <a:lnSpc>
                <a:spcPct val="106000"/>
              </a:lnSpc>
              <a:spcAft>
                <a:spcPts val="400"/>
              </a:spcAft>
              <a:defRPr sz="1000" b="0">
                <a:solidFill>
                  <a:srgbClr val="FD51FC"/>
                </a:solidFill>
                <a:latin typeface="Helvetica Neue"/>
              </a:defRPr>
            </a:pPr>
            <a:r>
              <a:t>NOT CREDITED</a:t>
            </a:r>
          </a:p>
        </p:txBody>
      </p:sp>
      <p:sp>
        <p:nvSpPr>
          <p:cNvPr id="25" name="text:The failing one never reached the le"/>
          <p:cNvSpPr txBox="1"/>
          <p:nvPr/>
        </p:nvSpPr>
        <p:spPr>
          <a:xfrm>
            <a:off x="548640" y="4480560"/>
            <a:ext cx="8092440" cy="182880"/>
          </a:xfrm>
          <a:prstGeom prst="rect">
            <a:avLst/>
          </a:prstGeom>
          <a:noFill/>
        </p:spPr>
        <p:txBody>
          <a:bodyPr wrap="square" lIns="9144" rIns="9144" tIns="0" bIns="0">
            <a:spAutoFit/>
          </a:bodyPr>
          <a:lstStyle/>
          <a:p>
            <a:pPr>
              <a:lnSpc>
                <a:spcPct val="106000"/>
              </a:lnSpc>
              <a:spcAft>
                <a:spcPts val="400"/>
              </a:spcAft>
              <a:defRPr sz="1050" b="0">
                <a:solidFill>
                  <a:srgbClr val="3DDC97"/>
                </a:solidFill>
                <a:latin typeface="Helvetica Neue"/>
              </a:defRPr>
            </a:pPr>
            <a:r>
              <a:t>The failing one never reached the ledger: its transaction carried an error.</a:t>
            </a:r>
          </a:p>
        </p:txBody>
      </p:sp>
      <p:sp>
        <p:nvSpPr>
          <p:cNvPr id="26" name="text:Source: code/out/devnet.json, devnet"/>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code/out/devnet.json, devnet deposits to a fresh vault. Vault ARznxNAn..., captured 2026-10-21 20:01:14 UTC.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One small component: mini_book"/>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One small component: mini_book</a:t>
            </a:r>
          </a:p>
        </p:txBody>
      </p:sp>
      <p:sp>
        <p:nvSpPr>
          <p:cNvPr id="3" name="text:A limit order book in a single accou"/>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limit order book in a single account, 272 bytes.</a:t>
            </a:r>
          </a:p>
        </p:txBody>
      </p:sp>
      <p:sp>
        <p:nvSpPr>
          <p:cNvPr id="4" name="text:1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18</a:t>
            </a:r>
          </a:p>
        </p:txBody>
      </p:sp>
      <p:sp>
        <p:nvSpPr>
          <p:cNvPr id="5" name="Rounded Rectangle 4"/>
          <p:cNvSpPr/>
          <p:nvPr/>
        </p:nvSpPr>
        <p:spPr>
          <a:xfrm>
            <a:off x="548640" y="1463040"/>
            <a:ext cx="4480560" cy="2743200"/>
          </a:xfrm>
          <a:prstGeom prst="roundRect">
            <a:avLst>
              <a:gd name="adj" fmla="val 4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ONE ACCOUNT, 272 BYTES"/>
          <p:cNvSpPr txBox="1"/>
          <p:nvPr/>
        </p:nvSpPr>
        <p:spPr>
          <a:xfrm>
            <a:off x="731520" y="1572768"/>
            <a:ext cx="36576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ONE ACCOUNT, 272 BYTES</a:t>
            </a:r>
          </a:p>
        </p:txBody>
      </p:sp>
      <p:sp>
        <p:nvSpPr>
          <p:cNvPr id="7" name="Rounded Rectangle 6"/>
          <p:cNvSpPr/>
          <p:nvPr/>
        </p:nvSpPr>
        <p:spPr>
          <a:xfrm>
            <a:off x="731520" y="1874519"/>
            <a:ext cx="4114800" cy="457200"/>
          </a:xfrm>
          <a:prstGeom prst="roundRect">
            <a:avLst>
              <a:gd name="adj" fmla="val 2800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header: magic, next id, fills, last "/>
          <p:cNvSpPr txBox="1"/>
          <p:nvPr/>
        </p:nvSpPr>
        <p:spPr>
          <a:xfrm>
            <a:off x="731520" y="1874519"/>
            <a:ext cx="4114800" cy="457200"/>
          </a:xfrm>
          <a:prstGeom prst="rect">
            <a:avLst/>
          </a:prstGeom>
          <a:noFill/>
        </p:spPr>
        <p:txBody>
          <a:bodyPr wrap="square" lIns="9144" rIns="9144" tIns="0" bIns="0" anchor="ctr">
            <a:spAutoFit/>
          </a:bodyPr>
          <a:lstStyle/>
          <a:p>
            <a:pPr algn="ctr">
              <a:lnSpc>
                <a:spcPct val="106000"/>
              </a:lnSpc>
              <a:spcAft>
                <a:spcPts val="400"/>
              </a:spcAft>
              <a:defRPr sz="1000" b="0">
                <a:solidFill>
                  <a:srgbClr val="F2F5F8"/>
                </a:solidFill>
                <a:latin typeface="Helvetica Neue"/>
              </a:defRPr>
            </a:pPr>
            <a:r>
              <a:t>header: magic, next id, fills, last price</a:t>
            </a:r>
          </a:p>
        </p:txBody>
      </p:sp>
      <p:sp>
        <p:nvSpPr>
          <p:cNvPr id="9" name="Rounded Rectangle 8"/>
          <p:cNvSpPr/>
          <p:nvPr/>
        </p:nvSpPr>
        <p:spPr>
          <a:xfrm>
            <a:off x="731520" y="2514600"/>
            <a:ext cx="475488" cy="457200"/>
          </a:xfrm>
          <a:prstGeom prst="roundRect">
            <a:avLst>
              <a:gd name="adj" fmla="val 10000"/>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1"/>
          <p:cNvSpPr txBox="1"/>
          <p:nvPr/>
        </p:nvSpPr>
        <p:spPr>
          <a:xfrm>
            <a:off x="731520" y="251460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1</a:t>
            </a:r>
          </a:p>
        </p:txBody>
      </p:sp>
      <p:sp>
        <p:nvSpPr>
          <p:cNvPr id="11" name="Rounded Rectangle 10"/>
          <p:cNvSpPr/>
          <p:nvPr/>
        </p:nvSpPr>
        <p:spPr>
          <a:xfrm>
            <a:off x="1248156" y="2514600"/>
            <a:ext cx="475488" cy="457200"/>
          </a:xfrm>
          <a:prstGeom prst="roundRect">
            <a:avLst>
              <a:gd name="adj" fmla="val 10000"/>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1248156" y="251460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2</a:t>
            </a:r>
          </a:p>
        </p:txBody>
      </p:sp>
      <p:sp>
        <p:nvSpPr>
          <p:cNvPr id="13" name="Rounded Rectangle 12"/>
          <p:cNvSpPr/>
          <p:nvPr/>
        </p:nvSpPr>
        <p:spPr>
          <a:xfrm>
            <a:off x="1764792" y="2514600"/>
            <a:ext cx="475488" cy="457200"/>
          </a:xfrm>
          <a:prstGeom prst="roundRect">
            <a:avLst>
              <a:gd name="adj" fmla="val 10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
          <p:cNvSpPr txBox="1"/>
          <p:nvPr/>
        </p:nvSpPr>
        <p:spPr>
          <a:xfrm>
            <a:off x="1764792" y="251460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3</a:t>
            </a:r>
          </a:p>
        </p:txBody>
      </p:sp>
      <p:sp>
        <p:nvSpPr>
          <p:cNvPr id="15" name="Rounded Rectangle 14"/>
          <p:cNvSpPr/>
          <p:nvPr/>
        </p:nvSpPr>
        <p:spPr>
          <a:xfrm>
            <a:off x="2281428" y="2514600"/>
            <a:ext cx="475488" cy="457200"/>
          </a:xfrm>
          <a:prstGeom prst="roundRect">
            <a:avLst>
              <a:gd name="adj" fmla="val 10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4"/>
          <p:cNvSpPr txBox="1"/>
          <p:nvPr/>
        </p:nvSpPr>
        <p:spPr>
          <a:xfrm>
            <a:off x="2281428" y="251460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4</a:t>
            </a:r>
          </a:p>
        </p:txBody>
      </p:sp>
      <p:sp>
        <p:nvSpPr>
          <p:cNvPr id="17" name="Rounded Rectangle 16"/>
          <p:cNvSpPr/>
          <p:nvPr/>
        </p:nvSpPr>
        <p:spPr>
          <a:xfrm>
            <a:off x="2798063" y="2514600"/>
            <a:ext cx="475488" cy="457200"/>
          </a:xfrm>
          <a:prstGeom prst="roundRect">
            <a:avLst>
              <a:gd name="adj" fmla="val 10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5"/>
          <p:cNvSpPr txBox="1"/>
          <p:nvPr/>
        </p:nvSpPr>
        <p:spPr>
          <a:xfrm>
            <a:off x="2798063" y="251460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5</a:t>
            </a:r>
          </a:p>
        </p:txBody>
      </p:sp>
      <p:sp>
        <p:nvSpPr>
          <p:cNvPr id="19" name="Rounded Rectangle 18"/>
          <p:cNvSpPr/>
          <p:nvPr/>
        </p:nvSpPr>
        <p:spPr>
          <a:xfrm>
            <a:off x="3314700" y="2514600"/>
            <a:ext cx="475488" cy="457200"/>
          </a:xfrm>
          <a:prstGeom prst="roundRect">
            <a:avLst>
              <a:gd name="adj" fmla="val 10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6"/>
          <p:cNvSpPr txBox="1"/>
          <p:nvPr/>
        </p:nvSpPr>
        <p:spPr>
          <a:xfrm>
            <a:off x="3314700" y="251460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6</a:t>
            </a:r>
          </a:p>
        </p:txBody>
      </p:sp>
      <p:sp>
        <p:nvSpPr>
          <p:cNvPr id="21" name="Rounded Rectangle 20"/>
          <p:cNvSpPr/>
          <p:nvPr/>
        </p:nvSpPr>
        <p:spPr>
          <a:xfrm>
            <a:off x="3831335" y="2514600"/>
            <a:ext cx="475488" cy="457200"/>
          </a:xfrm>
          <a:prstGeom prst="roundRect">
            <a:avLst>
              <a:gd name="adj" fmla="val 10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7"/>
          <p:cNvSpPr txBox="1"/>
          <p:nvPr/>
        </p:nvSpPr>
        <p:spPr>
          <a:xfrm>
            <a:off x="3831335" y="251460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7</a:t>
            </a:r>
          </a:p>
        </p:txBody>
      </p:sp>
      <p:sp>
        <p:nvSpPr>
          <p:cNvPr id="23" name="Rounded Rectangle 22"/>
          <p:cNvSpPr/>
          <p:nvPr/>
        </p:nvSpPr>
        <p:spPr>
          <a:xfrm>
            <a:off x="4347972" y="2514600"/>
            <a:ext cx="475488" cy="457200"/>
          </a:xfrm>
          <a:prstGeom prst="roundRect">
            <a:avLst>
              <a:gd name="adj" fmla="val 10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8"/>
          <p:cNvSpPr txBox="1"/>
          <p:nvPr/>
        </p:nvSpPr>
        <p:spPr>
          <a:xfrm>
            <a:off x="4347972" y="251460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8</a:t>
            </a:r>
          </a:p>
        </p:txBody>
      </p:sp>
      <p:sp>
        <p:nvSpPr>
          <p:cNvPr id="25" name="Rounded Rectangle 24"/>
          <p:cNvSpPr/>
          <p:nvPr/>
        </p:nvSpPr>
        <p:spPr>
          <a:xfrm>
            <a:off x="731520" y="3063240"/>
            <a:ext cx="475488" cy="457200"/>
          </a:xfrm>
          <a:prstGeom prst="roundRect">
            <a:avLst>
              <a:gd name="adj" fmla="val 10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9"/>
          <p:cNvSpPr txBox="1"/>
          <p:nvPr/>
        </p:nvSpPr>
        <p:spPr>
          <a:xfrm>
            <a:off x="731520" y="306324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9</a:t>
            </a:r>
          </a:p>
        </p:txBody>
      </p:sp>
      <p:sp>
        <p:nvSpPr>
          <p:cNvPr id="27" name="Rounded Rectangle 26"/>
          <p:cNvSpPr/>
          <p:nvPr/>
        </p:nvSpPr>
        <p:spPr>
          <a:xfrm>
            <a:off x="1248156" y="3063240"/>
            <a:ext cx="475488" cy="457200"/>
          </a:xfrm>
          <a:prstGeom prst="roundRect">
            <a:avLst>
              <a:gd name="adj" fmla="val 10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10"/>
          <p:cNvSpPr txBox="1"/>
          <p:nvPr/>
        </p:nvSpPr>
        <p:spPr>
          <a:xfrm>
            <a:off x="1248156" y="306324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10</a:t>
            </a:r>
          </a:p>
        </p:txBody>
      </p:sp>
      <p:sp>
        <p:nvSpPr>
          <p:cNvPr id="29" name="Rounded Rectangle 28"/>
          <p:cNvSpPr/>
          <p:nvPr/>
        </p:nvSpPr>
        <p:spPr>
          <a:xfrm>
            <a:off x="1764792" y="3063240"/>
            <a:ext cx="475488" cy="457200"/>
          </a:xfrm>
          <a:prstGeom prst="roundRect">
            <a:avLst>
              <a:gd name="adj" fmla="val 10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11"/>
          <p:cNvSpPr txBox="1"/>
          <p:nvPr/>
        </p:nvSpPr>
        <p:spPr>
          <a:xfrm>
            <a:off x="1764792" y="306324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11</a:t>
            </a:r>
          </a:p>
        </p:txBody>
      </p:sp>
      <p:sp>
        <p:nvSpPr>
          <p:cNvPr id="31" name="Rounded Rectangle 30"/>
          <p:cNvSpPr/>
          <p:nvPr/>
        </p:nvSpPr>
        <p:spPr>
          <a:xfrm>
            <a:off x="2281428" y="3063240"/>
            <a:ext cx="475488" cy="457200"/>
          </a:xfrm>
          <a:prstGeom prst="roundRect">
            <a:avLst>
              <a:gd name="adj" fmla="val 10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12"/>
          <p:cNvSpPr txBox="1"/>
          <p:nvPr/>
        </p:nvSpPr>
        <p:spPr>
          <a:xfrm>
            <a:off x="2281428" y="306324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12</a:t>
            </a:r>
          </a:p>
        </p:txBody>
      </p:sp>
      <p:sp>
        <p:nvSpPr>
          <p:cNvPr id="33" name="Rounded Rectangle 32"/>
          <p:cNvSpPr/>
          <p:nvPr/>
        </p:nvSpPr>
        <p:spPr>
          <a:xfrm>
            <a:off x="2798063" y="3063240"/>
            <a:ext cx="475488" cy="457200"/>
          </a:xfrm>
          <a:prstGeom prst="roundRect">
            <a:avLst>
              <a:gd name="adj" fmla="val 10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13"/>
          <p:cNvSpPr txBox="1"/>
          <p:nvPr/>
        </p:nvSpPr>
        <p:spPr>
          <a:xfrm>
            <a:off x="2798063" y="306324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13</a:t>
            </a:r>
          </a:p>
        </p:txBody>
      </p:sp>
      <p:sp>
        <p:nvSpPr>
          <p:cNvPr id="35" name="Rounded Rectangle 34"/>
          <p:cNvSpPr/>
          <p:nvPr/>
        </p:nvSpPr>
        <p:spPr>
          <a:xfrm>
            <a:off x="3314700" y="3063240"/>
            <a:ext cx="475488" cy="457200"/>
          </a:xfrm>
          <a:prstGeom prst="roundRect">
            <a:avLst>
              <a:gd name="adj" fmla="val 10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14"/>
          <p:cNvSpPr txBox="1"/>
          <p:nvPr/>
        </p:nvSpPr>
        <p:spPr>
          <a:xfrm>
            <a:off x="3314700" y="306324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14</a:t>
            </a:r>
          </a:p>
        </p:txBody>
      </p:sp>
      <p:sp>
        <p:nvSpPr>
          <p:cNvPr id="37" name="Rounded Rectangle 36"/>
          <p:cNvSpPr/>
          <p:nvPr/>
        </p:nvSpPr>
        <p:spPr>
          <a:xfrm>
            <a:off x="3831335" y="3063240"/>
            <a:ext cx="475488" cy="457200"/>
          </a:xfrm>
          <a:prstGeom prst="roundRect">
            <a:avLst>
              <a:gd name="adj" fmla="val 10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15"/>
          <p:cNvSpPr txBox="1"/>
          <p:nvPr/>
        </p:nvSpPr>
        <p:spPr>
          <a:xfrm>
            <a:off x="3831335" y="306324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15</a:t>
            </a:r>
          </a:p>
        </p:txBody>
      </p:sp>
      <p:sp>
        <p:nvSpPr>
          <p:cNvPr id="39" name="Rounded Rectangle 38"/>
          <p:cNvSpPr/>
          <p:nvPr/>
        </p:nvSpPr>
        <p:spPr>
          <a:xfrm>
            <a:off x="4347972" y="3063240"/>
            <a:ext cx="475488" cy="457200"/>
          </a:xfrm>
          <a:prstGeom prst="roundRect">
            <a:avLst>
              <a:gd name="adj" fmla="val 10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16"/>
          <p:cNvSpPr txBox="1"/>
          <p:nvPr/>
        </p:nvSpPr>
        <p:spPr>
          <a:xfrm>
            <a:off x="4347972" y="3063240"/>
            <a:ext cx="475488" cy="457200"/>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16</a:t>
            </a:r>
          </a:p>
        </p:txBody>
      </p:sp>
      <p:sp>
        <p:nvSpPr>
          <p:cNvPr id="41" name="text:2 of 16 slots used after the real de"/>
          <p:cNvSpPr txBox="1"/>
          <p:nvPr/>
        </p:nvSpPr>
        <p:spPr>
          <a:xfrm>
            <a:off x="731520" y="3703320"/>
            <a:ext cx="4206240" cy="22860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2 of 16 slots used after the real devnet session</a:t>
            </a:r>
          </a:p>
        </p:txBody>
      </p:sp>
      <p:sp>
        <p:nvSpPr>
          <p:cNvPr id="42" name="text:16 bytes header + 16 slots x 16 byte"/>
          <p:cNvSpPr txBox="1"/>
          <p:nvPr/>
        </p:nvSpPr>
        <p:spPr>
          <a:xfrm>
            <a:off x="731520" y="3931920"/>
            <a:ext cx="420624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16 bytes header + 16 slots x 16 bytes</a:t>
            </a:r>
          </a:p>
        </p:txBody>
      </p:sp>
      <p:sp>
        <p:nvSpPr>
          <p:cNvPr id="43" name="Rounded Rectangle 42"/>
          <p:cNvSpPr/>
          <p:nvPr/>
        </p:nvSpPr>
        <p:spPr>
          <a:xfrm>
            <a:off x="5257800" y="1463040"/>
            <a:ext cx="3383280" cy="841248"/>
          </a:xfrm>
          <a:prstGeom prst="roundRect">
            <a:avLst>
              <a:gd name="adj" fmla="val 1521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Header"/>
          <p:cNvSpPr txBox="1"/>
          <p:nvPr/>
        </p:nvSpPr>
        <p:spPr>
          <a:xfrm>
            <a:off x="5440680" y="1554480"/>
            <a:ext cx="301752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Header</a:t>
            </a:r>
          </a:p>
        </p:txBody>
      </p:sp>
      <p:sp>
        <p:nvSpPr>
          <p:cNvPr id="45" name="text:magic, next order id, fills, last pr"/>
          <p:cNvSpPr txBox="1"/>
          <p:nvPr/>
        </p:nvSpPr>
        <p:spPr>
          <a:xfrm>
            <a:off x="5440680" y="1874520"/>
            <a:ext cx="301752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magic, next order id, fills, last price</a:t>
            </a:r>
          </a:p>
        </p:txBody>
      </p:sp>
      <p:sp>
        <p:nvSpPr>
          <p:cNvPr id="46" name="Rounded Rectangle 45"/>
          <p:cNvSpPr/>
          <p:nvPr/>
        </p:nvSpPr>
        <p:spPr>
          <a:xfrm>
            <a:off x="5257800" y="2395728"/>
            <a:ext cx="3383280" cy="841248"/>
          </a:xfrm>
          <a:prstGeom prst="roundRect">
            <a:avLst>
              <a:gd name="adj" fmla="val 1521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16 slots"/>
          <p:cNvSpPr txBox="1"/>
          <p:nvPr/>
        </p:nvSpPr>
        <p:spPr>
          <a:xfrm>
            <a:off x="5440680" y="2487168"/>
            <a:ext cx="301752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16 slots</a:t>
            </a:r>
          </a:p>
        </p:txBody>
      </p:sp>
      <p:sp>
        <p:nvSpPr>
          <p:cNvPr id="48" name="text:id, side, price, quantity"/>
          <p:cNvSpPr txBox="1"/>
          <p:nvPr/>
        </p:nvSpPr>
        <p:spPr>
          <a:xfrm>
            <a:off x="5440680" y="2807208"/>
            <a:ext cx="301752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id, side, price, quantity</a:t>
            </a:r>
          </a:p>
        </p:txBody>
      </p:sp>
      <p:sp>
        <p:nvSpPr>
          <p:cNvPr id="49" name="Rounded Rectangle 48"/>
          <p:cNvSpPr/>
          <p:nvPr/>
        </p:nvSpPr>
        <p:spPr>
          <a:xfrm>
            <a:off x="5257800" y="3328416"/>
            <a:ext cx="3383280" cy="841248"/>
          </a:xfrm>
          <a:prstGeom prst="roundRect">
            <a:avLst>
              <a:gd name="adj" fmla="val 1521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Instructions"/>
          <p:cNvSpPr txBox="1"/>
          <p:nvPr/>
        </p:nvSpPr>
        <p:spPr>
          <a:xfrm>
            <a:off x="5440680" y="3419856"/>
            <a:ext cx="301752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Instructions</a:t>
            </a:r>
          </a:p>
        </p:txBody>
      </p:sp>
      <p:sp>
        <p:nvSpPr>
          <p:cNvPr id="51" name="text:init, place, cancel"/>
          <p:cNvSpPr txBox="1"/>
          <p:nvPr/>
        </p:nvSpPr>
        <p:spPr>
          <a:xfrm>
            <a:off x="5440680" y="3739896"/>
            <a:ext cx="301752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init, place, cancel</a:t>
            </a:r>
          </a:p>
        </p:txBody>
      </p:sp>
      <p:sp>
        <p:nvSpPr>
          <p:cNvPr id="52" name="Rounded Rectangle 51"/>
          <p:cNvSpPr/>
          <p:nvPr/>
        </p:nvSpPr>
        <p:spPr>
          <a:xfrm>
            <a:off x="548640" y="4297680"/>
            <a:ext cx="8092440" cy="384048"/>
          </a:xfrm>
          <a:prstGeom prst="roundRect">
            <a:avLst>
              <a:gd name="adj" fmla="val 33333"/>
            </a:avLst>
          </a:prstGeom>
          <a:solidFill>
            <a:srgbClr val="100821"/>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Demo only: no balances, no owners, n"/>
          <p:cNvSpPr txBox="1"/>
          <p:nvPr/>
        </p:nvSpPr>
        <p:spPr>
          <a:xfrm>
            <a:off x="731520" y="4297680"/>
            <a:ext cx="7772400" cy="384048"/>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Demo only: no balances, no owners, no signer checks. Not a venue.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Matching rules"/>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Matching rules</a:t>
            </a:r>
          </a:p>
        </p:txBody>
      </p:sp>
      <p:sp>
        <p:nvSpPr>
          <p:cNvPr id="3" name="text:Best price first, then the oldest or"/>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Best price first, then the oldest order. Fill at the resting price.</a:t>
            </a:r>
          </a:p>
        </p:txBody>
      </p:sp>
      <p:sp>
        <p:nvSpPr>
          <p:cNvPr id="4" name="text:1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19</a:t>
            </a:r>
          </a:p>
        </p:txBody>
      </p:sp>
      <p:sp>
        <p:nvSpPr>
          <p:cNvPr id="5" name="Rounded Rectangle 4"/>
          <p:cNvSpPr/>
          <p:nvPr/>
        </p:nvSpPr>
        <p:spPr>
          <a:xfrm>
            <a:off x="548640" y="1508760"/>
            <a:ext cx="214884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13232" y="1600200"/>
            <a:ext cx="36576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1</a:t>
            </a:r>
          </a:p>
        </p:txBody>
      </p:sp>
      <p:sp>
        <p:nvSpPr>
          <p:cNvPr id="7" name="text:Price priority"/>
          <p:cNvSpPr txBox="1"/>
          <p:nvPr/>
        </p:nvSpPr>
        <p:spPr>
          <a:xfrm>
            <a:off x="713232" y="2011680"/>
            <a:ext cx="1828800" cy="2743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Price priority</a:t>
            </a:r>
          </a:p>
        </p:txBody>
      </p:sp>
      <p:sp>
        <p:nvSpPr>
          <p:cNvPr id="8" name="text:the best price fills first"/>
          <p:cNvSpPr txBox="1"/>
          <p:nvPr/>
        </p:nvSpPr>
        <p:spPr>
          <a:xfrm>
            <a:off x="713232" y="2313432"/>
            <a:ext cx="1874519" cy="54864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the best price fills first</a:t>
            </a:r>
          </a:p>
        </p:txBody>
      </p:sp>
      <p:sp>
        <p:nvSpPr>
          <p:cNvPr id="9" name="Rounded Rectangle 8"/>
          <p:cNvSpPr/>
          <p:nvPr/>
        </p:nvSpPr>
        <p:spPr>
          <a:xfrm>
            <a:off x="2834640" y="1508760"/>
            <a:ext cx="214884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2"/>
          <p:cNvSpPr txBox="1"/>
          <p:nvPr/>
        </p:nvSpPr>
        <p:spPr>
          <a:xfrm>
            <a:off x="2999232" y="1600200"/>
            <a:ext cx="36576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2</a:t>
            </a:r>
          </a:p>
        </p:txBody>
      </p:sp>
      <p:sp>
        <p:nvSpPr>
          <p:cNvPr id="11" name="text:Time priority"/>
          <p:cNvSpPr txBox="1"/>
          <p:nvPr/>
        </p:nvSpPr>
        <p:spPr>
          <a:xfrm>
            <a:off x="2999232" y="2011680"/>
            <a:ext cx="1828800" cy="2743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Time priority</a:t>
            </a:r>
          </a:p>
        </p:txBody>
      </p:sp>
      <p:sp>
        <p:nvSpPr>
          <p:cNvPr id="12" name="text:at one price the lowest order id fil"/>
          <p:cNvSpPr txBox="1"/>
          <p:nvPr/>
        </p:nvSpPr>
        <p:spPr>
          <a:xfrm>
            <a:off x="2999232" y="2313432"/>
            <a:ext cx="1874519" cy="54864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at one price the lowest order id fills first</a:t>
            </a:r>
          </a:p>
        </p:txBody>
      </p:sp>
      <p:sp>
        <p:nvSpPr>
          <p:cNvPr id="13" name="Rounded Rectangle 12"/>
          <p:cNvSpPr/>
          <p:nvPr/>
        </p:nvSpPr>
        <p:spPr>
          <a:xfrm>
            <a:off x="548640" y="3063239"/>
            <a:ext cx="214884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
          <p:cNvSpPr txBox="1"/>
          <p:nvPr/>
        </p:nvSpPr>
        <p:spPr>
          <a:xfrm>
            <a:off x="713232" y="3154679"/>
            <a:ext cx="36576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3</a:t>
            </a:r>
          </a:p>
        </p:txBody>
      </p:sp>
      <p:sp>
        <p:nvSpPr>
          <p:cNvPr id="15" name="text:Maker price"/>
          <p:cNvSpPr txBox="1"/>
          <p:nvPr/>
        </p:nvSpPr>
        <p:spPr>
          <a:xfrm>
            <a:off x="713232" y="3566159"/>
            <a:ext cx="1828800" cy="2743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Maker price</a:t>
            </a:r>
          </a:p>
        </p:txBody>
      </p:sp>
      <p:sp>
        <p:nvSpPr>
          <p:cNvPr id="16" name="text:a fill happens at the resting order'"/>
          <p:cNvSpPr txBox="1"/>
          <p:nvPr/>
        </p:nvSpPr>
        <p:spPr>
          <a:xfrm>
            <a:off x="713232" y="3867911"/>
            <a:ext cx="1874519" cy="54864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a fill happens at the resting order's price</a:t>
            </a:r>
          </a:p>
        </p:txBody>
      </p:sp>
      <p:sp>
        <p:nvSpPr>
          <p:cNvPr id="17" name="Rounded Rectangle 16"/>
          <p:cNvSpPr/>
          <p:nvPr/>
        </p:nvSpPr>
        <p:spPr>
          <a:xfrm>
            <a:off x="2834640" y="3063239"/>
            <a:ext cx="2148840" cy="1417320"/>
          </a:xfrm>
          <a:prstGeom prst="roundRect">
            <a:avLst>
              <a:gd name="adj" fmla="val 90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4"/>
          <p:cNvSpPr txBox="1"/>
          <p:nvPr/>
        </p:nvSpPr>
        <p:spPr>
          <a:xfrm>
            <a:off x="2999232" y="3154679"/>
            <a:ext cx="36576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4</a:t>
            </a:r>
          </a:p>
        </p:txBody>
      </p:sp>
      <p:sp>
        <p:nvSpPr>
          <p:cNvPr id="19" name="text:Leftovers rest"/>
          <p:cNvSpPr txBox="1"/>
          <p:nvPr/>
        </p:nvSpPr>
        <p:spPr>
          <a:xfrm>
            <a:off x="2999232" y="3566159"/>
            <a:ext cx="1828800" cy="2743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Leftovers rest</a:t>
            </a:r>
          </a:p>
        </p:txBody>
      </p:sp>
      <p:sp>
        <p:nvSpPr>
          <p:cNvPr id="20" name="text:unfilled quantity joins the book"/>
          <p:cNvSpPr txBox="1"/>
          <p:nvPr/>
        </p:nvSpPr>
        <p:spPr>
          <a:xfrm>
            <a:off x="2999232" y="3867911"/>
            <a:ext cx="1874519" cy="54864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unfilled quantity joins the book</a:t>
            </a:r>
          </a:p>
        </p:txBody>
      </p:sp>
      <p:sp>
        <p:nvSpPr>
          <p:cNvPr id="21" name="Rounded Rectangle 20"/>
          <p:cNvSpPr/>
          <p:nvPr/>
        </p:nvSpPr>
        <p:spPr>
          <a:xfrm>
            <a:off x="5257800" y="1508760"/>
            <a:ext cx="3383280" cy="2971800"/>
          </a:xfrm>
          <a:prstGeom prst="roundRect">
            <a:avLst>
              <a:gd name="adj" fmla="val 4307"/>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REAL DEVNET LOG, STEP 7"/>
          <p:cNvSpPr txBox="1"/>
          <p:nvPr/>
        </p:nvSpPr>
        <p:spPr>
          <a:xfrm>
            <a:off x="5440680" y="1618488"/>
            <a:ext cx="301752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REAL DEVNET LOG, STEP 7</a:t>
            </a:r>
          </a:p>
        </p:txBody>
      </p:sp>
      <p:sp>
        <p:nvSpPr>
          <p:cNvPr id="23" name="text:ORDER id=6 ASK px=99 qty=9 FILL take"/>
          <p:cNvSpPr txBox="1"/>
          <p:nvPr/>
        </p:nvSpPr>
        <p:spPr>
          <a:xfrm>
            <a:off x="5440680" y="1920240"/>
            <a:ext cx="3108960" cy="1463040"/>
          </a:xfrm>
          <a:prstGeom prst="rect">
            <a:avLst/>
          </a:prstGeom>
          <a:noFill/>
        </p:spPr>
        <p:txBody>
          <a:bodyPr wrap="square" lIns="9144" rIns="9144" tIns="0" bIns="0">
            <a:spAutoFit/>
          </a:bodyPr>
          <a:lstStyle/>
          <a:p>
            <a:pPr>
              <a:lnSpc>
                <a:spcPct val="105000"/>
              </a:lnSpc>
              <a:spcAft>
                <a:spcPts val="400"/>
              </a:spcAft>
              <a:defRPr sz="950" b="0">
                <a:solidFill>
                  <a:srgbClr val="F2F5F8"/>
                </a:solidFill>
                <a:latin typeface="Menlo"/>
              </a:defRPr>
            </a:pPr>
            <a:r>
              <a:t>ORDER id=6 ASK px=99 qty=9</a:t>
            </a:r>
          </a:p>
          <a:p>
            <a:pPr>
              <a:lnSpc>
                <a:spcPct val="105000"/>
              </a:lnSpc>
              <a:spcAft>
                <a:spcPts val="400"/>
              </a:spcAft>
              <a:defRPr sz="950" b="0">
                <a:solidFill>
                  <a:srgbClr val="F2F5F8"/>
                </a:solidFill>
                <a:latin typeface="Menlo"/>
              </a:defRPr>
            </a:pPr>
            <a:r>
              <a:t>FILL taker=6 maker=5 px=101 qty=2</a:t>
            </a:r>
          </a:p>
          <a:p>
            <a:pPr>
              <a:lnSpc>
                <a:spcPct val="105000"/>
              </a:lnSpc>
              <a:spcAft>
                <a:spcPts val="400"/>
              </a:spcAft>
              <a:defRPr sz="950" b="0">
                <a:solidFill>
                  <a:srgbClr val="F2F5F8"/>
                </a:solidFill>
                <a:latin typeface="Menlo"/>
              </a:defRPr>
            </a:pPr>
            <a:r>
              <a:t>FILL taker=6 maker=3 px=99 qty=6</a:t>
            </a:r>
          </a:p>
          <a:p>
            <a:pPr>
              <a:lnSpc>
                <a:spcPct val="105000"/>
              </a:lnSpc>
              <a:spcAft>
                <a:spcPts val="400"/>
              </a:spcAft>
              <a:defRPr sz="950" b="0">
                <a:solidFill>
                  <a:srgbClr val="F2F5F8"/>
                </a:solidFill>
                <a:latin typeface="Menlo"/>
              </a:defRPr>
            </a:pPr>
            <a:r>
              <a:t>REST id=6 qty=1</a:t>
            </a:r>
          </a:p>
        </p:txBody>
      </p:sp>
      <p:sp>
        <p:nvSpPr>
          <p:cNvPr id="24" name="text:Example from the real devnet run: as"/>
          <p:cNvSpPr txBox="1"/>
          <p:nvPr/>
        </p:nvSpPr>
        <p:spPr>
          <a:xfrm>
            <a:off x="5440680" y="3520440"/>
            <a:ext cx="3017520" cy="91440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Example from the real devnet run: ask 9 at 99 meets bid 7 at 101 and bid 6 at 99.</a:t>
            </a:r>
          </a:p>
        </p:txBody>
      </p:sp>
      <p:sp>
        <p:nvSpPr>
          <p:cNvPr id="25" name="text:Source: code/out/matching.json, step"/>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code/out/matching.json, step 7: ask 9 @ 99 crosses: price priority, then rests 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matching loop"/>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The matching loop</a:t>
            </a:r>
          </a:p>
        </p:txBody>
      </p:sp>
      <p:sp>
        <p:nvSpPr>
          <p:cNvPr id="3" name="text:2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20</a:t>
            </a:r>
          </a:p>
        </p:txBody>
      </p:sp>
      <p:sp>
        <p:nvSpPr>
          <p:cNvPr id="4" name="Rounded Rectangle 3"/>
          <p:cNvSpPr/>
          <p:nvPr/>
        </p:nvSpPr>
        <p:spPr>
          <a:xfrm>
            <a:off x="548640" y="1097280"/>
            <a:ext cx="5394960" cy="3520440"/>
          </a:xfrm>
          <a:prstGeom prst="roundRect">
            <a:avLst>
              <a:gd name="adj" fmla="val 3636"/>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program/src/lib.rs  (inside place)"/>
          <p:cNvSpPr txBox="1"/>
          <p:nvPr/>
        </p:nvSpPr>
        <p:spPr>
          <a:xfrm>
            <a:off x="731520" y="1170432"/>
            <a:ext cx="484632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Menlo"/>
              </a:defRPr>
            </a:pPr>
            <a:r>
              <a:t>program/src/lib.rs  (inside place)</a:t>
            </a:r>
          </a:p>
        </p:txBody>
      </p:sp>
      <p:sp>
        <p:nvSpPr>
          <p:cNvPr id="6" name="text:let opp = 3 - side; let mut left = q"/>
          <p:cNvSpPr txBox="1"/>
          <p:nvPr/>
        </p:nvSpPr>
        <p:spPr>
          <a:xfrm>
            <a:off x="731520" y="1417320"/>
            <a:ext cx="5120640" cy="3154680"/>
          </a:xfrm>
          <a:prstGeom prst="rect">
            <a:avLst/>
          </a:prstGeom>
          <a:noFill/>
        </p:spPr>
        <p:txBody>
          <a:bodyPr wrap="square" lIns="9144" rIns="9144" tIns="0" bIns="0">
            <a:spAutoFit/>
          </a:bodyPr>
          <a:lstStyle/>
          <a:p>
            <a:pPr>
              <a:lnSpc>
                <a:spcPct val="100000"/>
              </a:lnSpc>
              <a:spcAft>
                <a:spcPts val="0"/>
              </a:spcAft>
              <a:defRPr sz="750" b="0">
                <a:solidFill>
                  <a:srgbClr val="F2F5F8"/>
                </a:solidFill>
                <a:latin typeface="Menlo"/>
              </a:defRPr>
            </a:pPr>
            <a:r>
              <a:t>let opp = 3 - side;</a:t>
            </a:r>
          </a:p>
          <a:p>
            <a:pPr>
              <a:lnSpc>
                <a:spcPct val="100000"/>
              </a:lnSpc>
              <a:spcAft>
                <a:spcPts val="0"/>
              </a:spcAft>
              <a:defRPr sz="750" b="0">
                <a:solidFill>
                  <a:srgbClr val="F2F5F8"/>
                </a:solidFill>
                <a:latin typeface="Menlo"/>
              </a:defRPr>
            </a:pPr>
            <a:r>
              <a:t>let mut left = qty;</a:t>
            </a:r>
          </a:p>
          <a:p>
            <a:pPr>
              <a:lnSpc>
                <a:spcPct val="100000"/>
              </a:lnSpc>
              <a:spcAft>
                <a:spcPts val="0"/>
              </a:spcAft>
              <a:defRPr sz="750" b="0">
                <a:solidFill>
                  <a:srgbClr val="F2F5F8"/>
                </a:solidFill>
                <a:latin typeface="Menlo"/>
              </a:defRPr>
            </a:pPr>
            <a:r>
              <a:t>while left &gt; 0 {</a:t>
            </a:r>
          </a:p>
          <a:p>
            <a:pPr>
              <a:lnSpc>
                <a:spcPct val="100000"/>
              </a:lnSpc>
              <a:spcAft>
                <a:spcPts val="0"/>
              </a:spcAft>
              <a:defRPr sz="750" b="0">
                <a:solidFill>
                  <a:srgbClr val="F2F5F8"/>
                </a:solidFill>
                <a:latin typeface="Menlo"/>
              </a:defRPr>
            </a:pPr>
            <a:r>
              <a:t>    let m = best(b, opp, side, price);</a:t>
            </a:r>
          </a:p>
          <a:p>
            <a:pPr>
              <a:lnSpc>
                <a:spcPct val="100000"/>
              </a:lnSpc>
              <a:spcAft>
                <a:spcPts val="0"/>
              </a:spcAft>
              <a:defRPr sz="750" b="0">
                <a:solidFill>
                  <a:srgbClr val="F2F5F8"/>
                </a:solidFill>
                <a:latin typeface="Menlo"/>
              </a:defRPr>
            </a:pPr>
            <a:r>
              <a:t>    if m == SLOTS {</a:t>
            </a:r>
          </a:p>
          <a:p>
            <a:pPr>
              <a:lnSpc>
                <a:spcPct val="100000"/>
              </a:lnSpc>
              <a:spcAft>
                <a:spcPts val="0"/>
              </a:spcAft>
              <a:defRPr sz="750" b="0">
                <a:solidFill>
                  <a:srgbClr val="F2F5F8"/>
                </a:solidFill>
                <a:latin typeface="Menlo"/>
              </a:defRPr>
            </a:pPr>
            <a:r>
              <a:t>        break;</a:t>
            </a:r>
          </a:p>
          <a:p>
            <a:pPr>
              <a:lnSpc>
                <a:spcPct val="100000"/>
              </a:lnSpc>
              <a:spcAft>
                <a:spcPts val="0"/>
              </a:spcAft>
              <a:defRPr sz="750" b="0">
                <a:solidFill>
                  <a:srgbClr val="F2F5F8"/>
                </a:solidFill>
                <a:latin typeface="Menlo"/>
              </a:defRPr>
            </a:pPr>
            <a:r>
              <a:t>    }</a:t>
            </a:r>
          </a:p>
          <a:p>
            <a:pPr>
              <a:lnSpc>
                <a:spcPct val="100000"/>
              </a:lnSpc>
              <a:spcAft>
                <a:spcPts val="0"/>
              </a:spcAft>
              <a:defRPr sz="750" b="0">
                <a:solidFill>
                  <a:srgbClr val="F2F5F8"/>
                </a:solidFill>
                <a:latin typeface="Menlo"/>
              </a:defRPr>
            </a:pPr>
            <a:r>
              <a:t>    let o = H + m * 4;</a:t>
            </a:r>
          </a:p>
          <a:p>
            <a:pPr>
              <a:lnSpc>
                <a:spcPct val="100000"/>
              </a:lnSpc>
              <a:spcAft>
                <a:spcPts val="0"/>
              </a:spcAft>
              <a:defRPr sz="750" b="0">
                <a:solidFill>
                  <a:srgbClr val="F2F5F8"/>
                </a:solidFill>
                <a:latin typeface="Menlo"/>
              </a:defRPr>
            </a:pPr>
            <a:r>
              <a:t>    let (mid, mp, mq) = (r(b, o), r(b, o + 2), r(b, o + 3));</a:t>
            </a:r>
          </a:p>
          <a:p>
            <a:pPr>
              <a:lnSpc>
                <a:spcPct val="100000"/>
              </a:lnSpc>
              <a:spcAft>
                <a:spcPts val="0"/>
              </a:spcAft>
              <a:defRPr sz="750" b="0">
                <a:solidFill>
                  <a:srgbClr val="F2F5F8"/>
                </a:solidFill>
                <a:latin typeface="Menlo"/>
              </a:defRPr>
            </a:pPr>
            <a:r>
              <a:t>    let fill = if left &lt; mq { left } else { mq };</a:t>
            </a:r>
          </a:p>
          <a:p>
            <a:pPr>
              <a:lnSpc>
                <a:spcPct val="100000"/>
              </a:lnSpc>
              <a:spcAft>
                <a:spcPts val="0"/>
              </a:spcAft>
              <a:defRPr sz="750" b="0">
                <a:solidFill>
                  <a:srgbClr val="F2F5F8"/>
                </a:solidFill>
                <a:latin typeface="Menlo"/>
              </a:defRPr>
            </a:pPr>
            <a:r>
              <a:t>    let mut l = Line::new();</a:t>
            </a:r>
          </a:p>
          <a:p>
            <a:pPr>
              <a:lnSpc>
                <a:spcPct val="100000"/>
              </a:lnSpc>
              <a:spcAft>
                <a:spcPts val="0"/>
              </a:spcAft>
              <a:defRPr sz="750" b="0">
                <a:solidFill>
                  <a:srgbClr val="F2F5F8"/>
                </a:solidFill>
                <a:latin typeface="Menlo"/>
              </a:defRPr>
            </a:pPr>
            <a:r>
              <a:t>    l.s("FILL taker=").n(id).s(" maker=").n(mid).s(" px=").n(mp).s(" qty=").n(fill);</a:t>
            </a:r>
          </a:p>
          <a:p>
            <a:pPr>
              <a:lnSpc>
                <a:spcPct val="100000"/>
              </a:lnSpc>
              <a:spcAft>
                <a:spcPts val="0"/>
              </a:spcAft>
              <a:defRPr sz="750" b="0">
                <a:solidFill>
                  <a:srgbClr val="F2F5F8"/>
                </a:solidFill>
                <a:latin typeface="Menlo"/>
              </a:defRPr>
            </a:pPr>
            <a:r>
              <a:t>    out.line(&amp;l);</a:t>
            </a:r>
          </a:p>
          <a:p>
            <a:pPr>
              <a:lnSpc>
                <a:spcPct val="100000"/>
              </a:lnSpc>
              <a:spcAft>
                <a:spcPts val="0"/>
              </a:spcAft>
              <a:defRPr sz="750" b="0">
                <a:solidFill>
                  <a:srgbClr val="F2F5F8"/>
                </a:solidFill>
                <a:latin typeface="Menlo"/>
              </a:defRPr>
            </a:pPr>
            <a:r>
              <a:t>    left -= fill;</a:t>
            </a:r>
          </a:p>
          <a:p>
            <a:pPr>
              <a:lnSpc>
                <a:spcPct val="100000"/>
              </a:lnSpc>
              <a:spcAft>
                <a:spcPts val="0"/>
              </a:spcAft>
              <a:defRPr sz="750" b="0">
                <a:solidFill>
                  <a:srgbClr val="F2F5F8"/>
                </a:solidFill>
                <a:latin typeface="Menlo"/>
              </a:defRPr>
            </a:pPr>
            <a:r>
              <a:t>    if fill == mq {</a:t>
            </a:r>
          </a:p>
          <a:p>
            <a:pPr>
              <a:lnSpc>
                <a:spcPct val="100000"/>
              </a:lnSpc>
              <a:spcAft>
                <a:spcPts val="0"/>
              </a:spcAft>
              <a:defRPr sz="750" b="0">
                <a:solidFill>
                  <a:srgbClr val="F2F5F8"/>
                </a:solidFill>
                <a:latin typeface="Menlo"/>
              </a:defRPr>
            </a:pPr>
            <a:r>
              <a:t>        clear(b, o);</a:t>
            </a:r>
          </a:p>
          <a:p>
            <a:pPr>
              <a:lnSpc>
                <a:spcPct val="100000"/>
              </a:lnSpc>
              <a:spcAft>
                <a:spcPts val="0"/>
              </a:spcAft>
              <a:defRPr sz="750" b="0">
                <a:solidFill>
                  <a:srgbClr val="F2F5F8"/>
                </a:solidFill>
                <a:latin typeface="Menlo"/>
              </a:defRPr>
            </a:pPr>
            <a:r>
              <a:t>    } else {</a:t>
            </a:r>
          </a:p>
          <a:p>
            <a:pPr>
              <a:lnSpc>
                <a:spcPct val="100000"/>
              </a:lnSpc>
              <a:spcAft>
                <a:spcPts val="0"/>
              </a:spcAft>
              <a:defRPr sz="750" b="0">
                <a:solidFill>
                  <a:srgbClr val="F2F5F8"/>
                </a:solidFill>
                <a:latin typeface="Menlo"/>
              </a:defRPr>
            </a:pPr>
            <a:r>
              <a:t>        w(b, o + 3, mq - fill);</a:t>
            </a:r>
          </a:p>
          <a:p>
            <a:pPr>
              <a:lnSpc>
                <a:spcPct val="100000"/>
              </a:lnSpc>
              <a:spcAft>
                <a:spcPts val="0"/>
              </a:spcAft>
              <a:defRPr sz="750" b="0">
                <a:solidFill>
                  <a:srgbClr val="F2F5F8"/>
                </a:solidFill>
                <a:latin typeface="Menlo"/>
              </a:defRPr>
            </a:pPr>
            <a:r>
              <a:t>    }</a:t>
            </a:r>
          </a:p>
          <a:p>
            <a:pPr>
              <a:lnSpc>
                <a:spcPct val="100000"/>
              </a:lnSpc>
              <a:spcAft>
                <a:spcPts val="0"/>
              </a:spcAft>
              <a:defRPr sz="750" b="0">
                <a:solidFill>
                  <a:srgbClr val="F2F5F8"/>
                </a:solidFill>
                <a:latin typeface="Menlo"/>
              </a:defRPr>
            </a:pPr>
            <a:r>
              <a:t>    w(b, 2, r(b, 2).wrapping_add(1));</a:t>
            </a:r>
          </a:p>
          <a:p>
            <a:pPr>
              <a:lnSpc>
                <a:spcPct val="100000"/>
              </a:lnSpc>
              <a:spcAft>
                <a:spcPts val="0"/>
              </a:spcAft>
              <a:defRPr sz="750" b="0">
                <a:solidFill>
                  <a:srgbClr val="F2F5F8"/>
                </a:solidFill>
                <a:latin typeface="Menlo"/>
              </a:defRPr>
            </a:pPr>
            <a:r>
              <a:t>    w(b, 3, mp);</a:t>
            </a:r>
          </a:p>
          <a:p>
            <a:pPr>
              <a:lnSpc>
                <a:spcPct val="100000"/>
              </a:lnSpc>
              <a:spcAft>
                <a:spcPts val="0"/>
              </a:spcAft>
              <a:defRPr sz="750" b="0">
                <a:solidFill>
                  <a:srgbClr val="F2F5F8"/>
                </a:solidFill>
                <a:latin typeface="Menlo"/>
              </a:defRPr>
            </a:pPr>
            <a:r>
              <a:t>}</a:t>
            </a:r>
          </a:p>
        </p:txBody>
      </p:sp>
      <p:sp>
        <p:nvSpPr>
          <p:cNvPr id="7" name="Rounded Rectangle 6"/>
          <p:cNvSpPr/>
          <p:nvPr/>
        </p:nvSpPr>
        <p:spPr>
          <a:xfrm>
            <a:off x="6172200" y="1097280"/>
            <a:ext cx="2468880" cy="1078992"/>
          </a:xfrm>
          <a:prstGeom prst="roundRect">
            <a:avLst>
              <a:gd name="adj" fmla="val 1186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1"/>
          <p:cNvSpPr txBox="1"/>
          <p:nvPr/>
        </p:nvSpPr>
        <p:spPr>
          <a:xfrm>
            <a:off x="6327648" y="1188720"/>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1</a:t>
            </a:r>
          </a:p>
        </p:txBody>
      </p:sp>
      <p:sp>
        <p:nvSpPr>
          <p:cNvPr id="9" name="text:Find the best"/>
          <p:cNvSpPr txBox="1"/>
          <p:nvPr/>
        </p:nvSpPr>
        <p:spPr>
          <a:xfrm>
            <a:off x="6675120" y="1225295"/>
            <a:ext cx="1874519"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Find the best</a:t>
            </a:r>
          </a:p>
        </p:txBody>
      </p:sp>
      <p:sp>
        <p:nvSpPr>
          <p:cNvPr id="10" name="text:The best resting order that crosses:"/>
          <p:cNvSpPr txBox="1"/>
          <p:nvPr/>
        </p:nvSpPr>
        <p:spPr>
          <a:xfrm>
            <a:off x="6675120" y="1508760"/>
            <a:ext cx="1874519" cy="64008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The best resting order that crosses: price first, then oldest.</a:t>
            </a:r>
          </a:p>
        </p:txBody>
      </p:sp>
      <p:sp>
        <p:nvSpPr>
          <p:cNvPr id="11" name="Rounded Rectangle 10"/>
          <p:cNvSpPr/>
          <p:nvPr/>
        </p:nvSpPr>
        <p:spPr>
          <a:xfrm>
            <a:off x="6172200" y="2286000"/>
            <a:ext cx="2468880" cy="1078992"/>
          </a:xfrm>
          <a:prstGeom prst="roundRect">
            <a:avLst>
              <a:gd name="adj" fmla="val 1186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6327648" y="2377440"/>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2</a:t>
            </a:r>
          </a:p>
        </p:txBody>
      </p:sp>
      <p:sp>
        <p:nvSpPr>
          <p:cNvPr id="13" name="text:Fill and log"/>
          <p:cNvSpPr txBox="1"/>
          <p:nvPr/>
        </p:nvSpPr>
        <p:spPr>
          <a:xfrm>
            <a:off x="6675120" y="2414016"/>
            <a:ext cx="1874519"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Fill and log</a:t>
            </a:r>
          </a:p>
        </p:txBody>
      </p:sp>
      <p:sp>
        <p:nvSpPr>
          <p:cNvPr id="14" name="text:Fill the smaller side, write a FILL "/>
          <p:cNvSpPr txBox="1"/>
          <p:nvPr/>
        </p:nvSpPr>
        <p:spPr>
          <a:xfrm>
            <a:off x="6675120" y="2697480"/>
            <a:ext cx="1874519" cy="64008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Fill the smaller side, write a FILL line, clear or reduce.</a:t>
            </a:r>
          </a:p>
        </p:txBody>
      </p:sp>
      <p:sp>
        <p:nvSpPr>
          <p:cNvPr id="15" name="Rounded Rectangle 14"/>
          <p:cNvSpPr/>
          <p:nvPr/>
        </p:nvSpPr>
        <p:spPr>
          <a:xfrm>
            <a:off x="6172200" y="3474720"/>
            <a:ext cx="2468880" cy="1078992"/>
          </a:xfrm>
          <a:prstGeom prst="roundRect">
            <a:avLst>
              <a:gd name="adj" fmla="val 1186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6327648" y="3566160"/>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3</a:t>
            </a:r>
          </a:p>
        </p:txBody>
      </p:sp>
      <p:sp>
        <p:nvSpPr>
          <p:cNvPr id="17" name="text:Rest the rest"/>
          <p:cNvSpPr txBox="1"/>
          <p:nvPr/>
        </p:nvSpPr>
        <p:spPr>
          <a:xfrm>
            <a:off x="6675120" y="3602736"/>
            <a:ext cx="1874519" cy="2286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Rest the rest</a:t>
            </a:r>
          </a:p>
        </p:txBody>
      </p:sp>
      <p:sp>
        <p:nvSpPr>
          <p:cNvPr id="18" name="text:No libraries, no allocator. Logs are"/>
          <p:cNvSpPr txBox="1"/>
          <p:nvPr/>
        </p:nvSpPr>
        <p:spPr>
          <a:xfrm>
            <a:off x="6675120" y="3886200"/>
            <a:ext cx="1874519" cy="64008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No libraries, no allocator. Logs are the receipt.</a:t>
            </a:r>
          </a:p>
        </p:txBody>
      </p:sp>
      <p:sp>
        <p:nvSpPr>
          <p:cNvPr id="19" name="text:Source: demo-repo/code/program/src/l"/>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demo-repo/code/program/src/lib.rs (excerpt: indented one level, comments and blank lines removed)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ployed on devnet"/>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Deployed on devnet</a:t>
            </a:r>
          </a:p>
        </p:txBody>
      </p:sp>
      <p:sp>
        <p:nvSpPr>
          <p:cNvPr id="3" name="text:Real addresses. Open them in an expl"/>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Real addresses. Open them in an explorer.</a:t>
            </a:r>
          </a:p>
        </p:txBody>
      </p:sp>
      <p:sp>
        <p:nvSpPr>
          <p:cNvPr id="4" name="text:2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21</a:t>
            </a:r>
          </a:p>
        </p:txBody>
      </p:sp>
      <p:sp>
        <p:nvSpPr>
          <p:cNvPr id="5" name="Rounded Rectangle 4"/>
          <p:cNvSpPr/>
          <p:nvPr/>
        </p:nvSpPr>
        <p:spPr>
          <a:xfrm>
            <a:off x="548640" y="1463040"/>
            <a:ext cx="5486400" cy="621792"/>
          </a:xfrm>
          <a:prstGeom prst="roundRect">
            <a:avLst>
              <a:gd name="adj" fmla="val 20588"/>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OGRAM ID"/>
          <p:cNvSpPr txBox="1"/>
          <p:nvPr/>
        </p:nvSpPr>
        <p:spPr>
          <a:xfrm>
            <a:off x="713232" y="1536192"/>
            <a:ext cx="512064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PROGRAM ID</a:t>
            </a:r>
          </a:p>
        </p:txBody>
      </p:sp>
      <p:sp>
        <p:nvSpPr>
          <p:cNvPr id="7" name="text:UQLHxoX7P4RV4sPV9mS4DFmXD1a6pi1qSkh2"/>
          <p:cNvSpPr txBox="1"/>
          <p:nvPr/>
        </p:nvSpPr>
        <p:spPr>
          <a:xfrm>
            <a:off x="713232" y="1755648"/>
            <a:ext cx="5212080" cy="27432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Menlo"/>
              </a:defRPr>
            </a:pPr>
            <a:r>
              <a:t>UQLHxoX7P4RV4sPV9mS4DFmXD1a6pi1qSkh2vjEWwrL</a:t>
            </a:r>
          </a:p>
        </p:txBody>
      </p:sp>
      <p:sp>
        <p:nvSpPr>
          <p:cNvPr id="8" name="Rounded Rectangle 7"/>
          <p:cNvSpPr/>
          <p:nvPr/>
        </p:nvSpPr>
        <p:spPr>
          <a:xfrm>
            <a:off x="548640" y="2176272"/>
            <a:ext cx="5486400" cy="621792"/>
          </a:xfrm>
          <a:prstGeom prst="roundRect">
            <a:avLst>
              <a:gd name="adj" fmla="val 2058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DEPLOY TRANSACTION"/>
          <p:cNvSpPr txBox="1"/>
          <p:nvPr/>
        </p:nvSpPr>
        <p:spPr>
          <a:xfrm>
            <a:off x="713232" y="2249424"/>
            <a:ext cx="512064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DEPLOY TRANSACTION</a:t>
            </a:r>
          </a:p>
        </p:txBody>
      </p:sp>
      <p:sp>
        <p:nvSpPr>
          <p:cNvPr id="10" name="text:3vaz8GiD3DWejpUqorSYe51gBgnWonHdu8WT"/>
          <p:cNvSpPr txBox="1"/>
          <p:nvPr/>
        </p:nvSpPr>
        <p:spPr>
          <a:xfrm>
            <a:off x="713232" y="2468879"/>
            <a:ext cx="5212080" cy="274320"/>
          </a:xfrm>
          <a:prstGeom prst="rect">
            <a:avLst/>
          </a:prstGeom>
          <a:noFill/>
        </p:spPr>
        <p:txBody>
          <a:bodyPr wrap="square" lIns="9144" rIns="9144" tIns="0" bIns="0">
            <a:spAutoFit/>
          </a:bodyPr>
          <a:lstStyle/>
          <a:p>
            <a:pPr>
              <a:lnSpc>
                <a:spcPct val="106000"/>
              </a:lnSpc>
              <a:spcAft>
                <a:spcPts val="400"/>
              </a:spcAft>
              <a:defRPr sz="750" b="0">
                <a:solidFill>
                  <a:srgbClr val="F2F5F8"/>
                </a:solidFill>
                <a:latin typeface="Menlo"/>
              </a:defRPr>
            </a:pPr>
            <a:r>
              <a:t>3vaz8GiD3DWejpUqorSYe51gBgnWonHdu8WTCFz8fNw44xJNzBoHVqHPemjnWchgd1RdYSE5GaZCH4ZxjBPgCChC</a:t>
            </a:r>
          </a:p>
        </p:txBody>
      </p:sp>
      <p:sp>
        <p:nvSpPr>
          <p:cNvPr id="11" name="Rounded Rectangle 10"/>
          <p:cNvSpPr/>
          <p:nvPr/>
        </p:nvSpPr>
        <p:spPr>
          <a:xfrm>
            <a:off x="548640" y="2889504"/>
            <a:ext cx="5486400" cy="621792"/>
          </a:xfrm>
          <a:prstGeom prst="roundRect">
            <a:avLst>
              <a:gd name="adj" fmla="val 2058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PROGRAM FILE SHA-256"/>
          <p:cNvSpPr txBox="1"/>
          <p:nvPr/>
        </p:nvSpPr>
        <p:spPr>
          <a:xfrm>
            <a:off x="713232" y="2962656"/>
            <a:ext cx="512064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PROGRAM FILE SHA-256</a:t>
            </a:r>
          </a:p>
        </p:txBody>
      </p:sp>
      <p:sp>
        <p:nvSpPr>
          <p:cNvPr id="13" name="text:866aef368c82ff3e47bb74ffa1098b4c3e21"/>
          <p:cNvSpPr txBox="1"/>
          <p:nvPr/>
        </p:nvSpPr>
        <p:spPr>
          <a:xfrm>
            <a:off x="713232" y="3182112"/>
            <a:ext cx="5212080" cy="274320"/>
          </a:xfrm>
          <a:prstGeom prst="rect">
            <a:avLst/>
          </a:prstGeom>
          <a:noFill/>
        </p:spPr>
        <p:txBody>
          <a:bodyPr wrap="square" lIns="9144" rIns="9144" tIns="0" bIns="0">
            <a:spAutoFit/>
          </a:bodyPr>
          <a:lstStyle/>
          <a:p>
            <a:pPr>
              <a:lnSpc>
                <a:spcPct val="106000"/>
              </a:lnSpc>
              <a:spcAft>
                <a:spcPts val="400"/>
              </a:spcAft>
              <a:defRPr sz="850" b="0">
                <a:solidFill>
                  <a:srgbClr val="F2F5F8"/>
                </a:solidFill>
                <a:latin typeface="Menlo"/>
              </a:defRPr>
            </a:pPr>
            <a:r>
              <a:t>866aef368c82ff3e47bb74ffa1098b4c3e218fb0f3bf6723922c1b01c131bcb2</a:t>
            </a:r>
          </a:p>
        </p:txBody>
      </p:sp>
      <p:sp>
        <p:nvSpPr>
          <p:cNvPr id="14" name="Rounded Rectangle 13"/>
          <p:cNvSpPr/>
          <p:nvPr/>
        </p:nvSpPr>
        <p:spPr>
          <a:xfrm>
            <a:off x="548640" y="3602736"/>
            <a:ext cx="5486400" cy="621792"/>
          </a:xfrm>
          <a:prstGeom prst="roundRect">
            <a:avLst>
              <a:gd name="adj" fmla="val 2058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UPGRADE AUTHORITY AND PAYER"/>
          <p:cNvSpPr txBox="1"/>
          <p:nvPr/>
        </p:nvSpPr>
        <p:spPr>
          <a:xfrm>
            <a:off x="713232" y="3675887"/>
            <a:ext cx="5120640" cy="164592"/>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UPGRADE AUTHORITY AND PAYER</a:t>
            </a:r>
          </a:p>
        </p:txBody>
      </p:sp>
      <p:sp>
        <p:nvSpPr>
          <p:cNvPr id="16" name="text:2iGcpoF9xx5GFEXDJNpoY2VqB3B5kzimeufv"/>
          <p:cNvSpPr txBox="1"/>
          <p:nvPr/>
        </p:nvSpPr>
        <p:spPr>
          <a:xfrm>
            <a:off x="713232" y="3895344"/>
            <a:ext cx="52120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Menlo"/>
              </a:defRPr>
            </a:pPr>
            <a:r>
              <a:t>2iGcpoF9xx5GFEXDJNpoY2VqB3B5kzimeufvriJCokYV</a:t>
            </a:r>
          </a:p>
        </p:txBody>
      </p:sp>
      <p:sp>
        <p:nvSpPr>
          <p:cNvPr id="17" name="Rounded Rectangle 16"/>
          <p:cNvSpPr/>
          <p:nvPr/>
        </p:nvSpPr>
        <p:spPr>
          <a:xfrm>
            <a:off x="6217920" y="1463040"/>
            <a:ext cx="1188720" cy="1005840"/>
          </a:xfrm>
          <a:prstGeom prst="roundRect">
            <a:avLst>
              <a:gd name="adj" fmla="val 1272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SLOT"/>
          <p:cNvSpPr txBox="1"/>
          <p:nvPr/>
        </p:nvSpPr>
        <p:spPr>
          <a:xfrm>
            <a:off x="6309359" y="1554480"/>
            <a:ext cx="1051560" cy="182880"/>
          </a:xfrm>
          <a:prstGeom prst="rect">
            <a:avLst/>
          </a:prstGeom>
          <a:noFill/>
        </p:spPr>
        <p:txBody>
          <a:bodyPr wrap="square" lIns="9144" rIns="9144" tIns="0" bIns="0">
            <a:spAutoFit/>
          </a:bodyPr>
          <a:lstStyle/>
          <a:p>
            <a:pPr>
              <a:lnSpc>
                <a:spcPct val="106000"/>
              </a:lnSpc>
              <a:spcAft>
                <a:spcPts val="400"/>
              </a:spcAft>
              <a:defRPr sz="750" b="0">
                <a:solidFill>
                  <a:srgbClr val="9A9AA2"/>
                </a:solidFill>
                <a:latin typeface="Helvetica Neue"/>
              </a:defRPr>
            </a:pPr>
            <a:r>
              <a:t>SLOT</a:t>
            </a:r>
          </a:p>
        </p:txBody>
      </p:sp>
      <p:sp>
        <p:nvSpPr>
          <p:cNvPr id="19" name="text:513,637,896"/>
          <p:cNvSpPr txBox="1"/>
          <p:nvPr/>
        </p:nvSpPr>
        <p:spPr>
          <a:xfrm>
            <a:off x="6309359" y="1828800"/>
            <a:ext cx="1024128" cy="54864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513,637,896</a:t>
            </a:r>
          </a:p>
        </p:txBody>
      </p:sp>
      <p:sp>
        <p:nvSpPr>
          <p:cNvPr id="20" name="Rounded Rectangle 19"/>
          <p:cNvSpPr/>
          <p:nvPr/>
        </p:nvSpPr>
        <p:spPr>
          <a:xfrm>
            <a:off x="7452360" y="1463040"/>
            <a:ext cx="1188720" cy="1005840"/>
          </a:xfrm>
          <a:prstGeom prst="roundRect">
            <a:avLst>
              <a:gd name="adj" fmla="val 1272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SIZE"/>
          <p:cNvSpPr txBox="1"/>
          <p:nvPr/>
        </p:nvSpPr>
        <p:spPr>
          <a:xfrm>
            <a:off x="7543800" y="1554480"/>
            <a:ext cx="1051560" cy="182880"/>
          </a:xfrm>
          <a:prstGeom prst="rect">
            <a:avLst/>
          </a:prstGeom>
          <a:noFill/>
        </p:spPr>
        <p:txBody>
          <a:bodyPr wrap="square" lIns="9144" rIns="9144" tIns="0" bIns="0">
            <a:spAutoFit/>
          </a:bodyPr>
          <a:lstStyle/>
          <a:p>
            <a:pPr>
              <a:lnSpc>
                <a:spcPct val="106000"/>
              </a:lnSpc>
              <a:spcAft>
                <a:spcPts val="400"/>
              </a:spcAft>
              <a:defRPr sz="750" b="0">
                <a:solidFill>
                  <a:srgbClr val="9A9AA2"/>
                </a:solidFill>
                <a:latin typeface="Helvetica Neue"/>
              </a:defRPr>
            </a:pPr>
            <a:r>
              <a:t>SIZE</a:t>
            </a:r>
          </a:p>
        </p:txBody>
      </p:sp>
      <p:sp>
        <p:nvSpPr>
          <p:cNvPr id="22" name="text:5,528 bytes"/>
          <p:cNvSpPr txBox="1"/>
          <p:nvPr/>
        </p:nvSpPr>
        <p:spPr>
          <a:xfrm>
            <a:off x="7543800" y="1828800"/>
            <a:ext cx="1024128" cy="54864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5,528 bytes</a:t>
            </a:r>
          </a:p>
        </p:txBody>
      </p:sp>
      <p:sp>
        <p:nvSpPr>
          <p:cNvPr id="23" name="Rounded Rectangle 22"/>
          <p:cNvSpPr/>
          <p:nvPr/>
        </p:nvSpPr>
        <p:spPr>
          <a:xfrm>
            <a:off x="6217920" y="2560320"/>
            <a:ext cx="1188720" cy="1005840"/>
          </a:xfrm>
          <a:prstGeom prst="roundRect">
            <a:avLst>
              <a:gd name="adj" fmla="val 12727"/>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ON-CHAIN = BUILD"/>
          <p:cNvSpPr txBox="1"/>
          <p:nvPr/>
        </p:nvSpPr>
        <p:spPr>
          <a:xfrm>
            <a:off x="6309359" y="2651760"/>
            <a:ext cx="1051560" cy="182880"/>
          </a:xfrm>
          <a:prstGeom prst="rect">
            <a:avLst/>
          </a:prstGeom>
          <a:noFill/>
        </p:spPr>
        <p:txBody>
          <a:bodyPr wrap="square" lIns="9144" rIns="9144" tIns="0" bIns="0">
            <a:spAutoFit/>
          </a:bodyPr>
          <a:lstStyle/>
          <a:p>
            <a:pPr>
              <a:lnSpc>
                <a:spcPct val="106000"/>
              </a:lnSpc>
              <a:spcAft>
                <a:spcPts val="400"/>
              </a:spcAft>
              <a:defRPr sz="750" b="0">
                <a:solidFill>
                  <a:srgbClr val="9A9AA2"/>
                </a:solidFill>
                <a:latin typeface="Helvetica Neue"/>
              </a:defRPr>
            </a:pPr>
            <a:r>
              <a:t>ON-CHAIN = BUILD</a:t>
            </a:r>
          </a:p>
        </p:txBody>
      </p:sp>
      <p:sp>
        <p:nvSpPr>
          <p:cNvPr id="25" name="text:yes, hashes equal"/>
          <p:cNvSpPr txBox="1"/>
          <p:nvPr/>
        </p:nvSpPr>
        <p:spPr>
          <a:xfrm>
            <a:off x="6309359" y="2926079"/>
            <a:ext cx="1024128" cy="54864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yes, hashes equal</a:t>
            </a:r>
          </a:p>
        </p:txBody>
      </p:sp>
      <p:sp>
        <p:nvSpPr>
          <p:cNvPr id="26" name="Rounded Rectangle 25"/>
          <p:cNvSpPr/>
          <p:nvPr/>
        </p:nvSpPr>
        <p:spPr>
          <a:xfrm>
            <a:off x="7452360" y="2560320"/>
            <a:ext cx="1188720" cy="1005840"/>
          </a:xfrm>
          <a:prstGeom prst="roundRect">
            <a:avLst>
              <a:gd name="adj" fmla="val 1272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CLUSTER"/>
          <p:cNvSpPr txBox="1"/>
          <p:nvPr/>
        </p:nvSpPr>
        <p:spPr>
          <a:xfrm>
            <a:off x="7543800" y="2651760"/>
            <a:ext cx="1051560" cy="182880"/>
          </a:xfrm>
          <a:prstGeom prst="rect">
            <a:avLst/>
          </a:prstGeom>
          <a:noFill/>
        </p:spPr>
        <p:txBody>
          <a:bodyPr wrap="square" lIns="9144" rIns="9144" tIns="0" bIns="0">
            <a:spAutoFit/>
          </a:bodyPr>
          <a:lstStyle/>
          <a:p>
            <a:pPr>
              <a:lnSpc>
                <a:spcPct val="106000"/>
              </a:lnSpc>
              <a:spcAft>
                <a:spcPts val="400"/>
              </a:spcAft>
              <a:defRPr sz="750" b="0">
                <a:solidFill>
                  <a:srgbClr val="9A9AA2"/>
                </a:solidFill>
                <a:latin typeface="Helvetica Neue"/>
              </a:defRPr>
            </a:pPr>
            <a:r>
              <a:t>CLUSTER</a:t>
            </a:r>
          </a:p>
        </p:txBody>
      </p:sp>
      <p:sp>
        <p:nvSpPr>
          <p:cNvPr id="28" name="text:devnet"/>
          <p:cNvSpPr txBox="1"/>
          <p:nvPr/>
        </p:nvSpPr>
        <p:spPr>
          <a:xfrm>
            <a:off x="7543800" y="2926079"/>
            <a:ext cx="1024128" cy="54864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Helvetica Neue"/>
              </a:defRPr>
            </a:pPr>
            <a:r>
              <a:t>devnet</a:t>
            </a:r>
          </a:p>
        </p:txBody>
      </p:sp>
      <p:sp>
        <p:nvSpPr>
          <p:cNvPr id="29" name="text:solana program dump, then compare ha"/>
          <p:cNvSpPr txBox="1"/>
          <p:nvPr/>
        </p:nvSpPr>
        <p:spPr>
          <a:xfrm>
            <a:off x="6217920" y="3703320"/>
            <a:ext cx="2423160" cy="36576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solana program dump, then compare hashes</a:t>
            </a:r>
          </a:p>
        </p:txBody>
      </p:sp>
      <p:sp>
        <p:nvSpPr>
          <p:cNvPr id="30" name="Rounded Rectangle 29"/>
          <p:cNvSpPr/>
          <p:nvPr/>
        </p:nvSpPr>
        <p:spPr>
          <a:xfrm>
            <a:off x="548640" y="4370832"/>
            <a:ext cx="8092440" cy="329184"/>
          </a:xfrm>
          <a:prstGeom prst="roundRect">
            <a:avLst>
              <a:gd name="adj" fmla="val 38888"/>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Funded by a transfer from a leftover"/>
          <p:cNvSpPr txBox="1"/>
          <p:nvPr/>
        </p:nvSpPr>
        <p:spPr>
          <a:xfrm>
            <a:off x="731520" y="4370832"/>
            <a:ext cx="7772400" cy="329184"/>
          </a:xfrm>
          <a:prstGeom prst="rect">
            <a:avLst/>
          </a:prstGeom>
          <a:noFill/>
        </p:spPr>
        <p:txBody>
          <a:bodyPr wrap="square" lIns="9144" rIns="9144" tIns="0" bIns="0" anchor="ctr">
            <a:spAutoFit/>
          </a:bodyPr>
          <a:lstStyle/>
          <a:p>
            <a:pPr>
              <a:lnSpc>
                <a:spcPct val="106000"/>
              </a:lnSpc>
              <a:spcAft>
                <a:spcPts val="400"/>
              </a:spcAft>
              <a:defRPr sz="1000" b="0">
                <a:solidFill>
                  <a:srgbClr val="F2F5F8"/>
                </a:solidFill>
                <a:latin typeface="Helvetica Neue"/>
              </a:defRPr>
            </a:pPr>
            <a:r>
              <a:t>Funded by a transfer from a leftover devnet wallet, because the faucet returned 429 all day.</a:t>
            </a:r>
          </a:p>
        </p:txBody>
      </p:sp>
      <p:sp>
        <p:nvSpPr>
          <p:cNvPr id="32" name="text:Source: code/out/devnet.json (deploy"/>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code/out/devnet.json (deploy). Explorer: explorer.solana.com/address/&lt;program id&gt;?cluster=devnet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Nine real transactions"/>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Nine real transactions</a:t>
            </a:r>
          </a:p>
        </p:txBody>
      </p:sp>
      <p:sp>
        <p:nvSpPr>
          <p:cNvPr id="3" name="text:A scripted session against the deplo"/>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scripted session against the deployed program.</a:t>
            </a:r>
          </a:p>
        </p:txBody>
      </p:sp>
      <p:sp>
        <p:nvSpPr>
          <p:cNvPr id="4" name="text:2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22</a:t>
            </a:r>
          </a:p>
        </p:txBody>
      </p:sp>
      <p:sp>
        <p:nvSpPr>
          <p:cNvPr id="5" name="text:#"/>
          <p:cNvSpPr txBox="1"/>
          <p:nvPr/>
        </p:nvSpPr>
        <p:spPr>
          <a:xfrm>
            <a:off x="685800" y="1371600"/>
            <a:ext cx="274320" cy="164592"/>
          </a:xfrm>
          <a:prstGeom prst="rect">
            <a:avLst/>
          </a:prstGeom>
          <a:noFill/>
        </p:spPr>
        <p:txBody>
          <a:bodyPr wrap="square" lIns="9144" rIns="9144" tIns="0" bIns="0">
            <a:spAutoFit/>
          </a:bodyPr>
          <a:lstStyle/>
          <a:p>
            <a:pPr algn="l">
              <a:lnSpc>
                <a:spcPct val="106000"/>
              </a:lnSpc>
              <a:spcAft>
                <a:spcPts val="400"/>
              </a:spcAft>
              <a:defRPr sz="800" b="0">
                <a:solidFill>
                  <a:srgbClr val="B3A5FF"/>
                </a:solidFill>
                <a:latin typeface="Helvetica Neue"/>
              </a:defRPr>
            </a:pPr>
            <a:r>
              <a:t>#</a:t>
            </a:r>
          </a:p>
        </p:txBody>
      </p:sp>
      <p:sp>
        <p:nvSpPr>
          <p:cNvPr id="6" name="text:WHAT HAPPENED"/>
          <p:cNvSpPr txBox="1"/>
          <p:nvPr/>
        </p:nvSpPr>
        <p:spPr>
          <a:xfrm>
            <a:off x="1005840" y="1371600"/>
            <a:ext cx="3566160" cy="164592"/>
          </a:xfrm>
          <a:prstGeom prst="rect">
            <a:avLst/>
          </a:prstGeom>
          <a:noFill/>
        </p:spPr>
        <p:txBody>
          <a:bodyPr wrap="square" lIns="9144" rIns="9144" tIns="0" bIns="0">
            <a:spAutoFit/>
          </a:bodyPr>
          <a:lstStyle/>
          <a:p>
            <a:pPr algn="l">
              <a:lnSpc>
                <a:spcPct val="106000"/>
              </a:lnSpc>
              <a:spcAft>
                <a:spcPts val="400"/>
              </a:spcAft>
              <a:defRPr sz="800" b="0">
                <a:solidFill>
                  <a:srgbClr val="B3A5FF"/>
                </a:solidFill>
                <a:latin typeface="Helvetica Neue"/>
              </a:defRPr>
            </a:pPr>
            <a:r>
              <a:t>WHAT HAPPENED</a:t>
            </a:r>
          </a:p>
        </p:txBody>
      </p:sp>
      <p:sp>
        <p:nvSpPr>
          <p:cNvPr id="7" name="text:SIGNATURE"/>
          <p:cNvSpPr txBox="1"/>
          <p:nvPr/>
        </p:nvSpPr>
        <p:spPr>
          <a:xfrm>
            <a:off x="4572000" y="1371600"/>
            <a:ext cx="914400" cy="164592"/>
          </a:xfrm>
          <a:prstGeom prst="rect">
            <a:avLst/>
          </a:prstGeom>
          <a:noFill/>
        </p:spPr>
        <p:txBody>
          <a:bodyPr wrap="square" lIns="9144" rIns="9144" tIns="0" bIns="0">
            <a:spAutoFit/>
          </a:bodyPr>
          <a:lstStyle/>
          <a:p>
            <a:pPr algn="l">
              <a:lnSpc>
                <a:spcPct val="106000"/>
              </a:lnSpc>
              <a:spcAft>
                <a:spcPts val="400"/>
              </a:spcAft>
              <a:defRPr sz="800" b="0">
                <a:solidFill>
                  <a:srgbClr val="B3A5FF"/>
                </a:solidFill>
                <a:latin typeface="Helvetica Neue"/>
              </a:defRPr>
            </a:pPr>
            <a:r>
              <a:t>SIGNATURE</a:t>
            </a:r>
          </a:p>
        </p:txBody>
      </p:sp>
      <p:sp>
        <p:nvSpPr>
          <p:cNvPr id="8" name="text:UNITS"/>
          <p:cNvSpPr txBox="1"/>
          <p:nvPr/>
        </p:nvSpPr>
        <p:spPr>
          <a:xfrm>
            <a:off x="5532120" y="1371600"/>
            <a:ext cx="548640" cy="164592"/>
          </a:xfrm>
          <a:prstGeom prst="rect">
            <a:avLst/>
          </a:prstGeom>
          <a:noFill/>
        </p:spPr>
        <p:txBody>
          <a:bodyPr wrap="square" lIns="9144" rIns="9144" tIns="0" bIns="0">
            <a:spAutoFit/>
          </a:bodyPr>
          <a:lstStyle/>
          <a:p>
            <a:pPr algn="r">
              <a:lnSpc>
                <a:spcPct val="106000"/>
              </a:lnSpc>
              <a:spcAft>
                <a:spcPts val="400"/>
              </a:spcAft>
              <a:defRPr sz="800" b="0">
                <a:solidFill>
                  <a:srgbClr val="B3A5FF"/>
                </a:solidFill>
                <a:latin typeface="Helvetica Neue"/>
              </a:defRPr>
            </a:pPr>
            <a:r>
              <a:t>UNITS</a:t>
            </a:r>
          </a:p>
        </p:txBody>
      </p:sp>
      <p:sp>
        <p:nvSpPr>
          <p:cNvPr id="9" name="text:FEE"/>
          <p:cNvSpPr txBox="1"/>
          <p:nvPr/>
        </p:nvSpPr>
        <p:spPr>
          <a:xfrm>
            <a:off x="6172200" y="1371600"/>
            <a:ext cx="640080" cy="164592"/>
          </a:xfrm>
          <a:prstGeom prst="rect">
            <a:avLst/>
          </a:prstGeom>
          <a:noFill/>
        </p:spPr>
        <p:txBody>
          <a:bodyPr wrap="square" lIns="9144" rIns="9144" tIns="0" bIns="0">
            <a:spAutoFit/>
          </a:bodyPr>
          <a:lstStyle/>
          <a:p>
            <a:pPr algn="r">
              <a:lnSpc>
                <a:spcPct val="106000"/>
              </a:lnSpc>
              <a:spcAft>
                <a:spcPts val="400"/>
              </a:spcAft>
              <a:defRPr sz="800" b="0">
                <a:solidFill>
                  <a:srgbClr val="B3A5FF"/>
                </a:solidFill>
                <a:latin typeface="Helvetica Neue"/>
              </a:defRPr>
            </a:pPr>
            <a:r>
              <a:t>FEE</a:t>
            </a:r>
          </a:p>
        </p:txBody>
      </p:sp>
      <p:sp>
        <p:nvSpPr>
          <p:cNvPr id="10" name="text:CONFIRMED"/>
          <p:cNvSpPr txBox="1"/>
          <p:nvPr/>
        </p:nvSpPr>
        <p:spPr>
          <a:xfrm>
            <a:off x="6903720" y="1371600"/>
            <a:ext cx="777240" cy="164592"/>
          </a:xfrm>
          <a:prstGeom prst="rect">
            <a:avLst/>
          </a:prstGeom>
          <a:noFill/>
        </p:spPr>
        <p:txBody>
          <a:bodyPr wrap="square" lIns="9144" rIns="9144" tIns="0" bIns="0">
            <a:spAutoFit/>
          </a:bodyPr>
          <a:lstStyle/>
          <a:p>
            <a:pPr algn="r">
              <a:lnSpc>
                <a:spcPct val="106000"/>
              </a:lnSpc>
              <a:spcAft>
                <a:spcPts val="400"/>
              </a:spcAft>
              <a:defRPr sz="800" b="0">
                <a:solidFill>
                  <a:srgbClr val="B3A5FF"/>
                </a:solidFill>
                <a:latin typeface="Helvetica Neue"/>
              </a:defRPr>
            </a:pPr>
            <a:r>
              <a:t>CONFIRMED</a:t>
            </a:r>
          </a:p>
        </p:txBody>
      </p:sp>
      <p:sp>
        <p:nvSpPr>
          <p:cNvPr id="11" name="text:RESULT"/>
          <p:cNvSpPr txBox="1"/>
          <p:nvPr/>
        </p:nvSpPr>
        <p:spPr>
          <a:xfrm>
            <a:off x="7772400" y="1371600"/>
            <a:ext cx="777240" cy="164592"/>
          </a:xfrm>
          <a:prstGeom prst="rect">
            <a:avLst/>
          </a:prstGeom>
          <a:noFill/>
        </p:spPr>
        <p:txBody>
          <a:bodyPr wrap="square" lIns="9144" rIns="9144" tIns="0" bIns="0">
            <a:spAutoFit/>
          </a:bodyPr>
          <a:lstStyle/>
          <a:p>
            <a:pPr algn="ctr">
              <a:lnSpc>
                <a:spcPct val="106000"/>
              </a:lnSpc>
              <a:spcAft>
                <a:spcPts val="400"/>
              </a:spcAft>
              <a:defRPr sz="800" b="0">
                <a:solidFill>
                  <a:srgbClr val="B3A5FF"/>
                </a:solidFill>
                <a:latin typeface="Helvetica Neue"/>
              </a:defRPr>
            </a:pPr>
            <a:r>
              <a:t>RESULT</a:t>
            </a:r>
          </a:p>
        </p:txBody>
      </p:sp>
      <p:sp>
        <p:nvSpPr>
          <p:cNvPr id="12" name="Rounded Rectangle 11"/>
          <p:cNvSpPr/>
          <p:nvPr/>
        </p:nvSpPr>
        <p:spPr>
          <a:xfrm>
            <a:off x="548640" y="1572768"/>
            <a:ext cx="8092440" cy="292608"/>
          </a:xfrm>
          <a:prstGeom prst="roundRect">
            <a:avLst>
              <a:gd name="adj" fmla="val 4375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1"/>
          <p:cNvSpPr txBox="1"/>
          <p:nvPr/>
        </p:nvSpPr>
        <p:spPr>
          <a:xfrm>
            <a:off x="685800" y="1572768"/>
            <a:ext cx="27432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1</a:t>
            </a:r>
          </a:p>
        </p:txBody>
      </p:sp>
      <p:sp>
        <p:nvSpPr>
          <p:cNvPr id="14" name="text:init: create the book account and in"/>
          <p:cNvSpPr txBox="1"/>
          <p:nvPr/>
        </p:nvSpPr>
        <p:spPr>
          <a:xfrm>
            <a:off x="1005840" y="1572768"/>
            <a:ext cx="356616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init: create the book account and initialize it</a:t>
            </a:r>
          </a:p>
        </p:txBody>
      </p:sp>
      <p:sp>
        <p:nvSpPr>
          <p:cNvPr id="15" name="text:5rm3EFXH..."/>
          <p:cNvSpPr txBox="1"/>
          <p:nvPr/>
        </p:nvSpPr>
        <p:spPr>
          <a:xfrm>
            <a:off x="4572000" y="1572768"/>
            <a:ext cx="914400" cy="292608"/>
          </a:xfrm>
          <a:prstGeom prst="rect">
            <a:avLst/>
          </a:prstGeom>
          <a:noFill/>
        </p:spPr>
        <p:txBody>
          <a:bodyPr wrap="square" lIns="9144" rIns="9144" tIns="0" bIns="0" anchor="ctr">
            <a:spAutoFit/>
          </a:bodyPr>
          <a:lstStyle/>
          <a:p>
            <a:pPr algn="l">
              <a:lnSpc>
                <a:spcPct val="106000"/>
              </a:lnSpc>
              <a:spcAft>
                <a:spcPts val="400"/>
              </a:spcAft>
              <a:defRPr sz="850" b="0">
                <a:solidFill>
                  <a:srgbClr val="9A9AA2"/>
                </a:solidFill>
                <a:latin typeface="Menlo"/>
              </a:defRPr>
            </a:pPr>
            <a:r>
              <a:t>5rm3EFXH...</a:t>
            </a:r>
          </a:p>
        </p:txBody>
      </p:sp>
      <p:sp>
        <p:nvSpPr>
          <p:cNvPr id="16" name="text:266"/>
          <p:cNvSpPr txBox="1"/>
          <p:nvPr/>
        </p:nvSpPr>
        <p:spPr>
          <a:xfrm>
            <a:off x="5532120" y="1572768"/>
            <a:ext cx="5486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266</a:t>
            </a:r>
          </a:p>
        </p:txBody>
      </p:sp>
      <p:sp>
        <p:nvSpPr>
          <p:cNvPr id="17" name="text:10,000"/>
          <p:cNvSpPr txBox="1"/>
          <p:nvPr/>
        </p:nvSpPr>
        <p:spPr>
          <a:xfrm>
            <a:off x="6172200" y="1572768"/>
            <a:ext cx="64008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10,000</a:t>
            </a:r>
          </a:p>
        </p:txBody>
      </p:sp>
      <p:sp>
        <p:nvSpPr>
          <p:cNvPr id="18" name="text:678 ms"/>
          <p:cNvSpPr txBox="1"/>
          <p:nvPr/>
        </p:nvSpPr>
        <p:spPr>
          <a:xfrm>
            <a:off x="6903720" y="1572768"/>
            <a:ext cx="7772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678 ms</a:t>
            </a:r>
          </a:p>
        </p:txBody>
      </p:sp>
      <p:sp>
        <p:nvSpPr>
          <p:cNvPr id="19" name="text:ok"/>
          <p:cNvSpPr txBox="1"/>
          <p:nvPr/>
        </p:nvSpPr>
        <p:spPr>
          <a:xfrm>
            <a:off x="7772400" y="1572768"/>
            <a:ext cx="777240" cy="292608"/>
          </a:xfrm>
          <a:prstGeom prst="rect">
            <a:avLst/>
          </a:prstGeom>
          <a:noFill/>
        </p:spPr>
        <p:txBody>
          <a:bodyPr wrap="square" lIns="9144" rIns="9144" tIns="0" bIns="0" anchor="ctr">
            <a:spAutoFit/>
          </a:bodyPr>
          <a:lstStyle/>
          <a:p>
            <a:pPr algn="ctr">
              <a:lnSpc>
                <a:spcPct val="106000"/>
              </a:lnSpc>
              <a:spcAft>
                <a:spcPts val="400"/>
              </a:spcAft>
              <a:defRPr sz="950" b="0">
                <a:solidFill>
                  <a:srgbClr val="3DDC97"/>
                </a:solidFill>
                <a:latin typeface="Helvetica Neue"/>
              </a:defRPr>
            </a:pPr>
            <a:r>
              <a:t>ok</a:t>
            </a:r>
          </a:p>
        </p:txBody>
      </p:sp>
      <p:sp>
        <p:nvSpPr>
          <p:cNvPr id="20" name="Rounded Rectangle 19"/>
          <p:cNvSpPr/>
          <p:nvPr/>
        </p:nvSpPr>
        <p:spPr>
          <a:xfrm>
            <a:off x="548640" y="1897380"/>
            <a:ext cx="8092440" cy="292608"/>
          </a:xfrm>
          <a:prstGeom prst="roundRect">
            <a:avLst>
              <a:gd name="adj" fmla="val 4375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2"/>
          <p:cNvSpPr txBox="1"/>
          <p:nvPr/>
        </p:nvSpPr>
        <p:spPr>
          <a:xfrm>
            <a:off x="685800" y="1897380"/>
            <a:ext cx="27432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2</a:t>
            </a:r>
          </a:p>
        </p:txBody>
      </p:sp>
      <p:sp>
        <p:nvSpPr>
          <p:cNvPr id="22" name="text:ask 5 @ 101 rests"/>
          <p:cNvSpPr txBox="1"/>
          <p:nvPr/>
        </p:nvSpPr>
        <p:spPr>
          <a:xfrm>
            <a:off x="1005840" y="1897380"/>
            <a:ext cx="356616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ask 5 @ 101 rests</a:t>
            </a:r>
          </a:p>
        </p:txBody>
      </p:sp>
      <p:sp>
        <p:nvSpPr>
          <p:cNvPr id="23" name="text:4WJ3Q2UY..."/>
          <p:cNvSpPr txBox="1"/>
          <p:nvPr/>
        </p:nvSpPr>
        <p:spPr>
          <a:xfrm>
            <a:off x="4572000" y="1897380"/>
            <a:ext cx="914400" cy="292608"/>
          </a:xfrm>
          <a:prstGeom prst="rect">
            <a:avLst/>
          </a:prstGeom>
          <a:noFill/>
        </p:spPr>
        <p:txBody>
          <a:bodyPr wrap="square" lIns="9144" rIns="9144" tIns="0" bIns="0" anchor="ctr">
            <a:spAutoFit/>
          </a:bodyPr>
          <a:lstStyle/>
          <a:p>
            <a:pPr algn="l">
              <a:lnSpc>
                <a:spcPct val="106000"/>
              </a:lnSpc>
              <a:spcAft>
                <a:spcPts val="400"/>
              </a:spcAft>
              <a:defRPr sz="850" b="0">
                <a:solidFill>
                  <a:srgbClr val="9A9AA2"/>
                </a:solidFill>
                <a:latin typeface="Menlo"/>
              </a:defRPr>
            </a:pPr>
            <a:r>
              <a:t>4WJ3Q2UY...</a:t>
            </a:r>
          </a:p>
        </p:txBody>
      </p:sp>
      <p:sp>
        <p:nvSpPr>
          <p:cNvPr id="24" name="text:1,237"/>
          <p:cNvSpPr txBox="1"/>
          <p:nvPr/>
        </p:nvSpPr>
        <p:spPr>
          <a:xfrm>
            <a:off x="5532120" y="1897380"/>
            <a:ext cx="5486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1,237</a:t>
            </a:r>
          </a:p>
        </p:txBody>
      </p:sp>
      <p:sp>
        <p:nvSpPr>
          <p:cNvPr id="25" name="text:5,000"/>
          <p:cNvSpPr txBox="1"/>
          <p:nvPr/>
        </p:nvSpPr>
        <p:spPr>
          <a:xfrm>
            <a:off x="6172200" y="1897380"/>
            <a:ext cx="64008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5,000</a:t>
            </a:r>
          </a:p>
        </p:txBody>
      </p:sp>
      <p:sp>
        <p:nvSpPr>
          <p:cNvPr id="26" name="text:711 ms"/>
          <p:cNvSpPr txBox="1"/>
          <p:nvPr/>
        </p:nvSpPr>
        <p:spPr>
          <a:xfrm>
            <a:off x="6903720" y="1897380"/>
            <a:ext cx="7772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711 ms</a:t>
            </a:r>
          </a:p>
        </p:txBody>
      </p:sp>
      <p:sp>
        <p:nvSpPr>
          <p:cNvPr id="27" name="text:ok"/>
          <p:cNvSpPr txBox="1"/>
          <p:nvPr/>
        </p:nvSpPr>
        <p:spPr>
          <a:xfrm>
            <a:off x="7772400" y="1897380"/>
            <a:ext cx="777240" cy="292608"/>
          </a:xfrm>
          <a:prstGeom prst="rect">
            <a:avLst/>
          </a:prstGeom>
          <a:noFill/>
        </p:spPr>
        <p:txBody>
          <a:bodyPr wrap="square" lIns="9144" rIns="9144" tIns="0" bIns="0" anchor="ctr">
            <a:spAutoFit/>
          </a:bodyPr>
          <a:lstStyle/>
          <a:p>
            <a:pPr algn="ctr">
              <a:lnSpc>
                <a:spcPct val="106000"/>
              </a:lnSpc>
              <a:spcAft>
                <a:spcPts val="400"/>
              </a:spcAft>
              <a:defRPr sz="950" b="0">
                <a:solidFill>
                  <a:srgbClr val="3DDC97"/>
                </a:solidFill>
                <a:latin typeface="Helvetica Neue"/>
              </a:defRPr>
            </a:pPr>
            <a:r>
              <a:t>ok</a:t>
            </a:r>
          </a:p>
        </p:txBody>
      </p:sp>
      <p:sp>
        <p:nvSpPr>
          <p:cNvPr id="28" name="Rounded Rectangle 27"/>
          <p:cNvSpPr/>
          <p:nvPr/>
        </p:nvSpPr>
        <p:spPr>
          <a:xfrm>
            <a:off x="548640" y="2221991"/>
            <a:ext cx="8092440" cy="292608"/>
          </a:xfrm>
          <a:prstGeom prst="roundRect">
            <a:avLst>
              <a:gd name="adj" fmla="val 4375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3"/>
          <p:cNvSpPr txBox="1"/>
          <p:nvPr/>
        </p:nvSpPr>
        <p:spPr>
          <a:xfrm>
            <a:off x="685800" y="2221991"/>
            <a:ext cx="27432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3</a:t>
            </a:r>
          </a:p>
        </p:txBody>
      </p:sp>
      <p:sp>
        <p:nvSpPr>
          <p:cNvPr id="30" name="text:ask 4 @ 102 rests"/>
          <p:cNvSpPr txBox="1"/>
          <p:nvPr/>
        </p:nvSpPr>
        <p:spPr>
          <a:xfrm>
            <a:off x="1005840" y="2221991"/>
            <a:ext cx="356616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ask 4 @ 102 rests</a:t>
            </a:r>
          </a:p>
        </p:txBody>
      </p:sp>
      <p:sp>
        <p:nvSpPr>
          <p:cNvPr id="31" name="text:4DxXEcyq..."/>
          <p:cNvSpPr txBox="1"/>
          <p:nvPr/>
        </p:nvSpPr>
        <p:spPr>
          <a:xfrm>
            <a:off x="4572000" y="2221991"/>
            <a:ext cx="914400" cy="292608"/>
          </a:xfrm>
          <a:prstGeom prst="rect">
            <a:avLst/>
          </a:prstGeom>
          <a:noFill/>
        </p:spPr>
        <p:txBody>
          <a:bodyPr wrap="square" lIns="9144" rIns="9144" tIns="0" bIns="0" anchor="ctr">
            <a:spAutoFit/>
          </a:bodyPr>
          <a:lstStyle/>
          <a:p>
            <a:pPr algn="l">
              <a:lnSpc>
                <a:spcPct val="106000"/>
              </a:lnSpc>
              <a:spcAft>
                <a:spcPts val="400"/>
              </a:spcAft>
              <a:defRPr sz="850" b="0">
                <a:solidFill>
                  <a:srgbClr val="9A9AA2"/>
                </a:solidFill>
                <a:latin typeface="Menlo"/>
              </a:defRPr>
            </a:pPr>
            <a:r>
              <a:t>4DxXEcyq...</a:t>
            </a:r>
          </a:p>
        </p:txBody>
      </p:sp>
      <p:sp>
        <p:nvSpPr>
          <p:cNvPr id="32" name="text:1,244"/>
          <p:cNvSpPr txBox="1"/>
          <p:nvPr/>
        </p:nvSpPr>
        <p:spPr>
          <a:xfrm>
            <a:off x="5532120" y="2221991"/>
            <a:ext cx="5486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1,244</a:t>
            </a:r>
          </a:p>
        </p:txBody>
      </p:sp>
      <p:sp>
        <p:nvSpPr>
          <p:cNvPr id="33" name="text:5,000"/>
          <p:cNvSpPr txBox="1"/>
          <p:nvPr/>
        </p:nvSpPr>
        <p:spPr>
          <a:xfrm>
            <a:off x="6172200" y="2221991"/>
            <a:ext cx="64008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5,000</a:t>
            </a:r>
          </a:p>
        </p:txBody>
      </p:sp>
      <p:sp>
        <p:nvSpPr>
          <p:cNvPr id="34" name="text:712 ms"/>
          <p:cNvSpPr txBox="1"/>
          <p:nvPr/>
        </p:nvSpPr>
        <p:spPr>
          <a:xfrm>
            <a:off x="6903720" y="2221991"/>
            <a:ext cx="7772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712 ms</a:t>
            </a:r>
          </a:p>
        </p:txBody>
      </p:sp>
      <p:sp>
        <p:nvSpPr>
          <p:cNvPr id="35" name="text:ok"/>
          <p:cNvSpPr txBox="1"/>
          <p:nvPr/>
        </p:nvSpPr>
        <p:spPr>
          <a:xfrm>
            <a:off x="7772400" y="2221991"/>
            <a:ext cx="777240" cy="292608"/>
          </a:xfrm>
          <a:prstGeom prst="rect">
            <a:avLst/>
          </a:prstGeom>
          <a:noFill/>
        </p:spPr>
        <p:txBody>
          <a:bodyPr wrap="square" lIns="9144" rIns="9144" tIns="0" bIns="0" anchor="ctr">
            <a:spAutoFit/>
          </a:bodyPr>
          <a:lstStyle/>
          <a:p>
            <a:pPr algn="ctr">
              <a:lnSpc>
                <a:spcPct val="106000"/>
              </a:lnSpc>
              <a:spcAft>
                <a:spcPts val="400"/>
              </a:spcAft>
              <a:defRPr sz="950" b="0">
                <a:solidFill>
                  <a:srgbClr val="3DDC97"/>
                </a:solidFill>
                <a:latin typeface="Helvetica Neue"/>
              </a:defRPr>
            </a:pPr>
            <a:r>
              <a:t>ok</a:t>
            </a:r>
          </a:p>
        </p:txBody>
      </p:sp>
      <p:sp>
        <p:nvSpPr>
          <p:cNvPr id="36" name="Rounded Rectangle 35"/>
          <p:cNvSpPr/>
          <p:nvPr/>
        </p:nvSpPr>
        <p:spPr>
          <a:xfrm>
            <a:off x="548640" y="2546604"/>
            <a:ext cx="8092440" cy="292608"/>
          </a:xfrm>
          <a:prstGeom prst="roundRect">
            <a:avLst>
              <a:gd name="adj" fmla="val 4375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4"/>
          <p:cNvSpPr txBox="1"/>
          <p:nvPr/>
        </p:nvSpPr>
        <p:spPr>
          <a:xfrm>
            <a:off x="685800" y="2546604"/>
            <a:ext cx="27432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4</a:t>
            </a:r>
          </a:p>
        </p:txBody>
      </p:sp>
      <p:sp>
        <p:nvSpPr>
          <p:cNvPr id="38" name="text:bid 6 @ 99 rests"/>
          <p:cNvSpPr txBox="1"/>
          <p:nvPr/>
        </p:nvSpPr>
        <p:spPr>
          <a:xfrm>
            <a:off x="1005840" y="2546604"/>
            <a:ext cx="356616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bid 6 @ 99 rests</a:t>
            </a:r>
          </a:p>
        </p:txBody>
      </p:sp>
      <p:sp>
        <p:nvSpPr>
          <p:cNvPr id="39" name="text:3FcCzUJo..."/>
          <p:cNvSpPr txBox="1"/>
          <p:nvPr/>
        </p:nvSpPr>
        <p:spPr>
          <a:xfrm>
            <a:off x="4572000" y="2546604"/>
            <a:ext cx="914400" cy="292608"/>
          </a:xfrm>
          <a:prstGeom prst="rect">
            <a:avLst/>
          </a:prstGeom>
          <a:noFill/>
        </p:spPr>
        <p:txBody>
          <a:bodyPr wrap="square" lIns="9144" rIns="9144" tIns="0" bIns="0" anchor="ctr">
            <a:spAutoFit/>
          </a:bodyPr>
          <a:lstStyle/>
          <a:p>
            <a:pPr algn="l">
              <a:lnSpc>
                <a:spcPct val="106000"/>
              </a:lnSpc>
              <a:spcAft>
                <a:spcPts val="400"/>
              </a:spcAft>
              <a:defRPr sz="850" b="0">
                <a:solidFill>
                  <a:srgbClr val="9A9AA2"/>
                </a:solidFill>
                <a:latin typeface="Menlo"/>
              </a:defRPr>
            </a:pPr>
            <a:r>
              <a:t>3FcCzUJo...</a:t>
            </a:r>
          </a:p>
        </p:txBody>
      </p:sp>
      <p:sp>
        <p:nvSpPr>
          <p:cNvPr id="40" name="text:1,248"/>
          <p:cNvSpPr txBox="1"/>
          <p:nvPr/>
        </p:nvSpPr>
        <p:spPr>
          <a:xfrm>
            <a:off x="5532120" y="2546604"/>
            <a:ext cx="5486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1,248</a:t>
            </a:r>
          </a:p>
        </p:txBody>
      </p:sp>
      <p:sp>
        <p:nvSpPr>
          <p:cNvPr id="41" name="text:5,000"/>
          <p:cNvSpPr txBox="1"/>
          <p:nvPr/>
        </p:nvSpPr>
        <p:spPr>
          <a:xfrm>
            <a:off x="6172200" y="2546604"/>
            <a:ext cx="64008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5,000</a:t>
            </a:r>
          </a:p>
        </p:txBody>
      </p:sp>
      <p:sp>
        <p:nvSpPr>
          <p:cNvPr id="42" name="text:788 ms"/>
          <p:cNvSpPr txBox="1"/>
          <p:nvPr/>
        </p:nvSpPr>
        <p:spPr>
          <a:xfrm>
            <a:off x="6903720" y="2546604"/>
            <a:ext cx="7772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788 ms</a:t>
            </a:r>
          </a:p>
        </p:txBody>
      </p:sp>
      <p:sp>
        <p:nvSpPr>
          <p:cNvPr id="43" name="text:ok"/>
          <p:cNvSpPr txBox="1"/>
          <p:nvPr/>
        </p:nvSpPr>
        <p:spPr>
          <a:xfrm>
            <a:off x="7772400" y="2546604"/>
            <a:ext cx="777240" cy="292608"/>
          </a:xfrm>
          <a:prstGeom prst="rect">
            <a:avLst/>
          </a:prstGeom>
          <a:noFill/>
        </p:spPr>
        <p:txBody>
          <a:bodyPr wrap="square" lIns="9144" rIns="9144" tIns="0" bIns="0" anchor="ctr">
            <a:spAutoFit/>
          </a:bodyPr>
          <a:lstStyle/>
          <a:p>
            <a:pPr algn="ctr">
              <a:lnSpc>
                <a:spcPct val="106000"/>
              </a:lnSpc>
              <a:spcAft>
                <a:spcPts val="400"/>
              </a:spcAft>
              <a:defRPr sz="950" b="0">
                <a:solidFill>
                  <a:srgbClr val="3DDC97"/>
                </a:solidFill>
                <a:latin typeface="Helvetica Neue"/>
              </a:defRPr>
            </a:pPr>
            <a:r>
              <a:t>ok</a:t>
            </a:r>
          </a:p>
        </p:txBody>
      </p:sp>
      <p:sp>
        <p:nvSpPr>
          <p:cNvPr id="44" name="Rounded Rectangle 43"/>
          <p:cNvSpPr/>
          <p:nvPr/>
        </p:nvSpPr>
        <p:spPr>
          <a:xfrm>
            <a:off x="548640" y="2871215"/>
            <a:ext cx="8092440" cy="292608"/>
          </a:xfrm>
          <a:prstGeom prst="roundRect">
            <a:avLst>
              <a:gd name="adj" fmla="val 4375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5"/>
          <p:cNvSpPr txBox="1"/>
          <p:nvPr/>
        </p:nvSpPr>
        <p:spPr>
          <a:xfrm>
            <a:off x="685800" y="2871215"/>
            <a:ext cx="27432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5</a:t>
            </a:r>
          </a:p>
        </p:txBody>
      </p:sp>
      <p:sp>
        <p:nvSpPr>
          <p:cNvPr id="46" name="text:bid 3 @ 98 rests"/>
          <p:cNvSpPr txBox="1"/>
          <p:nvPr/>
        </p:nvSpPr>
        <p:spPr>
          <a:xfrm>
            <a:off x="1005840" y="2871215"/>
            <a:ext cx="356616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bid 3 @ 98 rests</a:t>
            </a:r>
          </a:p>
        </p:txBody>
      </p:sp>
      <p:sp>
        <p:nvSpPr>
          <p:cNvPr id="47" name="text:36ed5hpQ..."/>
          <p:cNvSpPr txBox="1"/>
          <p:nvPr/>
        </p:nvSpPr>
        <p:spPr>
          <a:xfrm>
            <a:off x="4572000" y="2871215"/>
            <a:ext cx="914400" cy="292608"/>
          </a:xfrm>
          <a:prstGeom prst="rect">
            <a:avLst/>
          </a:prstGeom>
          <a:noFill/>
        </p:spPr>
        <p:txBody>
          <a:bodyPr wrap="square" lIns="9144" rIns="9144" tIns="0" bIns="0" anchor="ctr">
            <a:spAutoFit/>
          </a:bodyPr>
          <a:lstStyle/>
          <a:p>
            <a:pPr algn="l">
              <a:lnSpc>
                <a:spcPct val="106000"/>
              </a:lnSpc>
              <a:spcAft>
                <a:spcPts val="400"/>
              </a:spcAft>
              <a:defRPr sz="850" b="0">
                <a:solidFill>
                  <a:srgbClr val="9A9AA2"/>
                </a:solidFill>
                <a:latin typeface="Menlo"/>
              </a:defRPr>
            </a:pPr>
            <a:r>
              <a:t>36ed5hpQ...</a:t>
            </a:r>
          </a:p>
        </p:txBody>
      </p:sp>
      <p:sp>
        <p:nvSpPr>
          <p:cNvPr id="48" name="text:1,255"/>
          <p:cNvSpPr txBox="1"/>
          <p:nvPr/>
        </p:nvSpPr>
        <p:spPr>
          <a:xfrm>
            <a:off x="5532120" y="2871215"/>
            <a:ext cx="5486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1,255</a:t>
            </a:r>
          </a:p>
        </p:txBody>
      </p:sp>
      <p:sp>
        <p:nvSpPr>
          <p:cNvPr id="49" name="text:5,000"/>
          <p:cNvSpPr txBox="1"/>
          <p:nvPr/>
        </p:nvSpPr>
        <p:spPr>
          <a:xfrm>
            <a:off x="6172200" y="2871215"/>
            <a:ext cx="64008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5,000</a:t>
            </a:r>
          </a:p>
        </p:txBody>
      </p:sp>
      <p:sp>
        <p:nvSpPr>
          <p:cNvPr id="50" name="text:605 ms"/>
          <p:cNvSpPr txBox="1"/>
          <p:nvPr/>
        </p:nvSpPr>
        <p:spPr>
          <a:xfrm>
            <a:off x="6903720" y="2871215"/>
            <a:ext cx="7772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605 ms</a:t>
            </a:r>
          </a:p>
        </p:txBody>
      </p:sp>
      <p:sp>
        <p:nvSpPr>
          <p:cNvPr id="51" name="text:ok"/>
          <p:cNvSpPr txBox="1"/>
          <p:nvPr/>
        </p:nvSpPr>
        <p:spPr>
          <a:xfrm>
            <a:off x="7772400" y="2871215"/>
            <a:ext cx="777240" cy="292608"/>
          </a:xfrm>
          <a:prstGeom prst="rect">
            <a:avLst/>
          </a:prstGeom>
          <a:noFill/>
        </p:spPr>
        <p:txBody>
          <a:bodyPr wrap="square" lIns="9144" rIns="9144" tIns="0" bIns="0" anchor="ctr">
            <a:spAutoFit/>
          </a:bodyPr>
          <a:lstStyle/>
          <a:p>
            <a:pPr algn="ctr">
              <a:lnSpc>
                <a:spcPct val="106000"/>
              </a:lnSpc>
              <a:spcAft>
                <a:spcPts val="400"/>
              </a:spcAft>
              <a:defRPr sz="950" b="0">
                <a:solidFill>
                  <a:srgbClr val="3DDC97"/>
                </a:solidFill>
                <a:latin typeface="Helvetica Neue"/>
              </a:defRPr>
            </a:pPr>
            <a:r>
              <a:t>ok</a:t>
            </a:r>
          </a:p>
        </p:txBody>
      </p:sp>
      <p:sp>
        <p:nvSpPr>
          <p:cNvPr id="52" name="Rounded Rectangle 51"/>
          <p:cNvSpPr/>
          <p:nvPr/>
        </p:nvSpPr>
        <p:spPr>
          <a:xfrm>
            <a:off x="548640" y="3195828"/>
            <a:ext cx="8092440" cy="292608"/>
          </a:xfrm>
          <a:prstGeom prst="roundRect">
            <a:avLst>
              <a:gd name="adj" fmla="val 4375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6"/>
          <p:cNvSpPr txBox="1"/>
          <p:nvPr/>
        </p:nvSpPr>
        <p:spPr>
          <a:xfrm>
            <a:off x="685800" y="3195828"/>
            <a:ext cx="27432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6</a:t>
            </a:r>
          </a:p>
        </p:txBody>
      </p:sp>
      <p:sp>
        <p:nvSpPr>
          <p:cNvPr id="54" name="text:bid 7 @ 101 crosses, fills 5 @ 101, "/>
          <p:cNvSpPr txBox="1"/>
          <p:nvPr/>
        </p:nvSpPr>
        <p:spPr>
          <a:xfrm>
            <a:off x="1005840" y="3195828"/>
            <a:ext cx="356616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bid 7 @ 101 crosses, fills 5 @ 101, rests 2</a:t>
            </a:r>
          </a:p>
        </p:txBody>
      </p:sp>
      <p:sp>
        <p:nvSpPr>
          <p:cNvPr id="55" name="text:4n8dHBs2..."/>
          <p:cNvSpPr txBox="1"/>
          <p:nvPr/>
        </p:nvSpPr>
        <p:spPr>
          <a:xfrm>
            <a:off x="4572000" y="3195828"/>
            <a:ext cx="914400" cy="292608"/>
          </a:xfrm>
          <a:prstGeom prst="rect">
            <a:avLst/>
          </a:prstGeom>
          <a:noFill/>
        </p:spPr>
        <p:txBody>
          <a:bodyPr wrap="square" lIns="9144" rIns="9144" tIns="0" bIns="0" anchor="ctr">
            <a:spAutoFit/>
          </a:bodyPr>
          <a:lstStyle/>
          <a:p>
            <a:pPr algn="l">
              <a:lnSpc>
                <a:spcPct val="106000"/>
              </a:lnSpc>
              <a:spcAft>
                <a:spcPts val="400"/>
              </a:spcAft>
              <a:defRPr sz="850" b="0">
                <a:solidFill>
                  <a:srgbClr val="9A9AA2"/>
                </a:solidFill>
                <a:latin typeface="Menlo"/>
              </a:defRPr>
            </a:pPr>
            <a:r>
              <a:t>4n8dHBs2...</a:t>
            </a:r>
          </a:p>
        </p:txBody>
      </p:sp>
      <p:sp>
        <p:nvSpPr>
          <p:cNvPr id="56" name="text:2,156"/>
          <p:cNvSpPr txBox="1"/>
          <p:nvPr/>
        </p:nvSpPr>
        <p:spPr>
          <a:xfrm>
            <a:off x="5532120" y="3195828"/>
            <a:ext cx="5486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2,156</a:t>
            </a:r>
          </a:p>
        </p:txBody>
      </p:sp>
      <p:sp>
        <p:nvSpPr>
          <p:cNvPr id="57" name="text:5,000"/>
          <p:cNvSpPr txBox="1"/>
          <p:nvPr/>
        </p:nvSpPr>
        <p:spPr>
          <a:xfrm>
            <a:off x="6172200" y="3195828"/>
            <a:ext cx="64008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5,000</a:t>
            </a:r>
          </a:p>
        </p:txBody>
      </p:sp>
      <p:sp>
        <p:nvSpPr>
          <p:cNvPr id="58" name="text:739 ms"/>
          <p:cNvSpPr txBox="1"/>
          <p:nvPr/>
        </p:nvSpPr>
        <p:spPr>
          <a:xfrm>
            <a:off x="6903720" y="3195828"/>
            <a:ext cx="7772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739 ms</a:t>
            </a:r>
          </a:p>
        </p:txBody>
      </p:sp>
      <p:sp>
        <p:nvSpPr>
          <p:cNvPr id="59" name="text:ok"/>
          <p:cNvSpPr txBox="1"/>
          <p:nvPr/>
        </p:nvSpPr>
        <p:spPr>
          <a:xfrm>
            <a:off x="7772400" y="3195828"/>
            <a:ext cx="777240" cy="292608"/>
          </a:xfrm>
          <a:prstGeom prst="rect">
            <a:avLst/>
          </a:prstGeom>
          <a:noFill/>
        </p:spPr>
        <p:txBody>
          <a:bodyPr wrap="square" lIns="9144" rIns="9144" tIns="0" bIns="0" anchor="ctr">
            <a:spAutoFit/>
          </a:bodyPr>
          <a:lstStyle/>
          <a:p>
            <a:pPr algn="ctr">
              <a:lnSpc>
                <a:spcPct val="106000"/>
              </a:lnSpc>
              <a:spcAft>
                <a:spcPts val="400"/>
              </a:spcAft>
              <a:defRPr sz="950" b="0">
                <a:solidFill>
                  <a:srgbClr val="3DDC97"/>
                </a:solidFill>
                <a:latin typeface="Helvetica Neue"/>
              </a:defRPr>
            </a:pPr>
            <a:r>
              <a:t>ok</a:t>
            </a:r>
          </a:p>
        </p:txBody>
      </p:sp>
      <p:sp>
        <p:nvSpPr>
          <p:cNvPr id="60" name="Rounded Rectangle 59"/>
          <p:cNvSpPr/>
          <p:nvPr/>
        </p:nvSpPr>
        <p:spPr>
          <a:xfrm>
            <a:off x="548640" y="3520439"/>
            <a:ext cx="8092440" cy="292608"/>
          </a:xfrm>
          <a:prstGeom prst="roundRect">
            <a:avLst>
              <a:gd name="adj" fmla="val 4375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7"/>
          <p:cNvSpPr txBox="1"/>
          <p:nvPr/>
        </p:nvSpPr>
        <p:spPr>
          <a:xfrm>
            <a:off x="685800" y="3520439"/>
            <a:ext cx="27432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7</a:t>
            </a:r>
          </a:p>
        </p:txBody>
      </p:sp>
      <p:sp>
        <p:nvSpPr>
          <p:cNvPr id="62" name="text:ask 9 @ 99 crosses, price priority, "/>
          <p:cNvSpPr txBox="1"/>
          <p:nvPr/>
        </p:nvSpPr>
        <p:spPr>
          <a:xfrm>
            <a:off x="1005840" y="3520439"/>
            <a:ext cx="356616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ask 9 @ 99 crosses, price priority, then rests 1</a:t>
            </a:r>
          </a:p>
        </p:txBody>
      </p:sp>
      <p:sp>
        <p:nvSpPr>
          <p:cNvPr id="63" name="text:4Zb1G4nq..."/>
          <p:cNvSpPr txBox="1"/>
          <p:nvPr/>
        </p:nvSpPr>
        <p:spPr>
          <a:xfrm>
            <a:off x="4572000" y="3520439"/>
            <a:ext cx="914400" cy="292608"/>
          </a:xfrm>
          <a:prstGeom prst="rect">
            <a:avLst/>
          </a:prstGeom>
          <a:noFill/>
        </p:spPr>
        <p:txBody>
          <a:bodyPr wrap="square" lIns="9144" rIns="9144" tIns="0" bIns="0" anchor="ctr">
            <a:spAutoFit/>
          </a:bodyPr>
          <a:lstStyle/>
          <a:p>
            <a:pPr algn="l">
              <a:lnSpc>
                <a:spcPct val="106000"/>
              </a:lnSpc>
              <a:spcAft>
                <a:spcPts val="400"/>
              </a:spcAft>
              <a:defRPr sz="850" b="0">
                <a:solidFill>
                  <a:srgbClr val="9A9AA2"/>
                </a:solidFill>
                <a:latin typeface="Menlo"/>
              </a:defRPr>
            </a:pPr>
            <a:r>
              <a:t>4Zb1G4nq...</a:t>
            </a:r>
          </a:p>
        </p:txBody>
      </p:sp>
      <p:sp>
        <p:nvSpPr>
          <p:cNvPr id="64" name="text:3,018"/>
          <p:cNvSpPr txBox="1"/>
          <p:nvPr/>
        </p:nvSpPr>
        <p:spPr>
          <a:xfrm>
            <a:off x="5532120" y="3520439"/>
            <a:ext cx="5486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3,018</a:t>
            </a:r>
          </a:p>
        </p:txBody>
      </p:sp>
      <p:sp>
        <p:nvSpPr>
          <p:cNvPr id="65" name="text:5,000"/>
          <p:cNvSpPr txBox="1"/>
          <p:nvPr/>
        </p:nvSpPr>
        <p:spPr>
          <a:xfrm>
            <a:off x="6172200" y="3520439"/>
            <a:ext cx="64008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5,000</a:t>
            </a:r>
          </a:p>
        </p:txBody>
      </p:sp>
      <p:sp>
        <p:nvSpPr>
          <p:cNvPr id="66" name="text:898 ms"/>
          <p:cNvSpPr txBox="1"/>
          <p:nvPr/>
        </p:nvSpPr>
        <p:spPr>
          <a:xfrm>
            <a:off x="6903720" y="3520439"/>
            <a:ext cx="7772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898 ms</a:t>
            </a:r>
          </a:p>
        </p:txBody>
      </p:sp>
      <p:sp>
        <p:nvSpPr>
          <p:cNvPr id="67" name="text:ok"/>
          <p:cNvSpPr txBox="1"/>
          <p:nvPr/>
        </p:nvSpPr>
        <p:spPr>
          <a:xfrm>
            <a:off x="7772400" y="3520439"/>
            <a:ext cx="777240" cy="292608"/>
          </a:xfrm>
          <a:prstGeom prst="rect">
            <a:avLst/>
          </a:prstGeom>
          <a:noFill/>
        </p:spPr>
        <p:txBody>
          <a:bodyPr wrap="square" lIns="9144" rIns="9144" tIns="0" bIns="0" anchor="ctr">
            <a:spAutoFit/>
          </a:bodyPr>
          <a:lstStyle/>
          <a:p>
            <a:pPr algn="ctr">
              <a:lnSpc>
                <a:spcPct val="106000"/>
              </a:lnSpc>
              <a:spcAft>
                <a:spcPts val="400"/>
              </a:spcAft>
              <a:defRPr sz="950" b="0">
                <a:solidFill>
                  <a:srgbClr val="3DDC97"/>
                </a:solidFill>
                <a:latin typeface="Helvetica Neue"/>
              </a:defRPr>
            </a:pPr>
            <a:r>
              <a:t>ok</a:t>
            </a:r>
          </a:p>
        </p:txBody>
      </p:sp>
      <p:sp>
        <p:nvSpPr>
          <p:cNvPr id="68" name="Rounded Rectangle 67"/>
          <p:cNvSpPr/>
          <p:nvPr/>
        </p:nvSpPr>
        <p:spPr>
          <a:xfrm>
            <a:off x="548640" y="3845052"/>
            <a:ext cx="8092440" cy="292608"/>
          </a:xfrm>
          <a:prstGeom prst="roundRect">
            <a:avLst>
              <a:gd name="adj" fmla="val 43750"/>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8"/>
          <p:cNvSpPr txBox="1"/>
          <p:nvPr/>
        </p:nvSpPr>
        <p:spPr>
          <a:xfrm>
            <a:off x="685800" y="3845052"/>
            <a:ext cx="27432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8</a:t>
            </a:r>
          </a:p>
        </p:txBody>
      </p:sp>
      <p:sp>
        <p:nvSpPr>
          <p:cNvPr id="70" name="text:bid with quantity 0 is rejected (fee"/>
          <p:cNvSpPr txBox="1"/>
          <p:nvPr/>
        </p:nvSpPr>
        <p:spPr>
          <a:xfrm>
            <a:off x="1005840" y="3845052"/>
            <a:ext cx="356616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bid with quantity 0 is rejected (fee still paid)</a:t>
            </a:r>
          </a:p>
        </p:txBody>
      </p:sp>
      <p:sp>
        <p:nvSpPr>
          <p:cNvPr id="71" name="text:2QFwDfQB..."/>
          <p:cNvSpPr txBox="1"/>
          <p:nvPr/>
        </p:nvSpPr>
        <p:spPr>
          <a:xfrm>
            <a:off x="4572000" y="3845052"/>
            <a:ext cx="914400" cy="292608"/>
          </a:xfrm>
          <a:prstGeom prst="rect">
            <a:avLst/>
          </a:prstGeom>
          <a:noFill/>
        </p:spPr>
        <p:txBody>
          <a:bodyPr wrap="square" lIns="9144" rIns="9144" tIns="0" bIns="0" anchor="ctr">
            <a:spAutoFit/>
          </a:bodyPr>
          <a:lstStyle/>
          <a:p>
            <a:pPr algn="l">
              <a:lnSpc>
                <a:spcPct val="106000"/>
              </a:lnSpc>
              <a:spcAft>
                <a:spcPts val="400"/>
              </a:spcAft>
              <a:defRPr sz="850" b="0">
                <a:solidFill>
                  <a:srgbClr val="9A9AA2"/>
                </a:solidFill>
                <a:latin typeface="Menlo"/>
              </a:defRPr>
            </a:pPr>
            <a:r>
              <a:t>2QFwDfQB...</a:t>
            </a:r>
          </a:p>
        </p:txBody>
      </p:sp>
      <p:sp>
        <p:nvSpPr>
          <p:cNvPr id="72" name="text:141"/>
          <p:cNvSpPr txBox="1"/>
          <p:nvPr/>
        </p:nvSpPr>
        <p:spPr>
          <a:xfrm>
            <a:off x="5532120" y="3845052"/>
            <a:ext cx="5486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141</a:t>
            </a:r>
          </a:p>
        </p:txBody>
      </p:sp>
      <p:sp>
        <p:nvSpPr>
          <p:cNvPr id="73" name="text:5,000"/>
          <p:cNvSpPr txBox="1"/>
          <p:nvPr/>
        </p:nvSpPr>
        <p:spPr>
          <a:xfrm>
            <a:off x="6172200" y="3845052"/>
            <a:ext cx="64008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5,000</a:t>
            </a:r>
          </a:p>
        </p:txBody>
      </p:sp>
      <p:sp>
        <p:nvSpPr>
          <p:cNvPr id="74" name="text:696 ms"/>
          <p:cNvSpPr txBox="1"/>
          <p:nvPr/>
        </p:nvSpPr>
        <p:spPr>
          <a:xfrm>
            <a:off x="6903720" y="3845052"/>
            <a:ext cx="7772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696 ms</a:t>
            </a:r>
          </a:p>
        </p:txBody>
      </p:sp>
      <p:sp>
        <p:nvSpPr>
          <p:cNvPr id="75" name="text:FAILED"/>
          <p:cNvSpPr txBox="1"/>
          <p:nvPr/>
        </p:nvSpPr>
        <p:spPr>
          <a:xfrm>
            <a:off x="7772400" y="3845052"/>
            <a:ext cx="777240" cy="292608"/>
          </a:xfrm>
          <a:prstGeom prst="rect">
            <a:avLst/>
          </a:prstGeom>
          <a:noFill/>
        </p:spPr>
        <p:txBody>
          <a:bodyPr wrap="square" lIns="9144" rIns="9144" tIns="0" bIns="0" anchor="ctr">
            <a:spAutoFit/>
          </a:bodyPr>
          <a:lstStyle/>
          <a:p>
            <a:pPr algn="ctr">
              <a:lnSpc>
                <a:spcPct val="106000"/>
              </a:lnSpc>
              <a:spcAft>
                <a:spcPts val="400"/>
              </a:spcAft>
              <a:defRPr sz="950" b="0">
                <a:solidFill>
                  <a:srgbClr val="FD51FC"/>
                </a:solidFill>
                <a:latin typeface="Helvetica Neue"/>
              </a:defRPr>
            </a:pPr>
            <a:r>
              <a:t>FAILED</a:t>
            </a:r>
          </a:p>
        </p:txBody>
      </p:sp>
      <p:sp>
        <p:nvSpPr>
          <p:cNvPr id="76" name="Rounded Rectangle 75"/>
          <p:cNvSpPr/>
          <p:nvPr/>
        </p:nvSpPr>
        <p:spPr>
          <a:xfrm>
            <a:off x="548640" y="4169663"/>
            <a:ext cx="8092440" cy="292608"/>
          </a:xfrm>
          <a:prstGeom prst="roundRect">
            <a:avLst>
              <a:gd name="adj" fmla="val 4375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9"/>
          <p:cNvSpPr txBox="1"/>
          <p:nvPr/>
        </p:nvSpPr>
        <p:spPr>
          <a:xfrm>
            <a:off x="685800" y="4169663"/>
            <a:ext cx="27432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9</a:t>
            </a:r>
          </a:p>
        </p:txBody>
      </p:sp>
      <p:sp>
        <p:nvSpPr>
          <p:cNvPr id="78" name="text:cancel order 4"/>
          <p:cNvSpPr txBox="1"/>
          <p:nvPr/>
        </p:nvSpPr>
        <p:spPr>
          <a:xfrm>
            <a:off x="1005840" y="4169663"/>
            <a:ext cx="3566160" cy="292608"/>
          </a:xfrm>
          <a:prstGeom prst="rect">
            <a:avLst/>
          </a:prstGeom>
          <a:noFill/>
        </p:spPr>
        <p:txBody>
          <a:bodyPr wrap="square" lIns="9144" rIns="9144" tIns="0" bIns="0" anchor="ctr">
            <a:spAutoFit/>
          </a:bodyPr>
          <a:lstStyle/>
          <a:p>
            <a:pPr algn="l">
              <a:lnSpc>
                <a:spcPct val="106000"/>
              </a:lnSpc>
              <a:spcAft>
                <a:spcPts val="400"/>
              </a:spcAft>
              <a:defRPr sz="950" b="0">
                <a:solidFill>
                  <a:srgbClr val="F2F5F8"/>
                </a:solidFill>
                <a:latin typeface="Helvetica Neue"/>
              </a:defRPr>
            </a:pPr>
            <a:r>
              <a:t>cancel order 4</a:t>
            </a:r>
          </a:p>
        </p:txBody>
      </p:sp>
      <p:sp>
        <p:nvSpPr>
          <p:cNvPr id="79" name="text:3gRwfYsa..."/>
          <p:cNvSpPr txBox="1"/>
          <p:nvPr/>
        </p:nvSpPr>
        <p:spPr>
          <a:xfrm>
            <a:off x="4572000" y="4169663"/>
            <a:ext cx="914400" cy="292608"/>
          </a:xfrm>
          <a:prstGeom prst="rect">
            <a:avLst/>
          </a:prstGeom>
          <a:noFill/>
        </p:spPr>
        <p:txBody>
          <a:bodyPr wrap="square" lIns="9144" rIns="9144" tIns="0" bIns="0" anchor="ctr">
            <a:spAutoFit/>
          </a:bodyPr>
          <a:lstStyle/>
          <a:p>
            <a:pPr algn="l">
              <a:lnSpc>
                <a:spcPct val="106000"/>
              </a:lnSpc>
              <a:spcAft>
                <a:spcPts val="400"/>
              </a:spcAft>
              <a:defRPr sz="850" b="0">
                <a:solidFill>
                  <a:srgbClr val="9A9AA2"/>
                </a:solidFill>
                <a:latin typeface="Menlo"/>
              </a:defRPr>
            </a:pPr>
            <a:r>
              <a:t>3gRwfYsa...</a:t>
            </a:r>
          </a:p>
        </p:txBody>
      </p:sp>
      <p:sp>
        <p:nvSpPr>
          <p:cNvPr id="80" name="text:468"/>
          <p:cNvSpPr txBox="1"/>
          <p:nvPr/>
        </p:nvSpPr>
        <p:spPr>
          <a:xfrm>
            <a:off x="5532120" y="4169663"/>
            <a:ext cx="5486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468</a:t>
            </a:r>
          </a:p>
        </p:txBody>
      </p:sp>
      <p:sp>
        <p:nvSpPr>
          <p:cNvPr id="81" name="text:5,000"/>
          <p:cNvSpPr txBox="1"/>
          <p:nvPr/>
        </p:nvSpPr>
        <p:spPr>
          <a:xfrm>
            <a:off x="6172200" y="4169663"/>
            <a:ext cx="64008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5,000</a:t>
            </a:r>
          </a:p>
        </p:txBody>
      </p:sp>
      <p:sp>
        <p:nvSpPr>
          <p:cNvPr id="82" name="text:715 ms"/>
          <p:cNvSpPr txBox="1"/>
          <p:nvPr/>
        </p:nvSpPr>
        <p:spPr>
          <a:xfrm>
            <a:off x="6903720" y="4169663"/>
            <a:ext cx="777240" cy="292608"/>
          </a:xfrm>
          <a:prstGeom prst="rect">
            <a:avLst/>
          </a:prstGeom>
          <a:noFill/>
        </p:spPr>
        <p:txBody>
          <a:bodyPr wrap="square" lIns="9144" rIns="9144" tIns="0" bIns="0" anchor="ctr">
            <a:spAutoFit/>
          </a:bodyPr>
          <a:lstStyle/>
          <a:p>
            <a:pPr algn="r">
              <a:lnSpc>
                <a:spcPct val="106000"/>
              </a:lnSpc>
              <a:spcAft>
                <a:spcPts val="400"/>
              </a:spcAft>
              <a:defRPr sz="950" b="0">
                <a:solidFill>
                  <a:srgbClr val="9A9AA2"/>
                </a:solidFill>
                <a:latin typeface="Helvetica Neue"/>
              </a:defRPr>
            </a:pPr>
            <a:r>
              <a:t>715 ms</a:t>
            </a:r>
          </a:p>
        </p:txBody>
      </p:sp>
      <p:sp>
        <p:nvSpPr>
          <p:cNvPr id="83" name="text:ok"/>
          <p:cNvSpPr txBox="1"/>
          <p:nvPr/>
        </p:nvSpPr>
        <p:spPr>
          <a:xfrm>
            <a:off x="7772400" y="4169663"/>
            <a:ext cx="777240" cy="292608"/>
          </a:xfrm>
          <a:prstGeom prst="rect">
            <a:avLst/>
          </a:prstGeom>
          <a:noFill/>
        </p:spPr>
        <p:txBody>
          <a:bodyPr wrap="square" lIns="9144" rIns="9144" tIns="0" bIns="0" anchor="ctr">
            <a:spAutoFit/>
          </a:bodyPr>
          <a:lstStyle/>
          <a:p>
            <a:pPr algn="ctr">
              <a:lnSpc>
                <a:spcPct val="106000"/>
              </a:lnSpc>
              <a:spcAft>
                <a:spcPts val="400"/>
              </a:spcAft>
              <a:defRPr sz="950" b="0">
                <a:solidFill>
                  <a:srgbClr val="3DDC97"/>
                </a:solidFill>
                <a:latin typeface="Helvetica Neue"/>
              </a:defRPr>
            </a:pPr>
            <a:r>
              <a:t>ok</a:t>
            </a:r>
          </a:p>
        </p:txBody>
      </p:sp>
      <p:sp>
        <p:nvSpPr>
          <p:cNvPr id="84" name="text:Fees in total: 50,000 lamports (0.00"/>
          <p:cNvSpPr txBox="1"/>
          <p:nvPr/>
        </p:nvSpPr>
        <p:spPr>
          <a:xfrm>
            <a:off x="548640" y="4507992"/>
            <a:ext cx="7315200" cy="164592"/>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Fees in total: 50,000 lamports (0.00005 SOL) for 9 transactions, 1 failed.</a:t>
            </a:r>
          </a:p>
        </p:txBody>
      </p:sp>
      <p:sp>
        <p:nvSpPr>
          <p:cNvPr id="85" name="text:Source: code/out/devnet.json. Click "/>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code/out/devnet.json. Click through from the demo or the explorer links. Captured 2026-10-21 20:10:50 UTC.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Rejected, and what this does not do"/>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Rejected, and what this does not do</a:t>
            </a:r>
          </a:p>
        </p:txBody>
      </p:sp>
      <p:sp>
        <p:nvSpPr>
          <p:cNvPr id="3" name="text:A failed transaction still costs a f"/>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 failed transaction still costs a fee.</a:t>
            </a:r>
          </a:p>
        </p:txBody>
      </p:sp>
      <p:sp>
        <p:nvSpPr>
          <p:cNvPr id="4" name="text:2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23</a:t>
            </a:r>
          </a:p>
        </p:txBody>
      </p:sp>
      <p:sp>
        <p:nvSpPr>
          <p:cNvPr id="5" name="Rounded Rectangle 4"/>
          <p:cNvSpPr/>
          <p:nvPr/>
        </p:nvSpPr>
        <p:spPr>
          <a:xfrm>
            <a:off x="548640" y="1508760"/>
            <a:ext cx="3931920" cy="2514600"/>
          </a:xfrm>
          <a:prstGeom prst="roundRect">
            <a:avLst>
              <a:gd name="adj" fmla="val 5090"/>
            </a:avLst>
          </a:prstGeom>
          <a:no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A REJECTED ORDER"/>
          <p:cNvSpPr txBox="1"/>
          <p:nvPr/>
        </p:nvSpPr>
        <p:spPr>
          <a:xfrm>
            <a:off x="731520" y="1627632"/>
            <a:ext cx="3566160" cy="182880"/>
          </a:xfrm>
          <a:prstGeom prst="rect">
            <a:avLst/>
          </a:prstGeom>
          <a:noFill/>
        </p:spPr>
        <p:txBody>
          <a:bodyPr wrap="square" lIns="9144" rIns="9144" tIns="0" bIns="0">
            <a:spAutoFit/>
          </a:bodyPr>
          <a:lstStyle/>
          <a:p>
            <a:pPr>
              <a:lnSpc>
                <a:spcPct val="106000"/>
              </a:lnSpc>
              <a:spcAft>
                <a:spcPts val="400"/>
              </a:spcAft>
              <a:defRPr sz="950" b="0">
                <a:solidFill>
                  <a:srgbClr val="FD51FC"/>
                </a:solidFill>
                <a:latin typeface="Helvetica Neue"/>
              </a:defRPr>
            </a:pPr>
            <a:r>
              <a:t>A REJECTED ORDER</a:t>
            </a:r>
          </a:p>
        </p:txBody>
      </p:sp>
      <p:sp>
        <p:nvSpPr>
          <p:cNvPr id="7" name="text:custom error 5"/>
          <p:cNvSpPr txBox="1"/>
          <p:nvPr/>
        </p:nvSpPr>
        <p:spPr>
          <a:xfrm>
            <a:off x="731520" y="1920240"/>
            <a:ext cx="3566160" cy="45720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custom error 5</a:t>
            </a:r>
          </a:p>
        </p:txBody>
      </p:sp>
      <p:sp>
        <p:nvSpPr>
          <p:cNvPr id="8" name="text:Quantity 0 returned custom error 5. "/>
          <p:cNvSpPr txBox="1"/>
          <p:nvPr/>
        </p:nvSpPr>
        <p:spPr>
          <a:xfrm>
            <a:off x="731520" y="2514600"/>
            <a:ext cx="3566160" cy="68580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Quantity 0 returned custom error 5. The book did not change, the fee was still charged.</a:t>
            </a:r>
          </a:p>
        </p:txBody>
      </p:sp>
      <p:sp>
        <p:nvSpPr>
          <p:cNvPr id="9" name="text:fee charged: 5,000 lamports   units "/>
          <p:cNvSpPr txBox="1"/>
          <p:nvPr/>
        </p:nvSpPr>
        <p:spPr>
          <a:xfrm>
            <a:off x="731520" y="3383280"/>
            <a:ext cx="3566160" cy="2286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Menlo"/>
              </a:defRPr>
            </a:pPr>
            <a:r>
              <a:t>fee charged: 5,000 lamports   units used: 141</a:t>
            </a:r>
          </a:p>
        </p:txBody>
      </p:sp>
      <p:sp>
        <p:nvSpPr>
          <p:cNvPr id="10" name="Rounded Rectangle 9"/>
          <p:cNvSpPr/>
          <p:nvPr/>
        </p:nvSpPr>
        <p:spPr>
          <a:xfrm>
            <a:off x="4709160" y="1508760"/>
            <a:ext cx="3931920" cy="2514600"/>
          </a:xfrm>
          <a:prstGeom prst="roundRect">
            <a:avLst>
              <a:gd name="adj" fmla="val 5090"/>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WHAT THIS TOY DOES NOT DO"/>
          <p:cNvSpPr txBox="1"/>
          <p:nvPr/>
        </p:nvSpPr>
        <p:spPr>
          <a:xfrm>
            <a:off x="4892040" y="1627632"/>
            <a:ext cx="3566160" cy="182880"/>
          </a:xfrm>
          <a:prstGeom prst="rect">
            <a:avLst/>
          </a:prstGeom>
          <a:noFill/>
        </p:spPr>
        <p:txBody>
          <a:bodyPr wrap="square" lIns="9144" rIns="9144" tIns="0" bIns="0">
            <a:spAutoFit/>
          </a:bodyPr>
          <a:lstStyle/>
          <a:p>
            <a:pPr>
              <a:lnSpc>
                <a:spcPct val="106000"/>
              </a:lnSpc>
              <a:spcAft>
                <a:spcPts val="400"/>
              </a:spcAft>
              <a:defRPr sz="950" b="0">
                <a:solidFill>
                  <a:srgbClr val="B3A5FF"/>
                </a:solidFill>
                <a:latin typeface="Helvetica Neue"/>
              </a:defRPr>
            </a:pPr>
            <a:r>
              <a:t>WHAT THIS TOY DOES NOT DO</a:t>
            </a:r>
          </a:p>
        </p:txBody>
      </p:sp>
      <p:sp>
        <p:nvSpPr>
          <p:cNvPr id="12" name="Oval 11"/>
          <p:cNvSpPr/>
          <p:nvPr/>
        </p:nvSpPr>
        <p:spPr>
          <a:xfrm>
            <a:off x="4892040" y="2084832"/>
            <a:ext cx="118872" cy="118872"/>
          </a:xfrm>
          <a:prstGeom prst="ellipse">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No balances or collateral"/>
          <p:cNvSpPr txBox="1"/>
          <p:nvPr/>
        </p:nvSpPr>
        <p:spPr>
          <a:xfrm>
            <a:off x="5166360" y="2011680"/>
            <a:ext cx="3291840" cy="36576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No balances or collateral</a:t>
            </a:r>
          </a:p>
        </p:txBody>
      </p:sp>
      <p:sp>
        <p:nvSpPr>
          <p:cNvPr id="14" name="Oval 13"/>
          <p:cNvSpPr/>
          <p:nvPr/>
        </p:nvSpPr>
        <p:spPr>
          <a:xfrm>
            <a:off x="4892040" y="2651760"/>
            <a:ext cx="118872" cy="118872"/>
          </a:xfrm>
          <a:prstGeom prst="ellipse">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No owners or signer checks"/>
          <p:cNvSpPr txBox="1"/>
          <p:nvPr/>
        </p:nvSpPr>
        <p:spPr>
          <a:xfrm>
            <a:off x="5166360" y="2578608"/>
            <a:ext cx="3291840" cy="36576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No owners or signer checks</a:t>
            </a:r>
          </a:p>
        </p:txBody>
      </p:sp>
      <p:sp>
        <p:nvSpPr>
          <p:cNvPr id="16" name="Oval 15"/>
          <p:cNvSpPr/>
          <p:nvPr/>
        </p:nvSpPr>
        <p:spPr>
          <a:xfrm>
            <a:off x="4892040" y="3218688"/>
            <a:ext cx="118872" cy="118872"/>
          </a:xfrm>
          <a:prstGeom prst="ellipse">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16 orders, one book"/>
          <p:cNvSpPr txBox="1"/>
          <p:nvPr/>
        </p:nvSpPr>
        <p:spPr>
          <a:xfrm>
            <a:off x="5166360" y="3145536"/>
            <a:ext cx="3291840" cy="36576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16 orders, one book</a:t>
            </a:r>
          </a:p>
        </p:txBody>
      </p:sp>
      <p:sp>
        <p:nvSpPr>
          <p:cNvPr id="18" name="Rounded Rectangle 17"/>
          <p:cNvSpPr/>
          <p:nvPr/>
        </p:nvSpPr>
        <p:spPr>
          <a:xfrm>
            <a:off x="548640" y="4160520"/>
            <a:ext cx="8092440" cy="457200"/>
          </a:xfrm>
          <a:prstGeom prst="roundRect">
            <a:avLst>
              <a:gd name="adj" fmla="val 28000"/>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Real venues add all three. That is w"/>
          <p:cNvSpPr txBox="1"/>
          <p:nvPr/>
        </p:nvSpPr>
        <p:spPr>
          <a:xfrm>
            <a:off x="731520" y="4160520"/>
            <a:ext cx="7772400" cy="457200"/>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Real venues add all three. That is why a venue is a team, not a weekend.</a:t>
            </a:r>
          </a:p>
        </p:txBody>
      </p:sp>
      <p:sp>
        <p:nvSpPr>
          <p:cNvPr id="20" name="text:Source: code/out/devnet.json, step 8"/>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code/out/devnet.json, step 8 of the real session.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Pick a starter"/>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Pick a starter</a:t>
            </a:r>
          </a:p>
        </p:txBody>
      </p:sp>
      <p:sp>
        <p:nvSpPr>
          <p:cNvPr id="3" name="text:Each one reads real data and writes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Each one reads real data and writes devnet only.</a:t>
            </a:r>
          </a:p>
        </p:txBody>
      </p:sp>
      <p:sp>
        <p:nvSpPr>
          <p:cNvPr id="4" name="text:2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24</a:t>
            </a:r>
          </a:p>
        </p:txBody>
      </p:sp>
      <p:sp>
        <p:nvSpPr>
          <p:cNvPr id="5" name="Rounded Rectangle 4"/>
          <p:cNvSpPr/>
          <p:nvPr/>
        </p:nvSpPr>
        <p:spPr>
          <a:xfrm>
            <a:off x="548640" y="1508760"/>
            <a:ext cx="1920240" cy="3017520"/>
          </a:xfrm>
          <a:prstGeom prst="roundRect">
            <a:avLst>
              <a:gd name="adj" fmla="val 6666"/>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13232" y="1664208"/>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13232" y="168249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Deposit watcher"/>
          <p:cNvSpPr txBox="1"/>
          <p:nvPr/>
        </p:nvSpPr>
        <p:spPr>
          <a:xfrm>
            <a:off x="713232" y="2103120"/>
            <a:ext cx="1645920" cy="64008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Deposit watcher</a:t>
            </a:r>
          </a:p>
        </p:txBody>
      </p:sp>
      <p:sp>
        <p:nvSpPr>
          <p:cNvPr id="9" name="text:ledger, commitment, failed transacti"/>
          <p:cNvSpPr txBox="1"/>
          <p:nvPr/>
        </p:nvSpPr>
        <p:spPr>
          <a:xfrm>
            <a:off x="713232" y="2788920"/>
            <a:ext cx="164592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ledger, commitment, failed transactions</a:t>
            </a:r>
          </a:p>
        </p:txBody>
      </p:sp>
      <p:sp>
        <p:nvSpPr>
          <p:cNvPr id="10" name="Rounded Rectangle 9"/>
          <p:cNvSpPr/>
          <p:nvPr/>
        </p:nvSpPr>
        <p:spPr>
          <a:xfrm>
            <a:off x="658368" y="3840480"/>
            <a:ext cx="1700784" cy="548640"/>
          </a:xfrm>
          <a:prstGeom prst="roundRect">
            <a:avLst>
              <a:gd name="adj" fmla="val 13333"/>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npm run watch"/>
          <p:cNvSpPr txBox="1"/>
          <p:nvPr/>
        </p:nvSpPr>
        <p:spPr>
          <a:xfrm>
            <a:off x="731520" y="3840480"/>
            <a:ext cx="1600200" cy="548640"/>
          </a:xfrm>
          <a:prstGeom prst="rect">
            <a:avLst/>
          </a:prstGeom>
          <a:noFill/>
        </p:spPr>
        <p:txBody>
          <a:bodyPr wrap="square" lIns="9144" rIns="9144" tIns="0" bIns="0" anchor="ctr">
            <a:spAutoFit/>
          </a:bodyPr>
          <a:lstStyle/>
          <a:p>
            <a:pPr>
              <a:lnSpc>
                <a:spcPct val="106000"/>
              </a:lnSpc>
              <a:spcAft>
                <a:spcPts val="400"/>
              </a:spcAft>
              <a:defRPr sz="850" b="0">
                <a:solidFill>
                  <a:srgbClr val="3DDC97"/>
                </a:solidFill>
                <a:latin typeface="Menlo"/>
              </a:defRPr>
            </a:pPr>
            <a:r>
              <a:t>$ npm run watch</a:t>
            </a:r>
          </a:p>
        </p:txBody>
      </p:sp>
      <p:sp>
        <p:nvSpPr>
          <p:cNvPr id="12" name="Rounded Rectangle 11"/>
          <p:cNvSpPr/>
          <p:nvPr/>
        </p:nvSpPr>
        <p:spPr>
          <a:xfrm>
            <a:off x="2606040" y="1508760"/>
            <a:ext cx="1920240" cy="3017520"/>
          </a:xfrm>
          <a:prstGeom prst="roundRect">
            <a:avLst>
              <a:gd name="adj" fmla="val 6666"/>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70632" y="1664208"/>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STANDARD"/>
          <p:cNvSpPr txBox="1"/>
          <p:nvPr/>
        </p:nvSpPr>
        <p:spPr>
          <a:xfrm>
            <a:off x="2770632" y="168249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5" name="text:Mini order book"/>
          <p:cNvSpPr txBox="1"/>
          <p:nvPr/>
        </p:nvSpPr>
        <p:spPr>
          <a:xfrm>
            <a:off x="2770632" y="2103120"/>
            <a:ext cx="1645920" cy="64008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Mini order book</a:t>
            </a:r>
          </a:p>
        </p:txBody>
      </p:sp>
      <p:sp>
        <p:nvSpPr>
          <p:cNvPr id="16" name="text:new order type, more tests"/>
          <p:cNvSpPr txBox="1"/>
          <p:nvPr/>
        </p:nvSpPr>
        <p:spPr>
          <a:xfrm>
            <a:off x="2770632" y="2788920"/>
            <a:ext cx="164592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new order type, more tests</a:t>
            </a:r>
          </a:p>
        </p:txBody>
      </p:sp>
      <p:sp>
        <p:nvSpPr>
          <p:cNvPr id="17" name="Rounded Rectangle 16"/>
          <p:cNvSpPr/>
          <p:nvPr/>
        </p:nvSpPr>
        <p:spPr>
          <a:xfrm>
            <a:off x="2715768" y="3840480"/>
            <a:ext cx="1700784" cy="548640"/>
          </a:xfrm>
          <a:prstGeom prst="roundRect">
            <a:avLst>
              <a:gd name="adj" fmla="val 13333"/>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npm run exercise"/>
          <p:cNvSpPr txBox="1"/>
          <p:nvPr/>
        </p:nvSpPr>
        <p:spPr>
          <a:xfrm>
            <a:off x="2788920" y="3840480"/>
            <a:ext cx="1600200" cy="548640"/>
          </a:xfrm>
          <a:prstGeom prst="rect">
            <a:avLst/>
          </a:prstGeom>
          <a:noFill/>
        </p:spPr>
        <p:txBody>
          <a:bodyPr wrap="square" lIns="9144" rIns="9144" tIns="0" bIns="0" anchor="ctr">
            <a:spAutoFit/>
          </a:bodyPr>
          <a:lstStyle/>
          <a:p>
            <a:pPr>
              <a:lnSpc>
                <a:spcPct val="106000"/>
              </a:lnSpc>
              <a:spcAft>
                <a:spcPts val="400"/>
              </a:spcAft>
              <a:defRPr sz="850" b="0">
                <a:solidFill>
                  <a:srgbClr val="3DDC97"/>
                </a:solidFill>
                <a:latin typeface="Menlo"/>
              </a:defRPr>
            </a:pPr>
            <a:r>
              <a:t>$ npm run exercise</a:t>
            </a:r>
          </a:p>
        </p:txBody>
      </p:sp>
      <p:sp>
        <p:nvSpPr>
          <p:cNvPr id="19" name="Rounded Rectangle 18"/>
          <p:cNvSpPr/>
          <p:nvPr/>
        </p:nvSpPr>
        <p:spPr>
          <a:xfrm>
            <a:off x="4663440" y="1508760"/>
            <a:ext cx="1920240" cy="3017520"/>
          </a:xfrm>
          <a:prstGeom prst="roundRect">
            <a:avLst>
              <a:gd name="adj" fmla="val 6666"/>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828031" y="1664208"/>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STANDARD"/>
          <p:cNvSpPr txBox="1"/>
          <p:nvPr/>
        </p:nvSpPr>
        <p:spPr>
          <a:xfrm>
            <a:off x="4828031" y="168249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22" name="text:Phoenix ladder reader"/>
          <p:cNvSpPr txBox="1"/>
          <p:nvPr/>
        </p:nvSpPr>
        <p:spPr>
          <a:xfrm>
            <a:off x="4828031" y="2103120"/>
            <a:ext cx="1645920" cy="64008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Phoenix ladder reader</a:t>
            </a:r>
          </a:p>
        </p:txBody>
      </p:sp>
      <p:sp>
        <p:nvSpPr>
          <p:cNvPr id="23" name="text:spread, depth, imbalance, a feature "/>
          <p:cNvSpPr txBox="1"/>
          <p:nvPr/>
        </p:nvSpPr>
        <p:spPr>
          <a:xfrm>
            <a:off x="4828031" y="2788920"/>
            <a:ext cx="164592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spread, depth, imbalance, a feature for your agent</a:t>
            </a:r>
          </a:p>
        </p:txBody>
      </p:sp>
      <p:sp>
        <p:nvSpPr>
          <p:cNvPr id="24" name="Rounded Rectangle 23"/>
          <p:cNvSpPr/>
          <p:nvPr/>
        </p:nvSpPr>
        <p:spPr>
          <a:xfrm>
            <a:off x="4773168" y="3840480"/>
            <a:ext cx="1700784" cy="548640"/>
          </a:xfrm>
          <a:prstGeom prst="roundRect">
            <a:avLst>
              <a:gd name="adj" fmla="val 13333"/>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npm run ladder"/>
          <p:cNvSpPr txBox="1"/>
          <p:nvPr/>
        </p:nvSpPr>
        <p:spPr>
          <a:xfrm>
            <a:off x="4846320" y="3840480"/>
            <a:ext cx="1600200" cy="548640"/>
          </a:xfrm>
          <a:prstGeom prst="rect">
            <a:avLst/>
          </a:prstGeom>
          <a:noFill/>
        </p:spPr>
        <p:txBody>
          <a:bodyPr wrap="square" lIns="9144" rIns="9144" tIns="0" bIns="0" anchor="ctr">
            <a:spAutoFit/>
          </a:bodyPr>
          <a:lstStyle/>
          <a:p>
            <a:pPr>
              <a:lnSpc>
                <a:spcPct val="106000"/>
              </a:lnSpc>
              <a:spcAft>
                <a:spcPts val="400"/>
              </a:spcAft>
              <a:defRPr sz="850" b="0">
                <a:solidFill>
                  <a:srgbClr val="3DDC97"/>
                </a:solidFill>
                <a:latin typeface="Menlo"/>
              </a:defRPr>
            </a:pPr>
            <a:r>
              <a:t>$ npm run ladder</a:t>
            </a:r>
          </a:p>
        </p:txBody>
      </p:sp>
      <p:sp>
        <p:nvSpPr>
          <p:cNvPr id="26" name="Rounded Rectangle 25"/>
          <p:cNvSpPr/>
          <p:nvPr/>
        </p:nvSpPr>
        <p:spPr>
          <a:xfrm>
            <a:off x="6720840" y="1508760"/>
            <a:ext cx="1920240" cy="3017520"/>
          </a:xfrm>
          <a:prstGeom prst="roundRect">
            <a:avLst>
              <a:gd name="adj" fmla="val 6666"/>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885431" y="1664208"/>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ADVANCED"/>
          <p:cNvSpPr txBox="1"/>
          <p:nvPr/>
        </p:nvSpPr>
        <p:spPr>
          <a:xfrm>
            <a:off x="6885431" y="168249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29" name="text:Orca whirlpool lab"/>
          <p:cNvSpPr txBox="1"/>
          <p:nvPr/>
        </p:nvSpPr>
        <p:spPr>
          <a:xfrm>
            <a:off x="6885431" y="2103120"/>
            <a:ext cx="1645920" cy="64008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Orca whirlpool lab</a:t>
            </a:r>
          </a:p>
        </p:txBody>
      </p:sp>
      <p:sp>
        <p:nvSpPr>
          <p:cNvPr id="30" name="text:price from sqrt price, swap reader"/>
          <p:cNvSpPr txBox="1"/>
          <p:nvPr/>
        </p:nvSpPr>
        <p:spPr>
          <a:xfrm>
            <a:off x="6885431" y="2788920"/>
            <a:ext cx="164592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price from sqrt price, swap reader</a:t>
            </a:r>
          </a:p>
        </p:txBody>
      </p:sp>
      <p:sp>
        <p:nvSpPr>
          <p:cNvPr id="31" name="Rounded Rectangle 30"/>
          <p:cNvSpPr/>
          <p:nvPr/>
        </p:nvSpPr>
        <p:spPr>
          <a:xfrm>
            <a:off x="6830568" y="3840480"/>
            <a:ext cx="1700784" cy="548640"/>
          </a:xfrm>
          <a:prstGeom prst="roundRect">
            <a:avLst>
              <a:gd name="adj" fmla="val 13333"/>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npm run orca"/>
          <p:cNvSpPr txBox="1"/>
          <p:nvPr/>
        </p:nvSpPr>
        <p:spPr>
          <a:xfrm>
            <a:off x="6903720" y="3840480"/>
            <a:ext cx="1600200" cy="548640"/>
          </a:xfrm>
          <a:prstGeom prst="rect">
            <a:avLst/>
          </a:prstGeom>
          <a:noFill/>
        </p:spPr>
        <p:txBody>
          <a:bodyPr wrap="square" lIns="9144" rIns="9144" tIns="0" bIns="0" anchor="ctr">
            <a:spAutoFit/>
          </a:bodyPr>
          <a:lstStyle/>
          <a:p>
            <a:pPr>
              <a:lnSpc>
                <a:spcPct val="106000"/>
              </a:lnSpc>
              <a:spcAft>
                <a:spcPts val="400"/>
              </a:spcAft>
              <a:defRPr sz="850" b="0">
                <a:solidFill>
                  <a:srgbClr val="3DDC97"/>
                </a:solidFill>
                <a:latin typeface="Menlo"/>
              </a:defRPr>
            </a:pPr>
            <a:r>
              <a:t>$ npm run orca</a:t>
            </a:r>
          </a:p>
        </p:txBody>
      </p:sp>
      <p:sp>
        <p:nvSpPr>
          <p:cNvPr id="33" name="text:Source: demo-repo/code/package.json "/>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demo-repo/code/package.json scripts (run from demo/code).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ree ways to take part"/>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Three ways to take part</a:t>
            </a:r>
          </a:p>
        </p:txBody>
      </p:sp>
      <p:sp>
        <p:nvSpPr>
          <p:cNvPr id="3" name="text:Devnet SOL is the one thing we canno"/>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Devnet SOL is the one thing we cannot guarantee.</a:t>
            </a:r>
          </a:p>
        </p:txBody>
      </p:sp>
      <p:sp>
        <p:nvSpPr>
          <p:cNvPr id="4" name="text:2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25</a:t>
            </a:r>
          </a:p>
        </p:txBody>
      </p:sp>
      <p:sp>
        <p:nvSpPr>
          <p:cNvPr id="5" name="Rounded Rectangle 4"/>
          <p:cNvSpPr/>
          <p:nvPr/>
        </p:nvSpPr>
        <p:spPr>
          <a:xfrm>
            <a:off x="548640" y="1463040"/>
            <a:ext cx="8092440" cy="749808"/>
          </a:xfrm>
          <a:prstGeom prst="roundRect">
            <a:avLst>
              <a:gd name="adj" fmla="val 1707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09928"/>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31520" y="172821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No SOL"/>
          <p:cNvSpPr txBox="1"/>
          <p:nvPr/>
        </p:nvSpPr>
        <p:spPr>
          <a:xfrm>
            <a:off x="1828800" y="1463040"/>
            <a:ext cx="1828800" cy="749808"/>
          </a:xfrm>
          <a:prstGeom prst="rect">
            <a:avLst/>
          </a:prstGeom>
          <a:noFill/>
        </p:spPr>
        <p:txBody>
          <a:bodyPr wrap="square" lIns="9144" rIns="9144" tIns="0" bIns="0" anchor="ctr">
            <a:spAutoFit/>
          </a:bodyPr>
          <a:lstStyle/>
          <a:p>
            <a:pPr>
              <a:lnSpc>
                <a:spcPct val="106000"/>
              </a:lnSpc>
              <a:spcAft>
                <a:spcPts val="400"/>
              </a:spcAft>
              <a:defRPr sz="1700" b="0">
                <a:solidFill>
                  <a:srgbClr val="F2F5F8"/>
                </a:solidFill>
                <a:latin typeface="Helvetica Neue"/>
              </a:defRPr>
            </a:pPr>
            <a:r>
              <a:t>No SOL</a:t>
            </a:r>
          </a:p>
        </p:txBody>
      </p:sp>
      <p:sp>
        <p:nvSpPr>
          <p:cNvPr id="9" name="text:Read-only: Phoenix reader, Orca lab,"/>
          <p:cNvSpPr txBox="1"/>
          <p:nvPr/>
        </p:nvSpPr>
        <p:spPr>
          <a:xfrm>
            <a:off x="3749039" y="1463040"/>
            <a:ext cx="4754880" cy="749808"/>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Read-only: Phoenix reader, Orca lab, recorded demos</a:t>
            </a:r>
          </a:p>
        </p:txBody>
      </p:sp>
      <p:sp>
        <p:nvSpPr>
          <p:cNvPr id="10" name="Rounded Rectangle 9"/>
          <p:cNvSpPr/>
          <p:nvPr/>
        </p:nvSpPr>
        <p:spPr>
          <a:xfrm>
            <a:off x="548640" y="2331720"/>
            <a:ext cx="8092440" cy="749808"/>
          </a:xfrm>
          <a:prstGeom prst="roundRect">
            <a:avLst>
              <a:gd name="adj" fmla="val 1707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2578608"/>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STANDARD"/>
          <p:cNvSpPr txBox="1"/>
          <p:nvPr/>
        </p:nvSpPr>
        <p:spPr>
          <a:xfrm>
            <a:off x="731520" y="259689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3" name="text:About 0.003 SOL"/>
          <p:cNvSpPr txBox="1"/>
          <p:nvPr/>
        </p:nvSpPr>
        <p:spPr>
          <a:xfrm>
            <a:off x="1828800" y="2331720"/>
            <a:ext cx="1828800" cy="749808"/>
          </a:xfrm>
          <a:prstGeom prst="rect">
            <a:avLst/>
          </a:prstGeom>
          <a:noFill/>
        </p:spPr>
        <p:txBody>
          <a:bodyPr wrap="square" lIns="9144" rIns="9144" tIns="0" bIns="0" anchor="ctr">
            <a:spAutoFit/>
          </a:bodyPr>
          <a:lstStyle/>
          <a:p>
            <a:pPr>
              <a:lnSpc>
                <a:spcPct val="106000"/>
              </a:lnSpc>
              <a:spcAft>
                <a:spcPts val="400"/>
              </a:spcAft>
              <a:defRPr sz="1700" b="0">
                <a:solidFill>
                  <a:srgbClr val="F2F5F8"/>
                </a:solidFill>
                <a:latin typeface="Helvetica Neue"/>
              </a:defRPr>
            </a:pPr>
            <a:r>
              <a:t>About 0.003 SOL</a:t>
            </a:r>
          </a:p>
        </p:txBody>
      </p:sp>
      <p:sp>
        <p:nvSpPr>
          <p:cNvPr id="14" name="text:Run the deposit watcher and place or"/>
          <p:cNvSpPr txBox="1"/>
          <p:nvPr/>
        </p:nvSpPr>
        <p:spPr>
          <a:xfrm>
            <a:off x="3749039" y="2331720"/>
            <a:ext cx="4754880" cy="749808"/>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Run the deposit watcher and place orders on our deployed book</a:t>
            </a:r>
          </a:p>
        </p:txBody>
      </p:sp>
      <p:sp>
        <p:nvSpPr>
          <p:cNvPr id="15" name="Rounded Rectangle 14"/>
          <p:cNvSpPr/>
          <p:nvPr/>
        </p:nvSpPr>
        <p:spPr>
          <a:xfrm>
            <a:off x="548640" y="3200400"/>
            <a:ext cx="8092440" cy="749808"/>
          </a:xfrm>
          <a:prstGeom prst="roundRect">
            <a:avLst>
              <a:gd name="adj" fmla="val 1707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3447288"/>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ADVANCED"/>
          <p:cNvSpPr txBox="1"/>
          <p:nvPr/>
        </p:nvSpPr>
        <p:spPr>
          <a:xfrm>
            <a:off x="731520" y="346557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18" name="text:About 0.07 SOL"/>
          <p:cNvSpPr txBox="1"/>
          <p:nvPr/>
        </p:nvSpPr>
        <p:spPr>
          <a:xfrm>
            <a:off x="1828800" y="3200400"/>
            <a:ext cx="1828800" cy="749808"/>
          </a:xfrm>
          <a:prstGeom prst="rect">
            <a:avLst/>
          </a:prstGeom>
          <a:noFill/>
        </p:spPr>
        <p:txBody>
          <a:bodyPr wrap="square" lIns="9144" rIns="9144" tIns="0" bIns="0" anchor="ctr">
            <a:spAutoFit/>
          </a:bodyPr>
          <a:lstStyle/>
          <a:p>
            <a:pPr>
              <a:lnSpc>
                <a:spcPct val="106000"/>
              </a:lnSpc>
              <a:spcAft>
                <a:spcPts val="400"/>
              </a:spcAft>
              <a:defRPr sz="1700" b="0">
                <a:solidFill>
                  <a:srgbClr val="F2F5F8"/>
                </a:solidFill>
                <a:latin typeface="Helvetica Neue"/>
              </a:defRPr>
            </a:pPr>
            <a:r>
              <a:t>About 0.07 SOL</a:t>
            </a:r>
          </a:p>
        </p:txBody>
      </p:sp>
      <p:sp>
        <p:nvSpPr>
          <p:cNvPr id="19" name="text:Deploy your own copy of the program"/>
          <p:cNvSpPr txBox="1"/>
          <p:nvPr/>
        </p:nvSpPr>
        <p:spPr>
          <a:xfrm>
            <a:off x="3749039" y="3200400"/>
            <a:ext cx="4754880" cy="749808"/>
          </a:xfrm>
          <a:prstGeom prst="rect">
            <a:avLst/>
          </a:prstGeom>
          <a:noFill/>
        </p:spPr>
        <p:txBody>
          <a:bodyPr wrap="square" lIns="9144" rIns="9144" tIns="0" bIns="0" anchor="ctr">
            <a:spAutoFit/>
          </a:bodyPr>
          <a:lstStyle/>
          <a:p>
            <a:pPr>
              <a:lnSpc>
                <a:spcPct val="106000"/>
              </a:lnSpc>
              <a:spcAft>
                <a:spcPts val="400"/>
              </a:spcAft>
              <a:defRPr sz="1200" b="0">
                <a:solidFill>
                  <a:srgbClr val="9A9AA2"/>
                </a:solidFill>
                <a:latin typeface="Helvetica Neue"/>
              </a:defRPr>
            </a:pPr>
            <a:r>
              <a:t>Deploy your own copy of the program</a:t>
            </a:r>
          </a:p>
        </p:txBody>
      </p:sp>
      <p:sp>
        <p:nvSpPr>
          <p:cNvPr id="20" name="Rounded Rectangle 19"/>
          <p:cNvSpPr/>
          <p:nvPr/>
        </p:nvSpPr>
        <p:spPr>
          <a:xfrm>
            <a:off x="548640" y="4114800"/>
            <a:ext cx="8092440" cy="548640"/>
          </a:xfrm>
          <a:prstGeom prst="roundRect">
            <a:avLst>
              <a:gd name="adj" fmla="val 23333"/>
            </a:avLst>
          </a:prstGeom>
          <a:solidFill>
            <a:srgbClr val="100821"/>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The faucet is rate limited. Leads wi"/>
          <p:cNvSpPr txBox="1"/>
          <p:nvPr/>
        </p:nvSpPr>
        <p:spPr>
          <a:xfrm>
            <a:off x="731520" y="4114800"/>
            <a:ext cx="7772400" cy="548640"/>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The faucet is rate limited. Leads will pre-fund throwaway keys. Never send funds from a real wallet.</a:t>
            </a:r>
          </a:p>
        </p:txBody>
      </p:sp>
      <p:sp>
        <p:nvSpPr>
          <p:cNvPr id="22" name="text:Measured: the 9 transactions cost 50"/>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Measured: the 9 transactions cost 50,000 lamports in fees; the book account needs 2,032,000 lamports of rent; the program file is 5,528 bytes.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1"/>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1</a:t>
            </a:r>
          </a:p>
        </p:txBody>
      </p:sp>
      <p:sp>
        <p:nvSpPr>
          <p:cNvPr id="3" name="text:Demo: order book ladder"/>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Demo: order book ladder</a:t>
            </a:r>
          </a:p>
        </p:txBody>
      </p:sp>
      <p:sp>
        <p:nvSpPr>
          <p:cNvPr id="4" name="text:2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26</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How wide is the SOL/USDC spread on t"/>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How wide is the SOL/USDC spread on this market, in basis points?</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ladder"/>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100" b="0">
                <a:solidFill>
                  <a:srgbClr val="3DDC97"/>
                </a:solidFill>
                <a:latin typeface="Menlo"/>
              </a:defRPr>
            </a:pPr>
            <a:r>
              <a:t>$ npm run ladder</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ids and asks as depth bars"/>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bids and asks as depth bars</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spread, depth bands, imbalance"/>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spread, depth bands, imbalance</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Recorded data is the defau"/>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Recorded data is the default. No network needed.</a:t>
            </a:r>
          </a:p>
        </p:txBody>
      </p:sp>
      <p:pic>
        <p:nvPicPr>
          <p:cNvPr id="18" name="Picture 17" descr="01-order-book-ladder.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nus-solana-demos.vercel.app/"/>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nus-solana-demos.vercel.app/0006/01-order-book-ladder.html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2"/>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2</a:t>
            </a:r>
          </a:p>
        </p:txBody>
      </p:sp>
      <p:sp>
        <p:nvSpPr>
          <p:cNvPr id="3" name="text:Demo: matching step by step"/>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Demo: matching step by step</a:t>
            </a:r>
          </a:p>
        </p:txBody>
      </p:sp>
      <p:sp>
        <p:nvSpPr>
          <p:cNvPr id="4" name="text:2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27</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ich resting order fills first when"/>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Which resting order fills first when an ask at 99 arrives?</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100" b="0">
                <a:solidFill>
                  <a:srgbClr val="3DDC97"/>
                </a:solidFill>
                <a:latin typeface="Menlo"/>
              </a:defRPr>
            </a:pPr>
            <a:r>
              <a:t>$ npm run demo -- --recorded</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the book before and after each order"/>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the book before and after each order</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the log lines the program writes"/>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the log lines the program writes</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ame recorded devnet run. "/>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Same recorded devnet run. The steps are the same every time.</a:t>
            </a:r>
          </a:p>
        </p:txBody>
      </p:sp>
      <p:pic>
        <p:nvPicPr>
          <p:cNvPr id="18" name="Picture 17" descr="02-matching-step-by-step.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nus-solana-demos.vercel.app/"/>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nus-solana-demos.vercel.app/0006/02-matching-step-by-step.html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3"/>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3</a:t>
            </a:r>
          </a:p>
        </p:txBody>
      </p:sp>
      <p:sp>
        <p:nvSpPr>
          <p:cNvPr id="3" name="text:Demo: devnet replay"/>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Demo: devnet replay</a:t>
            </a:r>
          </a:p>
        </p:txBody>
      </p:sp>
      <p:sp>
        <p:nvSpPr>
          <p:cNvPr id="4" name="text:2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28</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ich of the nine transactions fails"/>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Which of the nine transactions fails, and does it still cost a fee?</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100" b="0">
                <a:solidFill>
                  <a:srgbClr val="3DDC97"/>
                </a:solidFill>
                <a:latin typeface="Menlo"/>
              </a:defRPr>
            </a:pPr>
            <a:r>
              <a:t>$ npm run demo -- --recorded</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an explorer-style row per transactio"/>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an explorer-style row per transaction</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processed, confirmed and finalized t"/>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processed, confirmed and finalized times</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Recorded devnet signatures"/>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Recorded devnet signatures. Nothing is sent.</a:t>
            </a:r>
          </a:p>
        </p:txBody>
      </p:sp>
      <p:pic>
        <p:nvPicPr>
          <p:cNvPr id="18" name="Picture 17" descr="03-devnet-replay.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nus-solana-demos.vercel.app/"/>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nus-solana-demos.vercel.app/0006/03-devnet-replay.html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4"/>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4</a:t>
            </a:r>
          </a:p>
        </p:txBody>
      </p:sp>
      <p:sp>
        <p:nvSpPr>
          <p:cNvPr id="3" name="text:Demo: deposit flow"/>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Demo: deposit flow</a:t>
            </a:r>
          </a:p>
        </p:txBody>
      </p:sp>
      <p:sp>
        <p:nvSpPr>
          <p:cNvPr id="4" name="text:2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29</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At which stage should a deposit be c"/>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At which stage should a deposit be credited, and what if it failed?</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100" b="0">
                <a:solidFill>
                  <a:srgbClr val="3DDC97"/>
                </a:solidFill>
                <a:latin typeface="Menlo"/>
              </a:defRPr>
            </a:pPr>
            <a:r>
              <a:t>$ npm run demo -- --recorded</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a wallet, a vault, a ledger"/>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a wallet, a vault, a ledger</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sent and confirmed as two stages"/>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sent and confirmed as two stages</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Recorded devnet deposits. "/>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Recorded devnet deposits. Nothing is sent.</a:t>
            </a:r>
          </a:p>
        </p:txBody>
      </p:sp>
      <p:pic>
        <p:nvPicPr>
          <p:cNvPr id="18" name="Picture 17" descr="04-deposit-flow.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nus-solana-demos.vercel.app/"/>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nus-solana-demos.vercel.app/0006/04-deposit-flow.html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5"/>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5</a:t>
            </a:r>
          </a:p>
        </p:txBody>
      </p:sp>
      <p:sp>
        <p:nvSpPr>
          <p:cNvPr id="3" name="text:Demo: order flow imbalance"/>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Demo: order flow imbalance</a:t>
            </a:r>
          </a:p>
        </p:txBody>
      </p:sp>
      <p:sp>
        <p:nvSpPr>
          <p:cNvPr id="4" name="text:3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30</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Does imbalance in one minute say any"/>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Does imbalance in one minute say anything about the next minute?</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recorded"/>
          <p:cNvSpPr txBox="1"/>
          <p:nvPr/>
        </p:nvSpPr>
        <p:spPr>
          <a:xfrm>
            <a:off x="713232" y="2286000"/>
            <a:ext cx="3383280" cy="457200"/>
          </a:xfrm>
          <a:prstGeom prst="rect">
            <a:avLst/>
          </a:prstGeom>
          <a:noFill/>
        </p:spPr>
        <p:txBody>
          <a:bodyPr wrap="square" lIns="9144" rIns="9144" tIns="0" bIns="0" anchor="ctr">
            <a:spAutoFit/>
          </a:bodyPr>
          <a:lstStyle/>
          <a:p>
            <a:pPr>
              <a:lnSpc>
                <a:spcPct val="106000"/>
              </a:lnSpc>
              <a:spcAft>
                <a:spcPts val="400"/>
              </a:spcAft>
              <a:defRPr sz="1100" b="0">
                <a:solidFill>
                  <a:srgbClr val="3DDC97"/>
                </a:solidFill>
                <a:latin typeface="Menlo"/>
              </a:defRPr>
            </a:pPr>
            <a:r>
              <a:t>$ npm run demo -- --recorded</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337560"/>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one-minute windows of buys and sells"/>
          <p:cNvSpPr txBox="1"/>
          <p:nvPr/>
        </p:nvSpPr>
        <p:spPr>
          <a:xfrm>
            <a:off x="896112" y="3291840"/>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one-minute windows of buys and sells</a:t>
            </a:r>
          </a:p>
        </p:txBody>
      </p:sp>
      <p:sp>
        <p:nvSpPr>
          <p:cNvPr id="14" name="Oval 13"/>
          <p:cNvSpPr/>
          <p:nvPr/>
        </p:nvSpPr>
        <p:spPr>
          <a:xfrm>
            <a:off x="731520" y="3685032"/>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the correlation with the same and ne"/>
          <p:cNvSpPr txBox="1"/>
          <p:nvPr/>
        </p:nvSpPr>
        <p:spPr>
          <a:xfrm>
            <a:off x="896112" y="3639312"/>
            <a:ext cx="3154680" cy="411480"/>
          </a:xfrm>
          <a:prstGeom prst="rect">
            <a:avLst/>
          </a:prstGeom>
          <a:noFill/>
        </p:spPr>
        <p:txBody>
          <a:bodyPr wrap="square" lIns="9144" rIns="9144" tIns="0" bIns="0">
            <a:spAutoFit/>
          </a:bodyPr>
          <a:lstStyle/>
          <a:p>
            <a:pPr>
              <a:lnSpc>
                <a:spcPct val="106000"/>
              </a:lnSpc>
              <a:spcAft>
                <a:spcPts val="400"/>
              </a:spcAft>
              <a:defRPr sz="1050" b="0">
                <a:solidFill>
                  <a:srgbClr val="F2F5F8"/>
                </a:solidFill>
                <a:latin typeface="Helvetica Neue"/>
              </a:defRPr>
            </a:pPr>
            <a:r>
              <a:t>the correlation with the same and next window</a:t>
            </a:r>
          </a:p>
        </p:txBody>
      </p:sp>
      <p:sp>
        <p:nvSpPr>
          <p:cNvPr id="16" name="Rounded Rectangle 15"/>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Fallback: Same recorded swaps. The w"/>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50" b="0">
                <a:solidFill>
                  <a:srgbClr val="F2F5F8"/>
                </a:solidFill>
                <a:latin typeface="Helvetica Neue"/>
              </a:defRPr>
            </a:pPr>
            <a:r>
              <a:t>Fallback: Same recorded swaps. The windows are the same every run.</a:t>
            </a:r>
          </a:p>
        </p:txBody>
      </p:sp>
      <p:pic>
        <p:nvPicPr>
          <p:cNvPr id="18" name="Picture 17" descr="05-order-flow-imbalance.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19" name="Rounded Rectangle 18"/>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Learning Lab demo, runs from disk, r"/>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Learning Lab demo, runs from disk, recorded data.</a:t>
            </a:r>
          </a:p>
        </p:txBody>
      </p:sp>
      <p:sp>
        <p:nvSpPr>
          <p:cNvPr id="21" name="text:Try it: nus-solana-demos.vercel.app/"/>
          <p:cNvSpPr txBox="1"/>
          <p:nvPr/>
        </p:nvSpPr>
        <p:spPr>
          <a:xfrm>
            <a:off x="4389120" y="3886200"/>
            <a:ext cx="4251960" cy="29260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Try it: nus-solana-demos.vercel.app/0006/05-order-flow-imbalance.html</a:t>
            </a:r>
          </a:p>
        </p:txBody>
      </p:sp>
      <p:sp>
        <p:nvSpPr>
          <p:cNvPr id="22" name="text:Live mode: switch it on to watch rea"/>
          <p:cNvSpPr txBox="1"/>
          <p:nvPr/>
        </p:nvSpPr>
        <p:spPr>
          <a:xfrm>
            <a:off x="4389120" y="4297680"/>
            <a:ext cx="4251960" cy="18288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Helvetica Neue"/>
              </a:defRPr>
            </a:pPr>
            <a:r>
              <a:t>Live mode: switch it on to watch real Solana data.</a:t>
            </a:r>
          </a:p>
        </p:txBody>
      </p:sp>
      <p:sp>
        <p:nvSpPr>
          <p:cNvPr id="23"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Learning Lab demos on recorded data)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ry the demos yourself"/>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Try the demos yourself</a:t>
            </a:r>
          </a:p>
        </p:txBody>
      </p:sp>
      <p:sp>
        <p:nvSpPr>
          <p:cNvPr id="3" name="text:3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31</a:t>
            </a:r>
          </a:p>
        </p:txBody>
      </p:sp>
      <p:sp>
        <p:nvSpPr>
          <p:cNvPr id="4" name="Rounded Rectangle 3"/>
          <p:cNvSpPr/>
          <p:nvPr/>
        </p:nvSpPr>
        <p:spPr>
          <a:xfrm>
            <a:off x="5394960" y="132588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demos-0006.png"/>
          <p:cNvPicPr>
            <a:picLocks noChangeAspect="1"/>
          </p:cNvPicPr>
          <p:nvPr/>
        </p:nvPicPr>
        <p:blipFill>
          <a:blip r:embed="rId3"/>
          <a:stretch>
            <a:fillRect/>
          </a:stretch>
        </p:blipFill>
        <p:spPr>
          <a:xfrm>
            <a:off x="5532120" y="1463040"/>
            <a:ext cx="2560320" cy="2560320"/>
          </a:xfrm>
          <a:prstGeom prst="rect">
            <a:avLst/>
          </a:prstGeom>
        </p:spPr>
      </p:pic>
      <p:sp>
        <p:nvSpPr>
          <p:cNvPr id="6" name="text:Scan to open the demos"/>
          <p:cNvSpPr txBox="1"/>
          <p:nvPr/>
        </p:nvSpPr>
        <p:spPr>
          <a:xfrm>
            <a:off x="5394960" y="425196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to open the demos</a:t>
            </a:r>
          </a:p>
        </p:txBody>
      </p:sp>
      <p:sp>
        <p:nvSpPr>
          <p:cNvPr id="7" name="Rounded Rectangle 6"/>
          <p:cNvSpPr/>
          <p:nvPr/>
        </p:nvSpPr>
        <p:spPr>
          <a:xfrm>
            <a:off x="548640" y="1554480"/>
            <a:ext cx="4480560" cy="777240"/>
          </a:xfrm>
          <a:prstGeom prst="roundRect">
            <a:avLst>
              <a:gd name="adj" fmla="val 1647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DEMOS"/>
          <p:cNvSpPr txBox="1"/>
          <p:nvPr/>
        </p:nvSpPr>
        <p:spPr>
          <a:xfrm>
            <a:off x="731520" y="162763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DEMOS</a:t>
            </a:r>
          </a:p>
        </p:txBody>
      </p:sp>
      <p:sp>
        <p:nvSpPr>
          <p:cNvPr id="9" name="text:nus-solana-demos.vercel.app/0006/"/>
          <p:cNvSpPr txBox="1"/>
          <p:nvPr/>
        </p:nvSpPr>
        <p:spPr>
          <a:xfrm>
            <a:off x="731520" y="1874519"/>
            <a:ext cx="4206240" cy="320040"/>
          </a:xfrm>
          <a:prstGeom prst="rect">
            <a:avLst/>
          </a:prstGeom>
          <a:noFill/>
        </p:spPr>
        <p:txBody>
          <a:bodyPr wrap="square" lIns="9144" rIns="9144" tIns="0" bIns="0">
            <a:spAutoFit/>
          </a:bodyPr>
          <a:lstStyle/>
          <a:p>
            <a:pPr>
              <a:lnSpc>
                <a:spcPct val="106000"/>
              </a:lnSpc>
              <a:spcAft>
                <a:spcPts val="400"/>
              </a:spcAft>
              <a:defRPr sz="1300" b="0">
                <a:solidFill>
                  <a:srgbClr val="F2F5F8"/>
                </a:solidFill>
                <a:latin typeface="Menlo"/>
              </a:defRPr>
            </a:pPr>
            <a:r>
              <a:t>nus-solana-demos.vercel.app/0006/</a:t>
            </a:r>
          </a:p>
        </p:txBody>
      </p:sp>
      <p:sp>
        <p:nvSpPr>
          <p:cNvPr id="10" name="text:Five demos. Recorded by default. Swi"/>
          <p:cNvSpPr txBox="1"/>
          <p:nvPr/>
        </p:nvSpPr>
        <p:spPr>
          <a:xfrm>
            <a:off x="548640" y="2651760"/>
            <a:ext cx="4480560" cy="1097280"/>
          </a:xfrm>
          <a:prstGeom prst="rect">
            <a:avLst/>
          </a:prstGeom>
          <a:noFill/>
        </p:spPr>
        <p:txBody>
          <a:bodyPr wrap="square" lIns="9144" rIns="9144" tIns="0" bIns="0">
            <a:spAutoFit/>
          </a:bodyPr>
          <a:lstStyle/>
          <a:p>
            <a:pPr>
              <a:lnSpc>
                <a:spcPct val="106000"/>
              </a:lnSpc>
              <a:spcAft>
                <a:spcPts val="400"/>
              </a:spcAft>
              <a:defRPr sz="1900" b="0">
                <a:solidFill>
                  <a:srgbClr val="3DDC97"/>
                </a:solidFill>
                <a:latin typeface="Helvetica Neue"/>
              </a:defRPr>
            </a:pPr>
            <a:r>
              <a:t>Five demos. Recorded by default. Switch Live on to read real Solana data.</a:t>
            </a:r>
          </a:p>
        </p:txBody>
      </p:sp>
      <p:sp>
        <p:nvSpPr>
          <p:cNvPr id="11" name="text:No install. The same files are in th"/>
          <p:cNvSpPr txBox="1"/>
          <p:nvPr/>
        </p:nvSpPr>
        <p:spPr>
          <a:xfrm>
            <a:off x="548640" y="3931920"/>
            <a:ext cx="4480560" cy="4572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No install. The same files are in the repo and open from disk.</a:t>
            </a:r>
          </a:p>
        </p:txBody>
      </p:sp>
      <p:sp>
        <p:nvSpPr>
          <p:cNvPr id="12" name="text:Source: demo-repo/lab (the five Lear"/>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 (the five Learning Lab demos, deployed as static pages, recorded data)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Mini-lab"/>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Mini-lab</a:t>
            </a:r>
          </a:p>
        </p:txBody>
      </p:sp>
      <p:sp>
        <p:nvSpPr>
          <p:cNvPr id="3" name="text:Read one devnet market and compute t"/>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Read one devnet market and compute the spread by hand, then in code.</a:t>
            </a:r>
          </a:p>
        </p:txBody>
      </p:sp>
      <p:sp>
        <p:nvSpPr>
          <p:cNvPr id="4" name="text:3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32</a:t>
            </a:r>
          </a:p>
        </p:txBody>
      </p:sp>
      <p:sp>
        <p:nvSpPr>
          <p:cNvPr id="5" name="Rounded Rectangle 4"/>
          <p:cNvSpPr/>
          <p:nvPr/>
        </p:nvSpPr>
        <p:spPr>
          <a:xfrm>
            <a:off x="5486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315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1</a:t>
            </a:r>
          </a:p>
        </p:txBody>
      </p:sp>
      <p:sp>
        <p:nvSpPr>
          <p:cNvPr id="7" name="text:Read"/>
          <p:cNvSpPr txBox="1"/>
          <p:nvPr/>
        </p:nvSpPr>
        <p:spPr>
          <a:xfrm>
            <a:off x="7315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Read</a:t>
            </a:r>
          </a:p>
        </p:txBody>
      </p:sp>
      <p:sp>
        <p:nvSpPr>
          <p:cNvPr id="8" name="text:Open the ladder demo, pick a market"/>
          <p:cNvSpPr txBox="1"/>
          <p:nvPr/>
        </p:nvSpPr>
        <p:spPr>
          <a:xfrm>
            <a:off x="7315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Open the ladder demo, pick a market</a:t>
            </a:r>
          </a:p>
        </p:txBody>
      </p:sp>
      <p:cxnSp>
        <p:nvCxnSpPr>
          <p:cNvPr id="9" name="Connector 8"/>
          <p:cNvCxnSpPr/>
          <p:nvPr/>
        </p:nvCxnSpPr>
        <p:spPr>
          <a:xfrm>
            <a:off x="24963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060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
          <p:cNvSpPr txBox="1"/>
          <p:nvPr/>
        </p:nvSpPr>
        <p:spPr>
          <a:xfrm>
            <a:off x="27889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2</a:t>
            </a:r>
          </a:p>
        </p:txBody>
      </p:sp>
      <p:sp>
        <p:nvSpPr>
          <p:cNvPr id="12" name="text:By hand"/>
          <p:cNvSpPr txBox="1"/>
          <p:nvPr/>
        </p:nvSpPr>
        <p:spPr>
          <a:xfrm>
            <a:off x="27889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By hand</a:t>
            </a:r>
          </a:p>
        </p:txBody>
      </p:sp>
      <p:sp>
        <p:nvSpPr>
          <p:cNvPr id="13" name="text:Best ask minus best bid, then divide"/>
          <p:cNvSpPr txBox="1"/>
          <p:nvPr/>
        </p:nvSpPr>
        <p:spPr>
          <a:xfrm>
            <a:off x="27889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Best ask minus best bid, then divide by the mid</a:t>
            </a:r>
          </a:p>
        </p:txBody>
      </p:sp>
      <p:cxnSp>
        <p:nvCxnSpPr>
          <p:cNvPr id="14" name="Connector 13"/>
          <p:cNvCxnSpPr/>
          <p:nvPr/>
        </p:nvCxnSpPr>
        <p:spPr>
          <a:xfrm>
            <a:off x="45537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6634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48463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3</a:t>
            </a:r>
          </a:p>
        </p:txBody>
      </p:sp>
      <p:sp>
        <p:nvSpPr>
          <p:cNvPr id="17" name="text:In code"/>
          <p:cNvSpPr txBox="1"/>
          <p:nvPr/>
        </p:nvSpPr>
        <p:spPr>
          <a:xfrm>
            <a:off x="48463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In code</a:t>
            </a:r>
          </a:p>
        </p:txBody>
      </p:sp>
      <p:sp>
        <p:nvSpPr>
          <p:cNvPr id="18" name="text:npm run ladder, compare your number"/>
          <p:cNvSpPr txBox="1"/>
          <p:nvPr/>
        </p:nvSpPr>
        <p:spPr>
          <a:xfrm>
            <a:off x="48463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npm run ladder, compare your number</a:t>
            </a:r>
          </a:p>
        </p:txBody>
      </p:sp>
      <p:cxnSp>
        <p:nvCxnSpPr>
          <p:cNvPr id="19" name="Connector 18"/>
          <p:cNvCxnSpPr/>
          <p:nvPr/>
        </p:nvCxnSpPr>
        <p:spPr>
          <a:xfrm>
            <a:off x="66111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208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4"/>
          <p:cNvSpPr txBox="1"/>
          <p:nvPr/>
        </p:nvSpPr>
        <p:spPr>
          <a:xfrm>
            <a:off x="69037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4</a:t>
            </a:r>
          </a:p>
        </p:txBody>
      </p:sp>
      <p:sp>
        <p:nvSpPr>
          <p:cNvPr id="22" name="text:Pick"/>
          <p:cNvSpPr txBox="1"/>
          <p:nvPr/>
        </p:nvSpPr>
        <p:spPr>
          <a:xfrm>
            <a:off x="69037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Pick</a:t>
            </a:r>
          </a:p>
        </p:txBody>
      </p:sp>
      <p:sp>
        <p:nvSpPr>
          <p:cNvPr id="23" name="text:Choose a starter and start extending"/>
          <p:cNvSpPr txBox="1"/>
          <p:nvPr/>
        </p:nvSpPr>
        <p:spPr>
          <a:xfrm>
            <a:off x="6903720" y="2880360"/>
            <a:ext cx="1600200" cy="82296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Choose a starter and start extending it</a:t>
            </a:r>
          </a:p>
        </p:txBody>
      </p:sp>
      <p:sp>
        <p:nvSpPr>
          <p:cNvPr id="24" name="Rounded Rectangle 23"/>
          <p:cNvSpPr/>
          <p:nvPr/>
        </p:nvSpPr>
        <p:spPr>
          <a:xfrm>
            <a:off x="548640" y="3977639"/>
            <a:ext cx="8092440" cy="566928"/>
          </a:xfrm>
          <a:prstGeom prst="roundRect">
            <a:avLst>
              <a:gd name="adj" fmla="val 22580"/>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Done when your hand number and your "/>
          <p:cNvSpPr txBox="1"/>
          <p:nvPr/>
        </p:nvSpPr>
        <p:spPr>
          <a:xfrm>
            <a:off x="731520" y="3977639"/>
            <a:ext cx="777240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Done when your hand number and your code number agree.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akeaways"/>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Takeaways</a:t>
            </a:r>
          </a:p>
        </p:txBody>
      </p:sp>
      <p:sp>
        <p:nvSpPr>
          <p:cNvPr id="3" name="text:3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33</a:t>
            </a:r>
          </a:p>
        </p:txBody>
      </p:sp>
      <p:sp>
        <p:nvSpPr>
          <p:cNvPr id="4" name="Rounded Rectangle 3"/>
          <p:cNvSpPr/>
          <p:nvPr/>
        </p:nvSpPr>
        <p:spPr>
          <a:xfrm>
            <a:off x="548640" y="1371600"/>
            <a:ext cx="8092440" cy="658368"/>
          </a:xfrm>
          <a:prstGeom prst="roundRect">
            <a:avLst>
              <a:gd name="adj" fmla="val 1944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1"/>
          <p:cNvSpPr txBox="1"/>
          <p:nvPr/>
        </p:nvSpPr>
        <p:spPr>
          <a:xfrm>
            <a:off x="777240" y="1371600"/>
            <a:ext cx="457200" cy="658368"/>
          </a:xfrm>
          <a:prstGeom prst="rect">
            <a:avLst/>
          </a:prstGeom>
          <a:noFill/>
        </p:spPr>
        <p:txBody>
          <a:bodyPr wrap="square" lIns="9144" rIns="9144" tIns="0" bIns="0" anchor="ctr">
            <a:spAutoFit/>
          </a:bodyPr>
          <a:lstStyle/>
          <a:p>
            <a:pPr>
              <a:lnSpc>
                <a:spcPct val="106000"/>
              </a:lnSpc>
              <a:spcAft>
                <a:spcPts val="400"/>
              </a:spcAft>
              <a:defRPr sz="2400" b="0">
                <a:solidFill>
                  <a:srgbClr val="3DDC97"/>
                </a:solidFill>
                <a:latin typeface="Helvetica Neue"/>
              </a:defRPr>
            </a:pPr>
            <a:r>
              <a:t>1</a:t>
            </a:r>
          </a:p>
        </p:txBody>
      </p:sp>
      <p:sp>
        <p:nvSpPr>
          <p:cNvPr id="6" name="text:Spread, depth and imbalance all come"/>
          <p:cNvSpPr txBox="1"/>
          <p:nvPr/>
        </p:nvSpPr>
        <p:spPr>
          <a:xfrm>
            <a:off x="1371600" y="1371600"/>
            <a:ext cx="7132320" cy="658368"/>
          </a:xfrm>
          <a:prstGeom prst="rect">
            <a:avLst/>
          </a:prstGeom>
          <a:noFill/>
        </p:spPr>
        <p:txBody>
          <a:bodyPr wrap="square" lIns="9144" rIns="9144" tIns="0" bIns="0" anchor="ctr">
            <a:spAutoFit/>
          </a:bodyPr>
          <a:lstStyle/>
          <a:p>
            <a:pPr>
              <a:lnSpc>
                <a:spcPct val="106000"/>
              </a:lnSpc>
              <a:spcAft>
                <a:spcPts val="400"/>
              </a:spcAft>
              <a:defRPr sz="1700" b="0">
                <a:solidFill>
                  <a:srgbClr val="F2F5F8"/>
                </a:solidFill>
                <a:latin typeface="Helvetica Neue"/>
              </a:defRPr>
            </a:pPr>
            <a:r>
              <a:t>Spread, depth and imbalance all come from seeing the book.</a:t>
            </a:r>
          </a:p>
        </p:txBody>
      </p:sp>
      <p:sp>
        <p:nvSpPr>
          <p:cNvPr id="7" name="Rounded Rectangle 6"/>
          <p:cNvSpPr/>
          <p:nvPr/>
        </p:nvSpPr>
        <p:spPr>
          <a:xfrm>
            <a:off x="548640" y="2148840"/>
            <a:ext cx="8092440" cy="658368"/>
          </a:xfrm>
          <a:prstGeom prst="roundRect">
            <a:avLst>
              <a:gd name="adj" fmla="val 1944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2"/>
          <p:cNvSpPr txBox="1"/>
          <p:nvPr/>
        </p:nvSpPr>
        <p:spPr>
          <a:xfrm>
            <a:off x="777240" y="2148840"/>
            <a:ext cx="457200" cy="658368"/>
          </a:xfrm>
          <a:prstGeom prst="rect">
            <a:avLst/>
          </a:prstGeom>
          <a:noFill/>
        </p:spPr>
        <p:txBody>
          <a:bodyPr wrap="square" lIns="9144" rIns="9144" tIns="0" bIns="0" anchor="ctr">
            <a:spAutoFit/>
          </a:bodyPr>
          <a:lstStyle/>
          <a:p>
            <a:pPr>
              <a:lnSpc>
                <a:spcPct val="106000"/>
              </a:lnSpc>
              <a:spcAft>
                <a:spcPts val="400"/>
              </a:spcAft>
              <a:defRPr sz="2400" b="0">
                <a:solidFill>
                  <a:srgbClr val="3DDC97"/>
                </a:solidFill>
                <a:latin typeface="Helvetica Neue"/>
              </a:defRPr>
            </a:pPr>
            <a:r>
              <a:t>2</a:t>
            </a:r>
          </a:p>
        </p:txBody>
      </p:sp>
      <p:sp>
        <p:nvSpPr>
          <p:cNvPr id="9" name="text:Put on-chain only what must be trust"/>
          <p:cNvSpPr txBox="1"/>
          <p:nvPr/>
        </p:nvSpPr>
        <p:spPr>
          <a:xfrm>
            <a:off x="1371600" y="2148840"/>
            <a:ext cx="7132320" cy="658368"/>
          </a:xfrm>
          <a:prstGeom prst="rect">
            <a:avLst/>
          </a:prstGeom>
          <a:noFill/>
        </p:spPr>
        <p:txBody>
          <a:bodyPr wrap="square" lIns="9144" rIns="9144" tIns="0" bIns="0" anchor="ctr">
            <a:spAutoFit/>
          </a:bodyPr>
          <a:lstStyle/>
          <a:p>
            <a:pPr>
              <a:lnSpc>
                <a:spcPct val="106000"/>
              </a:lnSpc>
              <a:spcAft>
                <a:spcPts val="400"/>
              </a:spcAft>
              <a:defRPr sz="1700" b="0">
                <a:solidFill>
                  <a:srgbClr val="F2F5F8"/>
                </a:solidFill>
                <a:latin typeface="Helvetica Neue"/>
              </a:defRPr>
            </a:pPr>
            <a:r>
              <a:t>Put on-chain only what must be trusted.</a:t>
            </a:r>
          </a:p>
        </p:txBody>
      </p:sp>
      <p:sp>
        <p:nvSpPr>
          <p:cNvPr id="10" name="Rounded Rectangle 9"/>
          <p:cNvSpPr/>
          <p:nvPr/>
        </p:nvSpPr>
        <p:spPr>
          <a:xfrm>
            <a:off x="548640" y="2926080"/>
            <a:ext cx="8092440" cy="658368"/>
          </a:xfrm>
          <a:prstGeom prst="roundRect">
            <a:avLst>
              <a:gd name="adj" fmla="val 19444"/>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3"/>
          <p:cNvSpPr txBox="1"/>
          <p:nvPr/>
        </p:nvSpPr>
        <p:spPr>
          <a:xfrm>
            <a:off x="777240" y="2926080"/>
            <a:ext cx="457200" cy="658368"/>
          </a:xfrm>
          <a:prstGeom prst="rect">
            <a:avLst/>
          </a:prstGeom>
          <a:noFill/>
        </p:spPr>
        <p:txBody>
          <a:bodyPr wrap="square" lIns="9144" rIns="9144" tIns="0" bIns="0" anchor="ctr">
            <a:spAutoFit/>
          </a:bodyPr>
          <a:lstStyle/>
          <a:p>
            <a:pPr>
              <a:lnSpc>
                <a:spcPct val="106000"/>
              </a:lnSpc>
              <a:spcAft>
                <a:spcPts val="400"/>
              </a:spcAft>
              <a:defRPr sz="2400" b="0">
                <a:solidFill>
                  <a:srgbClr val="3DDC97"/>
                </a:solidFill>
                <a:latin typeface="Helvetica Neue"/>
              </a:defRPr>
            </a:pPr>
            <a:r>
              <a:t>3</a:t>
            </a:r>
          </a:p>
        </p:txBody>
      </p:sp>
      <p:sp>
        <p:nvSpPr>
          <p:cNvPr id="12" name="text:Sent is not confirmed. Credit at the"/>
          <p:cNvSpPr txBox="1"/>
          <p:nvPr/>
        </p:nvSpPr>
        <p:spPr>
          <a:xfrm>
            <a:off x="1371600" y="2926080"/>
            <a:ext cx="7132320" cy="658368"/>
          </a:xfrm>
          <a:prstGeom prst="rect">
            <a:avLst/>
          </a:prstGeom>
          <a:noFill/>
        </p:spPr>
        <p:txBody>
          <a:bodyPr wrap="square" lIns="9144" rIns="9144" tIns="0" bIns="0" anchor="ctr">
            <a:spAutoFit/>
          </a:bodyPr>
          <a:lstStyle/>
          <a:p>
            <a:pPr>
              <a:lnSpc>
                <a:spcPct val="106000"/>
              </a:lnSpc>
              <a:spcAft>
                <a:spcPts val="400"/>
              </a:spcAft>
              <a:defRPr sz="1700" b="0">
                <a:solidFill>
                  <a:srgbClr val="F2F5F8"/>
                </a:solidFill>
                <a:latin typeface="Helvetica Neue"/>
              </a:defRPr>
            </a:pPr>
            <a:r>
              <a:t>Sent is not confirmed. Credit at the level your risk allows.</a:t>
            </a:r>
          </a:p>
        </p:txBody>
      </p:sp>
      <p:sp>
        <p:nvSpPr>
          <p:cNvPr id="13" name="Rounded Rectangle 12"/>
          <p:cNvSpPr/>
          <p:nvPr/>
        </p:nvSpPr>
        <p:spPr>
          <a:xfrm>
            <a:off x="548640" y="3749039"/>
            <a:ext cx="8092440" cy="914400"/>
          </a:xfrm>
          <a:prstGeom prst="roundRect">
            <a:avLst>
              <a:gd name="adj" fmla="val 1400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DISCUSS"/>
          <p:cNvSpPr txBox="1"/>
          <p:nvPr/>
        </p:nvSpPr>
        <p:spPr>
          <a:xfrm>
            <a:off x="731520" y="3813048"/>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DISCUSS</a:t>
            </a:r>
          </a:p>
        </p:txBody>
      </p:sp>
      <p:sp>
        <p:nvSpPr>
          <p:cNvPr id="15" name="text:What does the on-chain component add"/>
          <p:cNvSpPr txBox="1"/>
          <p:nvPr/>
        </p:nvSpPr>
        <p:spPr>
          <a:xfrm>
            <a:off x="731520" y="4069080"/>
            <a:ext cx="3749039" cy="54864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What does the on-chain component add for this user?</a:t>
            </a:r>
          </a:p>
        </p:txBody>
      </p:sp>
      <p:sp>
        <p:nvSpPr>
          <p:cNvPr id="16" name="text:Does a successful transaction prove "/>
          <p:cNvSpPr txBox="1"/>
          <p:nvPr/>
        </p:nvSpPr>
        <p:spPr>
          <a:xfrm>
            <a:off x="4709160" y="4069080"/>
            <a:ext cx="3749039" cy="54864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Does a successful transaction prove the project did the right thing?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ranch out"/>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Branch out</a:t>
            </a:r>
          </a:p>
        </p:txBody>
      </p:sp>
      <p:sp>
        <p:nvSpPr>
          <p:cNvPr id="3" name="text:Where to take it next."/>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Where to take it next.</a:t>
            </a:r>
          </a:p>
        </p:txBody>
      </p:sp>
      <p:sp>
        <p:nvSpPr>
          <p:cNvPr id="4" name="text:3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34</a:t>
            </a:r>
          </a:p>
        </p:txBody>
      </p:sp>
      <p:sp>
        <p:nvSpPr>
          <p:cNvPr id="5" name="Rounded Rectangle 4"/>
          <p:cNvSpPr/>
          <p:nvPr/>
        </p:nvSpPr>
        <p:spPr>
          <a:xfrm>
            <a:off x="548640" y="1600200"/>
            <a:ext cx="2560320" cy="2377440"/>
          </a:xfrm>
          <a:prstGeom prst="roundRect">
            <a:avLst>
              <a:gd name="adj" fmla="val 538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01368"/>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4980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Run the deposit watcher on a second "/>
          <p:cNvSpPr txBox="1"/>
          <p:nvPr/>
        </p:nvSpPr>
        <p:spPr>
          <a:xfrm>
            <a:off x="749808" y="2286000"/>
            <a:ext cx="2194560" cy="160020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Run the deposit watcher on a second kind of failure.</a:t>
            </a:r>
          </a:p>
        </p:txBody>
      </p:sp>
      <p:sp>
        <p:nvSpPr>
          <p:cNvPr id="9" name="Rounded Rectangle 8"/>
          <p:cNvSpPr/>
          <p:nvPr/>
        </p:nvSpPr>
        <p:spPr>
          <a:xfrm>
            <a:off x="3337560" y="1600200"/>
            <a:ext cx="2560320" cy="2377440"/>
          </a:xfrm>
          <a:prstGeom prst="roundRect">
            <a:avLst>
              <a:gd name="adj" fmla="val 538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38728" y="1801368"/>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STANDARD"/>
          <p:cNvSpPr txBox="1"/>
          <p:nvPr/>
        </p:nvSpPr>
        <p:spPr>
          <a:xfrm>
            <a:off x="353872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2" name="text:Add a new order type to mini_book, w"/>
          <p:cNvSpPr txBox="1"/>
          <p:nvPr/>
        </p:nvSpPr>
        <p:spPr>
          <a:xfrm>
            <a:off x="3538728" y="2286000"/>
            <a:ext cx="2194560" cy="160020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Add a new order type to mini_book, with a test.</a:t>
            </a:r>
          </a:p>
        </p:txBody>
      </p:sp>
      <p:sp>
        <p:nvSpPr>
          <p:cNvPr id="13" name="Rounded Rectangle 12"/>
          <p:cNvSpPr/>
          <p:nvPr/>
        </p:nvSpPr>
        <p:spPr>
          <a:xfrm>
            <a:off x="6126479" y="1600200"/>
            <a:ext cx="2560320" cy="2377440"/>
          </a:xfrm>
          <a:prstGeom prst="roundRect">
            <a:avLst>
              <a:gd name="adj" fmla="val 538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27647" y="1801368"/>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DVANCED"/>
          <p:cNvSpPr txBox="1"/>
          <p:nvPr/>
        </p:nvSpPr>
        <p:spPr>
          <a:xfrm>
            <a:off x="6327647"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16" name="text:Add an owner and a signer check to t"/>
          <p:cNvSpPr txBox="1"/>
          <p:nvPr/>
        </p:nvSpPr>
        <p:spPr>
          <a:xfrm>
            <a:off x="6327647" y="2286000"/>
            <a:ext cx="2194560" cy="160020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Add an owner and a signer check to the program.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Share back"/>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Share back</a:t>
            </a:r>
          </a:p>
        </p:txBody>
      </p:sp>
      <p:sp>
        <p:nvSpPr>
          <p:cNvPr id="3" name="text:Tell us what you built."/>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Tell us what you built.</a:t>
            </a:r>
          </a:p>
        </p:txBody>
      </p:sp>
      <p:sp>
        <p:nvSpPr>
          <p:cNvPr id="4" name="text:3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35</a:t>
            </a:r>
          </a:p>
        </p:txBody>
      </p:sp>
      <p:sp>
        <p:nvSpPr>
          <p:cNvPr id="5" name="Rounded Rectangle 4"/>
          <p:cNvSpPr/>
          <p:nvPr/>
        </p:nvSpPr>
        <p:spPr>
          <a:xfrm>
            <a:off x="548640" y="1691640"/>
            <a:ext cx="2560320" cy="2103120"/>
          </a:xfrm>
          <a:prstGeom prst="roundRect">
            <a:avLst>
              <a:gd name="adj" fmla="val 6086"/>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Y TONIGHT"/>
          <p:cNvSpPr txBox="1"/>
          <p:nvPr/>
        </p:nvSpPr>
        <p:spPr>
          <a:xfrm>
            <a:off x="74980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BY TONIGHT</a:t>
            </a:r>
          </a:p>
        </p:txBody>
      </p:sp>
      <p:sp>
        <p:nvSpPr>
          <p:cNvPr id="7" name="text:1"/>
          <p:cNvSpPr txBox="1"/>
          <p:nvPr/>
        </p:nvSpPr>
        <p:spPr>
          <a:xfrm>
            <a:off x="74980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1</a:t>
            </a:r>
          </a:p>
        </p:txBody>
      </p:sp>
      <p:sp>
        <p:nvSpPr>
          <p:cNvPr id="8" name="text:Push your code and paste your progra"/>
          <p:cNvSpPr txBox="1"/>
          <p:nvPr/>
        </p:nvSpPr>
        <p:spPr>
          <a:xfrm>
            <a:off x="749808" y="2880360"/>
            <a:ext cx="2194560" cy="82296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Push your code and paste your program address.</a:t>
            </a:r>
          </a:p>
        </p:txBody>
      </p:sp>
      <p:sp>
        <p:nvSpPr>
          <p:cNvPr id="9" name="Rounded Rectangle 8"/>
          <p:cNvSpPr/>
          <p:nvPr/>
        </p:nvSpPr>
        <p:spPr>
          <a:xfrm>
            <a:off x="3337560"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WITHIN 48 HOURS"/>
          <p:cNvSpPr txBox="1"/>
          <p:nvPr/>
        </p:nvSpPr>
        <p:spPr>
          <a:xfrm>
            <a:off x="353872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WITHIN 48 HOURS</a:t>
            </a:r>
          </a:p>
        </p:txBody>
      </p:sp>
      <p:sp>
        <p:nvSpPr>
          <p:cNvPr id="11" name="text:2"/>
          <p:cNvSpPr txBox="1"/>
          <p:nvPr/>
        </p:nvSpPr>
        <p:spPr>
          <a:xfrm>
            <a:off x="353872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2</a:t>
            </a:r>
          </a:p>
        </p:txBody>
      </p:sp>
      <p:sp>
        <p:nvSpPr>
          <p:cNvPr id="12" name="text:Post your transaction links and one "/>
          <p:cNvSpPr txBox="1"/>
          <p:nvPr/>
        </p:nvSpPr>
        <p:spPr>
          <a:xfrm>
            <a:off x="3538728" y="2880360"/>
            <a:ext cx="2194560" cy="82296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Post your transaction links and one lesson.</a:t>
            </a:r>
          </a:p>
        </p:txBody>
      </p:sp>
      <p:sp>
        <p:nvSpPr>
          <p:cNvPr id="13" name="Rounded Rectangle 12"/>
          <p:cNvSpPr/>
          <p:nvPr/>
        </p:nvSpPr>
        <p:spPr>
          <a:xfrm>
            <a:off x="6126479"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NEXT SESSION"/>
          <p:cNvSpPr txBox="1"/>
          <p:nvPr/>
        </p:nvSpPr>
        <p:spPr>
          <a:xfrm>
            <a:off x="6327647"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NEXT SESSION</a:t>
            </a:r>
          </a:p>
        </p:txBody>
      </p:sp>
      <p:sp>
        <p:nvSpPr>
          <p:cNvPr id="15" name="text:3"/>
          <p:cNvSpPr txBox="1"/>
          <p:nvPr/>
        </p:nvSpPr>
        <p:spPr>
          <a:xfrm>
            <a:off x="6327647"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3</a:t>
            </a:r>
          </a:p>
        </p:txBody>
      </p:sp>
      <p:sp>
        <p:nvSpPr>
          <p:cNvPr id="16" name="text:Bring it to build night 4 for failur"/>
          <p:cNvSpPr txBox="1"/>
          <p:nvPr/>
        </p:nvSpPr>
        <p:spPr>
          <a:xfrm>
            <a:off x="6327647" y="2880360"/>
            <a:ext cx="2194560" cy="82296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Bring it to build night 4 for failure testing.</a:t>
            </a:r>
          </a:p>
        </p:txBody>
      </p:sp>
      <p:sp>
        <p:nvSpPr>
          <p:cNvPr id="17" name="Rounded Rectangle 16"/>
          <p:cNvSpPr/>
          <p:nvPr/>
        </p:nvSpPr>
        <p:spPr>
          <a:xfrm>
            <a:off x="548640" y="4023360"/>
            <a:ext cx="8092440" cy="457200"/>
          </a:xfrm>
          <a:prstGeom prst="roundRect">
            <a:avLst>
              <a:gd name="adj" fmla="val 28000"/>
            </a:avLst>
          </a:prstGeom>
          <a:solidFill>
            <a:srgbClr val="100821"/>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Addresses and signatures are public "/>
          <p:cNvSpPr txBox="1"/>
          <p:nvPr/>
        </p:nvSpPr>
        <p:spPr>
          <a:xfrm>
            <a:off x="731520" y="4023360"/>
            <a:ext cx="7772400" cy="457200"/>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Addresses and signatures are public and safe to share. Never share a key or a seed phrase.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Get the code"/>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Get the code</a:t>
            </a:r>
          </a:p>
        </p:txBody>
      </p:sp>
      <p:sp>
        <p:nvSpPr>
          <p:cNvPr id="3" name="text:3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36</a:t>
            </a:r>
          </a:p>
        </p:txBody>
      </p:sp>
      <p:sp>
        <p:nvSpPr>
          <p:cNvPr id="4" name="Rounded Rectangle 3"/>
          <p:cNvSpPr/>
          <p:nvPr/>
        </p:nvSpPr>
        <p:spPr>
          <a:xfrm>
            <a:off x="548640" y="1371600"/>
            <a:ext cx="4846320" cy="1051560"/>
          </a:xfrm>
          <a:prstGeom prst="roundRect">
            <a:avLst>
              <a:gd name="adj" fmla="val 12173"/>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REPO"/>
          <p:cNvSpPr txBox="1"/>
          <p:nvPr/>
        </p:nvSpPr>
        <p:spPr>
          <a:xfrm>
            <a:off x="731520" y="144475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REPO</a:t>
            </a:r>
          </a:p>
        </p:txBody>
      </p:sp>
      <p:sp>
        <p:nvSpPr>
          <p:cNvPr id="6" name="text:github.com/travisim/solana-agentic-t"/>
          <p:cNvSpPr txBox="1"/>
          <p:nvPr/>
        </p:nvSpPr>
        <p:spPr>
          <a:xfrm>
            <a:off x="731520" y="1673352"/>
            <a:ext cx="4526280" cy="27432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Menlo"/>
              </a:defRPr>
            </a:pPr>
            <a:r>
              <a:t>github.com/travisim/solana-agentic-trading-nus</a:t>
            </a:r>
          </a:p>
        </p:txBody>
      </p:sp>
      <p:sp>
        <p:nvSpPr>
          <p:cNvPr id="7" name="text:folder: 0006-deploy-venue-component-"/>
          <p:cNvSpPr txBox="1"/>
          <p:nvPr/>
        </p:nvSpPr>
        <p:spPr>
          <a:xfrm>
            <a:off x="731520" y="2011680"/>
            <a:ext cx="4526280" cy="22860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Menlo"/>
              </a:defRPr>
            </a:pPr>
            <a:r>
              <a:t>folder: 0006-deploy-venue-component-devnet/demo</a:t>
            </a:r>
          </a:p>
        </p:txBody>
      </p:sp>
      <p:sp>
        <p:nvSpPr>
          <p:cNvPr id="8" name="Rounded Rectangle 7"/>
          <p:cNvSpPr/>
          <p:nvPr/>
        </p:nvSpPr>
        <p:spPr>
          <a:xfrm>
            <a:off x="548640" y="2606040"/>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1"/>
          <p:cNvSpPr txBox="1"/>
          <p:nvPr/>
        </p:nvSpPr>
        <p:spPr>
          <a:xfrm>
            <a:off x="731520" y="2606040"/>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1</a:t>
            </a:r>
          </a:p>
        </p:txBody>
      </p:sp>
      <p:sp>
        <p:nvSpPr>
          <p:cNvPr id="10" name="text:$ cd demo/code &amp;&amp; npm install"/>
          <p:cNvSpPr txBox="1"/>
          <p:nvPr/>
        </p:nvSpPr>
        <p:spPr>
          <a:xfrm>
            <a:off x="1097280" y="2606040"/>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cd demo/code &amp;&amp; npm install</a:t>
            </a:r>
          </a:p>
        </p:txBody>
      </p:sp>
      <p:sp>
        <p:nvSpPr>
          <p:cNvPr id="11" name="Rounded Rectangle 10"/>
          <p:cNvSpPr/>
          <p:nvPr/>
        </p:nvSpPr>
        <p:spPr>
          <a:xfrm>
            <a:off x="548640" y="3209544"/>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731520" y="3209544"/>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2</a:t>
            </a:r>
          </a:p>
        </p:txBody>
      </p:sp>
      <p:sp>
        <p:nvSpPr>
          <p:cNvPr id="13" name="text:$ npm test"/>
          <p:cNvSpPr txBox="1"/>
          <p:nvPr/>
        </p:nvSpPr>
        <p:spPr>
          <a:xfrm>
            <a:off x="1097280" y="3209544"/>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test</a:t>
            </a:r>
          </a:p>
        </p:txBody>
      </p:sp>
      <p:sp>
        <p:nvSpPr>
          <p:cNvPr id="14" name="Rounded Rectangle 13"/>
          <p:cNvSpPr/>
          <p:nvPr/>
        </p:nvSpPr>
        <p:spPr>
          <a:xfrm>
            <a:off x="548640" y="3813048"/>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3"/>
          <p:cNvSpPr txBox="1"/>
          <p:nvPr/>
        </p:nvSpPr>
        <p:spPr>
          <a:xfrm>
            <a:off x="731520" y="3813048"/>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3</a:t>
            </a:r>
          </a:p>
        </p:txBody>
      </p:sp>
      <p:sp>
        <p:nvSpPr>
          <p:cNvPr id="16" name="text:$ npm run demo -- --recorded"/>
          <p:cNvSpPr txBox="1"/>
          <p:nvPr/>
        </p:nvSpPr>
        <p:spPr>
          <a:xfrm>
            <a:off x="1097280" y="3813048"/>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run demo -- --recorded</a:t>
            </a:r>
          </a:p>
        </p:txBody>
      </p:sp>
      <p:sp>
        <p:nvSpPr>
          <p:cNvPr id="17" name="text:Recorded data is the default. Writes"/>
          <p:cNvSpPr txBox="1"/>
          <p:nvPr/>
        </p:nvSpPr>
        <p:spPr>
          <a:xfrm>
            <a:off x="548640" y="4434840"/>
            <a:ext cx="4846320" cy="2743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Recorded data is the default. Writes are devnet only.</a:t>
            </a:r>
          </a:p>
        </p:txBody>
      </p:sp>
      <p:sp>
        <p:nvSpPr>
          <p:cNvPr id="18" name="Rounded Rectangle 17"/>
          <p:cNvSpPr/>
          <p:nvPr/>
        </p:nvSpPr>
        <p:spPr>
          <a:xfrm>
            <a:off x="5806440" y="137160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qr-github-0006.png"/>
          <p:cNvPicPr>
            <a:picLocks noChangeAspect="1"/>
          </p:cNvPicPr>
          <p:nvPr/>
        </p:nvPicPr>
        <p:blipFill>
          <a:blip r:embed="rId3"/>
          <a:stretch>
            <a:fillRect/>
          </a:stretch>
        </p:blipFill>
        <p:spPr>
          <a:xfrm>
            <a:off x="5943600" y="1508760"/>
            <a:ext cx="2560320" cy="2560320"/>
          </a:xfrm>
          <a:prstGeom prst="rect">
            <a:avLst/>
          </a:prstGeom>
        </p:spPr>
      </p:pic>
      <p:sp>
        <p:nvSpPr>
          <p:cNvPr id="20" name="text:Scan for the session folder"/>
          <p:cNvSpPr txBox="1"/>
          <p:nvPr/>
        </p:nvSpPr>
        <p:spPr>
          <a:xfrm>
            <a:off x="5806440" y="429768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for the session folder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Let's connect"/>
          <p:cNvSpPr txBox="1"/>
          <p:nvPr/>
        </p:nvSpPr>
        <p:spPr>
          <a:xfrm>
            <a:off x="457200" y="479145"/>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Let's connect</a:t>
            </a:r>
          </a:p>
        </p:txBody>
      </p:sp>
      <p:sp>
        <p:nvSpPr>
          <p:cNvPr id="3" name="text:3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37</a:t>
            </a:r>
          </a:p>
        </p:txBody>
      </p:sp>
      <p:sp>
        <p:nvSpPr>
          <p:cNvPr id="4" name="Rounded Rectangle 3"/>
          <p:cNvSpPr/>
          <p:nvPr/>
        </p:nvSpPr>
        <p:spPr>
          <a:xfrm>
            <a:off x="91440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linkedin.png"/>
          <p:cNvPicPr>
            <a:picLocks noChangeAspect="1"/>
          </p:cNvPicPr>
          <p:nvPr/>
        </p:nvPicPr>
        <p:blipFill>
          <a:blip r:embed="rId3"/>
          <a:stretch>
            <a:fillRect/>
          </a:stretch>
        </p:blipFill>
        <p:spPr>
          <a:xfrm>
            <a:off x="1005840" y="1417320"/>
            <a:ext cx="2103120" cy="2103120"/>
          </a:xfrm>
          <a:prstGeom prst="rect">
            <a:avLst/>
          </a:prstGeom>
        </p:spPr>
      </p:pic>
      <p:sp>
        <p:nvSpPr>
          <p:cNvPr id="6" name="text:LinkedIn"/>
          <p:cNvSpPr txBox="1"/>
          <p:nvPr/>
        </p:nvSpPr>
        <p:spPr>
          <a:xfrm>
            <a:off x="91440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LinkedIn</a:t>
            </a:r>
          </a:p>
        </p:txBody>
      </p:sp>
      <p:sp>
        <p:nvSpPr>
          <p:cNvPr id="7" name="text:linkedin.com/in/travisim"/>
          <p:cNvSpPr txBox="1"/>
          <p:nvPr/>
        </p:nvSpPr>
        <p:spPr>
          <a:xfrm>
            <a:off x="91440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linkedin.com/in/travisim</a:t>
            </a:r>
          </a:p>
        </p:txBody>
      </p:sp>
      <p:sp>
        <p:nvSpPr>
          <p:cNvPr id="8" name="Rounded Rectangle 7"/>
          <p:cNvSpPr/>
          <p:nvPr/>
        </p:nvSpPr>
        <p:spPr>
          <a:xfrm>
            <a:off x="475488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qr-telegram.png"/>
          <p:cNvPicPr>
            <a:picLocks noChangeAspect="1"/>
          </p:cNvPicPr>
          <p:nvPr/>
        </p:nvPicPr>
        <p:blipFill>
          <a:blip r:embed="rId4"/>
          <a:stretch>
            <a:fillRect/>
          </a:stretch>
        </p:blipFill>
        <p:spPr>
          <a:xfrm>
            <a:off x="4846320" y="1417320"/>
            <a:ext cx="2103120" cy="2103120"/>
          </a:xfrm>
          <a:prstGeom prst="rect">
            <a:avLst/>
          </a:prstGeom>
        </p:spPr>
      </p:pic>
      <p:sp>
        <p:nvSpPr>
          <p:cNvPr id="10" name="text:Telegram"/>
          <p:cNvSpPr txBox="1"/>
          <p:nvPr/>
        </p:nvSpPr>
        <p:spPr>
          <a:xfrm>
            <a:off x="475488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Telegram</a:t>
            </a:r>
          </a:p>
        </p:txBody>
      </p:sp>
      <p:sp>
        <p:nvSpPr>
          <p:cNvPr id="11" name="text:t.me/travisim"/>
          <p:cNvSpPr txBox="1"/>
          <p:nvPr/>
        </p:nvSpPr>
        <p:spPr>
          <a:xfrm>
            <a:off x="475488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t.me/travisim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solana-logo.png"/>
          <p:cNvPicPr>
            <a:picLocks noChangeAspect="1"/>
          </p:cNvPicPr>
          <p:nvPr/>
        </p:nvPicPr>
        <p:blipFill>
          <a:blip r:embed="rId3"/>
          <a:stretch>
            <a:fillRect/>
          </a:stretch>
        </p:blipFill>
        <p:spPr>
          <a:xfrm>
            <a:off x="1828800" y="2103120"/>
            <a:ext cx="5486400" cy="815644"/>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_BasicBlack">
  <a:themeElements>
    <a:clrScheme name="20_BasicBlack">
      <a:dk1>
        <a:srgbClr val="000000"/>
      </a:dk1>
      <a:lt1>
        <a:srgbClr val="A9A9A9"/>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